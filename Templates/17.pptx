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8.xml" ContentType="application/vnd.openxmlformats-officedocument.presentationml.tags+xml"/>
  <Override PartName="/docProps/app.xml" ContentType="application/vnd.openxmlformats-officedocument.extended-properti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3456" userDrawn="1">
          <p15:clr>
            <a:srgbClr val="A4A3A4"/>
          </p15:clr>
        </p15:guide>
        <p15:guide id="4" pos="2880">
          <p15:clr>
            <a:srgbClr val="A4A3A4"/>
          </p15:clr>
        </p15:guide>
        <p15:guide id="5" pos="192">
          <p15:clr>
            <a:srgbClr val="A4A3A4"/>
          </p15:clr>
        </p15:guide>
        <p15:guide id="6" pos="5568">
          <p15:clr>
            <a:srgbClr val="A4A3A4"/>
          </p15:clr>
        </p15:guide>
        <p15:guide id="7" orient="horz" pos="6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27AE60"/>
    <a:srgbClr val="2ECC71"/>
    <a:srgbClr val="F1C40F"/>
    <a:srgbClr val="F39C12"/>
    <a:srgbClr val="3498DB"/>
    <a:srgbClr val="34A6DB"/>
    <a:srgbClr val="E74C3C"/>
    <a:srgbClr val="236C9D"/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370" autoAdjust="0"/>
  </p:normalViewPr>
  <p:slideViewPr>
    <p:cSldViewPr showGuides="1">
      <p:cViewPr varScale="1">
        <p:scale>
          <a:sx n="116" d="100"/>
          <a:sy n="116" d="100"/>
        </p:scale>
        <p:origin x="1464" y="108"/>
      </p:cViewPr>
      <p:guideLst>
        <p:guide orient="horz" pos="2160"/>
        <p:guide orient="horz" pos="3888"/>
        <p:guide orient="horz" pos="3456"/>
        <p:guide pos="2880"/>
        <p:guide pos="192"/>
        <p:guide pos="5568"/>
        <p:guide orient="horz" pos="6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tags" Target="tags/tag1.xml"/><Relationship Id="rId10" Type="http://schemas.openxmlformats.org/officeDocument/2006/relationships/customXml" Target="../customXml/item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AAF0E-A907-4533-B82B-60710A241A10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9B866-FBFD-41FE-9130-92945F900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5102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3B2C5-8A54-4F64-9712-7B04B9149682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8946-91C5-42E1-9363-BFED7E206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5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cap="all" baseline="0">
                <a:solidFill>
                  <a:srgbClr val="595959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595959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48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cap="all" baseline="0">
                <a:solidFill>
                  <a:srgbClr val="D5D5D5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85275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FFFFFF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sz="half" idx="15"/>
          </p:nvPr>
        </p:nvSpPr>
        <p:spPr>
          <a:xfrm>
            <a:off x="6858000" y="6483841"/>
            <a:ext cx="2133600" cy="383193"/>
          </a:xfrm>
        </p:spPr>
        <p:txBody>
          <a:bodyPr/>
          <a:lstStyle/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152400" y="6484937"/>
            <a:ext cx="1333500" cy="381000"/>
          </a:xfrm>
        </p:spPr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343400" y="6492875"/>
            <a:ext cx="457200" cy="365125"/>
          </a:xfrm>
        </p:spPr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40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aseline="0">
                <a:solidFill>
                  <a:srgbClr val="2B313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2B313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866381"/>
            <a:ext cx="789127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PRESENTER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COMPANY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8A1A-EF06-42BD-8183-7D22FECA910D}" type="slidenum">
              <a:rPr lang="en-US" smtClean="0"/>
              <a:pPr/>
              <a:t>‹#›</a:t>
            </a:fld>
            <a:r>
              <a:rPr lang="en-US" dirty="0" smtClean="0"/>
              <a:t>|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>
            <p:custDataLst>
              <p:tags r:id="rId1"/>
            </p:custDataLst>
          </p:nvPr>
        </p:nvCxnSpPr>
        <p:spPr>
          <a:xfrm>
            <a:off x="3348567" y="1136829"/>
            <a:ext cx="232833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28650" y="404716"/>
            <a:ext cx="7886700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866381"/>
            <a:ext cx="789127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PRESENTER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COMPANY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8A1A-EF06-42BD-8183-7D22FECA910D}" type="slidenum">
              <a:rPr lang="en-US" smtClean="0"/>
              <a:pPr/>
              <a:t>‹#›</a:t>
            </a:fld>
            <a:r>
              <a:rPr lang="en-US" dirty="0" smtClean="0"/>
              <a:t>|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>
            <p:custDataLst>
              <p:tags r:id="rId1"/>
            </p:custDataLst>
          </p:nvPr>
        </p:nvCxnSpPr>
        <p:spPr>
          <a:xfrm>
            <a:off x="3348567" y="1136829"/>
            <a:ext cx="232833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628650" y="404716"/>
            <a:ext cx="7886700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8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F8C8D"/>
                </a:solidFill>
              </a:defRPr>
            </a:lvl1pPr>
          </a:lstStyle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484937"/>
            <a:ext cx="13335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Logo Company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858000" y="6483841"/>
            <a:ext cx="2133600" cy="383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www.domainname.com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kern="1200" dirty="0">
          <a:solidFill>
            <a:srgbClr val="595959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/>
          <p:cNvSpPr/>
          <p:nvPr>
            <p:custDataLst>
              <p:tags r:id="rId2"/>
            </p:custDataLst>
          </p:nvPr>
        </p:nvSpPr>
        <p:spPr>
          <a:xfrm>
            <a:off x="0" y="5496580"/>
            <a:ext cx="9144000" cy="13614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Make plan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GOALS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pPr/>
              <a:t>1</a:t>
            </a:fld>
            <a:endParaRPr lang="en-US"/>
          </a:p>
        </p:txBody>
      </p:sp>
      <p:cxnSp>
        <p:nvCxnSpPr>
          <p:cNvPr id="87" name="Straight Connector 86"/>
          <p:cNvCxnSpPr/>
          <p:nvPr/>
        </p:nvCxnSpPr>
        <p:spPr>
          <a:xfrm flipH="1">
            <a:off x="0" y="5486400"/>
            <a:ext cx="914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>
            <p:custDataLst>
              <p:tags r:id="rId3"/>
            </p:custDataLst>
          </p:nvPr>
        </p:nvSpPr>
        <p:spPr>
          <a:xfrm>
            <a:off x="304800" y="5648236"/>
            <a:ext cx="83058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Calibri Light" pitchFamily="34" charset="0"/>
              </a:rPr>
              <a:t>Lorem</a:t>
            </a:r>
            <a:r>
              <a:rPr lang="en-US" sz="1100" dirty="0">
                <a:solidFill>
                  <a:schemeClr val="bg1"/>
                </a:solidFill>
                <a:latin typeface="Calibri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 Light" pitchFamily="34" charset="0"/>
              </a:rPr>
              <a:t>Ipsum</a:t>
            </a:r>
            <a:r>
              <a:rPr lang="en-US" sz="1100" dirty="0">
                <a:solidFill>
                  <a:schemeClr val="bg1"/>
                </a:solidFill>
                <a:latin typeface="Calibri Light" pitchFamily="34" charset="0"/>
              </a:rPr>
              <a:t> is simply dummy text of the printing and typesetting industry. </a:t>
            </a:r>
            <a:r>
              <a:rPr lang="en-US" sz="1100" dirty="0" err="1">
                <a:solidFill>
                  <a:schemeClr val="bg1"/>
                </a:solidFill>
                <a:latin typeface="Calibri Light" pitchFamily="34" charset="0"/>
              </a:rPr>
              <a:t>Lorem</a:t>
            </a:r>
            <a:r>
              <a:rPr lang="en-US" sz="1100" dirty="0">
                <a:solidFill>
                  <a:schemeClr val="bg1"/>
                </a:solidFill>
                <a:latin typeface="Calibri Light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 Light" pitchFamily="34" charset="0"/>
              </a:rPr>
              <a:t>Ipsum</a:t>
            </a:r>
            <a:r>
              <a:rPr lang="en-US" sz="1100" dirty="0">
                <a:solidFill>
                  <a:schemeClr val="bg1"/>
                </a:solidFill>
                <a:latin typeface="Calibri Light" pitchFamily="34" charset="0"/>
              </a:rPr>
              <a:t> has been the industry standard dummy text ever since the 1500s, since the unknown printer took a galley of type and scrambled it to make a type specimen book. I has survived not only five centuries, but also the leap into electronic typesetting, remaining essentially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300" y="2850199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END 2014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95924" y="3473504"/>
            <a:ext cx="105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BEGINNING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2015</a:t>
            </a:r>
            <a:endParaRPr lang="en-US" sz="14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90818" y="2846070"/>
            <a:ext cx="105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MID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2015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5711" y="3473504"/>
            <a:ext cx="105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END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2015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>
            <p:custDataLst>
              <p:tags r:id="rId4"/>
            </p:custDataLst>
          </p:nvPr>
        </p:nvSpPr>
        <p:spPr>
          <a:xfrm>
            <a:off x="1296414" y="1683928"/>
            <a:ext cx="14664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Lorem Ipsum is simply dummy text of the printing and typesetting </a:t>
            </a:r>
            <a:r>
              <a:rPr lang="en-US" sz="1000" dirty="0" smtClean="0">
                <a:solidFill>
                  <a:schemeClr val="bg1"/>
                </a:solidFill>
              </a:rPr>
              <a:t>industry</a:t>
            </a:r>
            <a:r>
              <a:rPr lang="id-ID" sz="1000" dirty="0" smtClean="0">
                <a:solidFill>
                  <a:schemeClr val="bg1"/>
                </a:solidFill>
              </a:rPr>
              <a:t>.</a:t>
            </a:r>
            <a:r>
              <a:rPr lang="en-US" sz="1000" dirty="0">
                <a:solidFill>
                  <a:schemeClr val="bg1"/>
                </a:solidFill>
              </a:rPr>
              <a:t> Lorem Ipsum has been the industry standard dummy text ever since the </a:t>
            </a:r>
            <a:r>
              <a:rPr lang="en-US" sz="1000" dirty="0" smtClean="0">
                <a:solidFill>
                  <a:schemeClr val="bg1"/>
                </a:solidFill>
              </a:rPr>
              <a:t>1500s.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>
            <p:custDataLst>
              <p:tags r:id="rId5"/>
            </p:custDataLst>
          </p:nvPr>
        </p:nvSpPr>
        <p:spPr>
          <a:xfrm>
            <a:off x="2991209" y="3954831"/>
            <a:ext cx="14664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Lorem Ipsum is simply dummy text of the printing and typesetting </a:t>
            </a:r>
            <a:r>
              <a:rPr lang="en-US" sz="1000" dirty="0" smtClean="0">
                <a:solidFill>
                  <a:schemeClr val="bg1"/>
                </a:solidFill>
              </a:rPr>
              <a:t>industry</a:t>
            </a:r>
            <a:r>
              <a:rPr lang="id-ID" sz="1000" dirty="0" smtClean="0">
                <a:solidFill>
                  <a:schemeClr val="bg1"/>
                </a:solidFill>
              </a:rPr>
              <a:t>.</a:t>
            </a:r>
            <a:r>
              <a:rPr lang="en-US" sz="1000" dirty="0">
                <a:solidFill>
                  <a:schemeClr val="bg1"/>
                </a:solidFill>
              </a:rPr>
              <a:t> Lorem Ipsum has been the industry standard dummy text ever since the </a:t>
            </a:r>
            <a:r>
              <a:rPr lang="en-US" sz="1000" dirty="0" smtClean="0">
                <a:solidFill>
                  <a:schemeClr val="bg1"/>
                </a:solidFill>
              </a:rPr>
              <a:t>1500s.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6" name="Rectangle 45"/>
          <p:cNvSpPr/>
          <p:nvPr>
            <p:custDataLst>
              <p:tags r:id="rId6"/>
            </p:custDataLst>
          </p:nvPr>
        </p:nvSpPr>
        <p:spPr>
          <a:xfrm>
            <a:off x="4686201" y="1683928"/>
            <a:ext cx="14664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Lorem Ipsum is simply dummy text of the printing and typesetting </a:t>
            </a:r>
            <a:r>
              <a:rPr lang="en-US" sz="1000" dirty="0" smtClean="0">
                <a:solidFill>
                  <a:schemeClr val="bg1"/>
                </a:solidFill>
              </a:rPr>
              <a:t>industry</a:t>
            </a:r>
            <a:r>
              <a:rPr lang="id-ID" sz="1000" dirty="0" smtClean="0">
                <a:solidFill>
                  <a:schemeClr val="bg1"/>
                </a:solidFill>
              </a:rPr>
              <a:t>.</a:t>
            </a:r>
            <a:r>
              <a:rPr lang="en-US" sz="1000" dirty="0">
                <a:solidFill>
                  <a:schemeClr val="bg1"/>
                </a:solidFill>
              </a:rPr>
              <a:t> Lorem Ipsum has been the industry standard dummy text ever since the </a:t>
            </a:r>
            <a:r>
              <a:rPr lang="en-US" sz="1000" dirty="0" smtClean="0">
                <a:solidFill>
                  <a:schemeClr val="bg1"/>
                </a:solidFill>
              </a:rPr>
              <a:t>1500s.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" name="Rectangle 46"/>
          <p:cNvSpPr/>
          <p:nvPr>
            <p:custDataLst>
              <p:tags r:id="rId7"/>
            </p:custDataLst>
          </p:nvPr>
        </p:nvSpPr>
        <p:spPr>
          <a:xfrm>
            <a:off x="6381095" y="3954831"/>
            <a:ext cx="14664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Lorem Ipsum is simply dummy text of the printing and typesetting </a:t>
            </a:r>
            <a:r>
              <a:rPr lang="en-US" sz="1000" dirty="0" smtClean="0">
                <a:solidFill>
                  <a:schemeClr val="bg1"/>
                </a:solidFill>
              </a:rPr>
              <a:t>industry</a:t>
            </a:r>
            <a:r>
              <a:rPr lang="id-ID" sz="1000" dirty="0" smtClean="0">
                <a:solidFill>
                  <a:schemeClr val="bg1"/>
                </a:solidFill>
              </a:rPr>
              <a:t>.</a:t>
            </a:r>
            <a:r>
              <a:rPr lang="en-US" sz="1000" dirty="0">
                <a:solidFill>
                  <a:schemeClr val="bg1"/>
                </a:solidFill>
              </a:rPr>
              <a:t> Lorem Ipsum has been the industry standard dummy text ever since the </a:t>
            </a:r>
            <a:r>
              <a:rPr lang="en-US" sz="1000" dirty="0" smtClean="0">
                <a:solidFill>
                  <a:schemeClr val="bg1"/>
                </a:solidFill>
              </a:rPr>
              <a:t>1500s.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Pie 8"/>
          <p:cNvSpPr/>
          <p:nvPr/>
        </p:nvSpPr>
        <p:spPr>
          <a:xfrm>
            <a:off x="1182213" y="2975717"/>
            <a:ext cx="1694894" cy="903286"/>
          </a:xfrm>
          <a:prstGeom prst="pie">
            <a:avLst>
              <a:gd name="adj1" fmla="val 0"/>
              <a:gd name="adj2" fmla="val 107997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Pie 27"/>
          <p:cNvSpPr/>
          <p:nvPr/>
        </p:nvSpPr>
        <p:spPr>
          <a:xfrm>
            <a:off x="4572000" y="2975717"/>
            <a:ext cx="1694894" cy="903286"/>
          </a:xfrm>
          <a:prstGeom prst="pie">
            <a:avLst>
              <a:gd name="adj1" fmla="val 0"/>
              <a:gd name="adj2" fmla="val 107997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Pie 28"/>
          <p:cNvSpPr/>
          <p:nvPr/>
        </p:nvSpPr>
        <p:spPr>
          <a:xfrm flipV="1">
            <a:off x="2877107" y="2975717"/>
            <a:ext cx="1694894" cy="903286"/>
          </a:xfrm>
          <a:prstGeom prst="pie">
            <a:avLst>
              <a:gd name="adj1" fmla="val 0"/>
              <a:gd name="adj2" fmla="val 1079971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Pie 29"/>
          <p:cNvSpPr/>
          <p:nvPr/>
        </p:nvSpPr>
        <p:spPr>
          <a:xfrm flipV="1">
            <a:off x="6266894" y="2975717"/>
            <a:ext cx="1694894" cy="903286"/>
          </a:xfrm>
          <a:prstGeom prst="pie">
            <a:avLst>
              <a:gd name="adj1" fmla="val 0"/>
              <a:gd name="adj2" fmla="val 1079971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758612" y="4603007"/>
            <a:ext cx="521375" cy="521375"/>
            <a:chOff x="1758612" y="4603007"/>
            <a:chExt cx="521375" cy="521375"/>
          </a:xfrm>
        </p:grpSpPr>
        <p:grpSp>
          <p:nvGrpSpPr>
            <p:cNvPr id="33" name="Group 32"/>
            <p:cNvGrpSpPr/>
            <p:nvPr/>
          </p:nvGrpSpPr>
          <p:grpSpPr>
            <a:xfrm>
              <a:off x="1915071" y="4729849"/>
              <a:ext cx="208458" cy="267691"/>
              <a:chOff x="6248400" y="1760538"/>
              <a:chExt cx="581025" cy="746125"/>
            </a:xfrm>
            <a:solidFill>
              <a:schemeClr val="accent6"/>
            </a:solidFill>
          </p:grpSpPr>
          <p:sp>
            <p:nvSpPr>
              <p:cNvPr id="38" name="Freeform 119"/>
              <p:cNvSpPr>
                <a:spLocks/>
              </p:cNvSpPr>
              <p:nvPr/>
            </p:nvSpPr>
            <p:spPr bwMode="auto">
              <a:xfrm>
                <a:off x="6386513" y="1982788"/>
                <a:ext cx="28575" cy="26988"/>
              </a:xfrm>
              <a:custGeom>
                <a:avLst/>
                <a:gdLst>
                  <a:gd name="T0" fmla="*/ 27 w 53"/>
                  <a:gd name="T1" fmla="*/ 51 h 51"/>
                  <a:gd name="T2" fmla="*/ 21 w 53"/>
                  <a:gd name="T3" fmla="*/ 51 h 51"/>
                  <a:gd name="T4" fmla="*/ 17 w 53"/>
                  <a:gd name="T5" fmla="*/ 50 h 51"/>
                  <a:gd name="T6" fmla="*/ 13 w 53"/>
                  <a:gd name="T7" fmla="*/ 47 h 51"/>
                  <a:gd name="T8" fmla="*/ 8 w 53"/>
                  <a:gd name="T9" fmla="*/ 44 h 51"/>
                  <a:gd name="T10" fmla="*/ 5 w 53"/>
                  <a:gd name="T11" fmla="*/ 40 h 51"/>
                  <a:gd name="T12" fmla="*/ 3 w 53"/>
                  <a:gd name="T13" fmla="*/ 36 h 51"/>
                  <a:gd name="T14" fmla="*/ 1 w 53"/>
                  <a:gd name="T15" fmla="*/ 31 h 51"/>
                  <a:gd name="T16" fmla="*/ 0 w 53"/>
                  <a:gd name="T17" fmla="*/ 25 h 51"/>
                  <a:gd name="T18" fmla="*/ 1 w 53"/>
                  <a:gd name="T19" fmla="*/ 21 h 51"/>
                  <a:gd name="T20" fmla="*/ 3 w 53"/>
                  <a:gd name="T21" fmla="*/ 15 h 51"/>
                  <a:gd name="T22" fmla="*/ 5 w 53"/>
                  <a:gd name="T23" fmla="*/ 11 h 51"/>
                  <a:gd name="T24" fmla="*/ 8 w 53"/>
                  <a:gd name="T25" fmla="*/ 7 h 51"/>
                  <a:gd name="T26" fmla="*/ 13 w 53"/>
                  <a:gd name="T27" fmla="*/ 4 h 51"/>
                  <a:gd name="T28" fmla="*/ 17 w 53"/>
                  <a:gd name="T29" fmla="*/ 2 h 51"/>
                  <a:gd name="T30" fmla="*/ 21 w 53"/>
                  <a:gd name="T31" fmla="*/ 1 h 51"/>
                  <a:gd name="T32" fmla="*/ 27 w 53"/>
                  <a:gd name="T33" fmla="*/ 0 h 51"/>
                  <a:gd name="T34" fmla="*/ 31 w 53"/>
                  <a:gd name="T35" fmla="*/ 1 h 51"/>
                  <a:gd name="T36" fmla="*/ 37 w 53"/>
                  <a:gd name="T37" fmla="*/ 2 h 51"/>
                  <a:gd name="T38" fmla="*/ 41 w 53"/>
                  <a:gd name="T39" fmla="*/ 4 h 51"/>
                  <a:gd name="T40" fmla="*/ 44 w 53"/>
                  <a:gd name="T41" fmla="*/ 7 h 51"/>
                  <a:gd name="T42" fmla="*/ 49 w 53"/>
                  <a:gd name="T43" fmla="*/ 11 h 51"/>
                  <a:gd name="T44" fmla="*/ 50 w 53"/>
                  <a:gd name="T45" fmla="*/ 15 h 51"/>
                  <a:gd name="T46" fmla="*/ 51 w 53"/>
                  <a:gd name="T47" fmla="*/ 21 h 51"/>
                  <a:gd name="T48" fmla="*/ 53 w 53"/>
                  <a:gd name="T49" fmla="*/ 25 h 51"/>
                  <a:gd name="T50" fmla="*/ 51 w 53"/>
                  <a:gd name="T51" fmla="*/ 31 h 51"/>
                  <a:gd name="T52" fmla="*/ 50 w 53"/>
                  <a:gd name="T53" fmla="*/ 36 h 51"/>
                  <a:gd name="T54" fmla="*/ 49 w 53"/>
                  <a:gd name="T55" fmla="*/ 40 h 51"/>
                  <a:gd name="T56" fmla="*/ 44 w 53"/>
                  <a:gd name="T57" fmla="*/ 44 h 51"/>
                  <a:gd name="T58" fmla="*/ 41 w 53"/>
                  <a:gd name="T59" fmla="*/ 47 h 51"/>
                  <a:gd name="T60" fmla="*/ 37 w 53"/>
                  <a:gd name="T61" fmla="*/ 50 h 51"/>
                  <a:gd name="T62" fmla="*/ 31 w 53"/>
                  <a:gd name="T63" fmla="*/ 51 h 51"/>
                  <a:gd name="T64" fmla="*/ 27 w 53"/>
                  <a:gd name="T6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3" h="51">
                    <a:moveTo>
                      <a:pt x="27" y="51"/>
                    </a:moveTo>
                    <a:lnTo>
                      <a:pt x="21" y="51"/>
                    </a:lnTo>
                    <a:lnTo>
                      <a:pt x="17" y="50"/>
                    </a:lnTo>
                    <a:lnTo>
                      <a:pt x="13" y="47"/>
                    </a:lnTo>
                    <a:lnTo>
                      <a:pt x="8" y="44"/>
                    </a:lnTo>
                    <a:lnTo>
                      <a:pt x="5" y="40"/>
                    </a:lnTo>
                    <a:lnTo>
                      <a:pt x="3" y="36"/>
                    </a:lnTo>
                    <a:lnTo>
                      <a:pt x="1" y="31"/>
                    </a:lnTo>
                    <a:lnTo>
                      <a:pt x="0" y="25"/>
                    </a:lnTo>
                    <a:lnTo>
                      <a:pt x="1" y="21"/>
                    </a:lnTo>
                    <a:lnTo>
                      <a:pt x="3" y="15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3" y="4"/>
                    </a:lnTo>
                    <a:lnTo>
                      <a:pt x="17" y="2"/>
                    </a:lnTo>
                    <a:lnTo>
                      <a:pt x="21" y="1"/>
                    </a:lnTo>
                    <a:lnTo>
                      <a:pt x="27" y="0"/>
                    </a:lnTo>
                    <a:lnTo>
                      <a:pt x="31" y="1"/>
                    </a:lnTo>
                    <a:lnTo>
                      <a:pt x="37" y="2"/>
                    </a:lnTo>
                    <a:lnTo>
                      <a:pt x="41" y="4"/>
                    </a:lnTo>
                    <a:lnTo>
                      <a:pt x="44" y="7"/>
                    </a:lnTo>
                    <a:lnTo>
                      <a:pt x="49" y="11"/>
                    </a:lnTo>
                    <a:lnTo>
                      <a:pt x="50" y="15"/>
                    </a:lnTo>
                    <a:lnTo>
                      <a:pt x="51" y="21"/>
                    </a:lnTo>
                    <a:lnTo>
                      <a:pt x="53" y="25"/>
                    </a:lnTo>
                    <a:lnTo>
                      <a:pt x="51" y="31"/>
                    </a:lnTo>
                    <a:lnTo>
                      <a:pt x="50" y="36"/>
                    </a:lnTo>
                    <a:lnTo>
                      <a:pt x="49" y="40"/>
                    </a:lnTo>
                    <a:lnTo>
                      <a:pt x="44" y="44"/>
                    </a:lnTo>
                    <a:lnTo>
                      <a:pt x="41" y="47"/>
                    </a:lnTo>
                    <a:lnTo>
                      <a:pt x="37" y="50"/>
                    </a:lnTo>
                    <a:lnTo>
                      <a:pt x="31" y="51"/>
                    </a:lnTo>
                    <a:lnTo>
                      <a:pt x="27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120"/>
              <p:cNvSpPr>
                <a:spLocks/>
              </p:cNvSpPr>
              <p:nvPr/>
            </p:nvSpPr>
            <p:spPr bwMode="auto">
              <a:xfrm>
                <a:off x="6442075" y="1982788"/>
                <a:ext cx="249238" cy="26988"/>
              </a:xfrm>
              <a:custGeom>
                <a:avLst/>
                <a:gdLst>
                  <a:gd name="T0" fmla="*/ 443 w 471"/>
                  <a:gd name="T1" fmla="*/ 51 h 51"/>
                  <a:gd name="T2" fmla="*/ 26 w 471"/>
                  <a:gd name="T3" fmla="*/ 51 h 51"/>
                  <a:gd name="T4" fmla="*/ 21 w 471"/>
                  <a:gd name="T5" fmla="*/ 51 h 51"/>
                  <a:gd name="T6" fmla="*/ 16 w 471"/>
                  <a:gd name="T7" fmla="*/ 50 h 51"/>
                  <a:gd name="T8" fmla="*/ 11 w 471"/>
                  <a:gd name="T9" fmla="*/ 47 h 51"/>
                  <a:gd name="T10" fmla="*/ 7 w 471"/>
                  <a:gd name="T11" fmla="*/ 44 h 51"/>
                  <a:gd name="T12" fmla="*/ 4 w 471"/>
                  <a:gd name="T13" fmla="*/ 40 h 51"/>
                  <a:gd name="T14" fmla="*/ 1 w 471"/>
                  <a:gd name="T15" fmla="*/ 36 h 51"/>
                  <a:gd name="T16" fmla="*/ 0 w 471"/>
                  <a:gd name="T17" fmla="*/ 31 h 51"/>
                  <a:gd name="T18" fmla="*/ 0 w 471"/>
                  <a:gd name="T19" fmla="*/ 25 h 51"/>
                  <a:gd name="T20" fmla="*/ 0 w 471"/>
                  <a:gd name="T21" fmla="*/ 21 h 51"/>
                  <a:gd name="T22" fmla="*/ 1 w 471"/>
                  <a:gd name="T23" fmla="*/ 15 h 51"/>
                  <a:gd name="T24" fmla="*/ 4 w 471"/>
                  <a:gd name="T25" fmla="*/ 11 h 51"/>
                  <a:gd name="T26" fmla="*/ 7 w 471"/>
                  <a:gd name="T27" fmla="*/ 7 h 51"/>
                  <a:gd name="T28" fmla="*/ 11 w 471"/>
                  <a:gd name="T29" fmla="*/ 4 h 51"/>
                  <a:gd name="T30" fmla="*/ 16 w 471"/>
                  <a:gd name="T31" fmla="*/ 1 h 51"/>
                  <a:gd name="T32" fmla="*/ 21 w 471"/>
                  <a:gd name="T33" fmla="*/ 0 h 51"/>
                  <a:gd name="T34" fmla="*/ 26 w 471"/>
                  <a:gd name="T35" fmla="*/ 0 h 51"/>
                  <a:gd name="T36" fmla="*/ 443 w 471"/>
                  <a:gd name="T37" fmla="*/ 0 h 51"/>
                  <a:gd name="T38" fmla="*/ 449 w 471"/>
                  <a:gd name="T39" fmla="*/ 0 h 51"/>
                  <a:gd name="T40" fmla="*/ 453 w 471"/>
                  <a:gd name="T41" fmla="*/ 1 h 51"/>
                  <a:gd name="T42" fmla="*/ 459 w 471"/>
                  <a:gd name="T43" fmla="*/ 4 h 51"/>
                  <a:gd name="T44" fmla="*/ 462 w 471"/>
                  <a:gd name="T45" fmla="*/ 7 h 51"/>
                  <a:gd name="T46" fmla="*/ 465 w 471"/>
                  <a:gd name="T47" fmla="*/ 11 h 51"/>
                  <a:gd name="T48" fmla="*/ 468 w 471"/>
                  <a:gd name="T49" fmla="*/ 15 h 51"/>
                  <a:gd name="T50" fmla="*/ 469 w 471"/>
                  <a:gd name="T51" fmla="*/ 21 h 51"/>
                  <a:gd name="T52" fmla="*/ 471 w 471"/>
                  <a:gd name="T53" fmla="*/ 25 h 51"/>
                  <a:gd name="T54" fmla="*/ 469 w 471"/>
                  <a:gd name="T55" fmla="*/ 31 h 51"/>
                  <a:gd name="T56" fmla="*/ 468 w 471"/>
                  <a:gd name="T57" fmla="*/ 36 h 51"/>
                  <a:gd name="T58" fmla="*/ 465 w 471"/>
                  <a:gd name="T59" fmla="*/ 40 h 51"/>
                  <a:gd name="T60" fmla="*/ 462 w 471"/>
                  <a:gd name="T61" fmla="*/ 44 h 51"/>
                  <a:gd name="T62" fmla="*/ 459 w 471"/>
                  <a:gd name="T63" fmla="*/ 47 h 51"/>
                  <a:gd name="T64" fmla="*/ 453 w 471"/>
                  <a:gd name="T65" fmla="*/ 50 h 51"/>
                  <a:gd name="T66" fmla="*/ 449 w 471"/>
                  <a:gd name="T67" fmla="*/ 51 h 51"/>
                  <a:gd name="T68" fmla="*/ 443 w 471"/>
                  <a:gd name="T6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71" h="51">
                    <a:moveTo>
                      <a:pt x="443" y="51"/>
                    </a:moveTo>
                    <a:lnTo>
                      <a:pt x="26" y="51"/>
                    </a:lnTo>
                    <a:lnTo>
                      <a:pt x="21" y="51"/>
                    </a:lnTo>
                    <a:lnTo>
                      <a:pt x="16" y="50"/>
                    </a:lnTo>
                    <a:lnTo>
                      <a:pt x="11" y="47"/>
                    </a:lnTo>
                    <a:lnTo>
                      <a:pt x="7" y="44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1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1" y="15"/>
                    </a:lnTo>
                    <a:lnTo>
                      <a:pt x="4" y="11"/>
                    </a:lnTo>
                    <a:lnTo>
                      <a:pt x="7" y="7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1" y="0"/>
                    </a:lnTo>
                    <a:lnTo>
                      <a:pt x="26" y="0"/>
                    </a:lnTo>
                    <a:lnTo>
                      <a:pt x="443" y="0"/>
                    </a:lnTo>
                    <a:lnTo>
                      <a:pt x="449" y="0"/>
                    </a:lnTo>
                    <a:lnTo>
                      <a:pt x="453" y="1"/>
                    </a:lnTo>
                    <a:lnTo>
                      <a:pt x="459" y="4"/>
                    </a:lnTo>
                    <a:lnTo>
                      <a:pt x="462" y="7"/>
                    </a:lnTo>
                    <a:lnTo>
                      <a:pt x="465" y="11"/>
                    </a:lnTo>
                    <a:lnTo>
                      <a:pt x="468" y="15"/>
                    </a:lnTo>
                    <a:lnTo>
                      <a:pt x="469" y="21"/>
                    </a:lnTo>
                    <a:lnTo>
                      <a:pt x="471" y="25"/>
                    </a:lnTo>
                    <a:lnTo>
                      <a:pt x="469" y="31"/>
                    </a:lnTo>
                    <a:lnTo>
                      <a:pt x="468" y="36"/>
                    </a:lnTo>
                    <a:lnTo>
                      <a:pt x="465" y="40"/>
                    </a:lnTo>
                    <a:lnTo>
                      <a:pt x="462" y="44"/>
                    </a:lnTo>
                    <a:lnTo>
                      <a:pt x="459" y="47"/>
                    </a:lnTo>
                    <a:lnTo>
                      <a:pt x="453" y="50"/>
                    </a:lnTo>
                    <a:lnTo>
                      <a:pt x="449" y="51"/>
                    </a:lnTo>
                    <a:lnTo>
                      <a:pt x="443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125"/>
              <p:cNvSpPr>
                <a:spLocks/>
              </p:cNvSpPr>
              <p:nvPr/>
            </p:nvSpPr>
            <p:spPr bwMode="auto">
              <a:xfrm>
                <a:off x="6386513" y="2092326"/>
                <a:ext cx="28575" cy="26988"/>
              </a:xfrm>
              <a:custGeom>
                <a:avLst/>
                <a:gdLst>
                  <a:gd name="T0" fmla="*/ 27 w 53"/>
                  <a:gd name="T1" fmla="*/ 52 h 52"/>
                  <a:gd name="T2" fmla="*/ 21 w 53"/>
                  <a:gd name="T3" fmla="*/ 52 h 52"/>
                  <a:gd name="T4" fmla="*/ 17 w 53"/>
                  <a:gd name="T5" fmla="*/ 51 h 52"/>
                  <a:gd name="T6" fmla="*/ 13 w 53"/>
                  <a:gd name="T7" fmla="*/ 48 h 52"/>
                  <a:gd name="T8" fmla="*/ 8 w 53"/>
                  <a:gd name="T9" fmla="*/ 45 h 52"/>
                  <a:gd name="T10" fmla="*/ 5 w 53"/>
                  <a:gd name="T11" fmla="*/ 41 h 52"/>
                  <a:gd name="T12" fmla="*/ 3 w 53"/>
                  <a:gd name="T13" fmla="*/ 36 h 52"/>
                  <a:gd name="T14" fmla="*/ 1 w 53"/>
                  <a:gd name="T15" fmla="*/ 32 h 52"/>
                  <a:gd name="T16" fmla="*/ 0 w 53"/>
                  <a:gd name="T17" fmla="*/ 26 h 52"/>
                  <a:gd name="T18" fmla="*/ 1 w 53"/>
                  <a:gd name="T19" fmla="*/ 22 h 52"/>
                  <a:gd name="T20" fmla="*/ 3 w 53"/>
                  <a:gd name="T21" fmla="*/ 16 h 52"/>
                  <a:gd name="T22" fmla="*/ 5 w 53"/>
                  <a:gd name="T23" fmla="*/ 12 h 52"/>
                  <a:gd name="T24" fmla="*/ 8 w 53"/>
                  <a:gd name="T25" fmla="*/ 8 h 52"/>
                  <a:gd name="T26" fmla="*/ 13 w 53"/>
                  <a:gd name="T27" fmla="*/ 5 h 52"/>
                  <a:gd name="T28" fmla="*/ 17 w 53"/>
                  <a:gd name="T29" fmla="*/ 3 h 52"/>
                  <a:gd name="T30" fmla="*/ 21 w 53"/>
                  <a:gd name="T31" fmla="*/ 2 h 52"/>
                  <a:gd name="T32" fmla="*/ 27 w 53"/>
                  <a:gd name="T33" fmla="*/ 0 h 52"/>
                  <a:gd name="T34" fmla="*/ 31 w 53"/>
                  <a:gd name="T35" fmla="*/ 2 h 52"/>
                  <a:gd name="T36" fmla="*/ 37 w 53"/>
                  <a:gd name="T37" fmla="*/ 3 h 52"/>
                  <a:gd name="T38" fmla="*/ 41 w 53"/>
                  <a:gd name="T39" fmla="*/ 5 h 52"/>
                  <a:gd name="T40" fmla="*/ 44 w 53"/>
                  <a:gd name="T41" fmla="*/ 8 h 52"/>
                  <a:gd name="T42" fmla="*/ 49 w 53"/>
                  <a:gd name="T43" fmla="*/ 12 h 52"/>
                  <a:gd name="T44" fmla="*/ 50 w 53"/>
                  <a:gd name="T45" fmla="*/ 16 h 52"/>
                  <a:gd name="T46" fmla="*/ 51 w 53"/>
                  <a:gd name="T47" fmla="*/ 22 h 52"/>
                  <a:gd name="T48" fmla="*/ 53 w 53"/>
                  <a:gd name="T49" fmla="*/ 26 h 52"/>
                  <a:gd name="T50" fmla="*/ 51 w 53"/>
                  <a:gd name="T51" fmla="*/ 32 h 52"/>
                  <a:gd name="T52" fmla="*/ 50 w 53"/>
                  <a:gd name="T53" fmla="*/ 36 h 52"/>
                  <a:gd name="T54" fmla="*/ 49 w 53"/>
                  <a:gd name="T55" fmla="*/ 41 h 52"/>
                  <a:gd name="T56" fmla="*/ 44 w 53"/>
                  <a:gd name="T57" fmla="*/ 45 h 52"/>
                  <a:gd name="T58" fmla="*/ 41 w 53"/>
                  <a:gd name="T59" fmla="*/ 48 h 52"/>
                  <a:gd name="T60" fmla="*/ 37 w 53"/>
                  <a:gd name="T61" fmla="*/ 51 h 52"/>
                  <a:gd name="T62" fmla="*/ 31 w 53"/>
                  <a:gd name="T63" fmla="*/ 52 h 52"/>
                  <a:gd name="T64" fmla="*/ 27 w 53"/>
                  <a:gd name="T6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3" h="52">
                    <a:moveTo>
                      <a:pt x="27" y="52"/>
                    </a:moveTo>
                    <a:lnTo>
                      <a:pt x="21" y="52"/>
                    </a:lnTo>
                    <a:lnTo>
                      <a:pt x="17" y="51"/>
                    </a:lnTo>
                    <a:lnTo>
                      <a:pt x="13" y="48"/>
                    </a:lnTo>
                    <a:lnTo>
                      <a:pt x="8" y="45"/>
                    </a:lnTo>
                    <a:lnTo>
                      <a:pt x="5" y="41"/>
                    </a:lnTo>
                    <a:lnTo>
                      <a:pt x="3" y="36"/>
                    </a:lnTo>
                    <a:lnTo>
                      <a:pt x="1" y="32"/>
                    </a:lnTo>
                    <a:lnTo>
                      <a:pt x="0" y="26"/>
                    </a:lnTo>
                    <a:lnTo>
                      <a:pt x="1" y="22"/>
                    </a:lnTo>
                    <a:lnTo>
                      <a:pt x="3" y="16"/>
                    </a:lnTo>
                    <a:lnTo>
                      <a:pt x="5" y="12"/>
                    </a:lnTo>
                    <a:lnTo>
                      <a:pt x="8" y="8"/>
                    </a:lnTo>
                    <a:lnTo>
                      <a:pt x="13" y="5"/>
                    </a:lnTo>
                    <a:lnTo>
                      <a:pt x="17" y="3"/>
                    </a:lnTo>
                    <a:lnTo>
                      <a:pt x="21" y="2"/>
                    </a:lnTo>
                    <a:lnTo>
                      <a:pt x="27" y="0"/>
                    </a:lnTo>
                    <a:lnTo>
                      <a:pt x="31" y="2"/>
                    </a:lnTo>
                    <a:lnTo>
                      <a:pt x="37" y="3"/>
                    </a:lnTo>
                    <a:lnTo>
                      <a:pt x="41" y="5"/>
                    </a:lnTo>
                    <a:lnTo>
                      <a:pt x="44" y="8"/>
                    </a:lnTo>
                    <a:lnTo>
                      <a:pt x="49" y="12"/>
                    </a:lnTo>
                    <a:lnTo>
                      <a:pt x="50" y="16"/>
                    </a:lnTo>
                    <a:lnTo>
                      <a:pt x="51" y="22"/>
                    </a:lnTo>
                    <a:lnTo>
                      <a:pt x="53" y="26"/>
                    </a:lnTo>
                    <a:lnTo>
                      <a:pt x="51" y="32"/>
                    </a:lnTo>
                    <a:lnTo>
                      <a:pt x="50" y="36"/>
                    </a:lnTo>
                    <a:lnTo>
                      <a:pt x="49" y="41"/>
                    </a:lnTo>
                    <a:lnTo>
                      <a:pt x="44" y="45"/>
                    </a:lnTo>
                    <a:lnTo>
                      <a:pt x="41" y="48"/>
                    </a:lnTo>
                    <a:lnTo>
                      <a:pt x="37" y="51"/>
                    </a:lnTo>
                    <a:lnTo>
                      <a:pt x="31" y="52"/>
                    </a:lnTo>
                    <a:lnTo>
                      <a:pt x="27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126"/>
              <p:cNvSpPr>
                <a:spLocks/>
              </p:cNvSpPr>
              <p:nvPr/>
            </p:nvSpPr>
            <p:spPr bwMode="auto">
              <a:xfrm>
                <a:off x="6442075" y="2092326"/>
                <a:ext cx="249238" cy="26988"/>
              </a:xfrm>
              <a:custGeom>
                <a:avLst/>
                <a:gdLst>
                  <a:gd name="T0" fmla="*/ 443 w 471"/>
                  <a:gd name="T1" fmla="*/ 52 h 52"/>
                  <a:gd name="T2" fmla="*/ 26 w 471"/>
                  <a:gd name="T3" fmla="*/ 52 h 52"/>
                  <a:gd name="T4" fmla="*/ 21 w 471"/>
                  <a:gd name="T5" fmla="*/ 52 h 52"/>
                  <a:gd name="T6" fmla="*/ 16 w 471"/>
                  <a:gd name="T7" fmla="*/ 51 h 52"/>
                  <a:gd name="T8" fmla="*/ 11 w 471"/>
                  <a:gd name="T9" fmla="*/ 48 h 52"/>
                  <a:gd name="T10" fmla="*/ 7 w 471"/>
                  <a:gd name="T11" fmla="*/ 45 h 52"/>
                  <a:gd name="T12" fmla="*/ 4 w 471"/>
                  <a:gd name="T13" fmla="*/ 41 h 52"/>
                  <a:gd name="T14" fmla="*/ 1 w 471"/>
                  <a:gd name="T15" fmla="*/ 36 h 52"/>
                  <a:gd name="T16" fmla="*/ 0 w 471"/>
                  <a:gd name="T17" fmla="*/ 32 h 52"/>
                  <a:gd name="T18" fmla="*/ 0 w 471"/>
                  <a:gd name="T19" fmla="*/ 26 h 52"/>
                  <a:gd name="T20" fmla="*/ 0 w 471"/>
                  <a:gd name="T21" fmla="*/ 22 h 52"/>
                  <a:gd name="T22" fmla="*/ 1 w 471"/>
                  <a:gd name="T23" fmla="*/ 16 h 52"/>
                  <a:gd name="T24" fmla="*/ 4 w 471"/>
                  <a:gd name="T25" fmla="*/ 12 h 52"/>
                  <a:gd name="T26" fmla="*/ 7 w 471"/>
                  <a:gd name="T27" fmla="*/ 8 h 52"/>
                  <a:gd name="T28" fmla="*/ 11 w 471"/>
                  <a:gd name="T29" fmla="*/ 5 h 52"/>
                  <a:gd name="T30" fmla="*/ 16 w 471"/>
                  <a:gd name="T31" fmla="*/ 3 h 52"/>
                  <a:gd name="T32" fmla="*/ 21 w 471"/>
                  <a:gd name="T33" fmla="*/ 2 h 52"/>
                  <a:gd name="T34" fmla="*/ 26 w 471"/>
                  <a:gd name="T35" fmla="*/ 0 h 52"/>
                  <a:gd name="T36" fmla="*/ 443 w 471"/>
                  <a:gd name="T37" fmla="*/ 0 h 52"/>
                  <a:gd name="T38" fmla="*/ 449 w 471"/>
                  <a:gd name="T39" fmla="*/ 2 h 52"/>
                  <a:gd name="T40" fmla="*/ 453 w 471"/>
                  <a:gd name="T41" fmla="*/ 3 h 52"/>
                  <a:gd name="T42" fmla="*/ 459 w 471"/>
                  <a:gd name="T43" fmla="*/ 5 h 52"/>
                  <a:gd name="T44" fmla="*/ 462 w 471"/>
                  <a:gd name="T45" fmla="*/ 8 h 52"/>
                  <a:gd name="T46" fmla="*/ 465 w 471"/>
                  <a:gd name="T47" fmla="*/ 12 h 52"/>
                  <a:gd name="T48" fmla="*/ 468 w 471"/>
                  <a:gd name="T49" fmla="*/ 16 h 52"/>
                  <a:gd name="T50" fmla="*/ 469 w 471"/>
                  <a:gd name="T51" fmla="*/ 22 h 52"/>
                  <a:gd name="T52" fmla="*/ 471 w 471"/>
                  <a:gd name="T53" fmla="*/ 26 h 52"/>
                  <a:gd name="T54" fmla="*/ 469 w 471"/>
                  <a:gd name="T55" fmla="*/ 32 h 52"/>
                  <a:gd name="T56" fmla="*/ 468 w 471"/>
                  <a:gd name="T57" fmla="*/ 36 h 52"/>
                  <a:gd name="T58" fmla="*/ 465 w 471"/>
                  <a:gd name="T59" fmla="*/ 41 h 52"/>
                  <a:gd name="T60" fmla="*/ 462 w 471"/>
                  <a:gd name="T61" fmla="*/ 45 h 52"/>
                  <a:gd name="T62" fmla="*/ 459 w 471"/>
                  <a:gd name="T63" fmla="*/ 48 h 52"/>
                  <a:gd name="T64" fmla="*/ 453 w 471"/>
                  <a:gd name="T65" fmla="*/ 51 h 52"/>
                  <a:gd name="T66" fmla="*/ 449 w 471"/>
                  <a:gd name="T67" fmla="*/ 52 h 52"/>
                  <a:gd name="T68" fmla="*/ 443 w 471"/>
                  <a:gd name="T6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71" h="52">
                    <a:moveTo>
                      <a:pt x="443" y="52"/>
                    </a:moveTo>
                    <a:lnTo>
                      <a:pt x="26" y="52"/>
                    </a:lnTo>
                    <a:lnTo>
                      <a:pt x="21" y="52"/>
                    </a:lnTo>
                    <a:lnTo>
                      <a:pt x="16" y="51"/>
                    </a:lnTo>
                    <a:lnTo>
                      <a:pt x="11" y="48"/>
                    </a:lnTo>
                    <a:lnTo>
                      <a:pt x="7" y="45"/>
                    </a:lnTo>
                    <a:lnTo>
                      <a:pt x="4" y="41"/>
                    </a:lnTo>
                    <a:lnTo>
                      <a:pt x="1" y="36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0" y="22"/>
                    </a:lnTo>
                    <a:lnTo>
                      <a:pt x="1" y="16"/>
                    </a:lnTo>
                    <a:lnTo>
                      <a:pt x="4" y="12"/>
                    </a:lnTo>
                    <a:lnTo>
                      <a:pt x="7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1" y="2"/>
                    </a:lnTo>
                    <a:lnTo>
                      <a:pt x="26" y="0"/>
                    </a:lnTo>
                    <a:lnTo>
                      <a:pt x="443" y="0"/>
                    </a:lnTo>
                    <a:lnTo>
                      <a:pt x="449" y="2"/>
                    </a:lnTo>
                    <a:lnTo>
                      <a:pt x="453" y="3"/>
                    </a:lnTo>
                    <a:lnTo>
                      <a:pt x="459" y="5"/>
                    </a:lnTo>
                    <a:lnTo>
                      <a:pt x="462" y="8"/>
                    </a:lnTo>
                    <a:lnTo>
                      <a:pt x="465" y="12"/>
                    </a:lnTo>
                    <a:lnTo>
                      <a:pt x="468" y="16"/>
                    </a:lnTo>
                    <a:lnTo>
                      <a:pt x="469" y="22"/>
                    </a:lnTo>
                    <a:lnTo>
                      <a:pt x="471" y="26"/>
                    </a:lnTo>
                    <a:lnTo>
                      <a:pt x="469" y="32"/>
                    </a:lnTo>
                    <a:lnTo>
                      <a:pt x="468" y="36"/>
                    </a:lnTo>
                    <a:lnTo>
                      <a:pt x="465" y="41"/>
                    </a:lnTo>
                    <a:lnTo>
                      <a:pt x="462" y="45"/>
                    </a:lnTo>
                    <a:lnTo>
                      <a:pt x="459" y="48"/>
                    </a:lnTo>
                    <a:lnTo>
                      <a:pt x="453" y="51"/>
                    </a:lnTo>
                    <a:lnTo>
                      <a:pt x="449" y="52"/>
                    </a:lnTo>
                    <a:lnTo>
                      <a:pt x="443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127"/>
              <p:cNvSpPr>
                <a:spLocks/>
              </p:cNvSpPr>
              <p:nvPr/>
            </p:nvSpPr>
            <p:spPr bwMode="auto">
              <a:xfrm>
                <a:off x="6386513" y="2203451"/>
                <a:ext cx="28575" cy="26988"/>
              </a:xfrm>
              <a:custGeom>
                <a:avLst/>
                <a:gdLst>
                  <a:gd name="T0" fmla="*/ 27 w 53"/>
                  <a:gd name="T1" fmla="*/ 53 h 53"/>
                  <a:gd name="T2" fmla="*/ 21 w 53"/>
                  <a:gd name="T3" fmla="*/ 52 h 53"/>
                  <a:gd name="T4" fmla="*/ 17 w 53"/>
                  <a:gd name="T5" fmla="*/ 50 h 53"/>
                  <a:gd name="T6" fmla="*/ 13 w 53"/>
                  <a:gd name="T7" fmla="*/ 48 h 53"/>
                  <a:gd name="T8" fmla="*/ 8 w 53"/>
                  <a:gd name="T9" fmla="*/ 45 h 53"/>
                  <a:gd name="T10" fmla="*/ 5 w 53"/>
                  <a:gd name="T11" fmla="*/ 40 h 53"/>
                  <a:gd name="T12" fmla="*/ 3 w 53"/>
                  <a:gd name="T13" fmla="*/ 36 h 53"/>
                  <a:gd name="T14" fmla="*/ 1 w 53"/>
                  <a:gd name="T15" fmla="*/ 32 h 53"/>
                  <a:gd name="T16" fmla="*/ 0 w 53"/>
                  <a:gd name="T17" fmla="*/ 26 h 53"/>
                  <a:gd name="T18" fmla="*/ 1 w 53"/>
                  <a:gd name="T19" fmla="*/ 22 h 53"/>
                  <a:gd name="T20" fmla="*/ 3 w 53"/>
                  <a:gd name="T21" fmla="*/ 16 h 53"/>
                  <a:gd name="T22" fmla="*/ 5 w 53"/>
                  <a:gd name="T23" fmla="*/ 12 h 53"/>
                  <a:gd name="T24" fmla="*/ 8 w 53"/>
                  <a:gd name="T25" fmla="*/ 9 h 53"/>
                  <a:gd name="T26" fmla="*/ 13 w 53"/>
                  <a:gd name="T27" fmla="*/ 4 h 53"/>
                  <a:gd name="T28" fmla="*/ 17 w 53"/>
                  <a:gd name="T29" fmla="*/ 3 h 53"/>
                  <a:gd name="T30" fmla="*/ 21 w 53"/>
                  <a:gd name="T31" fmla="*/ 2 h 53"/>
                  <a:gd name="T32" fmla="*/ 27 w 53"/>
                  <a:gd name="T33" fmla="*/ 0 h 53"/>
                  <a:gd name="T34" fmla="*/ 31 w 53"/>
                  <a:gd name="T35" fmla="*/ 2 h 53"/>
                  <a:gd name="T36" fmla="*/ 37 w 53"/>
                  <a:gd name="T37" fmla="*/ 3 h 53"/>
                  <a:gd name="T38" fmla="*/ 41 w 53"/>
                  <a:gd name="T39" fmla="*/ 4 h 53"/>
                  <a:gd name="T40" fmla="*/ 44 w 53"/>
                  <a:gd name="T41" fmla="*/ 9 h 53"/>
                  <a:gd name="T42" fmla="*/ 49 w 53"/>
                  <a:gd name="T43" fmla="*/ 12 h 53"/>
                  <a:gd name="T44" fmla="*/ 50 w 53"/>
                  <a:gd name="T45" fmla="*/ 16 h 53"/>
                  <a:gd name="T46" fmla="*/ 51 w 53"/>
                  <a:gd name="T47" fmla="*/ 22 h 53"/>
                  <a:gd name="T48" fmla="*/ 53 w 53"/>
                  <a:gd name="T49" fmla="*/ 26 h 53"/>
                  <a:gd name="T50" fmla="*/ 51 w 53"/>
                  <a:gd name="T51" fmla="*/ 32 h 53"/>
                  <a:gd name="T52" fmla="*/ 50 w 53"/>
                  <a:gd name="T53" fmla="*/ 36 h 53"/>
                  <a:gd name="T54" fmla="*/ 49 w 53"/>
                  <a:gd name="T55" fmla="*/ 40 h 53"/>
                  <a:gd name="T56" fmla="*/ 44 w 53"/>
                  <a:gd name="T57" fmla="*/ 45 h 53"/>
                  <a:gd name="T58" fmla="*/ 41 w 53"/>
                  <a:gd name="T59" fmla="*/ 48 h 53"/>
                  <a:gd name="T60" fmla="*/ 37 w 53"/>
                  <a:gd name="T61" fmla="*/ 50 h 53"/>
                  <a:gd name="T62" fmla="*/ 31 w 53"/>
                  <a:gd name="T63" fmla="*/ 52 h 53"/>
                  <a:gd name="T64" fmla="*/ 27 w 53"/>
                  <a:gd name="T65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3" h="53">
                    <a:moveTo>
                      <a:pt x="27" y="53"/>
                    </a:moveTo>
                    <a:lnTo>
                      <a:pt x="21" y="52"/>
                    </a:lnTo>
                    <a:lnTo>
                      <a:pt x="17" y="50"/>
                    </a:lnTo>
                    <a:lnTo>
                      <a:pt x="13" y="48"/>
                    </a:lnTo>
                    <a:lnTo>
                      <a:pt x="8" y="45"/>
                    </a:lnTo>
                    <a:lnTo>
                      <a:pt x="5" y="40"/>
                    </a:lnTo>
                    <a:lnTo>
                      <a:pt x="3" y="36"/>
                    </a:lnTo>
                    <a:lnTo>
                      <a:pt x="1" y="32"/>
                    </a:lnTo>
                    <a:lnTo>
                      <a:pt x="0" y="26"/>
                    </a:lnTo>
                    <a:lnTo>
                      <a:pt x="1" y="22"/>
                    </a:lnTo>
                    <a:lnTo>
                      <a:pt x="3" y="16"/>
                    </a:lnTo>
                    <a:lnTo>
                      <a:pt x="5" y="12"/>
                    </a:lnTo>
                    <a:lnTo>
                      <a:pt x="8" y="9"/>
                    </a:lnTo>
                    <a:lnTo>
                      <a:pt x="13" y="4"/>
                    </a:lnTo>
                    <a:lnTo>
                      <a:pt x="17" y="3"/>
                    </a:lnTo>
                    <a:lnTo>
                      <a:pt x="21" y="2"/>
                    </a:lnTo>
                    <a:lnTo>
                      <a:pt x="27" y="0"/>
                    </a:lnTo>
                    <a:lnTo>
                      <a:pt x="31" y="2"/>
                    </a:lnTo>
                    <a:lnTo>
                      <a:pt x="37" y="3"/>
                    </a:lnTo>
                    <a:lnTo>
                      <a:pt x="41" y="4"/>
                    </a:lnTo>
                    <a:lnTo>
                      <a:pt x="44" y="9"/>
                    </a:lnTo>
                    <a:lnTo>
                      <a:pt x="49" y="12"/>
                    </a:lnTo>
                    <a:lnTo>
                      <a:pt x="50" y="16"/>
                    </a:lnTo>
                    <a:lnTo>
                      <a:pt x="51" y="22"/>
                    </a:lnTo>
                    <a:lnTo>
                      <a:pt x="53" y="26"/>
                    </a:lnTo>
                    <a:lnTo>
                      <a:pt x="51" y="32"/>
                    </a:lnTo>
                    <a:lnTo>
                      <a:pt x="50" y="36"/>
                    </a:lnTo>
                    <a:lnTo>
                      <a:pt x="49" y="40"/>
                    </a:lnTo>
                    <a:lnTo>
                      <a:pt x="44" y="45"/>
                    </a:lnTo>
                    <a:lnTo>
                      <a:pt x="41" y="48"/>
                    </a:lnTo>
                    <a:lnTo>
                      <a:pt x="37" y="50"/>
                    </a:lnTo>
                    <a:lnTo>
                      <a:pt x="31" y="52"/>
                    </a:lnTo>
                    <a:lnTo>
                      <a:pt x="27" y="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128"/>
              <p:cNvSpPr>
                <a:spLocks/>
              </p:cNvSpPr>
              <p:nvPr/>
            </p:nvSpPr>
            <p:spPr bwMode="auto">
              <a:xfrm>
                <a:off x="6442075" y="2203451"/>
                <a:ext cx="249238" cy="26988"/>
              </a:xfrm>
              <a:custGeom>
                <a:avLst/>
                <a:gdLst>
                  <a:gd name="T0" fmla="*/ 443 w 471"/>
                  <a:gd name="T1" fmla="*/ 53 h 53"/>
                  <a:gd name="T2" fmla="*/ 26 w 471"/>
                  <a:gd name="T3" fmla="*/ 53 h 53"/>
                  <a:gd name="T4" fmla="*/ 21 w 471"/>
                  <a:gd name="T5" fmla="*/ 52 h 53"/>
                  <a:gd name="T6" fmla="*/ 16 w 471"/>
                  <a:gd name="T7" fmla="*/ 50 h 53"/>
                  <a:gd name="T8" fmla="*/ 11 w 471"/>
                  <a:gd name="T9" fmla="*/ 48 h 53"/>
                  <a:gd name="T10" fmla="*/ 7 w 471"/>
                  <a:gd name="T11" fmla="*/ 45 h 53"/>
                  <a:gd name="T12" fmla="*/ 4 w 471"/>
                  <a:gd name="T13" fmla="*/ 42 h 53"/>
                  <a:gd name="T14" fmla="*/ 1 w 471"/>
                  <a:gd name="T15" fmla="*/ 36 h 53"/>
                  <a:gd name="T16" fmla="*/ 0 w 471"/>
                  <a:gd name="T17" fmla="*/ 32 h 53"/>
                  <a:gd name="T18" fmla="*/ 0 w 471"/>
                  <a:gd name="T19" fmla="*/ 26 h 53"/>
                  <a:gd name="T20" fmla="*/ 0 w 471"/>
                  <a:gd name="T21" fmla="*/ 22 h 53"/>
                  <a:gd name="T22" fmla="*/ 1 w 471"/>
                  <a:gd name="T23" fmla="*/ 16 h 53"/>
                  <a:gd name="T24" fmla="*/ 4 w 471"/>
                  <a:gd name="T25" fmla="*/ 12 h 53"/>
                  <a:gd name="T26" fmla="*/ 7 w 471"/>
                  <a:gd name="T27" fmla="*/ 9 h 53"/>
                  <a:gd name="T28" fmla="*/ 11 w 471"/>
                  <a:gd name="T29" fmla="*/ 4 h 53"/>
                  <a:gd name="T30" fmla="*/ 16 w 471"/>
                  <a:gd name="T31" fmla="*/ 3 h 53"/>
                  <a:gd name="T32" fmla="*/ 21 w 471"/>
                  <a:gd name="T33" fmla="*/ 2 h 53"/>
                  <a:gd name="T34" fmla="*/ 26 w 471"/>
                  <a:gd name="T35" fmla="*/ 0 h 53"/>
                  <a:gd name="T36" fmla="*/ 443 w 471"/>
                  <a:gd name="T37" fmla="*/ 0 h 53"/>
                  <a:gd name="T38" fmla="*/ 449 w 471"/>
                  <a:gd name="T39" fmla="*/ 2 h 53"/>
                  <a:gd name="T40" fmla="*/ 453 w 471"/>
                  <a:gd name="T41" fmla="*/ 3 h 53"/>
                  <a:gd name="T42" fmla="*/ 459 w 471"/>
                  <a:gd name="T43" fmla="*/ 4 h 53"/>
                  <a:gd name="T44" fmla="*/ 462 w 471"/>
                  <a:gd name="T45" fmla="*/ 9 h 53"/>
                  <a:gd name="T46" fmla="*/ 465 w 471"/>
                  <a:gd name="T47" fmla="*/ 12 h 53"/>
                  <a:gd name="T48" fmla="*/ 468 w 471"/>
                  <a:gd name="T49" fmla="*/ 16 h 53"/>
                  <a:gd name="T50" fmla="*/ 469 w 471"/>
                  <a:gd name="T51" fmla="*/ 22 h 53"/>
                  <a:gd name="T52" fmla="*/ 471 w 471"/>
                  <a:gd name="T53" fmla="*/ 26 h 53"/>
                  <a:gd name="T54" fmla="*/ 469 w 471"/>
                  <a:gd name="T55" fmla="*/ 32 h 53"/>
                  <a:gd name="T56" fmla="*/ 468 w 471"/>
                  <a:gd name="T57" fmla="*/ 36 h 53"/>
                  <a:gd name="T58" fmla="*/ 465 w 471"/>
                  <a:gd name="T59" fmla="*/ 42 h 53"/>
                  <a:gd name="T60" fmla="*/ 462 w 471"/>
                  <a:gd name="T61" fmla="*/ 45 h 53"/>
                  <a:gd name="T62" fmla="*/ 459 w 471"/>
                  <a:gd name="T63" fmla="*/ 48 h 53"/>
                  <a:gd name="T64" fmla="*/ 453 w 471"/>
                  <a:gd name="T65" fmla="*/ 50 h 53"/>
                  <a:gd name="T66" fmla="*/ 449 w 471"/>
                  <a:gd name="T67" fmla="*/ 52 h 53"/>
                  <a:gd name="T68" fmla="*/ 443 w 471"/>
                  <a:gd name="T69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71" h="53">
                    <a:moveTo>
                      <a:pt x="443" y="53"/>
                    </a:moveTo>
                    <a:lnTo>
                      <a:pt x="26" y="53"/>
                    </a:lnTo>
                    <a:lnTo>
                      <a:pt x="21" y="52"/>
                    </a:lnTo>
                    <a:lnTo>
                      <a:pt x="16" y="50"/>
                    </a:lnTo>
                    <a:lnTo>
                      <a:pt x="11" y="48"/>
                    </a:lnTo>
                    <a:lnTo>
                      <a:pt x="7" y="45"/>
                    </a:lnTo>
                    <a:lnTo>
                      <a:pt x="4" y="42"/>
                    </a:lnTo>
                    <a:lnTo>
                      <a:pt x="1" y="36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0" y="22"/>
                    </a:lnTo>
                    <a:lnTo>
                      <a:pt x="1" y="16"/>
                    </a:lnTo>
                    <a:lnTo>
                      <a:pt x="4" y="12"/>
                    </a:lnTo>
                    <a:lnTo>
                      <a:pt x="7" y="9"/>
                    </a:lnTo>
                    <a:lnTo>
                      <a:pt x="11" y="4"/>
                    </a:lnTo>
                    <a:lnTo>
                      <a:pt x="16" y="3"/>
                    </a:lnTo>
                    <a:lnTo>
                      <a:pt x="21" y="2"/>
                    </a:lnTo>
                    <a:lnTo>
                      <a:pt x="26" y="0"/>
                    </a:lnTo>
                    <a:lnTo>
                      <a:pt x="443" y="0"/>
                    </a:lnTo>
                    <a:lnTo>
                      <a:pt x="449" y="2"/>
                    </a:lnTo>
                    <a:lnTo>
                      <a:pt x="453" y="3"/>
                    </a:lnTo>
                    <a:lnTo>
                      <a:pt x="459" y="4"/>
                    </a:lnTo>
                    <a:lnTo>
                      <a:pt x="462" y="9"/>
                    </a:lnTo>
                    <a:lnTo>
                      <a:pt x="465" y="12"/>
                    </a:lnTo>
                    <a:lnTo>
                      <a:pt x="468" y="16"/>
                    </a:lnTo>
                    <a:lnTo>
                      <a:pt x="469" y="22"/>
                    </a:lnTo>
                    <a:lnTo>
                      <a:pt x="471" y="26"/>
                    </a:lnTo>
                    <a:lnTo>
                      <a:pt x="469" y="32"/>
                    </a:lnTo>
                    <a:lnTo>
                      <a:pt x="468" y="36"/>
                    </a:lnTo>
                    <a:lnTo>
                      <a:pt x="465" y="42"/>
                    </a:lnTo>
                    <a:lnTo>
                      <a:pt x="462" y="45"/>
                    </a:lnTo>
                    <a:lnTo>
                      <a:pt x="459" y="48"/>
                    </a:lnTo>
                    <a:lnTo>
                      <a:pt x="453" y="50"/>
                    </a:lnTo>
                    <a:lnTo>
                      <a:pt x="449" y="52"/>
                    </a:lnTo>
                    <a:lnTo>
                      <a:pt x="443" y="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129"/>
              <p:cNvSpPr>
                <a:spLocks/>
              </p:cNvSpPr>
              <p:nvPr/>
            </p:nvSpPr>
            <p:spPr bwMode="auto">
              <a:xfrm>
                <a:off x="6386513" y="2314576"/>
                <a:ext cx="28575" cy="26988"/>
              </a:xfrm>
              <a:custGeom>
                <a:avLst/>
                <a:gdLst>
                  <a:gd name="T0" fmla="*/ 27 w 53"/>
                  <a:gd name="T1" fmla="*/ 52 h 52"/>
                  <a:gd name="T2" fmla="*/ 21 w 53"/>
                  <a:gd name="T3" fmla="*/ 51 h 52"/>
                  <a:gd name="T4" fmla="*/ 17 w 53"/>
                  <a:gd name="T5" fmla="*/ 49 h 52"/>
                  <a:gd name="T6" fmla="*/ 13 w 53"/>
                  <a:gd name="T7" fmla="*/ 48 h 52"/>
                  <a:gd name="T8" fmla="*/ 8 w 53"/>
                  <a:gd name="T9" fmla="*/ 44 h 52"/>
                  <a:gd name="T10" fmla="*/ 5 w 53"/>
                  <a:gd name="T11" fmla="*/ 41 h 52"/>
                  <a:gd name="T12" fmla="*/ 3 w 53"/>
                  <a:gd name="T13" fmla="*/ 35 h 52"/>
                  <a:gd name="T14" fmla="*/ 1 w 53"/>
                  <a:gd name="T15" fmla="*/ 31 h 52"/>
                  <a:gd name="T16" fmla="*/ 0 w 53"/>
                  <a:gd name="T17" fmla="*/ 26 h 52"/>
                  <a:gd name="T18" fmla="*/ 1 w 53"/>
                  <a:gd name="T19" fmla="*/ 20 h 52"/>
                  <a:gd name="T20" fmla="*/ 3 w 53"/>
                  <a:gd name="T21" fmla="*/ 16 h 52"/>
                  <a:gd name="T22" fmla="*/ 5 w 53"/>
                  <a:gd name="T23" fmla="*/ 10 h 52"/>
                  <a:gd name="T24" fmla="*/ 8 w 53"/>
                  <a:gd name="T25" fmla="*/ 8 h 52"/>
                  <a:gd name="T26" fmla="*/ 13 w 53"/>
                  <a:gd name="T27" fmla="*/ 3 h 52"/>
                  <a:gd name="T28" fmla="*/ 17 w 53"/>
                  <a:gd name="T29" fmla="*/ 2 h 52"/>
                  <a:gd name="T30" fmla="*/ 21 w 53"/>
                  <a:gd name="T31" fmla="*/ 0 h 52"/>
                  <a:gd name="T32" fmla="*/ 27 w 53"/>
                  <a:gd name="T33" fmla="*/ 0 h 52"/>
                  <a:gd name="T34" fmla="*/ 31 w 53"/>
                  <a:gd name="T35" fmla="*/ 0 h 52"/>
                  <a:gd name="T36" fmla="*/ 37 w 53"/>
                  <a:gd name="T37" fmla="*/ 2 h 52"/>
                  <a:gd name="T38" fmla="*/ 41 w 53"/>
                  <a:gd name="T39" fmla="*/ 3 h 52"/>
                  <a:gd name="T40" fmla="*/ 44 w 53"/>
                  <a:gd name="T41" fmla="*/ 8 h 52"/>
                  <a:gd name="T42" fmla="*/ 49 w 53"/>
                  <a:gd name="T43" fmla="*/ 10 h 52"/>
                  <a:gd name="T44" fmla="*/ 50 w 53"/>
                  <a:gd name="T45" fmla="*/ 16 h 52"/>
                  <a:gd name="T46" fmla="*/ 51 w 53"/>
                  <a:gd name="T47" fmla="*/ 20 h 52"/>
                  <a:gd name="T48" fmla="*/ 53 w 53"/>
                  <a:gd name="T49" fmla="*/ 26 h 52"/>
                  <a:gd name="T50" fmla="*/ 51 w 53"/>
                  <a:gd name="T51" fmla="*/ 31 h 52"/>
                  <a:gd name="T52" fmla="*/ 50 w 53"/>
                  <a:gd name="T53" fmla="*/ 35 h 52"/>
                  <a:gd name="T54" fmla="*/ 49 w 53"/>
                  <a:gd name="T55" fmla="*/ 41 h 52"/>
                  <a:gd name="T56" fmla="*/ 44 w 53"/>
                  <a:gd name="T57" fmla="*/ 44 h 52"/>
                  <a:gd name="T58" fmla="*/ 41 w 53"/>
                  <a:gd name="T59" fmla="*/ 48 h 52"/>
                  <a:gd name="T60" fmla="*/ 37 w 53"/>
                  <a:gd name="T61" fmla="*/ 49 h 52"/>
                  <a:gd name="T62" fmla="*/ 31 w 53"/>
                  <a:gd name="T63" fmla="*/ 51 h 52"/>
                  <a:gd name="T64" fmla="*/ 27 w 53"/>
                  <a:gd name="T6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3" h="52">
                    <a:moveTo>
                      <a:pt x="27" y="52"/>
                    </a:moveTo>
                    <a:lnTo>
                      <a:pt x="21" y="51"/>
                    </a:lnTo>
                    <a:lnTo>
                      <a:pt x="17" y="49"/>
                    </a:lnTo>
                    <a:lnTo>
                      <a:pt x="13" y="48"/>
                    </a:lnTo>
                    <a:lnTo>
                      <a:pt x="8" y="44"/>
                    </a:lnTo>
                    <a:lnTo>
                      <a:pt x="5" y="41"/>
                    </a:lnTo>
                    <a:lnTo>
                      <a:pt x="3" y="35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1" y="20"/>
                    </a:lnTo>
                    <a:lnTo>
                      <a:pt x="3" y="16"/>
                    </a:lnTo>
                    <a:lnTo>
                      <a:pt x="5" y="10"/>
                    </a:lnTo>
                    <a:lnTo>
                      <a:pt x="8" y="8"/>
                    </a:lnTo>
                    <a:lnTo>
                      <a:pt x="13" y="3"/>
                    </a:lnTo>
                    <a:lnTo>
                      <a:pt x="17" y="2"/>
                    </a:lnTo>
                    <a:lnTo>
                      <a:pt x="21" y="0"/>
                    </a:lnTo>
                    <a:lnTo>
                      <a:pt x="27" y="0"/>
                    </a:lnTo>
                    <a:lnTo>
                      <a:pt x="31" y="0"/>
                    </a:lnTo>
                    <a:lnTo>
                      <a:pt x="37" y="2"/>
                    </a:lnTo>
                    <a:lnTo>
                      <a:pt x="41" y="3"/>
                    </a:lnTo>
                    <a:lnTo>
                      <a:pt x="44" y="8"/>
                    </a:lnTo>
                    <a:lnTo>
                      <a:pt x="49" y="10"/>
                    </a:lnTo>
                    <a:lnTo>
                      <a:pt x="50" y="16"/>
                    </a:lnTo>
                    <a:lnTo>
                      <a:pt x="51" y="20"/>
                    </a:lnTo>
                    <a:lnTo>
                      <a:pt x="53" y="26"/>
                    </a:lnTo>
                    <a:lnTo>
                      <a:pt x="51" y="31"/>
                    </a:lnTo>
                    <a:lnTo>
                      <a:pt x="50" y="35"/>
                    </a:lnTo>
                    <a:lnTo>
                      <a:pt x="49" y="41"/>
                    </a:lnTo>
                    <a:lnTo>
                      <a:pt x="44" y="44"/>
                    </a:lnTo>
                    <a:lnTo>
                      <a:pt x="41" y="48"/>
                    </a:lnTo>
                    <a:lnTo>
                      <a:pt x="37" y="49"/>
                    </a:lnTo>
                    <a:lnTo>
                      <a:pt x="31" y="51"/>
                    </a:lnTo>
                    <a:lnTo>
                      <a:pt x="27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130"/>
              <p:cNvSpPr>
                <a:spLocks/>
              </p:cNvSpPr>
              <p:nvPr/>
            </p:nvSpPr>
            <p:spPr bwMode="auto">
              <a:xfrm>
                <a:off x="6442075" y="2312988"/>
                <a:ext cx="249238" cy="28575"/>
              </a:xfrm>
              <a:custGeom>
                <a:avLst/>
                <a:gdLst>
                  <a:gd name="T0" fmla="*/ 443 w 471"/>
                  <a:gd name="T1" fmla="*/ 53 h 53"/>
                  <a:gd name="T2" fmla="*/ 26 w 471"/>
                  <a:gd name="T3" fmla="*/ 53 h 53"/>
                  <a:gd name="T4" fmla="*/ 21 w 471"/>
                  <a:gd name="T5" fmla="*/ 52 h 53"/>
                  <a:gd name="T6" fmla="*/ 16 w 471"/>
                  <a:gd name="T7" fmla="*/ 50 h 53"/>
                  <a:gd name="T8" fmla="*/ 11 w 471"/>
                  <a:gd name="T9" fmla="*/ 49 h 53"/>
                  <a:gd name="T10" fmla="*/ 7 w 471"/>
                  <a:gd name="T11" fmla="*/ 45 h 53"/>
                  <a:gd name="T12" fmla="*/ 4 w 471"/>
                  <a:gd name="T13" fmla="*/ 42 h 53"/>
                  <a:gd name="T14" fmla="*/ 1 w 471"/>
                  <a:gd name="T15" fmla="*/ 37 h 53"/>
                  <a:gd name="T16" fmla="*/ 0 w 471"/>
                  <a:gd name="T17" fmla="*/ 32 h 53"/>
                  <a:gd name="T18" fmla="*/ 0 w 471"/>
                  <a:gd name="T19" fmla="*/ 27 h 53"/>
                  <a:gd name="T20" fmla="*/ 0 w 471"/>
                  <a:gd name="T21" fmla="*/ 21 h 53"/>
                  <a:gd name="T22" fmla="*/ 1 w 471"/>
                  <a:gd name="T23" fmla="*/ 16 h 53"/>
                  <a:gd name="T24" fmla="*/ 4 w 471"/>
                  <a:gd name="T25" fmla="*/ 11 h 53"/>
                  <a:gd name="T26" fmla="*/ 7 w 471"/>
                  <a:gd name="T27" fmla="*/ 9 h 53"/>
                  <a:gd name="T28" fmla="*/ 11 w 471"/>
                  <a:gd name="T29" fmla="*/ 4 h 53"/>
                  <a:gd name="T30" fmla="*/ 16 w 471"/>
                  <a:gd name="T31" fmla="*/ 3 h 53"/>
                  <a:gd name="T32" fmla="*/ 21 w 471"/>
                  <a:gd name="T33" fmla="*/ 1 h 53"/>
                  <a:gd name="T34" fmla="*/ 26 w 471"/>
                  <a:gd name="T35" fmla="*/ 0 h 53"/>
                  <a:gd name="T36" fmla="*/ 443 w 471"/>
                  <a:gd name="T37" fmla="*/ 0 h 53"/>
                  <a:gd name="T38" fmla="*/ 449 w 471"/>
                  <a:gd name="T39" fmla="*/ 1 h 53"/>
                  <a:gd name="T40" fmla="*/ 453 w 471"/>
                  <a:gd name="T41" fmla="*/ 3 h 53"/>
                  <a:gd name="T42" fmla="*/ 459 w 471"/>
                  <a:gd name="T43" fmla="*/ 4 h 53"/>
                  <a:gd name="T44" fmla="*/ 462 w 471"/>
                  <a:gd name="T45" fmla="*/ 9 h 53"/>
                  <a:gd name="T46" fmla="*/ 465 w 471"/>
                  <a:gd name="T47" fmla="*/ 11 h 53"/>
                  <a:gd name="T48" fmla="*/ 468 w 471"/>
                  <a:gd name="T49" fmla="*/ 16 h 53"/>
                  <a:gd name="T50" fmla="*/ 469 w 471"/>
                  <a:gd name="T51" fmla="*/ 21 h 53"/>
                  <a:gd name="T52" fmla="*/ 471 w 471"/>
                  <a:gd name="T53" fmla="*/ 27 h 53"/>
                  <a:gd name="T54" fmla="*/ 469 w 471"/>
                  <a:gd name="T55" fmla="*/ 32 h 53"/>
                  <a:gd name="T56" fmla="*/ 468 w 471"/>
                  <a:gd name="T57" fmla="*/ 37 h 53"/>
                  <a:gd name="T58" fmla="*/ 465 w 471"/>
                  <a:gd name="T59" fmla="*/ 42 h 53"/>
                  <a:gd name="T60" fmla="*/ 462 w 471"/>
                  <a:gd name="T61" fmla="*/ 45 h 53"/>
                  <a:gd name="T62" fmla="*/ 459 w 471"/>
                  <a:gd name="T63" fmla="*/ 49 h 53"/>
                  <a:gd name="T64" fmla="*/ 453 w 471"/>
                  <a:gd name="T65" fmla="*/ 50 h 53"/>
                  <a:gd name="T66" fmla="*/ 449 w 471"/>
                  <a:gd name="T67" fmla="*/ 52 h 53"/>
                  <a:gd name="T68" fmla="*/ 443 w 471"/>
                  <a:gd name="T69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71" h="53">
                    <a:moveTo>
                      <a:pt x="443" y="53"/>
                    </a:moveTo>
                    <a:lnTo>
                      <a:pt x="26" y="53"/>
                    </a:lnTo>
                    <a:lnTo>
                      <a:pt x="21" y="52"/>
                    </a:lnTo>
                    <a:lnTo>
                      <a:pt x="16" y="50"/>
                    </a:lnTo>
                    <a:lnTo>
                      <a:pt x="11" y="49"/>
                    </a:lnTo>
                    <a:lnTo>
                      <a:pt x="7" y="45"/>
                    </a:lnTo>
                    <a:lnTo>
                      <a:pt x="4" y="42"/>
                    </a:lnTo>
                    <a:lnTo>
                      <a:pt x="1" y="37"/>
                    </a:lnTo>
                    <a:lnTo>
                      <a:pt x="0" y="32"/>
                    </a:lnTo>
                    <a:lnTo>
                      <a:pt x="0" y="27"/>
                    </a:lnTo>
                    <a:lnTo>
                      <a:pt x="0" y="21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9"/>
                    </a:lnTo>
                    <a:lnTo>
                      <a:pt x="11" y="4"/>
                    </a:lnTo>
                    <a:lnTo>
                      <a:pt x="16" y="3"/>
                    </a:lnTo>
                    <a:lnTo>
                      <a:pt x="21" y="1"/>
                    </a:lnTo>
                    <a:lnTo>
                      <a:pt x="26" y="0"/>
                    </a:lnTo>
                    <a:lnTo>
                      <a:pt x="443" y="0"/>
                    </a:lnTo>
                    <a:lnTo>
                      <a:pt x="449" y="1"/>
                    </a:lnTo>
                    <a:lnTo>
                      <a:pt x="453" y="3"/>
                    </a:lnTo>
                    <a:lnTo>
                      <a:pt x="459" y="4"/>
                    </a:lnTo>
                    <a:lnTo>
                      <a:pt x="462" y="9"/>
                    </a:lnTo>
                    <a:lnTo>
                      <a:pt x="465" y="11"/>
                    </a:lnTo>
                    <a:lnTo>
                      <a:pt x="468" y="16"/>
                    </a:lnTo>
                    <a:lnTo>
                      <a:pt x="469" y="21"/>
                    </a:lnTo>
                    <a:lnTo>
                      <a:pt x="471" y="27"/>
                    </a:lnTo>
                    <a:lnTo>
                      <a:pt x="469" y="32"/>
                    </a:lnTo>
                    <a:lnTo>
                      <a:pt x="468" y="37"/>
                    </a:lnTo>
                    <a:lnTo>
                      <a:pt x="465" y="42"/>
                    </a:lnTo>
                    <a:lnTo>
                      <a:pt x="462" y="45"/>
                    </a:lnTo>
                    <a:lnTo>
                      <a:pt x="459" y="49"/>
                    </a:lnTo>
                    <a:lnTo>
                      <a:pt x="453" y="50"/>
                    </a:lnTo>
                    <a:lnTo>
                      <a:pt x="449" y="52"/>
                    </a:lnTo>
                    <a:lnTo>
                      <a:pt x="443" y="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216"/>
              <p:cNvSpPr>
                <a:spLocks/>
              </p:cNvSpPr>
              <p:nvPr/>
            </p:nvSpPr>
            <p:spPr bwMode="auto">
              <a:xfrm>
                <a:off x="6303963" y="1816101"/>
                <a:ext cx="469900" cy="636588"/>
              </a:xfrm>
              <a:custGeom>
                <a:avLst/>
                <a:gdLst>
                  <a:gd name="T0" fmla="*/ 26 w 887"/>
                  <a:gd name="T1" fmla="*/ 1202 h 1202"/>
                  <a:gd name="T2" fmla="*/ 16 w 887"/>
                  <a:gd name="T3" fmla="*/ 1199 h 1202"/>
                  <a:gd name="T4" fmla="*/ 7 w 887"/>
                  <a:gd name="T5" fmla="*/ 1193 h 1202"/>
                  <a:gd name="T6" fmla="*/ 2 w 887"/>
                  <a:gd name="T7" fmla="*/ 1186 h 1202"/>
                  <a:gd name="T8" fmla="*/ 0 w 887"/>
                  <a:gd name="T9" fmla="*/ 1176 h 1202"/>
                  <a:gd name="T10" fmla="*/ 0 w 887"/>
                  <a:gd name="T11" fmla="*/ 21 h 1202"/>
                  <a:gd name="T12" fmla="*/ 4 w 887"/>
                  <a:gd name="T13" fmla="*/ 11 h 1202"/>
                  <a:gd name="T14" fmla="*/ 12 w 887"/>
                  <a:gd name="T15" fmla="*/ 4 h 1202"/>
                  <a:gd name="T16" fmla="*/ 20 w 887"/>
                  <a:gd name="T17" fmla="*/ 1 h 1202"/>
                  <a:gd name="T18" fmla="*/ 235 w 887"/>
                  <a:gd name="T19" fmla="*/ 0 h 1202"/>
                  <a:gd name="T20" fmla="*/ 245 w 887"/>
                  <a:gd name="T21" fmla="*/ 2 h 1202"/>
                  <a:gd name="T22" fmla="*/ 254 w 887"/>
                  <a:gd name="T23" fmla="*/ 8 h 1202"/>
                  <a:gd name="T24" fmla="*/ 259 w 887"/>
                  <a:gd name="T25" fmla="*/ 15 h 1202"/>
                  <a:gd name="T26" fmla="*/ 261 w 887"/>
                  <a:gd name="T27" fmla="*/ 26 h 1202"/>
                  <a:gd name="T28" fmla="*/ 259 w 887"/>
                  <a:gd name="T29" fmla="*/ 37 h 1202"/>
                  <a:gd name="T30" fmla="*/ 254 w 887"/>
                  <a:gd name="T31" fmla="*/ 44 h 1202"/>
                  <a:gd name="T32" fmla="*/ 245 w 887"/>
                  <a:gd name="T33" fmla="*/ 50 h 1202"/>
                  <a:gd name="T34" fmla="*/ 235 w 887"/>
                  <a:gd name="T35" fmla="*/ 53 h 1202"/>
                  <a:gd name="T36" fmla="*/ 52 w 887"/>
                  <a:gd name="T37" fmla="*/ 1150 h 1202"/>
                  <a:gd name="T38" fmla="*/ 835 w 887"/>
                  <a:gd name="T39" fmla="*/ 53 h 1202"/>
                  <a:gd name="T40" fmla="*/ 700 w 887"/>
                  <a:gd name="T41" fmla="*/ 51 h 1202"/>
                  <a:gd name="T42" fmla="*/ 690 w 887"/>
                  <a:gd name="T43" fmla="*/ 49 h 1202"/>
                  <a:gd name="T44" fmla="*/ 683 w 887"/>
                  <a:gd name="T45" fmla="*/ 41 h 1202"/>
                  <a:gd name="T46" fmla="*/ 680 w 887"/>
                  <a:gd name="T47" fmla="*/ 31 h 1202"/>
                  <a:gd name="T48" fmla="*/ 680 w 887"/>
                  <a:gd name="T49" fmla="*/ 21 h 1202"/>
                  <a:gd name="T50" fmla="*/ 683 w 887"/>
                  <a:gd name="T51" fmla="*/ 11 h 1202"/>
                  <a:gd name="T52" fmla="*/ 690 w 887"/>
                  <a:gd name="T53" fmla="*/ 4 h 1202"/>
                  <a:gd name="T54" fmla="*/ 700 w 887"/>
                  <a:gd name="T55" fmla="*/ 1 h 1202"/>
                  <a:gd name="T56" fmla="*/ 861 w 887"/>
                  <a:gd name="T57" fmla="*/ 0 h 1202"/>
                  <a:gd name="T58" fmla="*/ 871 w 887"/>
                  <a:gd name="T59" fmla="*/ 2 h 1202"/>
                  <a:gd name="T60" fmla="*/ 880 w 887"/>
                  <a:gd name="T61" fmla="*/ 8 h 1202"/>
                  <a:gd name="T62" fmla="*/ 886 w 887"/>
                  <a:gd name="T63" fmla="*/ 15 h 1202"/>
                  <a:gd name="T64" fmla="*/ 887 w 887"/>
                  <a:gd name="T65" fmla="*/ 26 h 1202"/>
                  <a:gd name="T66" fmla="*/ 887 w 887"/>
                  <a:gd name="T67" fmla="*/ 1180 h 1202"/>
                  <a:gd name="T68" fmla="*/ 883 w 887"/>
                  <a:gd name="T69" fmla="*/ 1190 h 1202"/>
                  <a:gd name="T70" fmla="*/ 876 w 887"/>
                  <a:gd name="T71" fmla="*/ 1198 h 1202"/>
                  <a:gd name="T72" fmla="*/ 867 w 887"/>
                  <a:gd name="T73" fmla="*/ 1201 h 1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87" h="1202">
                    <a:moveTo>
                      <a:pt x="861" y="1202"/>
                    </a:moveTo>
                    <a:lnTo>
                      <a:pt x="26" y="1202"/>
                    </a:lnTo>
                    <a:lnTo>
                      <a:pt x="20" y="1201"/>
                    </a:lnTo>
                    <a:lnTo>
                      <a:pt x="16" y="1199"/>
                    </a:lnTo>
                    <a:lnTo>
                      <a:pt x="12" y="1198"/>
                    </a:lnTo>
                    <a:lnTo>
                      <a:pt x="7" y="1193"/>
                    </a:lnTo>
                    <a:lnTo>
                      <a:pt x="4" y="1190"/>
                    </a:lnTo>
                    <a:lnTo>
                      <a:pt x="2" y="1186"/>
                    </a:lnTo>
                    <a:lnTo>
                      <a:pt x="0" y="1180"/>
                    </a:lnTo>
                    <a:lnTo>
                      <a:pt x="0" y="1176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2" y="15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12" y="4"/>
                    </a:lnTo>
                    <a:lnTo>
                      <a:pt x="16" y="2"/>
                    </a:lnTo>
                    <a:lnTo>
                      <a:pt x="20" y="1"/>
                    </a:lnTo>
                    <a:lnTo>
                      <a:pt x="26" y="0"/>
                    </a:lnTo>
                    <a:lnTo>
                      <a:pt x="235" y="0"/>
                    </a:lnTo>
                    <a:lnTo>
                      <a:pt x="241" y="1"/>
                    </a:lnTo>
                    <a:lnTo>
                      <a:pt x="245" y="2"/>
                    </a:lnTo>
                    <a:lnTo>
                      <a:pt x="249" y="4"/>
                    </a:lnTo>
                    <a:lnTo>
                      <a:pt x="254" y="8"/>
                    </a:lnTo>
                    <a:lnTo>
                      <a:pt x="256" y="11"/>
                    </a:lnTo>
                    <a:lnTo>
                      <a:pt x="259" y="15"/>
                    </a:lnTo>
                    <a:lnTo>
                      <a:pt x="261" y="21"/>
                    </a:lnTo>
                    <a:lnTo>
                      <a:pt x="261" y="26"/>
                    </a:lnTo>
                    <a:lnTo>
                      <a:pt x="261" y="31"/>
                    </a:lnTo>
                    <a:lnTo>
                      <a:pt x="259" y="37"/>
                    </a:lnTo>
                    <a:lnTo>
                      <a:pt x="256" y="41"/>
                    </a:lnTo>
                    <a:lnTo>
                      <a:pt x="254" y="44"/>
                    </a:lnTo>
                    <a:lnTo>
                      <a:pt x="249" y="49"/>
                    </a:lnTo>
                    <a:lnTo>
                      <a:pt x="245" y="50"/>
                    </a:lnTo>
                    <a:lnTo>
                      <a:pt x="241" y="51"/>
                    </a:lnTo>
                    <a:lnTo>
                      <a:pt x="235" y="53"/>
                    </a:lnTo>
                    <a:lnTo>
                      <a:pt x="52" y="53"/>
                    </a:lnTo>
                    <a:lnTo>
                      <a:pt x="52" y="1150"/>
                    </a:lnTo>
                    <a:lnTo>
                      <a:pt x="835" y="1150"/>
                    </a:lnTo>
                    <a:lnTo>
                      <a:pt x="835" y="53"/>
                    </a:lnTo>
                    <a:lnTo>
                      <a:pt x="704" y="53"/>
                    </a:lnTo>
                    <a:lnTo>
                      <a:pt x="700" y="51"/>
                    </a:lnTo>
                    <a:lnTo>
                      <a:pt x="694" y="50"/>
                    </a:lnTo>
                    <a:lnTo>
                      <a:pt x="690" y="49"/>
                    </a:lnTo>
                    <a:lnTo>
                      <a:pt x="687" y="44"/>
                    </a:lnTo>
                    <a:lnTo>
                      <a:pt x="683" y="41"/>
                    </a:lnTo>
                    <a:lnTo>
                      <a:pt x="681" y="37"/>
                    </a:lnTo>
                    <a:lnTo>
                      <a:pt x="680" y="31"/>
                    </a:lnTo>
                    <a:lnTo>
                      <a:pt x="678" y="26"/>
                    </a:lnTo>
                    <a:lnTo>
                      <a:pt x="680" y="21"/>
                    </a:lnTo>
                    <a:lnTo>
                      <a:pt x="681" y="15"/>
                    </a:lnTo>
                    <a:lnTo>
                      <a:pt x="683" y="11"/>
                    </a:lnTo>
                    <a:lnTo>
                      <a:pt x="687" y="8"/>
                    </a:lnTo>
                    <a:lnTo>
                      <a:pt x="690" y="4"/>
                    </a:lnTo>
                    <a:lnTo>
                      <a:pt x="694" y="2"/>
                    </a:lnTo>
                    <a:lnTo>
                      <a:pt x="700" y="1"/>
                    </a:lnTo>
                    <a:lnTo>
                      <a:pt x="704" y="0"/>
                    </a:lnTo>
                    <a:lnTo>
                      <a:pt x="861" y="0"/>
                    </a:lnTo>
                    <a:lnTo>
                      <a:pt x="867" y="1"/>
                    </a:lnTo>
                    <a:lnTo>
                      <a:pt x="871" y="2"/>
                    </a:lnTo>
                    <a:lnTo>
                      <a:pt x="876" y="4"/>
                    </a:lnTo>
                    <a:lnTo>
                      <a:pt x="880" y="8"/>
                    </a:lnTo>
                    <a:lnTo>
                      <a:pt x="883" y="11"/>
                    </a:lnTo>
                    <a:lnTo>
                      <a:pt x="886" y="15"/>
                    </a:lnTo>
                    <a:lnTo>
                      <a:pt x="887" y="21"/>
                    </a:lnTo>
                    <a:lnTo>
                      <a:pt x="887" y="26"/>
                    </a:lnTo>
                    <a:lnTo>
                      <a:pt x="887" y="1176"/>
                    </a:lnTo>
                    <a:lnTo>
                      <a:pt x="887" y="1180"/>
                    </a:lnTo>
                    <a:lnTo>
                      <a:pt x="886" y="1186"/>
                    </a:lnTo>
                    <a:lnTo>
                      <a:pt x="883" y="1190"/>
                    </a:lnTo>
                    <a:lnTo>
                      <a:pt x="880" y="1193"/>
                    </a:lnTo>
                    <a:lnTo>
                      <a:pt x="876" y="1198"/>
                    </a:lnTo>
                    <a:lnTo>
                      <a:pt x="871" y="1199"/>
                    </a:lnTo>
                    <a:lnTo>
                      <a:pt x="867" y="1201"/>
                    </a:lnTo>
                    <a:lnTo>
                      <a:pt x="861" y="12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218"/>
              <p:cNvSpPr>
                <a:spLocks noEditPoints="1"/>
              </p:cNvSpPr>
              <p:nvPr/>
            </p:nvSpPr>
            <p:spPr bwMode="auto">
              <a:xfrm>
                <a:off x="6248400" y="1760538"/>
                <a:ext cx="581025" cy="746125"/>
              </a:xfrm>
              <a:custGeom>
                <a:avLst/>
                <a:gdLst>
                  <a:gd name="T0" fmla="*/ 52 w 1097"/>
                  <a:gd name="T1" fmla="*/ 1358 h 1410"/>
                  <a:gd name="T2" fmla="*/ 1045 w 1097"/>
                  <a:gd name="T3" fmla="*/ 1358 h 1410"/>
                  <a:gd name="T4" fmla="*/ 1045 w 1097"/>
                  <a:gd name="T5" fmla="*/ 52 h 1410"/>
                  <a:gd name="T6" fmla="*/ 52 w 1097"/>
                  <a:gd name="T7" fmla="*/ 52 h 1410"/>
                  <a:gd name="T8" fmla="*/ 52 w 1097"/>
                  <a:gd name="T9" fmla="*/ 1358 h 1410"/>
                  <a:gd name="T10" fmla="*/ 1071 w 1097"/>
                  <a:gd name="T11" fmla="*/ 1410 h 1410"/>
                  <a:gd name="T12" fmla="*/ 26 w 1097"/>
                  <a:gd name="T13" fmla="*/ 1410 h 1410"/>
                  <a:gd name="T14" fmla="*/ 22 w 1097"/>
                  <a:gd name="T15" fmla="*/ 1410 h 1410"/>
                  <a:gd name="T16" fmla="*/ 16 w 1097"/>
                  <a:gd name="T17" fmla="*/ 1408 h 1410"/>
                  <a:gd name="T18" fmla="*/ 12 w 1097"/>
                  <a:gd name="T19" fmla="*/ 1405 h 1410"/>
                  <a:gd name="T20" fmla="*/ 7 w 1097"/>
                  <a:gd name="T21" fmla="*/ 1402 h 1410"/>
                  <a:gd name="T22" fmla="*/ 4 w 1097"/>
                  <a:gd name="T23" fmla="*/ 1398 h 1410"/>
                  <a:gd name="T24" fmla="*/ 3 w 1097"/>
                  <a:gd name="T25" fmla="*/ 1394 h 1410"/>
                  <a:gd name="T26" fmla="*/ 0 w 1097"/>
                  <a:gd name="T27" fmla="*/ 1389 h 1410"/>
                  <a:gd name="T28" fmla="*/ 0 w 1097"/>
                  <a:gd name="T29" fmla="*/ 1384 h 1410"/>
                  <a:gd name="T30" fmla="*/ 0 w 1097"/>
                  <a:gd name="T31" fmla="*/ 26 h 1410"/>
                  <a:gd name="T32" fmla="*/ 0 w 1097"/>
                  <a:gd name="T33" fmla="*/ 20 h 1410"/>
                  <a:gd name="T34" fmla="*/ 3 w 1097"/>
                  <a:gd name="T35" fmla="*/ 16 h 1410"/>
                  <a:gd name="T36" fmla="*/ 4 w 1097"/>
                  <a:gd name="T37" fmla="*/ 11 h 1410"/>
                  <a:gd name="T38" fmla="*/ 7 w 1097"/>
                  <a:gd name="T39" fmla="*/ 7 h 1410"/>
                  <a:gd name="T40" fmla="*/ 12 w 1097"/>
                  <a:gd name="T41" fmla="*/ 4 h 1410"/>
                  <a:gd name="T42" fmla="*/ 16 w 1097"/>
                  <a:gd name="T43" fmla="*/ 1 h 1410"/>
                  <a:gd name="T44" fmla="*/ 22 w 1097"/>
                  <a:gd name="T45" fmla="*/ 0 h 1410"/>
                  <a:gd name="T46" fmla="*/ 26 w 1097"/>
                  <a:gd name="T47" fmla="*/ 0 h 1410"/>
                  <a:gd name="T48" fmla="*/ 1071 w 1097"/>
                  <a:gd name="T49" fmla="*/ 0 h 1410"/>
                  <a:gd name="T50" fmla="*/ 1076 w 1097"/>
                  <a:gd name="T51" fmla="*/ 0 h 1410"/>
                  <a:gd name="T52" fmla="*/ 1081 w 1097"/>
                  <a:gd name="T53" fmla="*/ 1 h 1410"/>
                  <a:gd name="T54" fmla="*/ 1086 w 1097"/>
                  <a:gd name="T55" fmla="*/ 4 h 1410"/>
                  <a:gd name="T56" fmla="*/ 1090 w 1097"/>
                  <a:gd name="T57" fmla="*/ 7 h 1410"/>
                  <a:gd name="T58" fmla="*/ 1093 w 1097"/>
                  <a:gd name="T59" fmla="*/ 11 h 1410"/>
                  <a:gd name="T60" fmla="*/ 1096 w 1097"/>
                  <a:gd name="T61" fmla="*/ 16 h 1410"/>
                  <a:gd name="T62" fmla="*/ 1097 w 1097"/>
                  <a:gd name="T63" fmla="*/ 20 h 1410"/>
                  <a:gd name="T64" fmla="*/ 1097 w 1097"/>
                  <a:gd name="T65" fmla="*/ 26 h 1410"/>
                  <a:gd name="T66" fmla="*/ 1097 w 1097"/>
                  <a:gd name="T67" fmla="*/ 1384 h 1410"/>
                  <a:gd name="T68" fmla="*/ 1097 w 1097"/>
                  <a:gd name="T69" fmla="*/ 1389 h 1410"/>
                  <a:gd name="T70" fmla="*/ 1096 w 1097"/>
                  <a:gd name="T71" fmla="*/ 1394 h 1410"/>
                  <a:gd name="T72" fmla="*/ 1093 w 1097"/>
                  <a:gd name="T73" fmla="*/ 1398 h 1410"/>
                  <a:gd name="T74" fmla="*/ 1090 w 1097"/>
                  <a:gd name="T75" fmla="*/ 1402 h 1410"/>
                  <a:gd name="T76" fmla="*/ 1086 w 1097"/>
                  <a:gd name="T77" fmla="*/ 1405 h 1410"/>
                  <a:gd name="T78" fmla="*/ 1081 w 1097"/>
                  <a:gd name="T79" fmla="*/ 1408 h 1410"/>
                  <a:gd name="T80" fmla="*/ 1076 w 1097"/>
                  <a:gd name="T81" fmla="*/ 1410 h 1410"/>
                  <a:gd name="T82" fmla="*/ 1071 w 1097"/>
                  <a:gd name="T83" fmla="*/ 1410 h 1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97" h="1410">
                    <a:moveTo>
                      <a:pt x="52" y="1358"/>
                    </a:moveTo>
                    <a:lnTo>
                      <a:pt x="1045" y="1358"/>
                    </a:lnTo>
                    <a:lnTo>
                      <a:pt x="1045" y="52"/>
                    </a:lnTo>
                    <a:lnTo>
                      <a:pt x="52" y="52"/>
                    </a:lnTo>
                    <a:lnTo>
                      <a:pt x="52" y="1358"/>
                    </a:lnTo>
                    <a:close/>
                    <a:moveTo>
                      <a:pt x="1071" y="1410"/>
                    </a:moveTo>
                    <a:lnTo>
                      <a:pt x="26" y="1410"/>
                    </a:lnTo>
                    <a:lnTo>
                      <a:pt x="22" y="1410"/>
                    </a:lnTo>
                    <a:lnTo>
                      <a:pt x="16" y="1408"/>
                    </a:lnTo>
                    <a:lnTo>
                      <a:pt x="12" y="1405"/>
                    </a:lnTo>
                    <a:lnTo>
                      <a:pt x="7" y="1402"/>
                    </a:lnTo>
                    <a:lnTo>
                      <a:pt x="4" y="1398"/>
                    </a:lnTo>
                    <a:lnTo>
                      <a:pt x="3" y="1394"/>
                    </a:lnTo>
                    <a:lnTo>
                      <a:pt x="0" y="1389"/>
                    </a:lnTo>
                    <a:lnTo>
                      <a:pt x="0" y="1384"/>
                    </a:lnTo>
                    <a:lnTo>
                      <a:pt x="0" y="26"/>
                    </a:lnTo>
                    <a:lnTo>
                      <a:pt x="0" y="20"/>
                    </a:lnTo>
                    <a:lnTo>
                      <a:pt x="3" y="16"/>
                    </a:lnTo>
                    <a:lnTo>
                      <a:pt x="4" y="11"/>
                    </a:lnTo>
                    <a:lnTo>
                      <a:pt x="7" y="7"/>
                    </a:lnTo>
                    <a:lnTo>
                      <a:pt x="12" y="4"/>
                    </a:lnTo>
                    <a:lnTo>
                      <a:pt x="16" y="1"/>
                    </a:lnTo>
                    <a:lnTo>
                      <a:pt x="22" y="0"/>
                    </a:lnTo>
                    <a:lnTo>
                      <a:pt x="26" y="0"/>
                    </a:lnTo>
                    <a:lnTo>
                      <a:pt x="1071" y="0"/>
                    </a:lnTo>
                    <a:lnTo>
                      <a:pt x="1076" y="0"/>
                    </a:lnTo>
                    <a:lnTo>
                      <a:pt x="1081" y="1"/>
                    </a:lnTo>
                    <a:lnTo>
                      <a:pt x="1086" y="4"/>
                    </a:lnTo>
                    <a:lnTo>
                      <a:pt x="1090" y="7"/>
                    </a:lnTo>
                    <a:lnTo>
                      <a:pt x="1093" y="11"/>
                    </a:lnTo>
                    <a:lnTo>
                      <a:pt x="1096" y="16"/>
                    </a:lnTo>
                    <a:lnTo>
                      <a:pt x="1097" y="20"/>
                    </a:lnTo>
                    <a:lnTo>
                      <a:pt x="1097" y="26"/>
                    </a:lnTo>
                    <a:lnTo>
                      <a:pt x="1097" y="1384"/>
                    </a:lnTo>
                    <a:lnTo>
                      <a:pt x="1097" y="1389"/>
                    </a:lnTo>
                    <a:lnTo>
                      <a:pt x="1096" y="1394"/>
                    </a:lnTo>
                    <a:lnTo>
                      <a:pt x="1093" y="1398"/>
                    </a:lnTo>
                    <a:lnTo>
                      <a:pt x="1090" y="1402"/>
                    </a:lnTo>
                    <a:lnTo>
                      <a:pt x="1086" y="1405"/>
                    </a:lnTo>
                    <a:lnTo>
                      <a:pt x="1081" y="1408"/>
                    </a:lnTo>
                    <a:lnTo>
                      <a:pt x="1076" y="1410"/>
                    </a:lnTo>
                    <a:lnTo>
                      <a:pt x="1071" y="1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219"/>
              <p:cNvSpPr>
                <a:spLocks noEditPoints="1"/>
              </p:cNvSpPr>
              <p:nvPr/>
            </p:nvSpPr>
            <p:spPr bwMode="auto">
              <a:xfrm>
                <a:off x="6415088" y="1760538"/>
                <a:ext cx="276225" cy="138113"/>
              </a:xfrm>
              <a:custGeom>
                <a:avLst/>
                <a:gdLst>
                  <a:gd name="T0" fmla="*/ 52 w 523"/>
                  <a:gd name="T1" fmla="*/ 209 h 261"/>
                  <a:gd name="T2" fmla="*/ 469 w 523"/>
                  <a:gd name="T3" fmla="*/ 209 h 261"/>
                  <a:gd name="T4" fmla="*/ 469 w 523"/>
                  <a:gd name="T5" fmla="*/ 52 h 261"/>
                  <a:gd name="T6" fmla="*/ 52 w 523"/>
                  <a:gd name="T7" fmla="*/ 52 h 261"/>
                  <a:gd name="T8" fmla="*/ 52 w 523"/>
                  <a:gd name="T9" fmla="*/ 209 h 261"/>
                  <a:gd name="T10" fmla="*/ 495 w 523"/>
                  <a:gd name="T11" fmla="*/ 261 h 261"/>
                  <a:gd name="T12" fmla="*/ 26 w 523"/>
                  <a:gd name="T13" fmla="*/ 261 h 261"/>
                  <a:gd name="T14" fmla="*/ 20 w 523"/>
                  <a:gd name="T15" fmla="*/ 261 h 261"/>
                  <a:gd name="T16" fmla="*/ 16 w 523"/>
                  <a:gd name="T17" fmla="*/ 259 h 261"/>
                  <a:gd name="T18" fmla="*/ 11 w 523"/>
                  <a:gd name="T19" fmla="*/ 256 h 261"/>
                  <a:gd name="T20" fmla="*/ 7 w 523"/>
                  <a:gd name="T21" fmla="*/ 253 h 261"/>
                  <a:gd name="T22" fmla="*/ 4 w 523"/>
                  <a:gd name="T23" fmla="*/ 249 h 261"/>
                  <a:gd name="T24" fmla="*/ 1 w 523"/>
                  <a:gd name="T25" fmla="*/ 245 h 261"/>
                  <a:gd name="T26" fmla="*/ 0 w 523"/>
                  <a:gd name="T27" fmla="*/ 240 h 261"/>
                  <a:gd name="T28" fmla="*/ 0 w 523"/>
                  <a:gd name="T29" fmla="*/ 235 h 261"/>
                  <a:gd name="T30" fmla="*/ 0 w 523"/>
                  <a:gd name="T31" fmla="*/ 26 h 261"/>
                  <a:gd name="T32" fmla="*/ 0 w 523"/>
                  <a:gd name="T33" fmla="*/ 20 h 261"/>
                  <a:gd name="T34" fmla="*/ 1 w 523"/>
                  <a:gd name="T35" fmla="*/ 16 h 261"/>
                  <a:gd name="T36" fmla="*/ 4 w 523"/>
                  <a:gd name="T37" fmla="*/ 11 h 261"/>
                  <a:gd name="T38" fmla="*/ 7 w 523"/>
                  <a:gd name="T39" fmla="*/ 7 h 261"/>
                  <a:gd name="T40" fmla="*/ 11 w 523"/>
                  <a:gd name="T41" fmla="*/ 4 h 261"/>
                  <a:gd name="T42" fmla="*/ 16 w 523"/>
                  <a:gd name="T43" fmla="*/ 1 h 261"/>
                  <a:gd name="T44" fmla="*/ 20 w 523"/>
                  <a:gd name="T45" fmla="*/ 0 h 261"/>
                  <a:gd name="T46" fmla="*/ 26 w 523"/>
                  <a:gd name="T47" fmla="*/ 0 h 261"/>
                  <a:gd name="T48" fmla="*/ 495 w 523"/>
                  <a:gd name="T49" fmla="*/ 0 h 261"/>
                  <a:gd name="T50" fmla="*/ 501 w 523"/>
                  <a:gd name="T51" fmla="*/ 0 h 261"/>
                  <a:gd name="T52" fmla="*/ 505 w 523"/>
                  <a:gd name="T53" fmla="*/ 1 h 261"/>
                  <a:gd name="T54" fmla="*/ 511 w 523"/>
                  <a:gd name="T55" fmla="*/ 4 h 261"/>
                  <a:gd name="T56" fmla="*/ 514 w 523"/>
                  <a:gd name="T57" fmla="*/ 7 h 261"/>
                  <a:gd name="T58" fmla="*/ 517 w 523"/>
                  <a:gd name="T59" fmla="*/ 11 h 261"/>
                  <a:gd name="T60" fmla="*/ 520 w 523"/>
                  <a:gd name="T61" fmla="*/ 16 h 261"/>
                  <a:gd name="T62" fmla="*/ 521 w 523"/>
                  <a:gd name="T63" fmla="*/ 20 h 261"/>
                  <a:gd name="T64" fmla="*/ 523 w 523"/>
                  <a:gd name="T65" fmla="*/ 26 h 261"/>
                  <a:gd name="T66" fmla="*/ 523 w 523"/>
                  <a:gd name="T67" fmla="*/ 235 h 261"/>
                  <a:gd name="T68" fmla="*/ 521 w 523"/>
                  <a:gd name="T69" fmla="*/ 240 h 261"/>
                  <a:gd name="T70" fmla="*/ 520 w 523"/>
                  <a:gd name="T71" fmla="*/ 245 h 261"/>
                  <a:gd name="T72" fmla="*/ 517 w 523"/>
                  <a:gd name="T73" fmla="*/ 249 h 261"/>
                  <a:gd name="T74" fmla="*/ 514 w 523"/>
                  <a:gd name="T75" fmla="*/ 253 h 261"/>
                  <a:gd name="T76" fmla="*/ 511 w 523"/>
                  <a:gd name="T77" fmla="*/ 256 h 261"/>
                  <a:gd name="T78" fmla="*/ 505 w 523"/>
                  <a:gd name="T79" fmla="*/ 259 h 261"/>
                  <a:gd name="T80" fmla="*/ 501 w 523"/>
                  <a:gd name="T81" fmla="*/ 261 h 261"/>
                  <a:gd name="T82" fmla="*/ 495 w 523"/>
                  <a:gd name="T8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23" h="261">
                    <a:moveTo>
                      <a:pt x="52" y="209"/>
                    </a:moveTo>
                    <a:lnTo>
                      <a:pt x="469" y="209"/>
                    </a:lnTo>
                    <a:lnTo>
                      <a:pt x="469" y="52"/>
                    </a:lnTo>
                    <a:lnTo>
                      <a:pt x="52" y="52"/>
                    </a:lnTo>
                    <a:lnTo>
                      <a:pt x="52" y="209"/>
                    </a:lnTo>
                    <a:close/>
                    <a:moveTo>
                      <a:pt x="495" y="261"/>
                    </a:moveTo>
                    <a:lnTo>
                      <a:pt x="26" y="261"/>
                    </a:lnTo>
                    <a:lnTo>
                      <a:pt x="20" y="261"/>
                    </a:lnTo>
                    <a:lnTo>
                      <a:pt x="16" y="259"/>
                    </a:lnTo>
                    <a:lnTo>
                      <a:pt x="11" y="256"/>
                    </a:lnTo>
                    <a:lnTo>
                      <a:pt x="7" y="253"/>
                    </a:lnTo>
                    <a:lnTo>
                      <a:pt x="4" y="249"/>
                    </a:lnTo>
                    <a:lnTo>
                      <a:pt x="1" y="245"/>
                    </a:lnTo>
                    <a:lnTo>
                      <a:pt x="0" y="240"/>
                    </a:lnTo>
                    <a:lnTo>
                      <a:pt x="0" y="235"/>
                    </a:lnTo>
                    <a:lnTo>
                      <a:pt x="0" y="26"/>
                    </a:lnTo>
                    <a:lnTo>
                      <a:pt x="0" y="20"/>
                    </a:lnTo>
                    <a:lnTo>
                      <a:pt x="1" y="16"/>
                    </a:lnTo>
                    <a:lnTo>
                      <a:pt x="4" y="11"/>
                    </a:lnTo>
                    <a:lnTo>
                      <a:pt x="7" y="7"/>
                    </a:lnTo>
                    <a:lnTo>
                      <a:pt x="11" y="4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6" y="0"/>
                    </a:lnTo>
                    <a:lnTo>
                      <a:pt x="495" y="0"/>
                    </a:lnTo>
                    <a:lnTo>
                      <a:pt x="501" y="0"/>
                    </a:lnTo>
                    <a:lnTo>
                      <a:pt x="505" y="1"/>
                    </a:lnTo>
                    <a:lnTo>
                      <a:pt x="511" y="4"/>
                    </a:lnTo>
                    <a:lnTo>
                      <a:pt x="514" y="7"/>
                    </a:lnTo>
                    <a:lnTo>
                      <a:pt x="517" y="11"/>
                    </a:lnTo>
                    <a:lnTo>
                      <a:pt x="520" y="16"/>
                    </a:lnTo>
                    <a:lnTo>
                      <a:pt x="521" y="20"/>
                    </a:lnTo>
                    <a:lnTo>
                      <a:pt x="523" y="26"/>
                    </a:lnTo>
                    <a:lnTo>
                      <a:pt x="523" y="235"/>
                    </a:lnTo>
                    <a:lnTo>
                      <a:pt x="521" y="240"/>
                    </a:lnTo>
                    <a:lnTo>
                      <a:pt x="520" y="245"/>
                    </a:lnTo>
                    <a:lnTo>
                      <a:pt x="517" y="249"/>
                    </a:lnTo>
                    <a:lnTo>
                      <a:pt x="514" y="253"/>
                    </a:lnTo>
                    <a:lnTo>
                      <a:pt x="511" y="256"/>
                    </a:lnTo>
                    <a:lnTo>
                      <a:pt x="505" y="259"/>
                    </a:lnTo>
                    <a:lnTo>
                      <a:pt x="501" y="261"/>
                    </a:lnTo>
                    <a:lnTo>
                      <a:pt x="495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1758612" y="4603007"/>
              <a:ext cx="521375" cy="521375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463850" y="1760654"/>
            <a:ext cx="521208" cy="521208"/>
            <a:chOff x="3463850" y="1760654"/>
            <a:chExt cx="521208" cy="521208"/>
          </a:xfrm>
        </p:grpSpPr>
        <p:grpSp>
          <p:nvGrpSpPr>
            <p:cNvPr id="57" name="Group 56"/>
            <p:cNvGrpSpPr/>
            <p:nvPr/>
          </p:nvGrpSpPr>
          <p:grpSpPr>
            <a:xfrm>
              <a:off x="3535516" y="1912130"/>
              <a:ext cx="377876" cy="218256"/>
              <a:chOff x="4751388" y="3157538"/>
              <a:chExt cx="552450" cy="319088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59" name="Freeform 114"/>
              <p:cNvSpPr>
                <a:spLocks noEditPoints="1"/>
              </p:cNvSpPr>
              <p:nvPr/>
            </p:nvSpPr>
            <p:spPr bwMode="auto">
              <a:xfrm>
                <a:off x="4751388" y="3157538"/>
                <a:ext cx="384175" cy="319088"/>
              </a:xfrm>
              <a:custGeom>
                <a:avLst/>
                <a:gdLst>
                  <a:gd name="T0" fmla="*/ 398 w 969"/>
                  <a:gd name="T1" fmla="*/ 58 h 804"/>
                  <a:gd name="T2" fmla="*/ 298 w 969"/>
                  <a:gd name="T3" fmla="*/ 78 h 804"/>
                  <a:gd name="T4" fmla="*/ 211 w 969"/>
                  <a:gd name="T5" fmla="*/ 112 h 804"/>
                  <a:gd name="T6" fmla="*/ 139 w 969"/>
                  <a:gd name="T7" fmla="*/ 157 h 804"/>
                  <a:gd name="T8" fmla="*/ 88 w 969"/>
                  <a:gd name="T9" fmla="*/ 212 h 804"/>
                  <a:gd name="T10" fmla="*/ 59 w 969"/>
                  <a:gd name="T11" fmla="*/ 272 h 804"/>
                  <a:gd name="T12" fmla="*/ 55 w 969"/>
                  <a:gd name="T13" fmla="*/ 332 h 804"/>
                  <a:gd name="T14" fmla="*/ 83 w 969"/>
                  <a:gd name="T15" fmla="*/ 405 h 804"/>
                  <a:gd name="T16" fmla="*/ 164 w 969"/>
                  <a:gd name="T17" fmla="*/ 484 h 804"/>
                  <a:gd name="T18" fmla="*/ 287 w 969"/>
                  <a:gd name="T19" fmla="*/ 541 h 804"/>
                  <a:gd name="T20" fmla="*/ 334 w 969"/>
                  <a:gd name="T21" fmla="*/ 564 h 804"/>
                  <a:gd name="T22" fmla="*/ 329 w 969"/>
                  <a:gd name="T23" fmla="*/ 603 h 804"/>
                  <a:gd name="T24" fmla="*/ 274 w 969"/>
                  <a:gd name="T25" fmla="*/ 701 h 804"/>
                  <a:gd name="T26" fmla="*/ 342 w 969"/>
                  <a:gd name="T27" fmla="*/ 713 h 804"/>
                  <a:gd name="T28" fmla="*/ 443 w 969"/>
                  <a:gd name="T29" fmla="*/ 668 h 804"/>
                  <a:gd name="T30" fmla="*/ 528 w 969"/>
                  <a:gd name="T31" fmla="*/ 596 h 804"/>
                  <a:gd name="T32" fmla="*/ 561 w 969"/>
                  <a:gd name="T33" fmla="*/ 566 h 804"/>
                  <a:gd name="T34" fmla="*/ 732 w 969"/>
                  <a:gd name="T35" fmla="*/ 522 h 804"/>
                  <a:gd name="T36" fmla="*/ 814 w 969"/>
                  <a:gd name="T37" fmla="*/ 478 h 804"/>
                  <a:gd name="T38" fmla="*/ 866 w 969"/>
                  <a:gd name="T39" fmla="*/ 432 h 804"/>
                  <a:gd name="T40" fmla="*/ 900 w 969"/>
                  <a:gd name="T41" fmla="*/ 380 h 804"/>
                  <a:gd name="T42" fmla="*/ 915 w 969"/>
                  <a:gd name="T43" fmla="*/ 324 h 804"/>
                  <a:gd name="T44" fmla="*/ 907 w 969"/>
                  <a:gd name="T45" fmla="*/ 260 h 804"/>
                  <a:gd name="T46" fmla="*/ 873 w 969"/>
                  <a:gd name="T47" fmla="*/ 201 h 804"/>
                  <a:gd name="T48" fmla="*/ 817 w 969"/>
                  <a:gd name="T49" fmla="*/ 148 h 804"/>
                  <a:gd name="T50" fmla="*/ 742 w 969"/>
                  <a:gd name="T51" fmla="*/ 105 h 804"/>
                  <a:gd name="T52" fmla="*/ 653 w 969"/>
                  <a:gd name="T53" fmla="*/ 74 h 804"/>
                  <a:gd name="T54" fmla="*/ 551 w 969"/>
                  <a:gd name="T55" fmla="*/ 56 h 804"/>
                  <a:gd name="T56" fmla="*/ 113 w 969"/>
                  <a:gd name="T57" fmla="*/ 804 h 804"/>
                  <a:gd name="T58" fmla="*/ 94 w 969"/>
                  <a:gd name="T59" fmla="*/ 789 h 804"/>
                  <a:gd name="T60" fmla="*/ 94 w 969"/>
                  <a:gd name="T61" fmla="*/ 766 h 804"/>
                  <a:gd name="T62" fmla="*/ 113 w 969"/>
                  <a:gd name="T63" fmla="*/ 751 h 804"/>
                  <a:gd name="T64" fmla="*/ 181 w 969"/>
                  <a:gd name="T65" fmla="*/ 720 h 804"/>
                  <a:gd name="T66" fmla="*/ 232 w 969"/>
                  <a:gd name="T67" fmla="*/ 666 h 804"/>
                  <a:gd name="T68" fmla="*/ 243 w 969"/>
                  <a:gd name="T69" fmla="*/ 583 h 804"/>
                  <a:gd name="T70" fmla="*/ 113 w 969"/>
                  <a:gd name="T71" fmla="*/ 515 h 804"/>
                  <a:gd name="T72" fmla="*/ 30 w 969"/>
                  <a:gd name="T73" fmla="*/ 421 h 804"/>
                  <a:gd name="T74" fmla="*/ 5 w 969"/>
                  <a:gd name="T75" fmla="*/ 358 h 804"/>
                  <a:gd name="T76" fmla="*/ 1 w 969"/>
                  <a:gd name="T77" fmla="*/ 296 h 804"/>
                  <a:gd name="T78" fmla="*/ 23 w 969"/>
                  <a:gd name="T79" fmla="*/ 220 h 804"/>
                  <a:gd name="T80" fmla="*/ 71 w 969"/>
                  <a:gd name="T81" fmla="*/ 150 h 804"/>
                  <a:gd name="T82" fmla="*/ 143 w 969"/>
                  <a:gd name="T83" fmla="*/ 92 h 804"/>
                  <a:gd name="T84" fmla="*/ 233 w 969"/>
                  <a:gd name="T85" fmla="*/ 45 h 804"/>
                  <a:gd name="T86" fmla="*/ 341 w 969"/>
                  <a:gd name="T87" fmla="*/ 13 h 804"/>
                  <a:gd name="T88" fmla="*/ 460 w 969"/>
                  <a:gd name="T89" fmla="*/ 0 h 804"/>
                  <a:gd name="T90" fmla="*/ 582 w 969"/>
                  <a:gd name="T91" fmla="*/ 6 h 804"/>
                  <a:gd name="T92" fmla="*/ 694 w 969"/>
                  <a:gd name="T93" fmla="*/ 30 h 804"/>
                  <a:gd name="T94" fmla="*/ 793 w 969"/>
                  <a:gd name="T95" fmla="*/ 72 h 804"/>
                  <a:gd name="T96" fmla="*/ 873 w 969"/>
                  <a:gd name="T97" fmla="*/ 126 h 804"/>
                  <a:gd name="T98" fmla="*/ 931 w 969"/>
                  <a:gd name="T99" fmla="*/ 191 h 804"/>
                  <a:gd name="T100" fmla="*/ 963 w 969"/>
                  <a:gd name="T101" fmla="*/ 265 h 804"/>
                  <a:gd name="T102" fmla="*/ 968 w 969"/>
                  <a:gd name="T103" fmla="*/ 340 h 804"/>
                  <a:gd name="T104" fmla="*/ 946 w 969"/>
                  <a:gd name="T105" fmla="*/ 407 h 804"/>
                  <a:gd name="T106" fmla="*/ 906 w 969"/>
                  <a:gd name="T107" fmla="*/ 467 h 804"/>
                  <a:gd name="T108" fmla="*/ 845 w 969"/>
                  <a:gd name="T109" fmla="*/ 521 h 804"/>
                  <a:gd name="T110" fmla="*/ 769 w 969"/>
                  <a:gd name="T111" fmla="*/ 565 h 804"/>
                  <a:gd name="T112" fmla="*/ 680 w 969"/>
                  <a:gd name="T113" fmla="*/ 599 h 804"/>
                  <a:gd name="T114" fmla="*/ 579 w 969"/>
                  <a:gd name="T115" fmla="*/ 619 h 804"/>
                  <a:gd name="T116" fmla="*/ 505 w 969"/>
                  <a:gd name="T117" fmla="*/ 692 h 804"/>
                  <a:gd name="T118" fmla="*/ 415 w 969"/>
                  <a:gd name="T119" fmla="*/ 743 h 804"/>
                  <a:gd name="T120" fmla="*/ 268 w 969"/>
                  <a:gd name="T121" fmla="*/ 788 h 804"/>
                  <a:gd name="T122" fmla="*/ 118 w 969"/>
                  <a:gd name="T123" fmla="*/ 804 h 8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69" h="804">
                    <a:moveTo>
                      <a:pt x="484" y="54"/>
                    </a:moveTo>
                    <a:lnTo>
                      <a:pt x="463" y="54"/>
                    </a:lnTo>
                    <a:lnTo>
                      <a:pt x="441" y="55"/>
                    </a:lnTo>
                    <a:lnTo>
                      <a:pt x="419" y="56"/>
                    </a:lnTo>
                    <a:lnTo>
                      <a:pt x="398" y="58"/>
                    </a:lnTo>
                    <a:lnTo>
                      <a:pt x="377" y="62"/>
                    </a:lnTo>
                    <a:lnTo>
                      <a:pt x="357" y="65"/>
                    </a:lnTo>
                    <a:lnTo>
                      <a:pt x="337" y="69"/>
                    </a:lnTo>
                    <a:lnTo>
                      <a:pt x="317" y="74"/>
                    </a:lnTo>
                    <a:lnTo>
                      <a:pt x="298" y="78"/>
                    </a:lnTo>
                    <a:lnTo>
                      <a:pt x="279" y="85"/>
                    </a:lnTo>
                    <a:lnTo>
                      <a:pt x="261" y="91"/>
                    </a:lnTo>
                    <a:lnTo>
                      <a:pt x="245" y="97"/>
                    </a:lnTo>
                    <a:lnTo>
                      <a:pt x="227" y="105"/>
                    </a:lnTo>
                    <a:lnTo>
                      <a:pt x="211" y="112"/>
                    </a:lnTo>
                    <a:lnTo>
                      <a:pt x="195" y="121"/>
                    </a:lnTo>
                    <a:lnTo>
                      <a:pt x="181" y="129"/>
                    </a:lnTo>
                    <a:lnTo>
                      <a:pt x="166" y="138"/>
                    </a:lnTo>
                    <a:lnTo>
                      <a:pt x="153" y="148"/>
                    </a:lnTo>
                    <a:lnTo>
                      <a:pt x="139" y="157"/>
                    </a:lnTo>
                    <a:lnTo>
                      <a:pt x="128" y="168"/>
                    </a:lnTo>
                    <a:lnTo>
                      <a:pt x="117" y="178"/>
                    </a:lnTo>
                    <a:lnTo>
                      <a:pt x="106" y="189"/>
                    </a:lnTo>
                    <a:lnTo>
                      <a:pt x="97" y="201"/>
                    </a:lnTo>
                    <a:lnTo>
                      <a:pt x="88" y="212"/>
                    </a:lnTo>
                    <a:lnTo>
                      <a:pt x="80" y="223"/>
                    </a:lnTo>
                    <a:lnTo>
                      <a:pt x="73" y="235"/>
                    </a:lnTo>
                    <a:lnTo>
                      <a:pt x="67" y="248"/>
                    </a:lnTo>
                    <a:lnTo>
                      <a:pt x="63" y="260"/>
                    </a:lnTo>
                    <a:lnTo>
                      <a:pt x="59" y="272"/>
                    </a:lnTo>
                    <a:lnTo>
                      <a:pt x="56" y="286"/>
                    </a:lnTo>
                    <a:lnTo>
                      <a:pt x="54" y="299"/>
                    </a:lnTo>
                    <a:lnTo>
                      <a:pt x="54" y="313"/>
                    </a:lnTo>
                    <a:lnTo>
                      <a:pt x="54" y="322"/>
                    </a:lnTo>
                    <a:lnTo>
                      <a:pt x="55" y="332"/>
                    </a:lnTo>
                    <a:lnTo>
                      <a:pt x="56" y="341"/>
                    </a:lnTo>
                    <a:lnTo>
                      <a:pt x="59" y="351"/>
                    </a:lnTo>
                    <a:lnTo>
                      <a:pt x="64" y="369"/>
                    </a:lnTo>
                    <a:lnTo>
                      <a:pt x="73" y="387"/>
                    </a:lnTo>
                    <a:lnTo>
                      <a:pt x="83" y="405"/>
                    </a:lnTo>
                    <a:lnTo>
                      <a:pt x="96" y="423"/>
                    </a:lnTo>
                    <a:lnTo>
                      <a:pt x="109" y="438"/>
                    </a:lnTo>
                    <a:lnTo>
                      <a:pt x="126" y="455"/>
                    </a:lnTo>
                    <a:lnTo>
                      <a:pt x="144" y="470"/>
                    </a:lnTo>
                    <a:lnTo>
                      <a:pt x="164" y="484"/>
                    </a:lnTo>
                    <a:lnTo>
                      <a:pt x="185" y="498"/>
                    </a:lnTo>
                    <a:lnTo>
                      <a:pt x="209" y="510"/>
                    </a:lnTo>
                    <a:lnTo>
                      <a:pt x="233" y="522"/>
                    </a:lnTo>
                    <a:lnTo>
                      <a:pt x="260" y="532"/>
                    </a:lnTo>
                    <a:lnTo>
                      <a:pt x="287" y="541"/>
                    </a:lnTo>
                    <a:lnTo>
                      <a:pt x="317" y="550"/>
                    </a:lnTo>
                    <a:lnTo>
                      <a:pt x="322" y="553"/>
                    </a:lnTo>
                    <a:lnTo>
                      <a:pt x="328" y="555"/>
                    </a:lnTo>
                    <a:lnTo>
                      <a:pt x="331" y="559"/>
                    </a:lnTo>
                    <a:lnTo>
                      <a:pt x="334" y="564"/>
                    </a:lnTo>
                    <a:lnTo>
                      <a:pt x="337" y="569"/>
                    </a:lnTo>
                    <a:lnTo>
                      <a:pt x="338" y="575"/>
                    </a:lnTo>
                    <a:lnTo>
                      <a:pt x="337" y="581"/>
                    </a:lnTo>
                    <a:lnTo>
                      <a:pt x="335" y="586"/>
                    </a:lnTo>
                    <a:lnTo>
                      <a:pt x="329" y="603"/>
                    </a:lnTo>
                    <a:lnTo>
                      <a:pt x="321" y="621"/>
                    </a:lnTo>
                    <a:lnTo>
                      <a:pt x="311" y="640"/>
                    </a:lnTo>
                    <a:lnTo>
                      <a:pt x="300" y="660"/>
                    </a:lnTo>
                    <a:lnTo>
                      <a:pt x="287" y="680"/>
                    </a:lnTo>
                    <a:lnTo>
                      <a:pt x="274" y="701"/>
                    </a:lnTo>
                    <a:lnTo>
                      <a:pt x="258" y="720"/>
                    </a:lnTo>
                    <a:lnTo>
                      <a:pt x="241" y="738"/>
                    </a:lnTo>
                    <a:lnTo>
                      <a:pt x="280" y="730"/>
                    </a:lnTo>
                    <a:lnTo>
                      <a:pt x="321" y="720"/>
                    </a:lnTo>
                    <a:lnTo>
                      <a:pt x="342" y="713"/>
                    </a:lnTo>
                    <a:lnTo>
                      <a:pt x="362" y="706"/>
                    </a:lnTo>
                    <a:lnTo>
                      <a:pt x="384" y="698"/>
                    </a:lnTo>
                    <a:lnTo>
                      <a:pt x="404" y="689"/>
                    </a:lnTo>
                    <a:lnTo>
                      <a:pt x="424" y="679"/>
                    </a:lnTo>
                    <a:lnTo>
                      <a:pt x="443" y="668"/>
                    </a:lnTo>
                    <a:lnTo>
                      <a:pt x="462" y="656"/>
                    </a:lnTo>
                    <a:lnTo>
                      <a:pt x="480" y="643"/>
                    </a:lnTo>
                    <a:lnTo>
                      <a:pt x="497" y="629"/>
                    </a:lnTo>
                    <a:lnTo>
                      <a:pt x="514" y="613"/>
                    </a:lnTo>
                    <a:lnTo>
                      <a:pt x="528" y="596"/>
                    </a:lnTo>
                    <a:lnTo>
                      <a:pt x="541" y="578"/>
                    </a:lnTo>
                    <a:lnTo>
                      <a:pt x="545" y="574"/>
                    </a:lnTo>
                    <a:lnTo>
                      <a:pt x="550" y="571"/>
                    </a:lnTo>
                    <a:lnTo>
                      <a:pt x="555" y="568"/>
                    </a:lnTo>
                    <a:lnTo>
                      <a:pt x="561" y="566"/>
                    </a:lnTo>
                    <a:lnTo>
                      <a:pt x="598" y="562"/>
                    </a:lnTo>
                    <a:lnTo>
                      <a:pt x="634" y="555"/>
                    </a:lnTo>
                    <a:lnTo>
                      <a:pt x="668" y="546"/>
                    </a:lnTo>
                    <a:lnTo>
                      <a:pt x="701" y="535"/>
                    </a:lnTo>
                    <a:lnTo>
                      <a:pt x="732" y="522"/>
                    </a:lnTo>
                    <a:lnTo>
                      <a:pt x="761" y="509"/>
                    </a:lnTo>
                    <a:lnTo>
                      <a:pt x="776" y="501"/>
                    </a:lnTo>
                    <a:lnTo>
                      <a:pt x="789" y="494"/>
                    </a:lnTo>
                    <a:lnTo>
                      <a:pt x="802" y="485"/>
                    </a:lnTo>
                    <a:lnTo>
                      <a:pt x="814" y="478"/>
                    </a:lnTo>
                    <a:lnTo>
                      <a:pt x="825" y="469"/>
                    </a:lnTo>
                    <a:lnTo>
                      <a:pt x="836" y="460"/>
                    </a:lnTo>
                    <a:lnTo>
                      <a:pt x="847" y="451"/>
                    </a:lnTo>
                    <a:lnTo>
                      <a:pt x="857" y="441"/>
                    </a:lnTo>
                    <a:lnTo>
                      <a:pt x="866" y="432"/>
                    </a:lnTo>
                    <a:lnTo>
                      <a:pt x="875" y="421"/>
                    </a:lnTo>
                    <a:lnTo>
                      <a:pt x="881" y="411"/>
                    </a:lnTo>
                    <a:lnTo>
                      <a:pt x="889" y="401"/>
                    </a:lnTo>
                    <a:lnTo>
                      <a:pt x="895" y="390"/>
                    </a:lnTo>
                    <a:lnTo>
                      <a:pt x="900" y="380"/>
                    </a:lnTo>
                    <a:lnTo>
                      <a:pt x="905" y="369"/>
                    </a:lnTo>
                    <a:lnTo>
                      <a:pt x="908" y="358"/>
                    </a:lnTo>
                    <a:lnTo>
                      <a:pt x="912" y="346"/>
                    </a:lnTo>
                    <a:lnTo>
                      <a:pt x="914" y="335"/>
                    </a:lnTo>
                    <a:lnTo>
                      <a:pt x="915" y="324"/>
                    </a:lnTo>
                    <a:lnTo>
                      <a:pt x="916" y="313"/>
                    </a:lnTo>
                    <a:lnTo>
                      <a:pt x="915" y="299"/>
                    </a:lnTo>
                    <a:lnTo>
                      <a:pt x="914" y="286"/>
                    </a:lnTo>
                    <a:lnTo>
                      <a:pt x="910" y="272"/>
                    </a:lnTo>
                    <a:lnTo>
                      <a:pt x="907" y="260"/>
                    </a:lnTo>
                    <a:lnTo>
                      <a:pt x="903" y="248"/>
                    </a:lnTo>
                    <a:lnTo>
                      <a:pt x="896" y="235"/>
                    </a:lnTo>
                    <a:lnTo>
                      <a:pt x="889" y="223"/>
                    </a:lnTo>
                    <a:lnTo>
                      <a:pt x="881" y="212"/>
                    </a:lnTo>
                    <a:lnTo>
                      <a:pt x="873" y="201"/>
                    </a:lnTo>
                    <a:lnTo>
                      <a:pt x="863" y="189"/>
                    </a:lnTo>
                    <a:lnTo>
                      <a:pt x="853" y="178"/>
                    </a:lnTo>
                    <a:lnTo>
                      <a:pt x="842" y="168"/>
                    </a:lnTo>
                    <a:lnTo>
                      <a:pt x="830" y="157"/>
                    </a:lnTo>
                    <a:lnTo>
                      <a:pt x="817" y="148"/>
                    </a:lnTo>
                    <a:lnTo>
                      <a:pt x="804" y="138"/>
                    </a:lnTo>
                    <a:lnTo>
                      <a:pt x="789" y="129"/>
                    </a:lnTo>
                    <a:lnTo>
                      <a:pt x="775" y="121"/>
                    </a:lnTo>
                    <a:lnTo>
                      <a:pt x="759" y="112"/>
                    </a:lnTo>
                    <a:lnTo>
                      <a:pt x="742" y="105"/>
                    </a:lnTo>
                    <a:lnTo>
                      <a:pt x="726" y="97"/>
                    </a:lnTo>
                    <a:lnTo>
                      <a:pt x="708" y="91"/>
                    </a:lnTo>
                    <a:lnTo>
                      <a:pt x="690" y="85"/>
                    </a:lnTo>
                    <a:lnTo>
                      <a:pt x="672" y="78"/>
                    </a:lnTo>
                    <a:lnTo>
                      <a:pt x="653" y="74"/>
                    </a:lnTo>
                    <a:lnTo>
                      <a:pt x="632" y="69"/>
                    </a:lnTo>
                    <a:lnTo>
                      <a:pt x="612" y="65"/>
                    </a:lnTo>
                    <a:lnTo>
                      <a:pt x="592" y="62"/>
                    </a:lnTo>
                    <a:lnTo>
                      <a:pt x="572" y="58"/>
                    </a:lnTo>
                    <a:lnTo>
                      <a:pt x="551" y="56"/>
                    </a:lnTo>
                    <a:lnTo>
                      <a:pt x="529" y="55"/>
                    </a:lnTo>
                    <a:lnTo>
                      <a:pt x="507" y="54"/>
                    </a:lnTo>
                    <a:lnTo>
                      <a:pt x="484" y="54"/>
                    </a:lnTo>
                    <a:close/>
                    <a:moveTo>
                      <a:pt x="118" y="804"/>
                    </a:moveTo>
                    <a:lnTo>
                      <a:pt x="113" y="804"/>
                    </a:lnTo>
                    <a:lnTo>
                      <a:pt x="109" y="803"/>
                    </a:lnTo>
                    <a:lnTo>
                      <a:pt x="104" y="800"/>
                    </a:lnTo>
                    <a:lnTo>
                      <a:pt x="100" y="797"/>
                    </a:lnTo>
                    <a:lnTo>
                      <a:pt x="97" y="794"/>
                    </a:lnTo>
                    <a:lnTo>
                      <a:pt x="94" y="789"/>
                    </a:lnTo>
                    <a:lnTo>
                      <a:pt x="92" y="785"/>
                    </a:lnTo>
                    <a:lnTo>
                      <a:pt x="92" y="780"/>
                    </a:lnTo>
                    <a:lnTo>
                      <a:pt x="92" y="775"/>
                    </a:lnTo>
                    <a:lnTo>
                      <a:pt x="92" y="770"/>
                    </a:lnTo>
                    <a:lnTo>
                      <a:pt x="94" y="766"/>
                    </a:lnTo>
                    <a:lnTo>
                      <a:pt x="97" y="761"/>
                    </a:lnTo>
                    <a:lnTo>
                      <a:pt x="100" y="758"/>
                    </a:lnTo>
                    <a:lnTo>
                      <a:pt x="104" y="754"/>
                    </a:lnTo>
                    <a:lnTo>
                      <a:pt x="109" y="752"/>
                    </a:lnTo>
                    <a:lnTo>
                      <a:pt x="113" y="751"/>
                    </a:lnTo>
                    <a:lnTo>
                      <a:pt x="128" y="748"/>
                    </a:lnTo>
                    <a:lnTo>
                      <a:pt x="143" y="742"/>
                    </a:lnTo>
                    <a:lnTo>
                      <a:pt x="156" y="737"/>
                    </a:lnTo>
                    <a:lnTo>
                      <a:pt x="168" y="729"/>
                    </a:lnTo>
                    <a:lnTo>
                      <a:pt x="181" y="720"/>
                    </a:lnTo>
                    <a:lnTo>
                      <a:pt x="193" y="711"/>
                    </a:lnTo>
                    <a:lnTo>
                      <a:pt x="203" y="701"/>
                    </a:lnTo>
                    <a:lnTo>
                      <a:pt x="213" y="689"/>
                    </a:lnTo>
                    <a:lnTo>
                      <a:pt x="223" y="678"/>
                    </a:lnTo>
                    <a:lnTo>
                      <a:pt x="232" y="666"/>
                    </a:lnTo>
                    <a:lnTo>
                      <a:pt x="240" y="655"/>
                    </a:lnTo>
                    <a:lnTo>
                      <a:pt x="248" y="642"/>
                    </a:lnTo>
                    <a:lnTo>
                      <a:pt x="263" y="618"/>
                    </a:lnTo>
                    <a:lnTo>
                      <a:pt x="274" y="594"/>
                    </a:lnTo>
                    <a:lnTo>
                      <a:pt x="243" y="583"/>
                    </a:lnTo>
                    <a:lnTo>
                      <a:pt x="214" y="572"/>
                    </a:lnTo>
                    <a:lnTo>
                      <a:pt x="186" y="559"/>
                    </a:lnTo>
                    <a:lnTo>
                      <a:pt x="161" y="545"/>
                    </a:lnTo>
                    <a:lnTo>
                      <a:pt x="136" y="530"/>
                    </a:lnTo>
                    <a:lnTo>
                      <a:pt x="113" y="515"/>
                    </a:lnTo>
                    <a:lnTo>
                      <a:pt x="93" y="497"/>
                    </a:lnTo>
                    <a:lnTo>
                      <a:pt x="74" y="480"/>
                    </a:lnTo>
                    <a:lnTo>
                      <a:pt x="57" y="461"/>
                    </a:lnTo>
                    <a:lnTo>
                      <a:pt x="43" y="442"/>
                    </a:lnTo>
                    <a:lnTo>
                      <a:pt x="30" y="421"/>
                    </a:lnTo>
                    <a:lnTo>
                      <a:pt x="19" y="400"/>
                    </a:lnTo>
                    <a:lnTo>
                      <a:pt x="15" y="390"/>
                    </a:lnTo>
                    <a:lnTo>
                      <a:pt x="11" y="379"/>
                    </a:lnTo>
                    <a:lnTo>
                      <a:pt x="8" y="368"/>
                    </a:lnTo>
                    <a:lnTo>
                      <a:pt x="5" y="358"/>
                    </a:lnTo>
                    <a:lnTo>
                      <a:pt x="4" y="346"/>
                    </a:lnTo>
                    <a:lnTo>
                      <a:pt x="1" y="335"/>
                    </a:lnTo>
                    <a:lnTo>
                      <a:pt x="0" y="324"/>
                    </a:lnTo>
                    <a:lnTo>
                      <a:pt x="0" y="313"/>
                    </a:lnTo>
                    <a:lnTo>
                      <a:pt x="1" y="296"/>
                    </a:lnTo>
                    <a:lnTo>
                      <a:pt x="2" y="280"/>
                    </a:lnTo>
                    <a:lnTo>
                      <a:pt x="6" y="265"/>
                    </a:lnTo>
                    <a:lnTo>
                      <a:pt x="10" y="249"/>
                    </a:lnTo>
                    <a:lnTo>
                      <a:pt x="16" y="234"/>
                    </a:lnTo>
                    <a:lnTo>
                      <a:pt x="23" y="220"/>
                    </a:lnTo>
                    <a:lnTo>
                      <a:pt x="29" y="205"/>
                    </a:lnTo>
                    <a:lnTo>
                      <a:pt x="38" y="191"/>
                    </a:lnTo>
                    <a:lnTo>
                      <a:pt x="48" y="177"/>
                    </a:lnTo>
                    <a:lnTo>
                      <a:pt x="59" y="164"/>
                    </a:lnTo>
                    <a:lnTo>
                      <a:pt x="71" y="150"/>
                    </a:lnTo>
                    <a:lnTo>
                      <a:pt x="83" y="138"/>
                    </a:lnTo>
                    <a:lnTo>
                      <a:pt x="97" y="126"/>
                    </a:lnTo>
                    <a:lnTo>
                      <a:pt x="111" y="113"/>
                    </a:lnTo>
                    <a:lnTo>
                      <a:pt x="126" y="102"/>
                    </a:lnTo>
                    <a:lnTo>
                      <a:pt x="143" y="92"/>
                    </a:lnTo>
                    <a:lnTo>
                      <a:pt x="159" y="81"/>
                    </a:lnTo>
                    <a:lnTo>
                      <a:pt x="177" y="72"/>
                    </a:lnTo>
                    <a:lnTo>
                      <a:pt x="195" y="62"/>
                    </a:lnTo>
                    <a:lnTo>
                      <a:pt x="214" y="53"/>
                    </a:lnTo>
                    <a:lnTo>
                      <a:pt x="233" y="45"/>
                    </a:lnTo>
                    <a:lnTo>
                      <a:pt x="254" y="38"/>
                    </a:lnTo>
                    <a:lnTo>
                      <a:pt x="275" y="30"/>
                    </a:lnTo>
                    <a:lnTo>
                      <a:pt x="296" y="25"/>
                    </a:lnTo>
                    <a:lnTo>
                      <a:pt x="319" y="19"/>
                    </a:lnTo>
                    <a:lnTo>
                      <a:pt x="341" y="13"/>
                    </a:lnTo>
                    <a:lnTo>
                      <a:pt x="363" y="10"/>
                    </a:lnTo>
                    <a:lnTo>
                      <a:pt x="387" y="6"/>
                    </a:lnTo>
                    <a:lnTo>
                      <a:pt x="412" y="3"/>
                    </a:lnTo>
                    <a:lnTo>
                      <a:pt x="435" y="1"/>
                    </a:lnTo>
                    <a:lnTo>
                      <a:pt x="460" y="0"/>
                    </a:lnTo>
                    <a:lnTo>
                      <a:pt x="484" y="0"/>
                    </a:lnTo>
                    <a:lnTo>
                      <a:pt x="509" y="0"/>
                    </a:lnTo>
                    <a:lnTo>
                      <a:pt x="534" y="1"/>
                    </a:lnTo>
                    <a:lnTo>
                      <a:pt x="558" y="3"/>
                    </a:lnTo>
                    <a:lnTo>
                      <a:pt x="582" y="6"/>
                    </a:lnTo>
                    <a:lnTo>
                      <a:pt x="606" y="10"/>
                    </a:lnTo>
                    <a:lnTo>
                      <a:pt x="629" y="13"/>
                    </a:lnTo>
                    <a:lnTo>
                      <a:pt x="652" y="19"/>
                    </a:lnTo>
                    <a:lnTo>
                      <a:pt x="673" y="25"/>
                    </a:lnTo>
                    <a:lnTo>
                      <a:pt x="694" y="30"/>
                    </a:lnTo>
                    <a:lnTo>
                      <a:pt x="715" y="38"/>
                    </a:lnTo>
                    <a:lnTo>
                      <a:pt x="736" y="45"/>
                    </a:lnTo>
                    <a:lnTo>
                      <a:pt x="756" y="53"/>
                    </a:lnTo>
                    <a:lnTo>
                      <a:pt x="775" y="62"/>
                    </a:lnTo>
                    <a:lnTo>
                      <a:pt x="793" y="72"/>
                    </a:lnTo>
                    <a:lnTo>
                      <a:pt x="811" y="81"/>
                    </a:lnTo>
                    <a:lnTo>
                      <a:pt x="828" y="92"/>
                    </a:lnTo>
                    <a:lnTo>
                      <a:pt x="843" y="102"/>
                    </a:lnTo>
                    <a:lnTo>
                      <a:pt x="859" y="113"/>
                    </a:lnTo>
                    <a:lnTo>
                      <a:pt x="873" y="126"/>
                    </a:lnTo>
                    <a:lnTo>
                      <a:pt x="887" y="138"/>
                    </a:lnTo>
                    <a:lnTo>
                      <a:pt x="899" y="150"/>
                    </a:lnTo>
                    <a:lnTo>
                      <a:pt x="910" y="164"/>
                    </a:lnTo>
                    <a:lnTo>
                      <a:pt x="922" y="177"/>
                    </a:lnTo>
                    <a:lnTo>
                      <a:pt x="931" y="191"/>
                    </a:lnTo>
                    <a:lnTo>
                      <a:pt x="940" y="205"/>
                    </a:lnTo>
                    <a:lnTo>
                      <a:pt x="947" y="220"/>
                    </a:lnTo>
                    <a:lnTo>
                      <a:pt x="954" y="234"/>
                    </a:lnTo>
                    <a:lnTo>
                      <a:pt x="960" y="249"/>
                    </a:lnTo>
                    <a:lnTo>
                      <a:pt x="963" y="265"/>
                    </a:lnTo>
                    <a:lnTo>
                      <a:pt x="967" y="280"/>
                    </a:lnTo>
                    <a:lnTo>
                      <a:pt x="969" y="296"/>
                    </a:lnTo>
                    <a:lnTo>
                      <a:pt x="969" y="313"/>
                    </a:lnTo>
                    <a:lnTo>
                      <a:pt x="969" y="326"/>
                    </a:lnTo>
                    <a:lnTo>
                      <a:pt x="968" y="340"/>
                    </a:lnTo>
                    <a:lnTo>
                      <a:pt x="965" y="354"/>
                    </a:lnTo>
                    <a:lnTo>
                      <a:pt x="962" y="368"/>
                    </a:lnTo>
                    <a:lnTo>
                      <a:pt x="958" y="381"/>
                    </a:lnTo>
                    <a:lnTo>
                      <a:pt x="953" y="393"/>
                    </a:lnTo>
                    <a:lnTo>
                      <a:pt x="946" y="407"/>
                    </a:lnTo>
                    <a:lnTo>
                      <a:pt x="941" y="419"/>
                    </a:lnTo>
                    <a:lnTo>
                      <a:pt x="933" y="432"/>
                    </a:lnTo>
                    <a:lnTo>
                      <a:pt x="924" y="444"/>
                    </a:lnTo>
                    <a:lnTo>
                      <a:pt x="915" y="456"/>
                    </a:lnTo>
                    <a:lnTo>
                      <a:pt x="906" y="467"/>
                    </a:lnTo>
                    <a:lnTo>
                      <a:pt x="895" y="479"/>
                    </a:lnTo>
                    <a:lnTo>
                      <a:pt x="884" y="490"/>
                    </a:lnTo>
                    <a:lnTo>
                      <a:pt x="871" y="501"/>
                    </a:lnTo>
                    <a:lnTo>
                      <a:pt x="859" y="511"/>
                    </a:lnTo>
                    <a:lnTo>
                      <a:pt x="845" y="521"/>
                    </a:lnTo>
                    <a:lnTo>
                      <a:pt x="832" y="530"/>
                    </a:lnTo>
                    <a:lnTo>
                      <a:pt x="817" y="540"/>
                    </a:lnTo>
                    <a:lnTo>
                      <a:pt x="802" y="549"/>
                    </a:lnTo>
                    <a:lnTo>
                      <a:pt x="786" y="557"/>
                    </a:lnTo>
                    <a:lnTo>
                      <a:pt x="769" y="565"/>
                    </a:lnTo>
                    <a:lnTo>
                      <a:pt x="752" y="573"/>
                    </a:lnTo>
                    <a:lnTo>
                      <a:pt x="736" y="580"/>
                    </a:lnTo>
                    <a:lnTo>
                      <a:pt x="718" y="586"/>
                    </a:lnTo>
                    <a:lnTo>
                      <a:pt x="699" y="593"/>
                    </a:lnTo>
                    <a:lnTo>
                      <a:pt x="680" y="599"/>
                    </a:lnTo>
                    <a:lnTo>
                      <a:pt x="660" y="603"/>
                    </a:lnTo>
                    <a:lnTo>
                      <a:pt x="640" y="608"/>
                    </a:lnTo>
                    <a:lnTo>
                      <a:pt x="620" y="612"/>
                    </a:lnTo>
                    <a:lnTo>
                      <a:pt x="600" y="615"/>
                    </a:lnTo>
                    <a:lnTo>
                      <a:pt x="579" y="619"/>
                    </a:lnTo>
                    <a:lnTo>
                      <a:pt x="565" y="636"/>
                    </a:lnTo>
                    <a:lnTo>
                      <a:pt x="552" y="651"/>
                    </a:lnTo>
                    <a:lnTo>
                      <a:pt x="537" y="666"/>
                    </a:lnTo>
                    <a:lnTo>
                      <a:pt x="521" y="679"/>
                    </a:lnTo>
                    <a:lnTo>
                      <a:pt x="505" y="692"/>
                    </a:lnTo>
                    <a:lnTo>
                      <a:pt x="488" y="704"/>
                    </a:lnTo>
                    <a:lnTo>
                      <a:pt x="470" y="715"/>
                    </a:lnTo>
                    <a:lnTo>
                      <a:pt x="452" y="725"/>
                    </a:lnTo>
                    <a:lnTo>
                      <a:pt x="434" y="734"/>
                    </a:lnTo>
                    <a:lnTo>
                      <a:pt x="415" y="743"/>
                    </a:lnTo>
                    <a:lnTo>
                      <a:pt x="397" y="751"/>
                    </a:lnTo>
                    <a:lnTo>
                      <a:pt x="378" y="758"/>
                    </a:lnTo>
                    <a:lnTo>
                      <a:pt x="341" y="770"/>
                    </a:lnTo>
                    <a:lnTo>
                      <a:pt x="304" y="780"/>
                    </a:lnTo>
                    <a:lnTo>
                      <a:pt x="268" y="788"/>
                    </a:lnTo>
                    <a:lnTo>
                      <a:pt x="235" y="794"/>
                    </a:lnTo>
                    <a:lnTo>
                      <a:pt x="204" y="798"/>
                    </a:lnTo>
                    <a:lnTo>
                      <a:pt x="177" y="802"/>
                    </a:lnTo>
                    <a:lnTo>
                      <a:pt x="137" y="804"/>
                    </a:lnTo>
                    <a:lnTo>
                      <a:pt x="118" y="804"/>
                    </a:lnTo>
                    <a:lnTo>
                      <a:pt x="118" y="8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115"/>
              <p:cNvSpPr>
                <a:spLocks/>
              </p:cNvSpPr>
              <p:nvPr/>
            </p:nvSpPr>
            <p:spPr bwMode="auto">
              <a:xfrm>
                <a:off x="5027613" y="3217863"/>
                <a:ext cx="276225" cy="258763"/>
              </a:xfrm>
              <a:custGeom>
                <a:avLst/>
                <a:gdLst>
                  <a:gd name="T0" fmla="*/ 528 w 696"/>
                  <a:gd name="T1" fmla="*/ 648 h 653"/>
                  <a:gd name="T2" fmla="*/ 418 w 696"/>
                  <a:gd name="T3" fmla="*/ 626 h 653"/>
                  <a:gd name="T4" fmla="*/ 343 w 696"/>
                  <a:gd name="T5" fmla="*/ 597 h 653"/>
                  <a:gd name="T6" fmla="*/ 285 w 696"/>
                  <a:gd name="T7" fmla="*/ 563 h 653"/>
                  <a:gd name="T8" fmla="*/ 237 w 696"/>
                  <a:gd name="T9" fmla="*/ 518 h 653"/>
                  <a:gd name="T10" fmla="*/ 136 w 696"/>
                  <a:gd name="T11" fmla="*/ 486 h 653"/>
                  <a:gd name="T12" fmla="*/ 33 w 696"/>
                  <a:gd name="T13" fmla="*/ 440 h 653"/>
                  <a:gd name="T14" fmla="*/ 2 w 696"/>
                  <a:gd name="T15" fmla="*/ 413 h 653"/>
                  <a:gd name="T16" fmla="*/ 3 w 696"/>
                  <a:gd name="T17" fmla="*/ 393 h 653"/>
                  <a:gd name="T18" fmla="*/ 18 w 696"/>
                  <a:gd name="T19" fmla="*/ 378 h 653"/>
                  <a:gd name="T20" fmla="*/ 38 w 696"/>
                  <a:gd name="T21" fmla="*/ 379 h 653"/>
                  <a:gd name="T22" fmla="*/ 108 w 696"/>
                  <a:gd name="T23" fmla="*/ 418 h 653"/>
                  <a:gd name="T24" fmla="*/ 215 w 696"/>
                  <a:gd name="T25" fmla="*/ 449 h 653"/>
                  <a:gd name="T26" fmla="*/ 260 w 696"/>
                  <a:gd name="T27" fmla="*/ 460 h 653"/>
                  <a:gd name="T28" fmla="*/ 296 w 696"/>
                  <a:gd name="T29" fmla="*/ 501 h 653"/>
                  <a:gd name="T30" fmla="*/ 348 w 696"/>
                  <a:gd name="T31" fmla="*/ 540 h 653"/>
                  <a:gd name="T32" fmla="*/ 408 w 696"/>
                  <a:gd name="T33" fmla="*/ 566 h 653"/>
                  <a:gd name="T34" fmla="*/ 472 w 696"/>
                  <a:gd name="T35" fmla="*/ 573 h 653"/>
                  <a:gd name="T36" fmla="*/ 429 w 696"/>
                  <a:gd name="T37" fmla="*/ 501 h 653"/>
                  <a:gd name="T38" fmla="*/ 418 w 696"/>
                  <a:gd name="T39" fmla="*/ 459 h 653"/>
                  <a:gd name="T40" fmla="*/ 431 w 696"/>
                  <a:gd name="T41" fmla="*/ 442 h 653"/>
                  <a:gd name="T42" fmla="*/ 501 w 696"/>
                  <a:gd name="T43" fmla="*/ 417 h 653"/>
                  <a:gd name="T44" fmla="*/ 571 w 696"/>
                  <a:gd name="T45" fmla="*/ 377 h 653"/>
                  <a:gd name="T46" fmla="*/ 620 w 696"/>
                  <a:gd name="T47" fmla="*/ 327 h 653"/>
                  <a:gd name="T48" fmla="*/ 642 w 696"/>
                  <a:gd name="T49" fmla="*/ 269 h 653"/>
                  <a:gd name="T50" fmla="*/ 639 w 696"/>
                  <a:gd name="T51" fmla="*/ 225 h 653"/>
                  <a:gd name="T52" fmla="*/ 622 w 696"/>
                  <a:gd name="T53" fmla="*/ 186 h 653"/>
                  <a:gd name="T54" fmla="*/ 593 w 696"/>
                  <a:gd name="T55" fmla="*/ 152 h 653"/>
                  <a:gd name="T56" fmla="*/ 553 w 696"/>
                  <a:gd name="T57" fmla="*/ 120 h 653"/>
                  <a:gd name="T58" fmla="*/ 464 w 696"/>
                  <a:gd name="T59" fmla="*/ 79 h 653"/>
                  <a:gd name="T60" fmla="*/ 338 w 696"/>
                  <a:gd name="T61" fmla="*/ 55 h 653"/>
                  <a:gd name="T62" fmla="*/ 227 w 696"/>
                  <a:gd name="T63" fmla="*/ 59 h 653"/>
                  <a:gd name="T64" fmla="*/ 187 w 696"/>
                  <a:gd name="T65" fmla="*/ 61 h 653"/>
                  <a:gd name="T66" fmla="*/ 173 w 696"/>
                  <a:gd name="T67" fmla="*/ 46 h 653"/>
                  <a:gd name="T68" fmla="*/ 173 w 696"/>
                  <a:gd name="T69" fmla="*/ 26 h 653"/>
                  <a:gd name="T70" fmla="*/ 188 w 696"/>
                  <a:gd name="T71" fmla="*/ 11 h 653"/>
                  <a:gd name="T72" fmla="*/ 275 w 696"/>
                  <a:gd name="T73" fmla="*/ 0 h 653"/>
                  <a:gd name="T74" fmla="*/ 364 w 696"/>
                  <a:gd name="T75" fmla="*/ 3 h 653"/>
                  <a:gd name="T76" fmla="*/ 440 w 696"/>
                  <a:gd name="T77" fmla="*/ 15 h 653"/>
                  <a:gd name="T78" fmla="*/ 509 w 696"/>
                  <a:gd name="T79" fmla="*/ 36 h 653"/>
                  <a:gd name="T80" fmla="*/ 569 w 696"/>
                  <a:gd name="T81" fmla="*/ 65 h 653"/>
                  <a:gd name="T82" fmla="*/ 620 w 696"/>
                  <a:gd name="T83" fmla="*/ 101 h 653"/>
                  <a:gd name="T84" fmla="*/ 658 w 696"/>
                  <a:gd name="T85" fmla="*/ 144 h 653"/>
                  <a:gd name="T86" fmla="*/ 683 w 696"/>
                  <a:gd name="T87" fmla="*/ 191 h 653"/>
                  <a:gd name="T88" fmla="*/ 696 w 696"/>
                  <a:gd name="T89" fmla="*/ 241 h 653"/>
                  <a:gd name="T90" fmla="*/ 688 w 696"/>
                  <a:gd name="T91" fmla="*/ 309 h 653"/>
                  <a:gd name="T92" fmla="*/ 651 w 696"/>
                  <a:gd name="T93" fmla="*/ 375 h 653"/>
                  <a:gd name="T94" fmla="*/ 588 w 696"/>
                  <a:gd name="T95" fmla="*/ 431 h 653"/>
                  <a:gd name="T96" fmla="*/ 504 w 696"/>
                  <a:gd name="T97" fmla="*/ 475 h 653"/>
                  <a:gd name="T98" fmla="*/ 512 w 696"/>
                  <a:gd name="T99" fmla="*/ 537 h 653"/>
                  <a:gd name="T100" fmla="*/ 551 w 696"/>
                  <a:gd name="T101" fmla="*/ 578 h 653"/>
                  <a:gd name="T102" fmla="*/ 590 w 696"/>
                  <a:gd name="T103" fmla="*/ 598 h 653"/>
                  <a:gd name="T104" fmla="*/ 615 w 696"/>
                  <a:gd name="T105" fmla="*/ 607 h 653"/>
                  <a:gd name="T106" fmla="*/ 623 w 696"/>
                  <a:gd name="T107" fmla="*/ 624 h 653"/>
                  <a:gd name="T108" fmla="*/ 617 w 696"/>
                  <a:gd name="T109" fmla="*/ 643 h 653"/>
                  <a:gd name="T110" fmla="*/ 602 w 696"/>
                  <a:gd name="T111" fmla="*/ 653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6" h="653">
                    <a:moveTo>
                      <a:pt x="596" y="653"/>
                    </a:moveTo>
                    <a:lnTo>
                      <a:pt x="581" y="653"/>
                    </a:lnTo>
                    <a:lnTo>
                      <a:pt x="549" y="651"/>
                    </a:lnTo>
                    <a:lnTo>
                      <a:pt x="528" y="648"/>
                    </a:lnTo>
                    <a:lnTo>
                      <a:pt x="503" y="645"/>
                    </a:lnTo>
                    <a:lnTo>
                      <a:pt x="476" y="640"/>
                    </a:lnTo>
                    <a:lnTo>
                      <a:pt x="448" y="634"/>
                    </a:lnTo>
                    <a:lnTo>
                      <a:pt x="418" y="626"/>
                    </a:lnTo>
                    <a:lnTo>
                      <a:pt x="389" y="616"/>
                    </a:lnTo>
                    <a:lnTo>
                      <a:pt x="373" y="610"/>
                    </a:lnTo>
                    <a:lnTo>
                      <a:pt x="358" y="605"/>
                    </a:lnTo>
                    <a:lnTo>
                      <a:pt x="343" y="597"/>
                    </a:lnTo>
                    <a:lnTo>
                      <a:pt x="328" y="590"/>
                    </a:lnTo>
                    <a:lnTo>
                      <a:pt x="313" y="582"/>
                    </a:lnTo>
                    <a:lnTo>
                      <a:pt x="300" y="573"/>
                    </a:lnTo>
                    <a:lnTo>
                      <a:pt x="285" y="563"/>
                    </a:lnTo>
                    <a:lnTo>
                      <a:pt x="273" y="553"/>
                    </a:lnTo>
                    <a:lnTo>
                      <a:pt x="260" y="542"/>
                    </a:lnTo>
                    <a:lnTo>
                      <a:pt x="248" y="531"/>
                    </a:lnTo>
                    <a:lnTo>
                      <a:pt x="237" y="518"/>
                    </a:lnTo>
                    <a:lnTo>
                      <a:pt x="226" y="505"/>
                    </a:lnTo>
                    <a:lnTo>
                      <a:pt x="196" y="500"/>
                    </a:lnTo>
                    <a:lnTo>
                      <a:pt x="166" y="494"/>
                    </a:lnTo>
                    <a:lnTo>
                      <a:pt x="136" y="486"/>
                    </a:lnTo>
                    <a:lnTo>
                      <a:pt x="108" y="477"/>
                    </a:lnTo>
                    <a:lnTo>
                      <a:pt x="83" y="466"/>
                    </a:lnTo>
                    <a:lnTo>
                      <a:pt x="57" y="453"/>
                    </a:lnTo>
                    <a:lnTo>
                      <a:pt x="33" y="440"/>
                    </a:lnTo>
                    <a:lnTo>
                      <a:pt x="11" y="425"/>
                    </a:lnTo>
                    <a:lnTo>
                      <a:pt x="7" y="422"/>
                    </a:lnTo>
                    <a:lnTo>
                      <a:pt x="4" y="417"/>
                    </a:lnTo>
                    <a:lnTo>
                      <a:pt x="2" y="413"/>
                    </a:lnTo>
                    <a:lnTo>
                      <a:pt x="1" y="408"/>
                    </a:lnTo>
                    <a:lnTo>
                      <a:pt x="0" y="403"/>
                    </a:lnTo>
                    <a:lnTo>
                      <a:pt x="1" y="397"/>
                    </a:lnTo>
                    <a:lnTo>
                      <a:pt x="3" y="393"/>
                    </a:lnTo>
                    <a:lnTo>
                      <a:pt x="5" y="388"/>
                    </a:lnTo>
                    <a:lnTo>
                      <a:pt x="9" y="384"/>
                    </a:lnTo>
                    <a:lnTo>
                      <a:pt x="13" y="380"/>
                    </a:lnTo>
                    <a:lnTo>
                      <a:pt x="18" y="378"/>
                    </a:lnTo>
                    <a:lnTo>
                      <a:pt x="23" y="377"/>
                    </a:lnTo>
                    <a:lnTo>
                      <a:pt x="28" y="377"/>
                    </a:lnTo>
                    <a:lnTo>
                      <a:pt x="33" y="377"/>
                    </a:lnTo>
                    <a:lnTo>
                      <a:pt x="38" y="379"/>
                    </a:lnTo>
                    <a:lnTo>
                      <a:pt x="42" y="381"/>
                    </a:lnTo>
                    <a:lnTo>
                      <a:pt x="62" y="395"/>
                    </a:lnTo>
                    <a:lnTo>
                      <a:pt x="85" y="407"/>
                    </a:lnTo>
                    <a:lnTo>
                      <a:pt x="108" y="418"/>
                    </a:lnTo>
                    <a:lnTo>
                      <a:pt x="133" y="429"/>
                    </a:lnTo>
                    <a:lnTo>
                      <a:pt x="160" y="436"/>
                    </a:lnTo>
                    <a:lnTo>
                      <a:pt x="187" y="443"/>
                    </a:lnTo>
                    <a:lnTo>
                      <a:pt x="215" y="449"/>
                    </a:lnTo>
                    <a:lnTo>
                      <a:pt x="244" y="453"/>
                    </a:lnTo>
                    <a:lnTo>
                      <a:pt x="250" y="454"/>
                    </a:lnTo>
                    <a:lnTo>
                      <a:pt x="255" y="457"/>
                    </a:lnTo>
                    <a:lnTo>
                      <a:pt x="260" y="460"/>
                    </a:lnTo>
                    <a:lnTo>
                      <a:pt x="263" y="464"/>
                    </a:lnTo>
                    <a:lnTo>
                      <a:pt x="273" y="478"/>
                    </a:lnTo>
                    <a:lnTo>
                      <a:pt x="284" y="490"/>
                    </a:lnTo>
                    <a:lnTo>
                      <a:pt x="296" y="501"/>
                    </a:lnTo>
                    <a:lnTo>
                      <a:pt x="308" y="513"/>
                    </a:lnTo>
                    <a:lnTo>
                      <a:pt x="320" y="523"/>
                    </a:lnTo>
                    <a:lnTo>
                      <a:pt x="334" y="532"/>
                    </a:lnTo>
                    <a:lnTo>
                      <a:pt x="348" y="540"/>
                    </a:lnTo>
                    <a:lnTo>
                      <a:pt x="363" y="547"/>
                    </a:lnTo>
                    <a:lnTo>
                      <a:pt x="377" y="554"/>
                    </a:lnTo>
                    <a:lnTo>
                      <a:pt x="393" y="561"/>
                    </a:lnTo>
                    <a:lnTo>
                      <a:pt x="408" y="566"/>
                    </a:lnTo>
                    <a:lnTo>
                      <a:pt x="423" y="571"/>
                    </a:lnTo>
                    <a:lnTo>
                      <a:pt x="454" y="580"/>
                    </a:lnTo>
                    <a:lnTo>
                      <a:pt x="483" y="587"/>
                    </a:lnTo>
                    <a:lnTo>
                      <a:pt x="472" y="573"/>
                    </a:lnTo>
                    <a:lnTo>
                      <a:pt x="461" y="559"/>
                    </a:lnTo>
                    <a:lnTo>
                      <a:pt x="451" y="544"/>
                    </a:lnTo>
                    <a:lnTo>
                      <a:pt x="444" y="529"/>
                    </a:lnTo>
                    <a:lnTo>
                      <a:pt x="429" y="501"/>
                    </a:lnTo>
                    <a:lnTo>
                      <a:pt x="418" y="476"/>
                    </a:lnTo>
                    <a:lnTo>
                      <a:pt x="417" y="470"/>
                    </a:lnTo>
                    <a:lnTo>
                      <a:pt x="417" y="464"/>
                    </a:lnTo>
                    <a:lnTo>
                      <a:pt x="418" y="459"/>
                    </a:lnTo>
                    <a:lnTo>
                      <a:pt x="419" y="453"/>
                    </a:lnTo>
                    <a:lnTo>
                      <a:pt x="422" y="449"/>
                    </a:lnTo>
                    <a:lnTo>
                      <a:pt x="427" y="444"/>
                    </a:lnTo>
                    <a:lnTo>
                      <a:pt x="431" y="442"/>
                    </a:lnTo>
                    <a:lnTo>
                      <a:pt x="437" y="440"/>
                    </a:lnTo>
                    <a:lnTo>
                      <a:pt x="459" y="433"/>
                    </a:lnTo>
                    <a:lnTo>
                      <a:pt x="481" y="426"/>
                    </a:lnTo>
                    <a:lnTo>
                      <a:pt x="501" y="417"/>
                    </a:lnTo>
                    <a:lnTo>
                      <a:pt x="521" y="408"/>
                    </a:lnTo>
                    <a:lnTo>
                      <a:pt x="539" y="398"/>
                    </a:lnTo>
                    <a:lnTo>
                      <a:pt x="556" y="388"/>
                    </a:lnTo>
                    <a:lnTo>
                      <a:pt x="571" y="377"/>
                    </a:lnTo>
                    <a:lnTo>
                      <a:pt x="586" y="365"/>
                    </a:lnTo>
                    <a:lnTo>
                      <a:pt x="598" y="352"/>
                    </a:lnTo>
                    <a:lnTo>
                      <a:pt x="609" y="340"/>
                    </a:lnTo>
                    <a:lnTo>
                      <a:pt x="620" y="327"/>
                    </a:lnTo>
                    <a:lnTo>
                      <a:pt x="627" y="313"/>
                    </a:lnTo>
                    <a:lnTo>
                      <a:pt x="634" y="299"/>
                    </a:lnTo>
                    <a:lnTo>
                      <a:pt x="639" y="284"/>
                    </a:lnTo>
                    <a:lnTo>
                      <a:pt x="642" y="269"/>
                    </a:lnTo>
                    <a:lnTo>
                      <a:pt x="642" y="255"/>
                    </a:lnTo>
                    <a:lnTo>
                      <a:pt x="642" y="245"/>
                    </a:lnTo>
                    <a:lnTo>
                      <a:pt x="641" y="235"/>
                    </a:lnTo>
                    <a:lnTo>
                      <a:pt x="639" y="225"/>
                    </a:lnTo>
                    <a:lnTo>
                      <a:pt x="635" y="214"/>
                    </a:lnTo>
                    <a:lnTo>
                      <a:pt x="632" y="205"/>
                    </a:lnTo>
                    <a:lnTo>
                      <a:pt x="627" y="195"/>
                    </a:lnTo>
                    <a:lnTo>
                      <a:pt x="622" y="186"/>
                    </a:lnTo>
                    <a:lnTo>
                      <a:pt x="615" y="177"/>
                    </a:lnTo>
                    <a:lnTo>
                      <a:pt x="608" y="168"/>
                    </a:lnTo>
                    <a:lnTo>
                      <a:pt x="600" y="159"/>
                    </a:lnTo>
                    <a:lnTo>
                      <a:pt x="593" y="152"/>
                    </a:lnTo>
                    <a:lnTo>
                      <a:pt x="584" y="144"/>
                    </a:lnTo>
                    <a:lnTo>
                      <a:pt x="575" y="136"/>
                    </a:lnTo>
                    <a:lnTo>
                      <a:pt x="563" y="128"/>
                    </a:lnTo>
                    <a:lnTo>
                      <a:pt x="553" y="120"/>
                    </a:lnTo>
                    <a:lnTo>
                      <a:pt x="542" y="114"/>
                    </a:lnTo>
                    <a:lnTo>
                      <a:pt x="518" y="100"/>
                    </a:lnTo>
                    <a:lnTo>
                      <a:pt x="492" y="89"/>
                    </a:lnTo>
                    <a:lnTo>
                      <a:pt x="464" y="79"/>
                    </a:lnTo>
                    <a:lnTo>
                      <a:pt x="435" y="70"/>
                    </a:lnTo>
                    <a:lnTo>
                      <a:pt x="403" y="63"/>
                    </a:lnTo>
                    <a:lnTo>
                      <a:pt x="371" y="57"/>
                    </a:lnTo>
                    <a:lnTo>
                      <a:pt x="338" y="55"/>
                    </a:lnTo>
                    <a:lnTo>
                      <a:pt x="303" y="54"/>
                    </a:lnTo>
                    <a:lnTo>
                      <a:pt x="278" y="54"/>
                    </a:lnTo>
                    <a:lnTo>
                      <a:pt x="253" y="56"/>
                    </a:lnTo>
                    <a:lnTo>
                      <a:pt x="227" y="59"/>
                    </a:lnTo>
                    <a:lnTo>
                      <a:pt x="203" y="63"/>
                    </a:lnTo>
                    <a:lnTo>
                      <a:pt x="197" y="63"/>
                    </a:lnTo>
                    <a:lnTo>
                      <a:pt x="192" y="63"/>
                    </a:lnTo>
                    <a:lnTo>
                      <a:pt x="187" y="61"/>
                    </a:lnTo>
                    <a:lnTo>
                      <a:pt x="182" y="59"/>
                    </a:lnTo>
                    <a:lnTo>
                      <a:pt x="179" y="55"/>
                    </a:lnTo>
                    <a:lnTo>
                      <a:pt x="176" y="52"/>
                    </a:lnTo>
                    <a:lnTo>
                      <a:pt x="173" y="46"/>
                    </a:lnTo>
                    <a:lnTo>
                      <a:pt x="171" y="42"/>
                    </a:lnTo>
                    <a:lnTo>
                      <a:pt x="171" y="36"/>
                    </a:lnTo>
                    <a:lnTo>
                      <a:pt x="171" y="31"/>
                    </a:lnTo>
                    <a:lnTo>
                      <a:pt x="173" y="26"/>
                    </a:lnTo>
                    <a:lnTo>
                      <a:pt x="176" y="22"/>
                    </a:lnTo>
                    <a:lnTo>
                      <a:pt x="179" y="17"/>
                    </a:lnTo>
                    <a:lnTo>
                      <a:pt x="183" y="14"/>
                    </a:lnTo>
                    <a:lnTo>
                      <a:pt x="188" y="11"/>
                    </a:lnTo>
                    <a:lnTo>
                      <a:pt x="192" y="10"/>
                    </a:lnTo>
                    <a:lnTo>
                      <a:pt x="220" y="6"/>
                    </a:lnTo>
                    <a:lnTo>
                      <a:pt x="247" y="3"/>
                    </a:lnTo>
                    <a:lnTo>
                      <a:pt x="275" y="0"/>
                    </a:lnTo>
                    <a:lnTo>
                      <a:pt x="303" y="0"/>
                    </a:lnTo>
                    <a:lnTo>
                      <a:pt x="325" y="0"/>
                    </a:lnTo>
                    <a:lnTo>
                      <a:pt x="345" y="1"/>
                    </a:lnTo>
                    <a:lnTo>
                      <a:pt x="364" y="3"/>
                    </a:lnTo>
                    <a:lnTo>
                      <a:pt x="384" y="5"/>
                    </a:lnTo>
                    <a:lnTo>
                      <a:pt x="403" y="8"/>
                    </a:lnTo>
                    <a:lnTo>
                      <a:pt x="422" y="11"/>
                    </a:lnTo>
                    <a:lnTo>
                      <a:pt x="440" y="15"/>
                    </a:lnTo>
                    <a:lnTo>
                      <a:pt x="458" y="19"/>
                    </a:lnTo>
                    <a:lnTo>
                      <a:pt x="475" y="25"/>
                    </a:lnTo>
                    <a:lnTo>
                      <a:pt x="492" y="31"/>
                    </a:lnTo>
                    <a:lnTo>
                      <a:pt x="509" y="36"/>
                    </a:lnTo>
                    <a:lnTo>
                      <a:pt x="524" y="43"/>
                    </a:lnTo>
                    <a:lnTo>
                      <a:pt x="540" y="50"/>
                    </a:lnTo>
                    <a:lnTo>
                      <a:pt x="554" y="57"/>
                    </a:lnTo>
                    <a:lnTo>
                      <a:pt x="569" y="65"/>
                    </a:lnTo>
                    <a:lnTo>
                      <a:pt x="583" y="74"/>
                    </a:lnTo>
                    <a:lnTo>
                      <a:pt x="595" y="82"/>
                    </a:lnTo>
                    <a:lnTo>
                      <a:pt x="607" y="92"/>
                    </a:lnTo>
                    <a:lnTo>
                      <a:pt x="620" y="101"/>
                    </a:lnTo>
                    <a:lnTo>
                      <a:pt x="630" y="111"/>
                    </a:lnTo>
                    <a:lnTo>
                      <a:pt x="640" y="121"/>
                    </a:lnTo>
                    <a:lnTo>
                      <a:pt x="650" y="133"/>
                    </a:lnTo>
                    <a:lnTo>
                      <a:pt x="658" y="144"/>
                    </a:lnTo>
                    <a:lnTo>
                      <a:pt x="665" y="155"/>
                    </a:lnTo>
                    <a:lnTo>
                      <a:pt x="672" y="166"/>
                    </a:lnTo>
                    <a:lnTo>
                      <a:pt x="679" y="179"/>
                    </a:lnTo>
                    <a:lnTo>
                      <a:pt x="683" y="191"/>
                    </a:lnTo>
                    <a:lnTo>
                      <a:pt x="688" y="203"/>
                    </a:lnTo>
                    <a:lnTo>
                      <a:pt x="691" y="216"/>
                    </a:lnTo>
                    <a:lnTo>
                      <a:pt x="695" y="229"/>
                    </a:lnTo>
                    <a:lnTo>
                      <a:pt x="696" y="241"/>
                    </a:lnTo>
                    <a:lnTo>
                      <a:pt x="696" y="255"/>
                    </a:lnTo>
                    <a:lnTo>
                      <a:pt x="695" y="273"/>
                    </a:lnTo>
                    <a:lnTo>
                      <a:pt x="692" y="291"/>
                    </a:lnTo>
                    <a:lnTo>
                      <a:pt x="688" y="309"/>
                    </a:lnTo>
                    <a:lnTo>
                      <a:pt x="681" y="327"/>
                    </a:lnTo>
                    <a:lnTo>
                      <a:pt x="672" y="342"/>
                    </a:lnTo>
                    <a:lnTo>
                      <a:pt x="662" y="359"/>
                    </a:lnTo>
                    <a:lnTo>
                      <a:pt x="651" y="375"/>
                    </a:lnTo>
                    <a:lnTo>
                      <a:pt x="637" y="389"/>
                    </a:lnTo>
                    <a:lnTo>
                      <a:pt x="623" y="404"/>
                    </a:lnTo>
                    <a:lnTo>
                      <a:pt x="606" y="418"/>
                    </a:lnTo>
                    <a:lnTo>
                      <a:pt x="588" y="431"/>
                    </a:lnTo>
                    <a:lnTo>
                      <a:pt x="569" y="443"/>
                    </a:lnTo>
                    <a:lnTo>
                      <a:pt x="549" y="454"/>
                    </a:lnTo>
                    <a:lnTo>
                      <a:pt x="528" y="466"/>
                    </a:lnTo>
                    <a:lnTo>
                      <a:pt x="504" y="475"/>
                    </a:lnTo>
                    <a:lnTo>
                      <a:pt x="479" y="484"/>
                    </a:lnTo>
                    <a:lnTo>
                      <a:pt x="488" y="501"/>
                    </a:lnTo>
                    <a:lnTo>
                      <a:pt x="500" y="519"/>
                    </a:lnTo>
                    <a:lnTo>
                      <a:pt x="512" y="537"/>
                    </a:lnTo>
                    <a:lnTo>
                      <a:pt x="526" y="555"/>
                    </a:lnTo>
                    <a:lnTo>
                      <a:pt x="534" y="563"/>
                    </a:lnTo>
                    <a:lnTo>
                      <a:pt x="542" y="571"/>
                    </a:lnTo>
                    <a:lnTo>
                      <a:pt x="551" y="578"/>
                    </a:lnTo>
                    <a:lnTo>
                      <a:pt x="560" y="583"/>
                    </a:lnTo>
                    <a:lnTo>
                      <a:pt x="570" y="589"/>
                    </a:lnTo>
                    <a:lnTo>
                      <a:pt x="580" y="593"/>
                    </a:lnTo>
                    <a:lnTo>
                      <a:pt x="590" y="598"/>
                    </a:lnTo>
                    <a:lnTo>
                      <a:pt x="602" y="600"/>
                    </a:lnTo>
                    <a:lnTo>
                      <a:pt x="606" y="601"/>
                    </a:lnTo>
                    <a:lnTo>
                      <a:pt x="611" y="603"/>
                    </a:lnTo>
                    <a:lnTo>
                      <a:pt x="615" y="607"/>
                    </a:lnTo>
                    <a:lnTo>
                      <a:pt x="618" y="610"/>
                    </a:lnTo>
                    <a:lnTo>
                      <a:pt x="621" y="615"/>
                    </a:lnTo>
                    <a:lnTo>
                      <a:pt x="622" y="619"/>
                    </a:lnTo>
                    <a:lnTo>
                      <a:pt x="623" y="624"/>
                    </a:lnTo>
                    <a:lnTo>
                      <a:pt x="623" y="629"/>
                    </a:lnTo>
                    <a:lnTo>
                      <a:pt x="622" y="634"/>
                    </a:lnTo>
                    <a:lnTo>
                      <a:pt x="621" y="638"/>
                    </a:lnTo>
                    <a:lnTo>
                      <a:pt x="617" y="643"/>
                    </a:lnTo>
                    <a:lnTo>
                      <a:pt x="615" y="646"/>
                    </a:lnTo>
                    <a:lnTo>
                      <a:pt x="611" y="649"/>
                    </a:lnTo>
                    <a:lnTo>
                      <a:pt x="606" y="652"/>
                    </a:lnTo>
                    <a:lnTo>
                      <a:pt x="602" y="653"/>
                    </a:lnTo>
                    <a:lnTo>
                      <a:pt x="596" y="6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16"/>
              <p:cNvSpPr>
                <a:spLocks/>
              </p:cNvSpPr>
              <p:nvPr/>
            </p:nvSpPr>
            <p:spPr bwMode="auto">
              <a:xfrm>
                <a:off x="4872038" y="3278188"/>
                <a:ext cx="20638" cy="20638"/>
              </a:xfrm>
              <a:custGeom>
                <a:avLst/>
                <a:gdLst>
                  <a:gd name="T0" fmla="*/ 27 w 54"/>
                  <a:gd name="T1" fmla="*/ 54 h 54"/>
                  <a:gd name="T2" fmla="*/ 21 w 54"/>
                  <a:gd name="T3" fmla="*/ 53 h 54"/>
                  <a:gd name="T4" fmla="*/ 16 w 54"/>
                  <a:gd name="T5" fmla="*/ 52 h 54"/>
                  <a:gd name="T6" fmla="*/ 11 w 54"/>
                  <a:gd name="T7" fmla="*/ 50 h 54"/>
                  <a:gd name="T8" fmla="*/ 8 w 54"/>
                  <a:gd name="T9" fmla="*/ 46 h 54"/>
                  <a:gd name="T10" fmla="*/ 4 w 54"/>
                  <a:gd name="T11" fmla="*/ 42 h 54"/>
                  <a:gd name="T12" fmla="*/ 1 w 54"/>
                  <a:gd name="T13" fmla="*/ 37 h 54"/>
                  <a:gd name="T14" fmla="*/ 0 w 54"/>
                  <a:gd name="T15" fmla="*/ 33 h 54"/>
                  <a:gd name="T16" fmla="*/ 0 w 54"/>
                  <a:gd name="T17" fmla="*/ 27 h 54"/>
                  <a:gd name="T18" fmla="*/ 0 w 54"/>
                  <a:gd name="T19" fmla="*/ 22 h 54"/>
                  <a:gd name="T20" fmla="*/ 1 w 54"/>
                  <a:gd name="T21" fmla="*/ 17 h 54"/>
                  <a:gd name="T22" fmla="*/ 4 w 54"/>
                  <a:gd name="T23" fmla="*/ 13 h 54"/>
                  <a:gd name="T24" fmla="*/ 8 w 54"/>
                  <a:gd name="T25" fmla="*/ 8 h 54"/>
                  <a:gd name="T26" fmla="*/ 11 w 54"/>
                  <a:gd name="T27" fmla="*/ 5 h 54"/>
                  <a:gd name="T28" fmla="*/ 16 w 54"/>
                  <a:gd name="T29" fmla="*/ 3 h 54"/>
                  <a:gd name="T30" fmla="*/ 21 w 54"/>
                  <a:gd name="T31" fmla="*/ 2 h 54"/>
                  <a:gd name="T32" fmla="*/ 26 w 54"/>
                  <a:gd name="T33" fmla="*/ 0 h 54"/>
                  <a:gd name="T34" fmla="*/ 31 w 54"/>
                  <a:gd name="T35" fmla="*/ 2 h 54"/>
                  <a:gd name="T36" fmla="*/ 37 w 54"/>
                  <a:gd name="T37" fmla="*/ 3 h 54"/>
                  <a:gd name="T38" fmla="*/ 41 w 54"/>
                  <a:gd name="T39" fmla="*/ 5 h 54"/>
                  <a:gd name="T40" fmla="*/ 46 w 54"/>
                  <a:gd name="T41" fmla="*/ 8 h 54"/>
                  <a:gd name="T42" fmla="*/ 49 w 54"/>
                  <a:gd name="T43" fmla="*/ 13 h 54"/>
                  <a:gd name="T44" fmla="*/ 52 w 54"/>
                  <a:gd name="T45" fmla="*/ 17 h 54"/>
                  <a:gd name="T46" fmla="*/ 53 w 54"/>
                  <a:gd name="T47" fmla="*/ 22 h 54"/>
                  <a:gd name="T48" fmla="*/ 54 w 54"/>
                  <a:gd name="T49" fmla="*/ 27 h 54"/>
                  <a:gd name="T50" fmla="*/ 53 w 54"/>
                  <a:gd name="T51" fmla="*/ 33 h 54"/>
                  <a:gd name="T52" fmla="*/ 52 w 54"/>
                  <a:gd name="T53" fmla="*/ 37 h 54"/>
                  <a:gd name="T54" fmla="*/ 49 w 54"/>
                  <a:gd name="T55" fmla="*/ 42 h 54"/>
                  <a:gd name="T56" fmla="*/ 46 w 54"/>
                  <a:gd name="T57" fmla="*/ 46 h 54"/>
                  <a:gd name="T58" fmla="*/ 41 w 54"/>
                  <a:gd name="T59" fmla="*/ 50 h 54"/>
                  <a:gd name="T60" fmla="*/ 37 w 54"/>
                  <a:gd name="T61" fmla="*/ 52 h 54"/>
                  <a:gd name="T62" fmla="*/ 31 w 54"/>
                  <a:gd name="T63" fmla="*/ 53 h 54"/>
                  <a:gd name="T64" fmla="*/ 27 w 54"/>
                  <a:gd name="T6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4" h="54">
                    <a:moveTo>
                      <a:pt x="27" y="54"/>
                    </a:moveTo>
                    <a:lnTo>
                      <a:pt x="21" y="53"/>
                    </a:lnTo>
                    <a:lnTo>
                      <a:pt x="16" y="52"/>
                    </a:lnTo>
                    <a:lnTo>
                      <a:pt x="11" y="50"/>
                    </a:lnTo>
                    <a:lnTo>
                      <a:pt x="8" y="46"/>
                    </a:lnTo>
                    <a:lnTo>
                      <a:pt x="4" y="42"/>
                    </a:lnTo>
                    <a:lnTo>
                      <a:pt x="1" y="37"/>
                    </a:lnTo>
                    <a:lnTo>
                      <a:pt x="0" y="33"/>
                    </a:lnTo>
                    <a:lnTo>
                      <a:pt x="0" y="27"/>
                    </a:lnTo>
                    <a:lnTo>
                      <a:pt x="0" y="22"/>
                    </a:lnTo>
                    <a:lnTo>
                      <a:pt x="1" y="17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6" y="3"/>
                    </a:lnTo>
                    <a:lnTo>
                      <a:pt x="21" y="2"/>
                    </a:lnTo>
                    <a:lnTo>
                      <a:pt x="26" y="0"/>
                    </a:lnTo>
                    <a:lnTo>
                      <a:pt x="31" y="2"/>
                    </a:lnTo>
                    <a:lnTo>
                      <a:pt x="37" y="3"/>
                    </a:lnTo>
                    <a:lnTo>
                      <a:pt x="41" y="5"/>
                    </a:lnTo>
                    <a:lnTo>
                      <a:pt x="46" y="8"/>
                    </a:lnTo>
                    <a:lnTo>
                      <a:pt x="49" y="13"/>
                    </a:lnTo>
                    <a:lnTo>
                      <a:pt x="52" y="17"/>
                    </a:lnTo>
                    <a:lnTo>
                      <a:pt x="53" y="22"/>
                    </a:lnTo>
                    <a:lnTo>
                      <a:pt x="54" y="27"/>
                    </a:lnTo>
                    <a:lnTo>
                      <a:pt x="53" y="33"/>
                    </a:lnTo>
                    <a:lnTo>
                      <a:pt x="52" y="37"/>
                    </a:lnTo>
                    <a:lnTo>
                      <a:pt x="49" y="42"/>
                    </a:lnTo>
                    <a:lnTo>
                      <a:pt x="46" y="46"/>
                    </a:lnTo>
                    <a:lnTo>
                      <a:pt x="41" y="50"/>
                    </a:lnTo>
                    <a:lnTo>
                      <a:pt x="37" y="52"/>
                    </a:lnTo>
                    <a:lnTo>
                      <a:pt x="31" y="53"/>
                    </a:lnTo>
                    <a:lnTo>
                      <a:pt x="27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17"/>
              <p:cNvSpPr>
                <a:spLocks/>
              </p:cNvSpPr>
              <p:nvPr/>
            </p:nvSpPr>
            <p:spPr bwMode="auto">
              <a:xfrm>
                <a:off x="4926013" y="3278188"/>
                <a:ext cx="22225" cy="20638"/>
              </a:xfrm>
              <a:custGeom>
                <a:avLst/>
                <a:gdLst>
                  <a:gd name="T0" fmla="*/ 27 w 54"/>
                  <a:gd name="T1" fmla="*/ 54 h 54"/>
                  <a:gd name="T2" fmla="*/ 21 w 54"/>
                  <a:gd name="T3" fmla="*/ 53 h 54"/>
                  <a:gd name="T4" fmla="*/ 17 w 54"/>
                  <a:gd name="T5" fmla="*/ 52 h 54"/>
                  <a:gd name="T6" fmla="*/ 12 w 54"/>
                  <a:gd name="T7" fmla="*/ 50 h 54"/>
                  <a:gd name="T8" fmla="*/ 8 w 54"/>
                  <a:gd name="T9" fmla="*/ 46 h 54"/>
                  <a:gd name="T10" fmla="*/ 4 w 54"/>
                  <a:gd name="T11" fmla="*/ 42 h 54"/>
                  <a:gd name="T12" fmla="*/ 2 w 54"/>
                  <a:gd name="T13" fmla="*/ 37 h 54"/>
                  <a:gd name="T14" fmla="*/ 1 w 54"/>
                  <a:gd name="T15" fmla="*/ 33 h 54"/>
                  <a:gd name="T16" fmla="*/ 0 w 54"/>
                  <a:gd name="T17" fmla="*/ 27 h 54"/>
                  <a:gd name="T18" fmla="*/ 1 w 54"/>
                  <a:gd name="T19" fmla="*/ 22 h 54"/>
                  <a:gd name="T20" fmla="*/ 2 w 54"/>
                  <a:gd name="T21" fmla="*/ 17 h 54"/>
                  <a:gd name="T22" fmla="*/ 4 w 54"/>
                  <a:gd name="T23" fmla="*/ 13 h 54"/>
                  <a:gd name="T24" fmla="*/ 8 w 54"/>
                  <a:gd name="T25" fmla="*/ 8 h 54"/>
                  <a:gd name="T26" fmla="*/ 12 w 54"/>
                  <a:gd name="T27" fmla="*/ 5 h 54"/>
                  <a:gd name="T28" fmla="*/ 17 w 54"/>
                  <a:gd name="T29" fmla="*/ 3 h 54"/>
                  <a:gd name="T30" fmla="*/ 22 w 54"/>
                  <a:gd name="T31" fmla="*/ 2 h 54"/>
                  <a:gd name="T32" fmla="*/ 27 w 54"/>
                  <a:gd name="T33" fmla="*/ 0 h 54"/>
                  <a:gd name="T34" fmla="*/ 32 w 54"/>
                  <a:gd name="T35" fmla="*/ 2 h 54"/>
                  <a:gd name="T36" fmla="*/ 37 w 54"/>
                  <a:gd name="T37" fmla="*/ 3 h 54"/>
                  <a:gd name="T38" fmla="*/ 41 w 54"/>
                  <a:gd name="T39" fmla="*/ 5 h 54"/>
                  <a:gd name="T40" fmla="*/ 46 w 54"/>
                  <a:gd name="T41" fmla="*/ 8 h 54"/>
                  <a:gd name="T42" fmla="*/ 49 w 54"/>
                  <a:gd name="T43" fmla="*/ 13 h 54"/>
                  <a:gd name="T44" fmla="*/ 51 w 54"/>
                  <a:gd name="T45" fmla="*/ 17 h 54"/>
                  <a:gd name="T46" fmla="*/ 54 w 54"/>
                  <a:gd name="T47" fmla="*/ 22 h 54"/>
                  <a:gd name="T48" fmla="*/ 54 w 54"/>
                  <a:gd name="T49" fmla="*/ 27 h 54"/>
                  <a:gd name="T50" fmla="*/ 54 w 54"/>
                  <a:gd name="T51" fmla="*/ 33 h 54"/>
                  <a:gd name="T52" fmla="*/ 51 w 54"/>
                  <a:gd name="T53" fmla="*/ 37 h 54"/>
                  <a:gd name="T54" fmla="*/ 49 w 54"/>
                  <a:gd name="T55" fmla="*/ 42 h 54"/>
                  <a:gd name="T56" fmla="*/ 46 w 54"/>
                  <a:gd name="T57" fmla="*/ 46 h 54"/>
                  <a:gd name="T58" fmla="*/ 41 w 54"/>
                  <a:gd name="T59" fmla="*/ 50 h 54"/>
                  <a:gd name="T60" fmla="*/ 37 w 54"/>
                  <a:gd name="T61" fmla="*/ 52 h 54"/>
                  <a:gd name="T62" fmla="*/ 32 w 54"/>
                  <a:gd name="T63" fmla="*/ 53 h 54"/>
                  <a:gd name="T64" fmla="*/ 27 w 54"/>
                  <a:gd name="T6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4" h="54">
                    <a:moveTo>
                      <a:pt x="27" y="54"/>
                    </a:moveTo>
                    <a:lnTo>
                      <a:pt x="21" y="53"/>
                    </a:lnTo>
                    <a:lnTo>
                      <a:pt x="17" y="52"/>
                    </a:lnTo>
                    <a:lnTo>
                      <a:pt x="12" y="50"/>
                    </a:lnTo>
                    <a:lnTo>
                      <a:pt x="8" y="46"/>
                    </a:lnTo>
                    <a:lnTo>
                      <a:pt x="4" y="42"/>
                    </a:lnTo>
                    <a:lnTo>
                      <a:pt x="2" y="37"/>
                    </a:lnTo>
                    <a:lnTo>
                      <a:pt x="1" y="33"/>
                    </a:lnTo>
                    <a:lnTo>
                      <a:pt x="0" y="27"/>
                    </a:lnTo>
                    <a:lnTo>
                      <a:pt x="1" y="22"/>
                    </a:lnTo>
                    <a:lnTo>
                      <a:pt x="2" y="17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12" y="5"/>
                    </a:lnTo>
                    <a:lnTo>
                      <a:pt x="17" y="3"/>
                    </a:lnTo>
                    <a:lnTo>
                      <a:pt x="22" y="2"/>
                    </a:lnTo>
                    <a:lnTo>
                      <a:pt x="27" y="0"/>
                    </a:lnTo>
                    <a:lnTo>
                      <a:pt x="32" y="2"/>
                    </a:lnTo>
                    <a:lnTo>
                      <a:pt x="37" y="3"/>
                    </a:lnTo>
                    <a:lnTo>
                      <a:pt x="41" y="5"/>
                    </a:lnTo>
                    <a:lnTo>
                      <a:pt x="46" y="8"/>
                    </a:lnTo>
                    <a:lnTo>
                      <a:pt x="49" y="13"/>
                    </a:lnTo>
                    <a:lnTo>
                      <a:pt x="51" y="17"/>
                    </a:lnTo>
                    <a:lnTo>
                      <a:pt x="54" y="22"/>
                    </a:lnTo>
                    <a:lnTo>
                      <a:pt x="54" y="27"/>
                    </a:lnTo>
                    <a:lnTo>
                      <a:pt x="54" y="33"/>
                    </a:lnTo>
                    <a:lnTo>
                      <a:pt x="51" y="37"/>
                    </a:lnTo>
                    <a:lnTo>
                      <a:pt x="49" y="42"/>
                    </a:lnTo>
                    <a:lnTo>
                      <a:pt x="46" y="46"/>
                    </a:lnTo>
                    <a:lnTo>
                      <a:pt x="41" y="50"/>
                    </a:lnTo>
                    <a:lnTo>
                      <a:pt x="37" y="52"/>
                    </a:lnTo>
                    <a:lnTo>
                      <a:pt x="32" y="53"/>
                    </a:lnTo>
                    <a:lnTo>
                      <a:pt x="27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118"/>
              <p:cNvSpPr>
                <a:spLocks/>
              </p:cNvSpPr>
              <p:nvPr/>
            </p:nvSpPr>
            <p:spPr bwMode="auto">
              <a:xfrm>
                <a:off x="4981575" y="3278188"/>
                <a:ext cx="20638" cy="20638"/>
              </a:xfrm>
              <a:custGeom>
                <a:avLst/>
                <a:gdLst>
                  <a:gd name="T0" fmla="*/ 27 w 54"/>
                  <a:gd name="T1" fmla="*/ 54 h 54"/>
                  <a:gd name="T2" fmla="*/ 21 w 54"/>
                  <a:gd name="T3" fmla="*/ 53 h 54"/>
                  <a:gd name="T4" fmla="*/ 17 w 54"/>
                  <a:gd name="T5" fmla="*/ 52 h 54"/>
                  <a:gd name="T6" fmla="*/ 12 w 54"/>
                  <a:gd name="T7" fmla="*/ 50 h 54"/>
                  <a:gd name="T8" fmla="*/ 8 w 54"/>
                  <a:gd name="T9" fmla="*/ 46 h 54"/>
                  <a:gd name="T10" fmla="*/ 4 w 54"/>
                  <a:gd name="T11" fmla="*/ 42 h 54"/>
                  <a:gd name="T12" fmla="*/ 2 w 54"/>
                  <a:gd name="T13" fmla="*/ 37 h 54"/>
                  <a:gd name="T14" fmla="*/ 0 w 54"/>
                  <a:gd name="T15" fmla="*/ 33 h 54"/>
                  <a:gd name="T16" fmla="*/ 0 w 54"/>
                  <a:gd name="T17" fmla="*/ 27 h 54"/>
                  <a:gd name="T18" fmla="*/ 0 w 54"/>
                  <a:gd name="T19" fmla="*/ 22 h 54"/>
                  <a:gd name="T20" fmla="*/ 2 w 54"/>
                  <a:gd name="T21" fmla="*/ 17 h 54"/>
                  <a:gd name="T22" fmla="*/ 4 w 54"/>
                  <a:gd name="T23" fmla="*/ 13 h 54"/>
                  <a:gd name="T24" fmla="*/ 8 w 54"/>
                  <a:gd name="T25" fmla="*/ 8 h 54"/>
                  <a:gd name="T26" fmla="*/ 11 w 54"/>
                  <a:gd name="T27" fmla="*/ 5 h 54"/>
                  <a:gd name="T28" fmla="*/ 17 w 54"/>
                  <a:gd name="T29" fmla="*/ 3 h 54"/>
                  <a:gd name="T30" fmla="*/ 21 w 54"/>
                  <a:gd name="T31" fmla="*/ 2 h 54"/>
                  <a:gd name="T32" fmla="*/ 27 w 54"/>
                  <a:gd name="T33" fmla="*/ 0 h 54"/>
                  <a:gd name="T34" fmla="*/ 31 w 54"/>
                  <a:gd name="T35" fmla="*/ 2 h 54"/>
                  <a:gd name="T36" fmla="*/ 37 w 54"/>
                  <a:gd name="T37" fmla="*/ 3 h 54"/>
                  <a:gd name="T38" fmla="*/ 41 w 54"/>
                  <a:gd name="T39" fmla="*/ 5 h 54"/>
                  <a:gd name="T40" fmla="*/ 46 w 54"/>
                  <a:gd name="T41" fmla="*/ 8 h 54"/>
                  <a:gd name="T42" fmla="*/ 49 w 54"/>
                  <a:gd name="T43" fmla="*/ 13 h 54"/>
                  <a:gd name="T44" fmla="*/ 51 w 54"/>
                  <a:gd name="T45" fmla="*/ 17 h 54"/>
                  <a:gd name="T46" fmla="*/ 53 w 54"/>
                  <a:gd name="T47" fmla="*/ 22 h 54"/>
                  <a:gd name="T48" fmla="*/ 54 w 54"/>
                  <a:gd name="T49" fmla="*/ 27 h 54"/>
                  <a:gd name="T50" fmla="*/ 53 w 54"/>
                  <a:gd name="T51" fmla="*/ 33 h 54"/>
                  <a:gd name="T52" fmla="*/ 51 w 54"/>
                  <a:gd name="T53" fmla="*/ 37 h 54"/>
                  <a:gd name="T54" fmla="*/ 49 w 54"/>
                  <a:gd name="T55" fmla="*/ 42 h 54"/>
                  <a:gd name="T56" fmla="*/ 46 w 54"/>
                  <a:gd name="T57" fmla="*/ 46 h 54"/>
                  <a:gd name="T58" fmla="*/ 41 w 54"/>
                  <a:gd name="T59" fmla="*/ 50 h 54"/>
                  <a:gd name="T60" fmla="*/ 37 w 54"/>
                  <a:gd name="T61" fmla="*/ 52 h 54"/>
                  <a:gd name="T62" fmla="*/ 31 w 54"/>
                  <a:gd name="T63" fmla="*/ 53 h 54"/>
                  <a:gd name="T64" fmla="*/ 27 w 54"/>
                  <a:gd name="T6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4" h="54">
                    <a:moveTo>
                      <a:pt x="27" y="54"/>
                    </a:moveTo>
                    <a:lnTo>
                      <a:pt x="21" y="53"/>
                    </a:lnTo>
                    <a:lnTo>
                      <a:pt x="17" y="52"/>
                    </a:lnTo>
                    <a:lnTo>
                      <a:pt x="12" y="50"/>
                    </a:lnTo>
                    <a:lnTo>
                      <a:pt x="8" y="46"/>
                    </a:lnTo>
                    <a:lnTo>
                      <a:pt x="4" y="42"/>
                    </a:lnTo>
                    <a:lnTo>
                      <a:pt x="2" y="37"/>
                    </a:lnTo>
                    <a:lnTo>
                      <a:pt x="0" y="33"/>
                    </a:lnTo>
                    <a:lnTo>
                      <a:pt x="0" y="27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4" y="13"/>
                    </a:lnTo>
                    <a:lnTo>
                      <a:pt x="8" y="8"/>
                    </a:lnTo>
                    <a:lnTo>
                      <a:pt x="11" y="5"/>
                    </a:lnTo>
                    <a:lnTo>
                      <a:pt x="17" y="3"/>
                    </a:lnTo>
                    <a:lnTo>
                      <a:pt x="21" y="2"/>
                    </a:lnTo>
                    <a:lnTo>
                      <a:pt x="27" y="0"/>
                    </a:lnTo>
                    <a:lnTo>
                      <a:pt x="31" y="2"/>
                    </a:lnTo>
                    <a:lnTo>
                      <a:pt x="37" y="3"/>
                    </a:lnTo>
                    <a:lnTo>
                      <a:pt x="41" y="5"/>
                    </a:lnTo>
                    <a:lnTo>
                      <a:pt x="46" y="8"/>
                    </a:lnTo>
                    <a:lnTo>
                      <a:pt x="49" y="13"/>
                    </a:lnTo>
                    <a:lnTo>
                      <a:pt x="51" y="17"/>
                    </a:lnTo>
                    <a:lnTo>
                      <a:pt x="53" y="22"/>
                    </a:lnTo>
                    <a:lnTo>
                      <a:pt x="54" y="27"/>
                    </a:lnTo>
                    <a:lnTo>
                      <a:pt x="53" y="33"/>
                    </a:lnTo>
                    <a:lnTo>
                      <a:pt x="51" y="37"/>
                    </a:lnTo>
                    <a:lnTo>
                      <a:pt x="49" y="42"/>
                    </a:lnTo>
                    <a:lnTo>
                      <a:pt x="46" y="46"/>
                    </a:lnTo>
                    <a:lnTo>
                      <a:pt x="41" y="50"/>
                    </a:lnTo>
                    <a:lnTo>
                      <a:pt x="37" y="52"/>
                    </a:lnTo>
                    <a:lnTo>
                      <a:pt x="31" y="53"/>
                    </a:lnTo>
                    <a:lnTo>
                      <a:pt x="27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8" name="Oval 57"/>
            <p:cNvSpPr/>
            <p:nvPr/>
          </p:nvSpPr>
          <p:spPr>
            <a:xfrm>
              <a:off x="3463850" y="1760654"/>
              <a:ext cx="521208" cy="521208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158793" y="4603007"/>
            <a:ext cx="521208" cy="521208"/>
            <a:chOff x="5158793" y="4603007"/>
            <a:chExt cx="521208" cy="521208"/>
          </a:xfrm>
        </p:grpSpPr>
        <p:grpSp>
          <p:nvGrpSpPr>
            <p:cNvPr id="65" name="Group 64"/>
            <p:cNvGrpSpPr/>
            <p:nvPr/>
          </p:nvGrpSpPr>
          <p:grpSpPr>
            <a:xfrm>
              <a:off x="5238475" y="4689620"/>
              <a:ext cx="361844" cy="347983"/>
              <a:chOff x="2606675" y="839788"/>
              <a:chExt cx="787401" cy="757238"/>
            </a:xfrm>
            <a:solidFill>
              <a:schemeClr val="accent6"/>
            </a:solidFill>
          </p:grpSpPr>
          <p:sp>
            <p:nvSpPr>
              <p:cNvPr id="67" name="Freeform 33"/>
              <p:cNvSpPr>
                <a:spLocks noEditPoints="1"/>
              </p:cNvSpPr>
              <p:nvPr/>
            </p:nvSpPr>
            <p:spPr bwMode="auto">
              <a:xfrm>
                <a:off x="2890838" y="1146176"/>
                <a:ext cx="219075" cy="238125"/>
              </a:xfrm>
              <a:custGeom>
                <a:avLst/>
                <a:gdLst>
                  <a:gd name="T0" fmla="*/ 176 w 415"/>
                  <a:gd name="T1" fmla="*/ 56 h 451"/>
                  <a:gd name="T2" fmla="*/ 133 w 415"/>
                  <a:gd name="T3" fmla="*/ 73 h 451"/>
                  <a:gd name="T4" fmla="*/ 98 w 415"/>
                  <a:gd name="T5" fmla="*/ 104 h 451"/>
                  <a:gd name="T6" fmla="*/ 71 w 415"/>
                  <a:gd name="T7" fmla="*/ 142 h 451"/>
                  <a:gd name="T8" fmla="*/ 55 w 415"/>
                  <a:gd name="T9" fmla="*/ 191 h 451"/>
                  <a:gd name="T10" fmla="*/ 52 w 415"/>
                  <a:gd name="T11" fmla="*/ 243 h 451"/>
                  <a:gd name="T12" fmla="*/ 64 w 415"/>
                  <a:gd name="T13" fmla="*/ 294 h 451"/>
                  <a:gd name="T14" fmla="*/ 88 w 415"/>
                  <a:gd name="T15" fmla="*/ 335 h 451"/>
                  <a:gd name="T16" fmla="*/ 121 w 415"/>
                  <a:gd name="T17" fmla="*/ 370 h 451"/>
                  <a:gd name="T18" fmla="*/ 162 w 415"/>
                  <a:gd name="T19" fmla="*/ 392 h 451"/>
                  <a:gd name="T20" fmla="*/ 208 w 415"/>
                  <a:gd name="T21" fmla="*/ 399 h 451"/>
                  <a:gd name="T22" fmla="*/ 254 w 415"/>
                  <a:gd name="T23" fmla="*/ 392 h 451"/>
                  <a:gd name="T24" fmla="*/ 294 w 415"/>
                  <a:gd name="T25" fmla="*/ 370 h 451"/>
                  <a:gd name="T26" fmla="*/ 327 w 415"/>
                  <a:gd name="T27" fmla="*/ 335 h 451"/>
                  <a:gd name="T28" fmla="*/ 350 w 415"/>
                  <a:gd name="T29" fmla="*/ 294 h 451"/>
                  <a:gd name="T30" fmla="*/ 362 w 415"/>
                  <a:gd name="T31" fmla="*/ 243 h 451"/>
                  <a:gd name="T32" fmla="*/ 359 w 415"/>
                  <a:gd name="T33" fmla="*/ 191 h 451"/>
                  <a:gd name="T34" fmla="*/ 345 w 415"/>
                  <a:gd name="T35" fmla="*/ 142 h 451"/>
                  <a:gd name="T36" fmla="*/ 317 w 415"/>
                  <a:gd name="T37" fmla="*/ 104 h 451"/>
                  <a:gd name="T38" fmla="*/ 281 w 415"/>
                  <a:gd name="T39" fmla="*/ 73 h 451"/>
                  <a:gd name="T40" fmla="*/ 238 w 415"/>
                  <a:gd name="T41" fmla="*/ 56 h 451"/>
                  <a:gd name="T42" fmla="*/ 208 w 415"/>
                  <a:gd name="T43" fmla="*/ 451 h 451"/>
                  <a:gd name="T44" fmla="*/ 146 w 415"/>
                  <a:gd name="T45" fmla="*/ 440 h 451"/>
                  <a:gd name="T46" fmla="*/ 91 w 415"/>
                  <a:gd name="T47" fmla="*/ 413 h 451"/>
                  <a:gd name="T48" fmla="*/ 48 w 415"/>
                  <a:gd name="T49" fmla="*/ 368 h 451"/>
                  <a:gd name="T50" fmla="*/ 16 w 415"/>
                  <a:gd name="T51" fmla="*/ 314 h 451"/>
                  <a:gd name="T52" fmla="*/ 0 w 415"/>
                  <a:gd name="T53" fmla="*/ 249 h 451"/>
                  <a:gd name="T54" fmla="*/ 5 w 415"/>
                  <a:gd name="T55" fmla="*/ 180 h 451"/>
                  <a:gd name="T56" fmla="*/ 25 w 415"/>
                  <a:gd name="T57" fmla="*/ 118 h 451"/>
                  <a:gd name="T58" fmla="*/ 61 w 415"/>
                  <a:gd name="T59" fmla="*/ 66 h 451"/>
                  <a:gd name="T60" fmla="*/ 108 w 415"/>
                  <a:gd name="T61" fmla="*/ 27 h 451"/>
                  <a:gd name="T62" fmla="*/ 166 w 415"/>
                  <a:gd name="T63" fmla="*/ 4 h 451"/>
                  <a:gd name="T64" fmla="*/ 228 w 415"/>
                  <a:gd name="T65" fmla="*/ 1 h 451"/>
                  <a:gd name="T66" fmla="*/ 288 w 415"/>
                  <a:gd name="T67" fmla="*/ 17 h 451"/>
                  <a:gd name="T68" fmla="*/ 339 w 415"/>
                  <a:gd name="T69" fmla="*/ 52 h 451"/>
                  <a:gd name="T70" fmla="*/ 379 w 415"/>
                  <a:gd name="T71" fmla="*/ 99 h 451"/>
                  <a:gd name="T72" fmla="*/ 405 w 415"/>
                  <a:gd name="T73" fmla="*/ 158 h 451"/>
                  <a:gd name="T74" fmla="*/ 415 w 415"/>
                  <a:gd name="T75" fmla="*/ 226 h 451"/>
                  <a:gd name="T76" fmla="*/ 405 w 415"/>
                  <a:gd name="T77" fmla="*/ 292 h 451"/>
                  <a:gd name="T78" fmla="*/ 379 w 415"/>
                  <a:gd name="T79" fmla="*/ 351 h 451"/>
                  <a:gd name="T80" fmla="*/ 339 w 415"/>
                  <a:gd name="T81" fmla="*/ 400 h 451"/>
                  <a:gd name="T82" fmla="*/ 288 w 415"/>
                  <a:gd name="T83" fmla="*/ 433 h 451"/>
                  <a:gd name="T84" fmla="*/ 228 w 415"/>
                  <a:gd name="T85" fmla="*/ 451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15" h="451">
                    <a:moveTo>
                      <a:pt x="208" y="52"/>
                    </a:moveTo>
                    <a:lnTo>
                      <a:pt x="192" y="53"/>
                    </a:lnTo>
                    <a:lnTo>
                      <a:pt x="176" y="56"/>
                    </a:lnTo>
                    <a:lnTo>
                      <a:pt x="162" y="60"/>
                    </a:lnTo>
                    <a:lnTo>
                      <a:pt x="147" y="66"/>
                    </a:lnTo>
                    <a:lnTo>
                      <a:pt x="133" y="73"/>
                    </a:lnTo>
                    <a:lnTo>
                      <a:pt x="121" y="82"/>
                    </a:lnTo>
                    <a:lnTo>
                      <a:pt x="108" y="92"/>
                    </a:lnTo>
                    <a:lnTo>
                      <a:pt x="98" y="104"/>
                    </a:lnTo>
                    <a:lnTo>
                      <a:pt x="88" y="115"/>
                    </a:lnTo>
                    <a:lnTo>
                      <a:pt x="78" y="128"/>
                    </a:lnTo>
                    <a:lnTo>
                      <a:pt x="71" y="142"/>
                    </a:lnTo>
                    <a:lnTo>
                      <a:pt x="64" y="158"/>
                    </a:lnTo>
                    <a:lnTo>
                      <a:pt x="59" y="174"/>
                    </a:lnTo>
                    <a:lnTo>
                      <a:pt x="55" y="191"/>
                    </a:lnTo>
                    <a:lnTo>
                      <a:pt x="52" y="207"/>
                    </a:lnTo>
                    <a:lnTo>
                      <a:pt x="52" y="226"/>
                    </a:lnTo>
                    <a:lnTo>
                      <a:pt x="52" y="243"/>
                    </a:lnTo>
                    <a:lnTo>
                      <a:pt x="55" y="260"/>
                    </a:lnTo>
                    <a:lnTo>
                      <a:pt x="59" y="278"/>
                    </a:lnTo>
                    <a:lnTo>
                      <a:pt x="64" y="294"/>
                    </a:lnTo>
                    <a:lnTo>
                      <a:pt x="71" y="308"/>
                    </a:lnTo>
                    <a:lnTo>
                      <a:pt x="78" y="322"/>
                    </a:lnTo>
                    <a:lnTo>
                      <a:pt x="88" y="335"/>
                    </a:lnTo>
                    <a:lnTo>
                      <a:pt x="98" y="348"/>
                    </a:lnTo>
                    <a:lnTo>
                      <a:pt x="108" y="360"/>
                    </a:lnTo>
                    <a:lnTo>
                      <a:pt x="121" y="370"/>
                    </a:lnTo>
                    <a:lnTo>
                      <a:pt x="133" y="379"/>
                    </a:lnTo>
                    <a:lnTo>
                      <a:pt x="147" y="386"/>
                    </a:lnTo>
                    <a:lnTo>
                      <a:pt x="162" y="392"/>
                    </a:lnTo>
                    <a:lnTo>
                      <a:pt x="176" y="396"/>
                    </a:lnTo>
                    <a:lnTo>
                      <a:pt x="192" y="399"/>
                    </a:lnTo>
                    <a:lnTo>
                      <a:pt x="208" y="399"/>
                    </a:lnTo>
                    <a:lnTo>
                      <a:pt x="224" y="399"/>
                    </a:lnTo>
                    <a:lnTo>
                      <a:pt x="238" y="396"/>
                    </a:lnTo>
                    <a:lnTo>
                      <a:pt x="254" y="392"/>
                    </a:lnTo>
                    <a:lnTo>
                      <a:pt x="268" y="386"/>
                    </a:lnTo>
                    <a:lnTo>
                      <a:pt x="281" y="379"/>
                    </a:lnTo>
                    <a:lnTo>
                      <a:pt x="294" y="370"/>
                    </a:lnTo>
                    <a:lnTo>
                      <a:pt x="306" y="360"/>
                    </a:lnTo>
                    <a:lnTo>
                      <a:pt x="317" y="348"/>
                    </a:lnTo>
                    <a:lnTo>
                      <a:pt x="327" y="335"/>
                    </a:lnTo>
                    <a:lnTo>
                      <a:pt x="336" y="322"/>
                    </a:lnTo>
                    <a:lnTo>
                      <a:pt x="345" y="308"/>
                    </a:lnTo>
                    <a:lnTo>
                      <a:pt x="350" y="294"/>
                    </a:lnTo>
                    <a:lnTo>
                      <a:pt x="356" y="278"/>
                    </a:lnTo>
                    <a:lnTo>
                      <a:pt x="359" y="260"/>
                    </a:lnTo>
                    <a:lnTo>
                      <a:pt x="362" y="243"/>
                    </a:lnTo>
                    <a:lnTo>
                      <a:pt x="363" y="226"/>
                    </a:lnTo>
                    <a:lnTo>
                      <a:pt x="362" y="207"/>
                    </a:lnTo>
                    <a:lnTo>
                      <a:pt x="359" y="191"/>
                    </a:lnTo>
                    <a:lnTo>
                      <a:pt x="356" y="174"/>
                    </a:lnTo>
                    <a:lnTo>
                      <a:pt x="350" y="158"/>
                    </a:lnTo>
                    <a:lnTo>
                      <a:pt x="345" y="142"/>
                    </a:lnTo>
                    <a:lnTo>
                      <a:pt x="336" y="128"/>
                    </a:lnTo>
                    <a:lnTo>
                      <a:pt x="327" y="115"/>
                    </a:lnTo>
                    <a:lnTo>
                      <a:pt x="317" y="104"/>
                    </a:lnTo>
                    <a:lnTo>
                      <a:pt x="306" y="92"/>
                    </a:lnTo>
                    <a:lnTo>
                      <a:pt x="294" y="82"/>
                    </a:lnTo>
                    <a:lnTo>
                      <a:pt x="281" y="73"/>
                    </a:lnTo>
                    <a:lnTo>
                      <a:pt x="268" y="66"/>
                    </a:lnTo>
                    <a:lnTo>
                      <a:pt x="254" y="60"/>
                    </a:lnTo>
                    <a:lnTo>
                      <a:pt x="238" y="56"/>
                    </a:lnTo>
                    <a:lnTo>
                      <a:pt x="224" y="53"/>
                    </a:lnTo>
                    <a:lnTo>
                      <a:pt x="208" y="52"/>
                    </a:lnTo>
                    <a:close/>
                    <a:moveTo>
                      <a:pt x="208" y="451"/>
                    </a:moveTo>
                    <a:lnTo>
                      <a:pt x="186" y="451"/>
                    </a:lnTo>
                    <a:lnTo>
                      <a:pt x="166" y="446"/>
                    </a:lnTo>
                    <a:lnTo>
                      <a:pt x="146" y="440"/>
                    </a:lnTo>
                    <a:lnTo>
                      <a:pt x="127" y="433"/>
                    </a:lnTo>
                    <a:lnTo>
                      <a:pt x="108" y="425"/>
                    </a:lnTo>
                    <a:lnTo>
                      <a:pt x="91" y="413"/>
                    </a:lnTo>
                    <a:lnTo>
                      <a:pt x="75" y="400"/>
                    </a:lnTo>
                    <a:lnTo>
                      <a:pt x="61" y="386"/>
                    </a:lnTo>
                    <a:lnTo>
                      <a:pt x="48" y="368"/>
                    </a:lnTo>
                    <a:lnTo>
                      <a:pt x="35" y="351"/>
                    </a:lnTo>
                    <a:lnTo>
                      <a:pt x="25" y="332"/>
                    </a:lnTo>
                    <a:lnTo>
                      <a:pt x="16" y="314"/>
                    </a:lnTo>
                    <a:lnTo>
                      <a:pt x="9" y="292"/>
                    </a:lnTo>
                    <a:lnTo>
                      <a:pt x="5" y="271"/>
                    </a:lnTo>
                    <a:lnTo>
                      <a:pt x="0" y="249"/>
                    </a:lnTo>
                    <a:lnTo>
                      <a:pt x="0" y="226"/>
                    </a:lnTo>
                    <a:lnTo>
                      <a:pt x="0" y="203"/>
                    </a:lnTo>
                    <a:lnTo>
                      <a:pt x="5" y="180"/>
                    </a:lnTo>
                    <a:lnTo>
                      <a:pt x="9" y="158"/>
                    </a:lnTo>
                    <a:lnTo>
                      <a:pt x="16" y="138"/>
                    </a:lnTo>
                    <a:lnTo>
                      <a:pt x="25" y="118"/>
                    </a:lnTo>
                    <a:lnTo>
                      <a:pt x="35" y="99"/>
                    </a:lnTo>
                    <a:lnTo>
                      <a:pt x="48" y="82"/>
                    </a:lnTo>
                    <a:lnTo>
                      <a:pt x="61" y="66"/>
                    </a:lnTo>
                    <a:lnTo>
                      <a:pt x="75" y="52"/>
                    </a:lnTo>
                    <a:lnTo>
                      <a:pt x="91" y="39"/>
                    </a:lnTo>
                    <a:lnTo>
                      <a:pt x="108" y="27"/>
                    </a:lnTo>
                    <a:lnTo>
                      <a:pt x="127" y="17"/>
                    </a:lnTo>
                    <a:lnTo>
                      <a:pt x="146" y="10"/>
                    </a:lnTo>
                    <a:lnTo>
                      <a:pt x="166" y="4"/>
                    </a:lnTo>
                    <a:lnTo>
                      <a:pt x="186" y="1"/>
                    </a:lnTo>
                    <a:lnTo>
                      <a:pt x="208" y="0"/>
                    </a:lnTo>
                    <a:lnTo>
                      <a:pt x="228" y="1"/>
                    </a:lnTo>
                    <a:lnTo>
                      <a:pt x="249" y="4"/>
                    </a:lnTo>
                    <a:lnTo>
                      <a:pt x="270" y="10"/>
                    </a:lnTo>
                    <a:lnTo>
                      <a:pt x="288" y="17"/>
                    </a:lnTo>
                    <a:lnTo>
                      <a:pt x="306" y="27"/>
                    </a:lnTo>
                    <a:lnTo>
                      <a:pt x="323" y="39"/>
                    </a:lnTo>
                    <a:lnTo>
                      <a:pt x="339" y="52"/>
                    </a:lnTo>
                    <a:lnTo>
                      <a:pt x="355" y="66"/>
                    </a:lnTo>
                    <a:lnTo>
                      <a:pt x="368" y="82"/>
                    </a:lnTo>
                    <a:lnTo>
                      <a:pt x="379" y="99"/>
                    </a:lnTo>
                    <a:lnTo>
                      <a:pt x="389" y="118"/>
                    </a:lnTo>
                    <a:lnTo>
                      <a:pt x="399" y="138"/>
                    </a:lnTo>
                    <a:lnTo>
                      <a:pt x="405" y="158"/>
                    </a:lnTo>
                    <a:lnTo>
                      <a:pt x="411" y="180"/>
                    </a:lnTo>
                    <a:lnTo>
                      <a:pt x="414" y="203"/>
                    </a:lnTo>
                    <a:lnTo>
                      <a:pt x="415" y="226"/>
                    </a:lnTo>
                    <a:lnTo>
                      <a:pt x="414" y="249"/>
                    </a:lnTo>
                    <a:lnTo>
                      <a:pt x="411" y="271"/>
                    </a:lnTo>
                    <a:lnTo>
                      <a:pt x="405" y="292"/>
                    </a:lnTo>
                    <a:lnTo>
                      <a:pt x="399" y="314"/>
                    </a:lnTo>
                    <a:lnTo>
                      <a:pt x="389" y="332"/>
                    </a:lnTo>
                    <a:lnTo>
                      <a:pt x="379" y="351"/>
                    </a:lnTo>
                    <a:lnTo>
                      <a:pt x="368" y="368"/>
                    </a:lnTo>
                    <a:lnTo>
                      <a:pt x="355" y="386"/>
                    </a:lnTo>
                    <a:lnTo>
                      <a:pt x="339" y="400"/>
                    </a:lnTo>
                    <a:lnTo>
                      <a:pt x="323" y="413"/>
                    </a:lnTo>
                    <a:lnTo>
                      <a:pt x="306" y="425"/>
                    </a:lnTo>
                    <a:lnTo>
                      <a:pt x="288" y="433"/>
                    </a:lnTo>
                    <a:lnTo>
                      <a:pt x="270" y="440"/>
                    </a:lnTo>
                    <a:lnTo>
                      <a:pt x="249" y="446"/>
                    </a:lnTo>
                    <a:lnTo>
                      <a:pt x="228" y="451"/>
                    </a:lnTo>
                    <a:lnTo>
                      <a:pt x="208" y="4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4"/>
              <p:cNvSpPr>
                <a:spLocks/>
              </p:cNvSpPr>
              <p:nvPr/>
            </p:nvSpPr>
            <p:spPr bwMode="auto">
              <a:xfrm>
                <a:off x="2814638" y="1360488"/>
                <a:ext cx="373063" cy="236538"/>
              </a:xfrm>
              <a:custGeom>
                <a:avLst/>
                <a:gdLst>
                  <a:gd name="T0" fmla="*/ 0 w 706"/>
                  <a:gd name="T1" fmla="*/ 445 h 445"/>
                  <a:gd name="T2" fmla="*/ 0 w 706"/>
                  <a:gd name="T3" fmla="*/ 217 h 445"/>
                  <a:gd name="T4" fmla="*/ 7 w 706"/>
                  <a:gd name="T5" fmla="*/ 183 h 445"/>
                  <a:gd name="T6" fmla="*/ 19 w 706"/>
                  <a:gd name="T7" fmla="*/ 157 h 445"/>
                  <a:gd name="T8" fmla="*/ 34 w 706"/>
                  <a:gd name="T9" fmla="*/ 135 h 445"/>
                  <a:gd name="T10" fmla="*/ 55 w 706"/>
                  <a:gd name="T11" fmla="*/ 119 h 445"/>
                  <a:gd name="T12" fmla="*/ 79 w 706"/>
                  <a:gd name="T13" fmla="*/ 106 h 445"/>
                  <a:gd name="T14" fmla="*/ 119 w 706"/>
                  <a:gd name="T15" fmla="*/ 91 h 445"/>
                  <a:gd name="T16" fmla="*/ 161 w 706"/>
                  <a:gd name="T17" fmla="*/ 79 h 445"/>
                  <a:gd name="T18" fmla="*/ 186 w 706"/>
                  <a:gd name="T19" fmla="*/ 70 h 445"/>
                  <a:gd name="T20" fmla="*/ 209 w 706"/>
                  <a:gd name="T21" fmla="*/ 63 h 445"/>
                  <a:gd name="T22" fmla="*/ 225 w 706"/>
                  <a:gd name="T23" fmla="*/ 55 h 445"/>
                  <a:gd name="T24" fmla="*/ 242 w 706"/>
                  <a:gd name="T25" fmla="*/ 39 h 445"/>
                  <a:gd name="T26" fmla="*/ 253 w 706"/>
                  <a:gd name="T27" fmla="*/ 10 h 445"/>
                  <a:gd name="T28" fmla="*/ 305 w 706"/>
                  <a:gd name="T29" fmla="*/ 0 h 445"/>
                  <a:gd name="T30" fmla="*/ 304 w 706"/>
                  <a:gd name="T31" fmla="*/ 26 h 445"/>
                  <a:gd name="T32" fmla="*/ 289 w 706"/>
                  <a:gd name="T33" fmla="*/ 59 h 445"/>
                  <a:gd name="T34" fmla="*/ 278 w 706"/>
                  <a:gd name="T35" fmla="*/ 76 h 445"/>
                  <a:gd name="T36" fmla="*/ 262 w 706"/>
                  <a:gd name="T37" fmla="*/ 92 h 445"/>
                  <a:gd name="T38" fmla="*/ 242 w 706"/>
                  <a:gd name="T39" fmla="*/ 105 h 445"/>
                  <a:gd name="T40" fmla="*/ 216 w 706"/>
                  <a:gd name="T41" fmla="*/ 117 h 445"/>
                  <a:gd name="T42" fmla="*/ 189 w 706"/>
                  <a:gd name="T43" fmla="*/ 125 h 445"/>
                  <a:gd name="T44" fmla="*/ 164 w 706"/>
                  <a:gd name="T45" fmla="*/ 132 h 445"/>
                  <a:gd name="T46" fmla="*/ 111 w 706"/>
                  <a:gd name="T47" fmla="*/ 150 h 445"/>
                  <a:gd name="T48" fmla="*/ 91 w 706"/>
                  <a:gd name="T49" fmla="*/ 158 h 445"/>
                  <a:gd name="T50" fmla="*/ 76 w 706"/>
                  <a:gd name="T51" fmla="*/ 168 h 445"/>
                  <a:gd name="T52" fmla="*/ 65 w 706"/>
                  <a:gd name="T53" fmla="*/ 180 h 445"/>
                  <a:gd name="T54" fmla="*/ 58 w 706"/>
                  <a:gd name="T55" fmla="*/ 196 h 445"/>
                  <a:gd name="T56" fmla="*/ 53 w 706"/>
                  <a:gd name="T57" fmla="*/ 213 h 445"/>
                  <a:gd name="T58" fmla="*/ 52 w 706"/>
                  <a:gd name="T59" fmla="*/ 236 h 445"/>
                  <a:gd name="T60" fmla="*/ 652 w 706"/>
                  <a:gd name="T61" fmla="*/ 392 h 445"/>
                  <a:gd name="T62" fmla="*/ 652 w 706"/>
                  <a:gd name="T63" fmla="*/ 225 h 445"/>
                  <a:gd name="T64" fmla="*/ 649 w 706"/>
                  <a:gd name="T65" fmla="*/ 204 h 445"/>
                  <a:gd name="T66" fmla="*/ 644 w 706"/>
                  <a:gd name="T67" fmla="*/ 187 h 445"/>
                  <a:gd name="T68" fmla="*/ 635 w 706"/>
                  <a:gd name="T69" fmla="*/ 174 h 445"/>
                  <a:gd name="T70" fmla="*/ 622 w 706"/>
                  <a:gd name="T71" fmla="*/ 163 h 445"/>
                  <a:gd name="T72" fmla="*/ 605 w 706"/>
                  <a:gd name="T73" fmla="*/ 154 h 445"/>
                  <a:gd name="T74" fmla="*/ 570 w 706"/>
                  <a:gd name="T75" fmla="*/ 141 h 445"/>
                  <a:gd name="T76" fmla="*/ 528 w 706"/>
                  <a:gd name="T77" fmla="*/ 128 h 445"/>
                  <a:gd name="T78" fmla="*/ 502 w 706"/>
                  <a:gd name="T79" fmla="*/ 121 h 445"/>
                  <a:gd name="T80" fmla="*/ 475 w 706"/>
                  <a:gd name="T81" fmla="*/ 111 h 445"/>
                  <a:gd name="T82" fmla="*/ 452 w 706"/>
                  <a:gd name="T83" fmla="*/ 99 h 445"/>
                  <a:gd name="T84" fmla="*/ 435 w 706"/>
                  <a:gd name="T85" fmla="*/ 83 h 445"/>
                  <a:gd name="T86" fmla="*/ 420 w 706"/>
                  <a:gd name="T87" fmla="*/ 68 h 445"/>
                  <a:gd name="T88" fmla="*/ 406 w 706"/>
                  <a:gd name="T89" fmla="*/ 43 h 445"/>
                  <a:gd name="T90" fmla="*/ 399 w 706"/>
                  <a:gd name="T91" fmla="*/ 11 h 445"/>
                  <a:gd name="T92" fmla="*/ 451 w 706"/>
                  <a:gd name="T93" fmla="*/ 3 h 445"/>
                  <a:gd name="T94" fmla="*/ 452 w 706"/>
                  <a:gd name="T95" fmla="*/ 11 h 445"/>
                  <a:gd name="T96" fmla="*/ 458 w 706"/>
                  <a:gd name="T97" fmla="*/ 30 h 445"/>
                  <a:gd name="T98" fmla="*/ 474 w 706"/>
                  <a:gd name="T99" fmla="*/ 50 h 445"/>
                  <a:gd name="T100" fmla="*/ 488 w 706"/>
                  <a:gd name="T101" fmla="*/ 59 h 445"/>
                  <a:gd name="T102" fmla="*/ 505 w 706"/>
                  <a:gd name="T103" fmla="*/ 68 h 445"/>
                  <a:gd name="T104" fmla="*/ 531 w 706"/>
                  <a:gd name="T105" fmla="*/ 75 h 445"/>
                  <a:gd name="T106" fmla="*/ 556 w 706"/>
                  <a:gd name="T107" fmla="*/ 82 h 445"/>
                  <a:gd name="T108" fmla="*/ 612 w 706"/>
                  <a:gd name="T109" fmla="*/ 101 h 445"/>
                  <a:gd name="T110" fmla="*/ 638 w 706"/>
                  <a:gd name="T111" fmla="*/ 112 h 445"/>
                  <a:gd name="T112" fmla="*/ 661 w 706"/>
                  <a:gd name="T113" fmla="*/ 127 h 445"/>
                  <a:gd name="T114" fmla="*/ 678 w 706"/>
                  <a:gd name="T115" fmla="*/ 145 h 445"/>
                  <a:gd name="T116" fmla="*/ 693 w 706"/>
                  <a:gd name="T117" fmla="*/ 170 h 445"/>
                  <a:gd name="T118" fmla="*/ 701 w 706"/>
                  <a:gd name="T119" fmla="*/ 200 h 445"/>
                  <a:gd name="T120" fmla="*/ 706 w 706"/>
                  <a:gd name="T121" fmla="*/ 23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06" h="445">
                    <a:moveTo>
                      <a:pt x="706" y="445"/>
                    </a:moveTo>
                    <a:lnTo>
                      <a:pt x="0" y="445"/>
                    </a:lnTo>
                    <a:lnTo>
                      <a:pt x="0" y="236"/>
                    </a:lnTo>
                    <a:lnTo>
                      <a:pt x="0" y="217"/>
                    </a:lnTo>
                    <a:lnTo>
                      <a:pt x="3" y="200"/>
                    </a:lnTo>
                    <a:lnTo>
                      <a:pt x="7" y="183"/>
                    </a:lnTo>
                    <a:lnTo>
                      <a:pt x="11" y="170"/>
                    </a:lnTo>
                    <a:lnTo>
                      <a:pt x="19" y="157"/>
                    </a:lnTo>
                    <a:lnTo>
                      <a:pt x="26" y="145"/>
                    </a:lnTo>
                    <a:lnTo>
                      <a:pt x="34" y="135"/>
                    </a:lnTo>
                    <a:lnTo>
                      <a:pt x="45" y="127"/>
                    </a:lnTo>
                    <a:lnTo>
                      <a:pt x="55" y="119"/>
                    </a:lnTo>
                    <a:lnTo>
                      <a:pt x="66" y="112"/>
                    </a:lnTo>
                    <a:lnTo>
                      <a:pt x="79" y="106"/>
                    </a:lnTo>
                    <a:lnTo>
                      <a:pt x="92" y="101"/>
                    </a:lnTo>
                    <a:lnTo>
                      <a:pt x="119" y="91"/>
                    </a:lnTo>
                    <a:lnTo>
                      <a:pt x="150" y="82"/>
                    </a:lnTo>
                    <a:lnTo>
                      <a:pt x="161" y="79"/>
                    </a:lnTo>
                    <a:lnTo>
                      <a:pt x="173" y="75"/>
                    </a:lnTo>
                    <a:lnTo>
                      <a:pt x="186" y="70"/>
                    </a:lnTo>
                    <a:lnTo>
                      <a:pt x="199" y="68"/>
                    </a:lnTo>
                    <a:lnTo>
                      <a:pt x="209" y="63"/>
                    </a:lnTo>
                    <a:lnTo>
                      <a:pt x="217" y="59"/>
                    </a:lnTo>
                    <a:lnTo>
                      <a:pt x="225" y="55"/>
                    </a:lnTo>
                    <a:lnTo>
                      <a:pt x="232" y="49"/>
                    </a:lnTo>
                    <a:lnTo>
                      <a:pt x="242" y="39"/>
                    </a:lnTo>
                    <a:lnTo>
                      <a:pt x="248" y="27"/>
                    </a:lnTo>
                    <a:lnTo>
                      <a:pt x="253" y="10"/>
                    </a:lnTo>
                    <a:lnTo>
                      <a:pt x="253" y="3"/>
                    </a:lnTo>
                    <a:lnTo>
                      <a:pt x="305" y="0"/>
                    </a:lnTo>
                    <a:lnTo>
                      <a:pt x="305" y="11"/>
                    </a:lnTo>
                    <a:lnTo>
                      <a:pt x="304" y="26"/>
                    </a:lnTo>
                    <a:lnTo>
                      <a:pt x="298" y="43"/>
                    </a:lnTo>
                    <a:lnTo>
                      <a:pt x="289" y="59"/>
                    </a:lnTo>
                    <a:lnTo>
                      <a:pt x="285" y="68"/>
                    </a:lnTo>
                    <a:lnTo>
                      <a:pt x="278" y="76"/>
                    </a:lnTo>
                    <a:lnTo>
                      <a:pt x="271" y="83"/>
                    </a:lnTo>
                    <a:lnTo>
                      <a:pt x="262" y="92"/>
                    </a:lnTo>
                    <a:lnTo>
                      <a:pt x="252" y="99"/>
                    </a:lnTo>
                    <a:lnTo>
                      <a:pt x="242" y="105"/>
                    </a:lnTo>
                    <a:lnTo>
                      <a:pt x="229" y="111"/>
                    </a:lnTo>
                    <a:lnTo>
                      <a:pt x="216" y="117"/>
                    </a:lnTo>
                    <a:lnTo>
                      <a:pt x="202" y="121"/>
                    </a:lnTo>
                    <a:lnTo>
                      <a:pt x="189" y="125"/>
                    </a:lnTo>
                    <a:lnTo>
                      <a:pt x="177" y="128"/>
                    </a:lnTo>
                    <a:lnTo>
                      <a:pt x="164" y="132"/>
                    </a:lnTo>
                    <a:lnTo>
                      <a:pt x="135" y="141"/>
                    </a:lnTo>
                    <a:lnTo>
                      <a:pt x="111" y="150"/>
                    </a:lnTo>
                    <a:lnTo>
                      <a:pt x="101" y="154"/>
                    </a:lnTo>
                    <a:lnTo>
                      <a:pt x="91" y="158"/>
                    </a:lnTo>
                    <a:lnTo>
                      <a:pt x="83" y="163"/>
                    </a:lnTo>
                    <a:lnTo>
                      <a:pt x="76" y="168"/>
                    </a:lnTo>
                    <a:lnTo>
                      <a:pt x="70" y="174"/>
                    </a:lnTo>
                    <a:lnTo>
                      <a:pt x="65" y="180"/>
                    </a:lnTo>
                    <a:lnTo>
                      <a:pt x="60" y="187"/>
                    </a:lnTo>
                    <a:lnTo>
                      <a:pt x="58" y="196"/>
                    </a:lnTo>
                    <a:lnTo>
                      <a:pt x="55" y="204"/>
                    </a:lnTo>
                    <a:lnTo>
                      <a:pt x="53" y="213"/>
                    </a:lnTo>
                    <a:lnTo>
                      <a:pt x="52" y="225"/>
                    </a:lnTo>
                    <a:lnTo>
                      <a:pt x="52" y="236"/>
                    </a:lnTo>
                    <a:lnTo>
                      <a:pt x="52" y="392"/>
                    </a:lnTo>
                    <a:lnTo>
                      <a:pt x="652" y="392"/>
                    </a:lnTo>
                    <a:lnTo>
                      <a:pt x="652" y="236"/>
                    </a:lnTo>
                    <a:lnTo>
                      <a:pt x="652" y="225"/>
                    </a:lnTo>
                    <a:lnTo>
                      <a:pt x="651" y="213"/>
                    </a:lnTo>
                    <a:lnTo>
                      <a:pt x="649" y="204"/>
                    </a:lnTo>
                    <a:lnTo>
                      <a:pt x="648" y="196"/>
                    </a:lnTo>
                    <a:lnTo>
                      <a:pt x="644" y="187"/>
                    </a:lnTo>
                    <a:lnTo>
                      <a:pt x="639" y="180"/>
                    </a:lnTo>
                    <a:lnTo>
                      <a:pt x="635" y="174"/>
                    </a:lnTo>
                    <a:lnTo>
                      <a:pt x="629" y="168"/>
                    </a:lnTo>
                    <a:lnTo>
                      <a:pt x="622" y="163"/>
                    </a:lnTo>
                    <a:lnTo>
                      <a:pt x="613" y="158"/>
                    </a:lnTo>
                    <a:lnTo>
                      <a:pt x="605" y="154"/>
                    </a:lnTo>
                    <a:lnTo>
                      <a:pt x="595" y="150"/>
                    </a:lnTo>
                    <a:lnTo>
                      <a:pt x="570" y="141"/>
                    </a:lnTo>
                    <a:lnTo>
                      <a:pt x="540" y="132"/>
                    </a:lnTo>
                    <a:lnTo>
                      <a:pt x="528" y="128"/>
                    </a:lnTo>
                    <a:lnTo>
                      <a:pt x="515" y="125"/>
                    </a:lnTo>
                    <a:lnTo>
                      <a:pt x="502" y="121"/>
                    </a:lnTo>
                    <a:lnTo>
                      <a:pt x="490" y="117"/>
                    </a:lnTo>
                    <a:lnTo>
                      <a:pt x="475" y="111"/>
                    </a:lnTo>
                    <a:lnTo>
                      <a:pt x="464" y="105"/>
                    </a:lnTo>
                    <a:lnTo>
                      <a:pt x="452" y="99"/>
                    </a:lnTo>
                    <a:lnTo>
                      <a:pt x="443" y="92"/>
                    </a:lnTo>
                    <a:lnTo>
                      <a:pt x="435" y="83"/>
                    </a:lnTo>
                    <a:lnTo>
                      <a:pt x="426" y="76"/>
                    </a:lnTo>
                    <a:lnTo>
                      <a:pt x="420" y="68"/>
                    </a:lnTo>
                    <a:lnTo>
                      <a:pt x="415" y="59"/>
                    </a:lnTo>
                    <a:lnTo>
                      <a:pt x="406" y="43"/>
                    </a:lnTo>
                    <a:lnTo>
                      <a:pt x="402" y="26"/>
                    </a:lnTo>
                    <a:lnTo>
                      <a:pt x="399" y="11"/>
                    </a:lnTo>
                    <a:lnTo>
                      <a:pt x="399" y="0"/>
                    </a:lnTo>
                    <a:lnTo>
                      <a:pt x="451" y="3"/>
                    </a:lnTo>
                    <a:lnTo>
                      <a:pt x="451" y="6"/>
                    </a:lnTo>
                    <a:lnTo>
                      <a:pt x="452" y="11"/>
                    </a:lnTo>
                    <a:lnTo>
                      <a:pt x="454" y="20"/>
                    </a:lnTo>
                    <a:lnTo>
                      <a:pt x="458" y="30"/>
                    </a:lnTo>
                    <a:lnTo>
                      <a:pt x="464" y="40"/>
                    </a:lnTo>
                    <a:lnTo>
                      <a:pt x="474" y="50"/>
                    </a:lnTo>
                    <a:lnTo>
                      <a:pt x="481" y="55"/>
                    </a:lnTo>
                    <a:lnTo>
                      <a:pt x="488" y="59"/>
                    </a:lnTo>
                    <a:lnTo>
                      <a:pt x="497" y="63"/>
                    </a:lnTo>
                    <a:lnTo>
                      <a:pt x="505" y="68"/>
                    </a:lnTo>
                    <a:lnTo>
                      <a:pt x="518" y="70"/>
                    </a:lnTo>
                    <a:lnTo>
                      <a:pt x="531" y="75"/>
                    </a:lnTo>
                    <a:lnTo>
                      <a:pt x="544" y="79"/>
                    </a:lnTo>
                    <a:lnTo>
                      <a:pt x="556" y="82"/>
                    </a:lnTo>
                    <a:lnTo>
                      <a:pt x="585" y="91"/>
                    </a:lnTo>
                    <a:lnTo>
                      <a:pt x="612" y="101"/>
                    </a:lnTo>
                    <a:lnTo>
                      <a:pt x="626" y="106"/>
                    </a:lnTo>
                    <a:lnTo>
                      <a:pt x="638" y="112"/>
                    </a:lnTo>
                    <a:lnTo>
                      <a:pt x="649" y="119"/>
                    </a:lnTo>
                    <a:lnTo>
                      <a:pt x="661" y="127"/>
                    </a:lnTo>
                    <a:lnTo>
                      <a:pt x="670" y="135"/>
                    </a:lnTo>
                    <a:lnTo>
                      <a:pt x="678" y="145"/>
                    </a:lnTo>
                    <a:lnTo>
                      <a:pt x="687" y="157"/>
                    </a:lnTo>
                    <a:lnTo>
                      <a:pt x="693" y="170"/>
                    </a:lnTo>
                    <a:lnTo>
                      <a:pt x="698" y="183"/>
                    </a:lnTo>
                    <a:lnTo>
                      <a:pt x="701" y="200"/>
                    </a:lnTo>
                    <a:lnTo>
                      <a:pt x="704" y="217"/>
                    </a:lnTo>
                    <a:lnTo>
                      <a:pt x="706" y="236"/>
                    </a:lnTo>
                    <a:lnTo>
                      <a:pt x="706" y="4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5"/>
              <p:cNvSpPr>
                <a:spLocks/>
              </p:cNvSpPr>
              <p:nvPr/>
            </p:nvSpPr>
            <p:spPr bwMode="auto">
              <a:xfrm>
                <a:off x="2900363" y="1200151"/>
                <a:ext cx="196850" cy="55563"/>
              </a:xfrm>
              <a:custGeom>
                <a:avLst/>
                <a:gdLst>
                  <a:gd name="T0" fmla="*/ 89 w 370"/>
                  <a:gd name="T1" fmla="*/ 106 h 106"/>
                  <a:gd name="T2" fmla="*/ 68 w 370"/>
                  <a:gd name="T3" fmla="*/ 106 h 106"/>
                  <a:gd name="T4" fmla="*/ 46 w 370"/>
                  <a:gd name="T5" fmla="*/ 103 h 106"/>
                  <a:gd name="T6" fmla="*/ 25 w 370"/>
                  <a:gd name="T7" fmla="*/ 100 h 106"/>
                  <a:gd name="T8" fmla="*/ 0 w 370"/>
                  <a:gd name="T9" fmla="*/ 96 h 106"/>
                  <a:gd name="T10" fmla="*/ 13 w 370"/>
                  <a:gd name="T11" fmla="*/ 44 h 106"/>
                  <a:gd name="T12" fmla="*/ 38 w 370"/>
                  <a:gd name="T13" fmla="*/ 50 h 106"/>
                  <a:gd name="T14" fmla="*/ 61 w 370"/>
                  <a:gd name="T15" fmla="*/ 53 h 106"/>
                  <a:gd name="T16" fmla="*/ 84 w 370"/>
                  <a:gd name="T17" fmla="*/ 54 h 106"/>
                  <a:gd name="T18" fmla="*/ 105 w 370"/>
                  <a:gd name="T19" fmla="*/ 54 h 106"/>
                  <a:gd name="T20" fmla="*/ 125 w 370"/>
                  <a:gd name="T21" fmla="*/ 52 h 106"/>
                  <a:gd name="T22" fmla="*/ 146 w 370"/>
                  <a:gd name="T23" fmla="*/ 49 h 106"/>
                  <a:gd name="T24" fmla="*/ 163 w 370"/>
                  <a:gd name="T25" fmla="*/ 46 h 106"/>
                  <a:gd name="T26" fmla="*/ 179 w 370"/>
                  <a:gd name="T27" fmla="*/ 41 h 106"/>
                  <a:gd name="T28" fmla="*/ 207 w 370"/>
                  <a:gd name="T29" fmla="*/ 31 h 106"/>
                  <a:gd name="T30" fmla="*/ 228 w 370"/>
                  <a:gd name="T31" fmla="*/ 23 h 106"/>
                  <a:gd name="T32" fmla="*/ 242 w 370"/>
                  <a:gd name="T33" fmla="*/ 16 h 106"/>
                  <a:gd name="T34" fmla="*/ 246 w 370"/>
                  <a:gd name="T35" fmla="*/ 13 h 106"/>
                  <a:gd name="T36" fmla="*/ 264 w 370"/>
                  <a:gd name="T37" fmla="*/ 0 h 106"/>
                  <a:gd name="T38" fmla="*/ 279 w 370"/>
                  <a:gd name="T39" fmla="*/ 16 h 106"/>
                  <a:gd name="T40" fmla="*/ 285 w 370"/>
                  <a:gd name="T41" fmla="*/ 20 h 106"/>
                  <a:gd name="T42" fmla="*/ 302 w 370"/>
                  <a:gd name="T43" fmla="*/ 30 h 106"/>
                  <a:gd name="T44" fmla="*/ 315 w 370"/>
                  <a:gd name="T45" fmla="*/ 36 h 106"/>
                  <a:gd name="T46" fmla="*/ 331 w 370"/>
                  <a:gd name="T47" fmla="*/ 40 h 106"/>
                  <a:gd name="T48" fmla="*/ 349 w 370"/>
                  <a:gd name="T49" fmla="*/ 43 h 106"/>
                  <a:gd name="T50" fmla="*/ 370 w 370"/>
                  <a:gd name="T51" fmla="*/ 44 h 106"/>
                  <a:gd name="T52" fmla="*/ 370 w 370"/>
                  <a:gd name="T53" fmla="*/ 96 h 106"/>
                  <a:gd name="T54" fmla="*/ 350 w 370"/>
                  <a:gd name="T55" fmla="*/ 96 h 106"/>
                  <a:gd name="T56" fmla="*/ 333 w 370"/>
                  <a:gd name="T57" fmla="*/ 93 h 106"/>
                  <a:gd name="T58" fmla="*/ 315 w 370"/>
                  <a:gd name="T59" fmla="*/ 90 h 106"/>
                  <a:gd name="T60" fmla="*/ 301 w 370"/>
                  <a:gd name="T61" fmla="*/ 86 h 106"/>
                  <a:gd name="T62" fmla="*/ 288 w 370"/>
                  <a:gd name="T63" fmla="*/ 80 h 106"/>
                  <a:gd name="T64" fmla="*/ 277 w 370"/>
                  <a:gd name="T65" fmla="*/ 76 h 106"/>
                  <a:gd name="T66" fmla="*/ 266 w 370"/>
                  <a:gd name="T67" fmla="*/ 70 h 106"/>
                  <a:gd name="T68" fmla="*/ 259 w 370"/>
                  <a:gd name="T69" fmla="*/ 66 h 106"/>
                  <a:gd name="T70" fmla="*/ 246 w 370"/>
                  <a:gd name="T71" fmla="*/ 72 h 106"/>
                  <a:gd name="T72" fmla="*/ 232 w 370"/>
                  <a:gd name="T73" fmla="*/ 77 h 106"/>
                  <a:gd name="T74" fmla="*/ 215 w 370"/>
                  <a:gd name="T75" fmla="*/ 85 h 106"/>
                  <a:gd name="T76" fmla="*/ 193 w 370"/>
                  <a:gd name="T77" fmla="*/ 92 h 106"/>
                  <a:gd name="T78" fmla="*/ 171 w 370"/>
                  <a:gd name="T79" fmla="*/ 98 h 106"/>
                  <a:gd name="T80" fmla="*/ 146 w 370"/>
                  <a:gd name="T81" fmla="*/ 102 h 106"/>
                  <a:gd name="T82" fmla="*/ 118 w 370"/>
                  <a:gd name="T83" fmla="*/ 105 h 106"/>
                  <a:gd name="T84" fmla="*/ 89 w 370"/>
                  <a:gd name="T85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70" h="106">
                    <a:moveTo>
                      <a:pt x="89" y="106"/>
                    </a:moveTo>
                    <a:lnTo>
                      <a:pt x="68" y="106"/>
                    </a:lnTo>
                    <a:lnTo>
                      <a:pt x="46" y="103"/>
                    </a:lnTo>
                    <a:lnTo>
                      <a:pt x="25" y="100"/>
                    </a:lnTo>
                    <a:lnTo>
                      <a:pt x="0" y="96"/>
                    </a:lnTo>
                    <a:lnTo>
                      <a:pt x="13" y="44"/>
                    </a:lnTo>
                    <a:lnTo>
                      <a:pt x="38" y="50"/>
                    </a:lnTo>
                    <a:lnTo>
                      <a:pt x="61" y="53"/>
                    </a:lnTo>
                    <a:lnTo>
                      <a:pt x="84" y="54"/>
                    </a:lnTo>
                    <a:lnTo>
                      <a:pt x="105" y="54"/>
                    </a:lnTo>
                    <a:lnTo>
                      <a:pt x="125" y="52"/>
                    </a:lnTo>
                    <a:lnTo>
                      <a:pt x="146" y="49"/>
                    </a:lnTo>
                    <a:lnTo>
                      <a:pt x="163" y="46"/>
                    </a:lnTo>
                    <a:lnTo>
                      <a:pt x="179" y="41"/>
                    </a:lnTo>
                    <a:lnTo>
                      <a:pt x="207" y="31"/>
                    </a:lnTo>
                    <a:lnTo>
                      <a:pt x="228" y="23"/>
                    </a:lnTo>
                    <a:lnTo>
                      <a:pt x="242" y="16"/>
                    </a:lnTo>
                    <a:lnTo>
                      <a:pt x="246" y="13"/>
                    </a:lnTo>
                    <a:lnTo>
                      <a:pt x="264" y="0"/>
                    </a:lnTo>
                    <a:lnTo>
                      <a:pt x="279" y="16"/>
                    </a:lnTo>
                    <a:lnTo>
                      <a:pt x="285" y="20"/>
                    </a:lnTo>
                    <a:lnTo>
                      <a:pt x="302" y="30"/>
                    </a:lnTo>
                    <a:lnTo>
                      <a:pt x="315" y="36"/>
                    </a:lnTo>
                    <a:lnTo>
                      <a:pt x="331" y="40"/>
                    </a:lnTo>
                    <a:lnTo>
                      <a:pt x="349" y="43"/>
                    </a:lnTo>
                    <a:lnTo>
                      <a:pt x="370" y="44"/>
                    </a:lnTo>
                    <a:lnTo>
                      <a:pt x="370" y="96"/>
                    </a:lnTo>
                    <a:lnTo>
                      <a:pt x="350" y="96"/>
                    </a:lnTo>
                    <a:lnTo>
                      <a:pt x="333" y="93"/>
                    </a:lnTo>
                    <a:lnTo>
                      <a:pt x="315" y="90"/>
                    </a:lnTo>
                    <a:lnTo>
                      <a:pt x="301" y="86"/>
                    </a:lnTo>
                    <a:lnTo>
                      <a:pt x="288" y="80"/>
                    </a:lnTo>
                    <a:lnTo>
                      <a:pt x="277" y="76"/>
                    </a:lnTo>
                    <a:lnTo>
                      <a:pt x="266" y="70"/>
                    </a:lnTo>
                    <a:lnTo>
                      <a:pt x="259" y="66"/>
                    </a:lnTo>
                    <a:lnTo>
                      <a:pt x="246" y="72"/>
                    </a:lnTo>
                    <a:lnTo>
                      <a:pt x="232" y="77"/>
                    </a:lnTo>
                    <a:lnTo>
                      <a:pt x="215" y="85"/>
                    </a:lnTo>
                    <a:lnTo>
                      <a:pt x="193" y="92"/>
                    </a:lnTo>
                    <a:lnTo>
                      <a:pt x="171" y="98"/>
                    </a:lnTo>
                    <a:lnTo>
                      <a:pt x="146" y="102"/>
                    </a:lnTo>
                    <a:lnTo>
                      <a:pt x="118" y="105"/>
                    </a:lnTo>
                    <a:lnTo>
                      <a:pt x="89" y="1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42"/>
              <p:cNvSpPr>
                <a:spLocks noEditPoints="1"/>
              </p:cNvSpPr>
              <p:nvPr/>
            </p:nvSpPr>
            <p:spPr bwMode="auto">
              <a:xfrm>
                <a:off x="2667000" y="1230313"/>
                <a:ext cx="182563" cy="196850"/>
              </a:xfrm>
              <a:custGeom>
                <a:avLst/>
                <a:gdLst>
                  <a:gd name="T0" fmla="*/ 149 w 343"/>
                  <a:gd name="T1" fmla="*/ 54 h 371"/>
                  <a:gd name="T2" fmla="*/ 116 w 343"/>
                  <a:gd name="T3" fmla="*/ 67 h 371"/>
                  <a:gd name="T4" fmla="*/ 88 w 343"/>
                  <a:gd name="T5" fmla="*/ 90 h 371"/>
                  <a:gd name="T6" fmla="*/ 68 w 343"/>
                  <a:gd name="T7" fmla="*/ 122 h 371"/>
                  <a:gd name="T8" fmla="*/ 55 w 343"/>
                  <a:gd name="T9" fmla="*/ 158 h 371"/>
                  <a:gd name="T10" fmla="*/ 54 w 343"/>
                  <a:gd name="T11" fmla="*/ 198 h 371"/>
                  <a:gd name="T12" fmla="*/ 62 w 343"/>
                  <a:gd name="T13" fmla="*/ 237 h 371"/>
                  <a:gd name="T14" fmla="*/ 81 w 343"/>
                  <a:gd name="T15" fmla="*/ 270 h 371"/>
                  <a:gd name="T16" fmla="*/ 106 w 343"/>
                  <a:gd name="T17" fmla="*/ 296 h 371"/>
                  <a:gd name="T18" fmla="*/ 137 w 343"/>
                  <a:gd name="T19" fmla="*/ 312 h 371"/>
                  <a:gd name="T20" fmla="*/ 172 w 343"/>
                  <a:gd name="T21" fmla="*/ 319 h 371"/>
                  <a:gd name="T22" fmla="*/ 208 w 343"/>
                  <a:gd name="T23" fmla="*/ 312 h 371"/>
                  <a:gd name="T24" fmla="*/ 238 w 343"/>
                  <a:gd name="T25" fmla="*/ 296 h 371"/>
                  <a:gd name="T26" fmla="*/ 264 w 343"/>
                  <a:gd name="T27" fmla="*/ 270 h 371"/>
                  <a:gd name="T28" fmla="*/ 281 w 343"/>
                  <a:gd name="T29" fmla="*/ 237 h 371"/>
                  <a:gd name="T30" fmla="*/ 291 w 343"/>
                  <a:gd name="T31" fmla="*/ 198 h 371"/>
                  <a:gd name="T32" fmla="*/ 288 w 343"/>
                  <a:gd name="T33" fmla="*/ 158 h 371"/>
                  <a:gd name="T34" fmla="*/ 277 w 343"/>
                  <a:gd name="T35" fmla="*/ 122 h 371"/>
                  <a:gd name="T36" fmla="*/ 257 w 343"/>
                  <a:gd name="T37" fmla="*/ 90 h 371"/>
                  <a:gd name="T38" fmla="*/ 229 w 343"/>
                  <a:gd name="T39" fmla="*/ 67 h 371"/>
                  <a:gd name="T40" fmla="*/ 196 w 343"/>
                  <a:gd name="T41" fmla="*/ 54 h 371"/>
                  <a:gd name="T42" fmla="*/ 172 w 343"/>
                  <a:gd name="T43" fmla="*/ 371 h 371"/>
                  <a:gd name="T44" fmla="*/ 121 w 343"/>
                  <a:gd name="T45" fmla="*/ 363 h 371"/>
                  <a:gd name="T46" fmla="*/ 77 w 343"/>
                  <a:gd name="T47" fmla="*/ 340 h 371"/>
                  <a:gd name="T48" fmla="*/ 41 w 343"/>
                  <a:gd name="T49" fmla="*/ 304 h 371"/>
                  <a:gd name="T50" fmla="*/ 15 w 343"/>
                  <a:gd name="T51" fmla="*/ 257 h 371"/>
                  <a:gd name="T52" fmla="*/ 2 w 343"/>
                  <a:gd name="T53" fmla="*/ 204 h 371"/>
                  <a:gd name="T54" fmla="*/ 5 w 343"/>
                  <a:gd name="T55" fmla="*/ 148 h 371"/>
                  <a:gd name="T56" fmla="*/ 22 w 343"/>
                  <a:gd name="T57" fmla="*/ 96 h 371"/>
                  <a:gd name="T58" fmla="*/ 51 w 343"/>
                  <a:gd name="T59" fmla="*/ 54 h 371"/>
                  <a:gd name="T60" fmla="*/ 91 w 343"/>
                  <a:gd name="T61" fmla="*/ 21 h 371"/>
                  <a:gd name="T62" fmla="*/ 137 w 343"/>
                  <a:gd name="T63" fmla="*/ 4 h 371"/>
                  <a:gd name="T64" fmla="*/ 189 w 343"/>
                  <a:gd name="T65" fmla="*/ 1 h 371"/>
                  <a:gd name="T66" fmla="*/ 239 w 343"/>
                  <a:gd name="T67" fmla="*/ 14 h 371"/>
                  <a:gd name="T68" fmla="*/ 281 w 343"/>
                  <a:gd name="T69" fmla="*/ 41 h 371"/>
                  <a:gd name="T70" fmla="*/ 314 w 343"/>
                  <a:gd name="T71" fmla="*/ 82 h 371"/>
                  <a:gd name="T72" fmla="*/ 336 w 343"/>
                  <a:gd name="T73" fmla="*/ 131 h 371"/>
                  <a:gd name="T74" fmla="*/ 343 w 343"/>
                  <a:gd name="T75" fmla="*/ 185 h 371"/>
                  <a:gd name="T76" fmla="*/ 336 w 343"/>
                  <a:gd name="T77" fmla="*/ 240 h 371"/>
                  <a:gd name="T78" fmla="*/ 314 w 343"/>
                  <a:gd name="T79" fmla="*/ 289 h 371"/>
                  <a:gd name="T80" fmla="*/ 281 w 343"/>
                  <a:gd name="T81" fmla="*/ 328 h 371"/>
                  <a:gd name="T82" fmla="*/ 239 w 343"/>
                  <a:gd name="T83" fmla="*/ 357 h 371"/>
                  <a:gd name="T84" fmla="*/ 189 w 343"/>
                  <a:gd name="T85" fmla="*/ 37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43" h="371">
                    <a:moveTo>
                      <a:pt x="172" y="52"/>
                    </a:moveTo>
                    <a:lnTo>
                      <a:pt x="160" y="53"/>
                    </a:lnTo>
                    <a:lnTo>
                      <a:pt x="149" y="54"/>
                    </a:lnTo>
                    <a:lnTo>
                      <a:pt x="137" y="57"/>
                    </a:lnTo>
                    <a:lnTo>
                      <a:pt x="126" y="62"/>
                    </a:lnTo>
                    <a:lnTo>
                      <a:pt x="116" y="67"/>
                    </a:lnTo>
                    <a:lnTo>
                      <a:pt x="106" y="75"/>
                    </a:lnTo>
                    <a:lnTo>
                      <a:pt x="97" y="82"/>
                    </a:lnTo>
                    <a:lnTo>
                      <a:pt x="88" y="90"/>
                    </a:lnTo>
                    <a:lnTo>
                      <a:pt x="81" y="100"/>
                    </a:lnTo>
                    <a:lnTo>
                      <a:pt x="74" y="111"/>
                    </a:lnTo>
                    <a:lnTo>
                      <a:pt x="68" y="122"/>
                    </a:lnTo>
                    <a:lnTo>
                      <a:pt x="62" y="134"/>
                    </a:lnTo>
                    <a:lnTo>
                      <a:pt x="58" y="145"/>
                    </a:lnTo>
                    <a:lnTo>
                      <a:pt x="55" y="158"/>
                    </a:lnTo>
                    <a:lnTo>
                      <a:pt x="54" y="171"/>
                    </a:lnTo>
                    <a:lnTo>
                      <a:pt x="54" y="185"/>
                    </a:lnTo>
                    <a:lnTo>
                      <a:pt x="54" y="198"/>
                    </a:lnTo>
                    <a:lnTo>
                      <a:pt x="55" y="213"/>
                    </a:lnTo>
                    <a:lnTo>
                      <a:pt x="58" y="224"/>
                    </a:lnTo>
                    <a:lnTo>
                      <a:pt x="62" y="237"/>
                    </a:lnTo>
                    <a:lnTo>
                      <a:pt x="68" y="249"/>
                    </a:lnTo>
                    <a:lnTo>
                      <a:pt x="74" y="260"/>
                    </a:lnTo>
                    <a:lnTo>
                      <a:pt x="81" y="270"/>
                    </a:lnTo>
                    <a:lnTo>
                      <a:pt x="88" y="279"/>
                    </a:lnTo>
                    <a:lnTo>
                      <a:pt x="97" y="288"/>
                    </a:lnTo>
                    <a:lnTo>
                      <a:pt x="106" y="296"/>
                    </a:lnTo>
                    <a:lnTo>
                      <a:pt x="116" y="302"/>
                    </a:lnTo>
                    <a:lnTo>
                      <a:pt x="126" y="308"/>
                    </a:lnTo>
                    <a:lnTo>
                      <a:pt x="137" y="312"/>
                    </a:lnTo>
                    <a:lnTo>
                      <a:pt x="149" y="316"/>
                    </a:lnTo>
                    <a:lnTo>
                      <a:pt x="160" y="318"/>
                    </a:lnTo>
                    <a:lnTo>
                      <a:pt x="172" y="319"/>
                    </a:lnTo>
                    <a:lnTo>
                      <a:pt x="185" y="318"/>
                    </a:lnTo>
                    <a:lnTo>
                      <a:pt x="196" y="316"/>
                    </a:lnTo>
                    <a:lnTo>
                      <a:pt x="208" y="312"/>
                    </a:lnTo>
                    <a:lnTo>
                      <a:pt x="218" y="308"/>
                    </a:lnTo>
                    <a:lnTo>
                      <a:pt x="229" y="302"/>
                    </a:lnTo>
                    <a:lnTo>
                      <a:pt x="238" y="296"/>
                    </a:lnTo>
                    <a:lnTo>
                      <a:pt x="248" y="288"/>
                    </a:lnTo>
                    <a:lnTo>
                      <a:pt x="257" y="279"/>
                    </a:lnTo>
                    <a:lnTo>
                      <a:pt x="264" y="270"/>
                    </a:lnTo>
                    <a:lnTo>
                      <a:pt x="271" y="260"/>
                    </a:lnTo>
                    <a:lnTo>
                      <a:pt x="277" y="249"/>
                    </a:lnTo>
                    <a:lnTo>
                      <a:pt x="281" y="237"/>
                    </a:lnTo>
                    <a:lnTo>
                      <a:pt x="286" y="224"/>
                    </a:lnTo>
                    <a:lnTo>
                      <a:pt x="288" y="213"/>
                    </a:lnTo>
                    <a:lnTo>
                      <a:pt x="291" y="198"/>
                    </a:lnTo>
                    <a:lnTo>
                      <a:pt x="291" y="185"/>
                    </a:lnTo>
                    <a:lnTo>
                      <a:pt x="291" y="171"/>
                    </a:lnTo>
                    <a:lnTo>
                      <a:pt x="288" y="158"/>
                    </a:lnTo>
                    <a:lnTo>
                      <a:pt x="286" y="145"/>
                    </a:lnTo>
                    <a:lnTo>
                      <a:pt x="281" y="134"/>
                    </a:lnTo>
                    <a:lnTo>
                      <a:pt x="277" y="122"/>
                    </a:lnTo>
                    <a:lnTo>
                      <a:pt x="271" y="111"/>
                    </a:lnTo>
                    <a:lnTo>
                      <a:pt x="264" y="100"/>
                    </a:lnTo>
                    <a:lnTo>
                      <a:pt x="257" y="90"/>
                    </a:lnTo>
                    <a:lnTo>
                      <a:pt x="248" y="82"/>
                    </a:lnTo>
                    <a:lnTo>
                      <a:pt x="238" y="75"/>
                    </a:lnTo>
                    <a:lnTo>
                      <a:pt x="229" y="67"/>
                    </a:lnTo>
                    <a:lnTo>
                      <a:pt x="218" y="62"/>
                    </a:lnTo>
                    <a:lnTo>
                      <a:pt x="208" y="57"/>
                    </a:lnTo>
                    <a:lnTo>
                      <a:pt x="196" y="54"/>
                    </a:lnTo>
                    <a:lnTo>
                      <a:pt x="185" y="53"/>
                    </a:lnTo>
                    <a:lnTo>
                      <a:pt x="172" y="52"/>
                    </a:lnTo>
                    <a:close/>
                    <a:moveTo>
                      <a:pt x="172" y="371"/>
                    </a:moveTo>
                    <a:lnTo>
                      <a:pt x="155" y="370"/>
                    </a:lnTo>
                    <a:lnTo>
                      <a:pt x="137" y="367"/>
                    </a:lnTo>
                    <a:lnTo>
                      <a:pt x="121" y="363"/>
                    </a:lnTo>
                    <a:lnTo>
                      <a:pt x="106" y="357"/>
                    </a:lnTo>
                    <a:lnTo>
                      <a:pt x="91" y="348"/>
                    </a:lnTo>
                    <a:lnTo>
                      <a:pt x="77" y="340"/>
                    </a:lnTo>
                    <a:lnTo>
                      <a:pt x="64" y="328"/>
                    </a:lnTo>
                    <a:lnTo>
                      <a:pt x="51" y="316"/>
                    </a:lnTo>
                    <a:lnTo>
                      <a:pt x="41" y="304"/>
                    </a:lnTo>
                    <a:lnTo>
                      <a:pt x="31" y="289"/>
                    </a:lnTo>
                    <a:lnTo>
                      <a:pt x="22" y="273"/>
                    </a:lnTo>
                    <a:lnTo>
                      <a:pt x="15" y="257"/>
                    </a:lnTo>
                    <a:lnTo>
                      <a:pt x="9" y="240"/>
                    </a:lnTo>
                    <a:lnTo>
                      <a:pt x="5" y="223"/>
                    </a:lnTo>
                    <a:lnTo>
                      <a:pt x="2" y="204"/>
                    </a:lnTo>
                    <a:lnTo>
                      <a:pt x="0" y="185"/>
                    </a:lnTo>
                    <a:lnTo>
                      <a:pt x="2" y="167"/>
                    </a:lnTo>
                    <a:lnTo>
                      <a:pt x="5" y="148"/>
                    </a:lnTo>
                    <a:lnTo>
                      <a:pt x="9" y="131"/>
                    </a:lnTo>
                    <a:lnTo>
                      <a:pt x="15" y="113"/>
                    </a:lnTo>
                    <a:lnTo>
                      <a:pt x="22" y="96"/>
                    </a:lnTo>
                    <a:lnTo>
                      <a:pt x="31" y="82"/>
                    </a:lnTo>
                    <a:lnTo>
                      <a:pt x="41" y="67"/>
                    </a:lnTo>
                    <a:lnTo>
                      <a:pt x="51" y="54"/>
                    </a:lnTo>
                    <a:lnTo>
                      <a:pt x="64" y="41"/>
                    </a:lnTo>
                    <a:lnTo>
                      <a:pt x="77" y="31"/>
                    </a:lnTo>
                    <a:lnTo>
                      <a:pt x="91" y="21"/>
                    </a:lnTo>
                    <a:lnTo>
                      <a:pt x="106" y="14"/>
                    </a:lnTo>
                    <a:lnTo>
                      <a:pt x="121" y="8"/>
                    </a:lnTo>
                    <a:lnTo>
                      <a:pt x="137" y="4"/>
                    </a:lnTo>
                    <a:lnTo>
                      <a:pt x="155" y="1"/>
                    </a:lnTo>
                    <a:lnTo>
                      <a:pt x="172" y="0"/>
                    </a:lnTo>
                    <a:lnTo>
                      <a:pt x="189" y="1"/>
                    </a:lnTo>
                    <a:lnTo>
                      <a:pt x="206" y="4"/>
                    </a:lnTo>
                    <a:lnTo>
                      <a:pt x="224" y="8"/>
                    </a:lnTo>
                    <a:lnTo>
                      <a:pt x="239" y="14"/>
                    </a:lnTo>
                    <a:lnTo>
                      <a:pt x="254" y="21"/>
                    </a:lnTo>
                    <a:lnTo>
                      <a:pt x="268" y="31"/>
                    </a:lnTo>
                    <a:lnTo>
                      <a:pt x="281" y="41"/>
                    </a:lnTo>
                    <a:lnTo>
                      <a:pt x="293" y="54"/>
                    </a:lnTo>
                    <a:lnTo>
                      <a:pt x="304" y="67"/>
                    </a:lnTo>
                    <a:lnTo>
                      <a:pt x="314" y="82"/>
                    </a:lnTo>
                    <a:lnTo>
                      <a:pt x="323" y="96"/>
                    </a:lnTo>
                    <a:lnTo>
                      <a:pt x="330" y="113"/>
                    </a:lnTo>
                    <a:lnTo>
                      <a:pt x="336" y="131"/>
                    </a:lnTo>
                    <a:lnTo>
                      <a:pt x="340" y="148"/>
                    </a:lnTo>
                    <a:lnTo>
                      <a:pt x="343" y="167"/>
                    </a:lnTo>
                    <a:lnTo>
                      <a:pt x="343" y="185"/>
                    </a:lnTo>
                    <a:lnTo>
                      <a:pt x="343" y="204"/>
                    </a:lnTo>
                    <a:lnTo>
                      <a:pt x="340" y="223"/>
                    </a:lnTo>
                    <a:lnTo>
                      <a:pt x="336" y="240"/>
                    </a:lnTo>
                    <a:lnTo>
                      <a:pt x="330" y="257"/>
                    </a:lnTo>
                    <a:lnTo>
                      <a:pt x="323" y="273"/>
                    </a:lnTo>
                    <a:lnTo>
                      <a:pt x="314" y="289"/>
                    </a:lnTo>
                    <a:lnTo>
                      <a:pt x="304" y="304"/>
                    </a:lnTo>
                    <a:lnTo>
                      <a:pt x="293" y="316"/>
                    </a:lnTo>
                    <a:lnTo>
                      <a:pt x="281" y="328"/>
                    </a:lnTo>
                    <a:lnTo>
                      <a:pt x="268" y="340"/>
                    </a:lnTo>
                    <a:lnTo>
                      <a:pt x="254" y="348"/>
                    </a:lnTo>
                    <a:lnTo>
                      <a:pt x="239" y="357"/>
                    </a:lnTo>
                    <a:lnTo>
                      <a:pt x="224" y="363"/>
                    </a:lnTo>
                    <a:lnTo>
                      <a:pt x="206" y="367"/>
                    </a:lnTo>
                    <a:lnTo>
                      <a:pt x="189" y="370"/>
                    </a:lnTo>
                    <a:lnTo>
                      <a:pt x="172" y="3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43"/>
              <p:cNvSpPr>
                <a:spLocks/>
              </p:cNvSpPr>
              <p:nvPr/>
            </p:nvSpPr>
            <p:spPr bwMode="auto">
              <a:xfrm>
                <a:off x="2776538" y="1404938"/>
                <a:ext cx="66675" cy="58738"/>
              </a:xfrm>
              <a:custGeom>
                <a:avLst/>
                <a:gdLst>
                  <a:gd name="T0" fmla="*/ 114 w 128"/>
                  <a:gd name="T1" fmla="*/ 112 h 112"/>
                  <a:gd name="T2" fmla="*/ 95 w 128"/>
                  <a:gd name="T3" fmla="*/ 107 h 112"/>
                  <a:gd name="T4" fmla="*/ 75 w 128"/>
                  <a:gd name="T5" fmla="*/ 99 h 112"/>
                  <a:gd name="T6" fmla="*/ 63 w 128"/>
                  <a:gd name="T7" fmla="*/ 95 h 112"/>
                  <a:gd name="T8" fmla="*/ 53 w 128"/>
                  <a:gd name="T9" fmla="*/ 91 h 112"/>
                  <a:gd name="T10" fmla="*/ 45 w 128"/>
                  <a:gd name="T11" fmla="*/ 85 h 112"/>
                  <a:gd name="T12" fmla="*/ 36 w 128"/>
                  <a:gd name="T13" fmla="*/ 79 h 112"/>
                  <a:gd name="T14" fmla="*/ 29 w 128"/>
                  <a:gd name="T15" fmla="*/ 72 h 112"/>
                  <a:gd name="T16" fmla="*/ 23 w 128"/>
                  <a:gd name="T17" fmla="*/ 66 h 112"/>
                  <a:gd name="T18" fmla="*/ 17 w 128"/>
                  <a:gd name="T19" fmla="*/ 59 h 112"/>
                  <a:gd name="T20" fmla="*/ 13 w 128"/>
                  <a:gd name="T21" fmla="*/ 52 h 112"/>
                  <a:gd name="T22" fmla="*/ 6 w 128"/>
                  <a:gd name="T23" fmla="*/ 37 h 112"/>
                  <a:gd name="T24" fmla="*/ 1 w 128"/>
                  <a:gd name="T25" fmla="*/ 23 h 112"/>
                  <a:gd name="T26" fmla="*/ 0 w 128"/>
                  <a:gd name="T27" fmla="*/ 12 h 112"/>
                  <a:gd name="T28" fmla="*/ 0 w 128"/>
                  <a:gd name="T29" fmla="*/ 0 h 112"/>
                  <a:gd name="T30" fmla="*/ 52 w 128"/>
                  <a:gd name="T31" fmla="*/ 4 h 112"/>
                  <a:gd name="T32" fmla="*/ 52 w 128"/>
                  <a:gd name="T33" fmla="*/ 12 h 112"/>
                  <a:gd name="T34" fmla="*/ 56 w 128"/>
                  <a:gd name="T35" fmla="*/ 24 h 112"/>
                  <a:gd name="T36" fmla="*/ 62 w 128"/>
                  <a:gd name="T37" fmla="*/ 32 h 112"/>
                  <a:gd name="T38" fmla="*/ 69 w 128"/>
                  <a:gd name="T39" fmla="*/ 39 h 112"/>
                  <a:gd name="T40" fmla="*/ 79 w 128"/>
                  <a:gd name="T41" fmla="*/ 45 h 112"/>
                  <a:gd name="T42" fmla="*/ 92 w 128"/>
                  <a:gd name="T43" fmla="*/ 50 h 112"/>
                  <a:gd name="T44" fmla="*/ 111 w 128"/>
                  <a:gd name="T45" fmla="*/ 56 h 112"/>
                  <a:gd name="T46" fmla="*/ 128 w 128"/>
                  <a:gd name="T47" fmla="*/ 62 h 112"/>
                  <a:gd name="T48" fmla="*/ 114 w 128"/>
                  <a:gd name="T49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112">
                    <a:moveTo>
                      <a:pt x="114" y="112"/>
                    </a:moveTo>
                    <a:lnTo>
                      <a:pt x="95" y="107"/>
                    </a:lnTo>
                    <a:lnTo>
                      <a:pt x="75" y="99"/>
                    </a:lnTo>
                    <a:lnTo>
                      <a:pt x="63" y="95"/>
                    </a:lnTo>
                    <a:lnTo>
                      <a:pt x="53" y="91"/>
                    </a:lnTo>
                    <a:lnTo>
                      <a:pt x="45" y="85"/>
                    </a:lnTo>
                    <a:lnTo>
                      <a:pt x="36" y="79"/>
                    </a:lnTo>
                    <a:lnTo>
                      <a:pt x="29" y="72"/>
                    </a:lnTo>
                    <a:lnTo>
                      <a:pt x="23" y="66"/>
                    </a:lnTo>
                    <a:lnTo>
                      <a:pt x="17" y="59"/>
                    </a:lnTo>
                    <a:lnTo>
                      <a:pt x="13" y="52"/>
                    </a:lnTo>
                    <a:lnTo>
                      <a:pt x="6" y="37"/>
                    </a:lnTo>
                    <a:lnTo>
                      <a:pt x="1" y="23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2" y="4"/>
                    </a:lnTo>
                    <a:lnTo>
                      <a:pt x="52" y="12"/>
                    </a:lnTo>
                    <a:lnTo>
                      <a:pt x="56" y="24"/>
                    </a:lnTo>
                    <a:lnTo>
                      <a:pt x="62" y="32"/>
                    </a:lnTo>
                    <a:lnTo>
                      <a:pt x="69" y="39"/>
                    </a:lnTo>
                    <a:lnTo>
                      <a:pt x="79" y="45"/>
                    </a:lnTo>
                    <a:lnTo>
                      <a:pt x="92" y="50"/>
                    </a:lnTo>
                    <a:lnTo>
                      <a:pt x="111" y="56"/>
                    </a:lnTo>
                    <a:lnTo>
                      <a:pt x="128" y="62"/>
                    </a:lnTo>
                    <a:lnTo>
                      <a:pt x="114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44"/>
              <p:cNvSpPr>
                <a:spLocks/>
              </p:cNvSpPr>
              <p:nvPr/>
            </p:nvSpPr>
            <p:spPr bwMode="auto">
              <a:xfrm>
                <a:off x="2606675" y="1404938"/>
                <a:ext cx="223838" cy="192088"/>
              </a:xfrm>
              <a:custGeom>
                <a:avLst/>
                <a:gdLst>
                  <a:gd name="T0" fmla="*/ 424 w 424"/>
                  <a:gd name="T1" fmla="*/ 363 h 363"/>
                  <a:gd name="T2" fmla="*/ 0 w 424"/>
                  <a:gd name="T3" fmla="*/ 363 h 363"/>
                  <a:gd name="T4" fmla="*/ 0 w 424"/>
                  <a:gd name="T5" fmla="*/ 192 h 363"/>
                  <a:gd name="T6" fmla="*/ 0 w 424"/>
                  <a:gd name="T7" fmla="*/ 174 h 363"/>
                  <a:gd name="T8" fmla="*/ 3 w 424"/>
                  <a:gd name="T9" fmla="*/ 160 h 363"/>
                  <a:gd name="T10" fmla="*/ 6 w 424"/>
                  <a:gd name="T11" fmla="*/ 147 h 363"/>
                  <a:gd name="T12" fmla="*/ 10 w 424"/>
                  <a:gd name="T13" fmla="*/ 135 h 363"/>
                  <a:gd name="T14" fmla="*/ 16 w 424"/>
                  <a:gd name="T15" fmla="*/ 124 h 363"/>
                  <a:gd name="T16" fmla="*/ 22 w 424"/>
                  <a:gd name="T17" fmla="*/ 115 h 363"/>
                  <a:gd name="T18" fmla="*/ 29 w 424"/>
                  <a:gd name="T19" fmla="*/ 107 h 363"/>
                  <a:gd name="T20" fmla="*/ 38 w 424"/>
                  <a:gd name="T21" fmla="*/ 99 h 363"/>
                  <a:gd name="T22" fmla="*/ 46 w 424"/>
                  <a:gd name="T23" fmla="*/ 92 h 363"/>
                  <a:gd name="T24" fmla="*/ 56 w 424"/>
                  <a:gd name="T25" fmla="*/ 86 h 363"/>
                  <a:gd name="T26" fmla="*/ 66 w 424"/>
                  <a:gd name="T27" fmla="*/ 82 h 363"/>
                  <a:gd name="T28" fmla="*/ 78 w 424"/>
                  <a:gd name="T29" fmla="*/ 78 h 363"/>
                  <a:gd name="T30" fmla="*/ 100 w 424"/>
                  <a:gd name="T31" fmla="*/ 69 h 363"/>
                  <a:gd name="T32" fmla="*/ 124 w 424"/>
                  <a:gd name="T33" fmla="*/ 62 h 363"/>
                  <a:gd name="T34" fmla="*/ 143 w 424"/>
                  <a:gd name="T35" fmla="*/ 56 h 363"/>
                  <a:gd name="T36" fmla="*/ 163 w 424"/>
                  <a:gd name="T37" fmla="*/ 50 h 363"/>
                  <a:gd name="T38" fmla="*/ 176 w 424"/>
                  <a:gd name="T39" fmla="*/ 45 h 363"/>
                  <a:gd name="T40" fmla="*/ 186 w 424"/>
                  <a:gd name="T41" fmla="*/ 39 h 363"/>
                  <a:gd name="T42" fmla="*/ 193 w 424"/>
                  <a:gd name="T43" fmla="*/ 32 h 363"/>
                  <a:gd name="T44" fmla="*/ 198 w 424"/>
                  <a:gd name="T45" fmla="*/ 24 h 363"/>
                  <a:gd name="T46" fmla="*/ 202 w 424"/>
                  <a:gd name="T47" fmla="*/ 12 h 363"/>
                  <a:gd name="T48" fmla="*/ 203 w 424"/>
                  <a:gd name="T49" fmla="*/ 4 h 363"/>
                  <a:gd name="T50" fmla="*/ 255 w 424"/>
                  <a:gd name="T51" fmla="*/ 0 h 363"/>
                  <a:gd name="T52" fmla="*/ 255 w 424"/>
                  <a:gd name="T53" fmla="*/ 12 h 363"/>
                  <a:gd name="T54" fmla="*/ 254 w 424"/>
                  <a:gd name="T55" fmla="*/ 23 h 363"/>
                  <a:gd name="T56" fmla="*/ 249 w 424"/>
                  <a:gd name="T57" fmla="*/ 37 h 363"/>
                  <a:gd name="T58" fmla="*/ 242 w 424"/>
                  <a:gd name="T59" fmla="*/ 52 h 363"/>
                  <a:gd name="T60" fmla="*/ 238 w 424"/>
                  <a:gd name="T61" fmla="*/ 59 h 363"/>
                  <a:gd name="T62" fmla="*/ 232 w 424"/>
                  <a:gd name="T63" fmla="*/ 66 h 363"/>
                  <a:gd name="T64" fmla="*/ 226 w 424"/>
                  <a:gd name="T65" fmla="*/ 72 h 363"/>
                  <a:gd name="T66" fmla="*/ 219 w 424"/>
                  <a:gd name="T67" fmla="*/ 79 h 363"/>
                  <a:gd name="T68" fmla="*/ 210 w 424"/>
                  <a:gd name="T69" fmla="*/ 85 h 363"/>
                  <a:gd name="T70" fmla="*/ 200 w 424"/>
                  <a:gd name="T71" fmla="*/ 91 h 363"/>
                  <a:gd name="T72" fmla="*/ 190 w 424"/>
                  <a:gd name="T73" fmla="*/ 95 h 363"/>
                  <a:gd name="T74" fmla="*/ 179 w 424"/>
                  <a:gd name="T75" fmla="*/ 99 h 363"/>
                  <a:gd name="T76" fmla="*/ 159 w 424"/>
                  <a:gd name="T77" fmla="*/ 107 h 363"/>
                  <a:gd name="T78" fmla="*/ 138 w 424"/>
                  <a:gd name="T79" fmla="*/ 112 h 363"/>
                  <a:gd name="T80" fmla="*/ 115 w 424"/>
                  <a:gd name="T81" fmla="*/ 120 h 363"/>
                  <a:gd name="T82" fmla="*/ 97 w 424"/>
                  <a:gd name="T83" fmla="*/ 125 h 363"/>
                  <a:gd name="T84" fmla="*/ 82 w 424"/>
                  <a:gd name="T85" fmla="*/ 132 h 363"/>
                  <a:gd name="T86" fmla="*/ 71 w 424"/>
                  <a:gd name="T87" fmla="*/ 140 h 363"/>
                  <a:gd name="T88" fmla="*/ 65 w 424"/>
                  <a:gd name="T89" fmla="*/ 144 h 363"/>
                  <a:gd name="T90" fmla="*/ 62 w 424"/>
                  <a:gd name="T91" fmla="*/ 148 h 363"/>
                  <a:gd name="T92" fmla="*/ 59 w 424"/>
                  <a:gd name="T93" fmla="*/ 154 h 363"/>
                  <a:gd name="T94" fmla="*/ 56 w 424"/>
                  <a:gd name="T95" fmla="*/ 160 h 363"/>
                  <a:gd name="T96" fmla="*/ 54 w 424"/>
                  <a:gd name="T97" fmla="*/ 174 h 363"/>
                  <a:gd name="T98" fmla="*/ 52 w 424"/>
                  <a:gd name="T99" fmla="*/ 192 h 363"/>
                  <a:gd name="T100" fmla="*/ 52 w 424"/>
                  <a:gd name="T101" fmla="*/ 310 h 363"/>
                  <a:gd name="T102" fmla="*/ 424 w 424"/>
                  <a:gd name="T103" fmla="*/ 310 h 363"/>
                  <a:gd name="T104" fmla="*/ 424 w 424"/>
                  <a:gd name="T105" fmla="*/ 36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24" h="363">
                    <a:moveTo>
                      <a:pt x="424" y="363"/>
                    </a:moveTo>
                    <a:lnTo>
                      <a:pt x="0" y="363"/>
                    </a:lnTo>
                    <a:lnTo>
                      <a:pt x="0" y="192"/>
                    </a:lnTo>
                    <a:lnTo>
                      <a:pt x="0" y="174"/>
                    </a:lnTo>
                    <a:lnTo>
                      <a:pt x="3" y="160"/>
                    </a:lnTo>
                    <a:lnTo>
                      <a:pt x="6" y="147"/>
                    </a:lnTo>
                    <a:lnTo>
                      <a:pt x="10" y="135"/>
                    </a:lnTo>
                    <a:lnTo>
                      <a:pt x="16" y="124"/>
                    </a:lnTo>
                    <a:lnTo>
                      <a:pt x="22" y="115"/>
                    </a:lnTo>
                    <a:lnTo>
                      <a:pt x="29" y="107"/>
                    </a:lnTo>
                    <a:lnTo>
                      <a:pt x="38" y="99"/>
                    </a:lnTo>
                    <a:lnTo>
                      <a:pt x="46" y="92"/>
                    </a:lnTo>
                    <a:lnTo>
                      <a:pt x="56" y="86"/>
                    </a:lnTo>
                    <a:lnTo>
                      <a:pt x="66" y="82"/>
                    </a:lnTo>
                    <a:lnTo>
                      <a:pt x="78" y="78"/>
                    </a:lnTo>
                    <a:lnTo>
                      <a:pt x="100" y="69"/>
                    </a:lnTo>
                    <a:lnTo>
                      <a:pt x="124" y="62"/>
                    </a:lnTo>
                    <a:lnTo>
                      <a:pt x="143" y="56"/>
                    </a:lnTo>
                    <a:lnTo>
                      <a:pt x="163" y="50"/>
                    </a:lnTo>
                    <a:lnTo>
                      <a:pt x="176" y="45"/>
                    </a:lnTo>
                    <a:lnTo>
                      <a:pt x="186" y="39"/>
                    </a:lnTo>
                    <a:lnTo>
                      <a:pt x="193" y="32"/>
                    </a:lnTo>
                    <a:lnTo>
                      <a:pt x="198" y="24"/>
                    </a:lnTo>
                    <a:lnTo>
                      <a:pt x="202" y="12"/>
                    </a:lnTo>
                    <a:lnTo>
                      <a:pt x="203" y="4"/>
                    </a:lnTo>
                    <a:lnTo>
                      <a:pt x="255" y="0"/>
                    </a:lnTo>
                    <a:lnTo>
                      <a:pt x="255" y="12"/>
                    </a:lnTo>
                    <a:lnTo>
                      <a:pt x="254" y="23"/>
                    </a:lnTo>
                    <a:lnTo>
                      <a:pt x="249" y="37"/>
                    </a:lnTo>
                    <a:lnTo>
                      <a:pt x="242" y="52"/>
                    </a:lnTo>
                    <a:lnTo>
                      <a:pt x="238" y="59"/>
                    </a:lnTo>
                    <a:lnTo>
                      <a:pt x="232" y="66"/>
                    </a:lnTo>
                    <a:lnTo>
                      <a:pt x="226" y="72"/>
                    </a:lnTo>
                    <a:lnTo>
                      <a:pt x="219" y="79"/>
                    </a:lnTo>
                    <a:lnTo>
                      <a:pt x="210" y="85"/>
                    </a:lnTo>
                    <a:lnTo>
                      <a:pt x="200" y="91"/>
                    </a:lnTo>
                    <a:lnTo>
                      <a:pt x="190" y="95"/>
                    </a:lnTo>
                    <a:lnTo>
                      <a:pt x="179" y="99"/>
                    </a:lnTo>
                    <a:lnTo>
                      <a:pt x="159" y="107"/>
                    </a:lnTo>
                    <a:lnTo>
                      <a:pt x="138" y="112"/>
                    </a:lnTo>
                    <a:lnTo>
                      <a:pt x="115" y="120"/>
                    </a:lnTo>
                    <a:lnTo>
                      <a:pt x="97" y="125"/>
                    </a:lnTo>
                    <a:lnTo>
                      <a:pt x="82" y="132"/>
                    </a:lnTo>
                    <a:lnTo>
                      <a:pt x="71" y="140"/>
                    </a:lnTo>
                    <a:lnTo>
                      <a:pt x="65" y="144"/>
                    </a:lnTo>
                    <a:lnTo>
                      <a:pt x="62" y="148"/>
                    </a:lnTo>
                    <a:lnTo>
                      <a:pt x="59" y="154"/>
                    </a:lnTo>
                    <a:lnTo>
                      <a:pt x="56" y="160"/>
                    </a:lnTo>
                    <a:lnTo>
                      <a:pt x="54" y="174"/>
                    </a:lnTo>
                    <a:lnTo>
                      <a:pt x="52" y="192"/>
                    </a:lnTo>
                    <a:lnTo>
                      <a:pt x="52" y="310"/>
                    </a:lnTo>
                    <a:lnTo>
                      <a:pt x="424" y="310"/>
                    </a:lnTo>
                    <a:lnTo>
                      <a:pt x="424" y="3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5"/>
              <p:cNvSpPr>
                <a:spLocks/>
              </p:cNvSpPr>
              <p:nvPr/>
            </p:nvSpPr>
            <p:spPr bwMode="auto">
              <a:xfrm>
                <a:off x="2678113" y="1273176"/>
                <a:ext cx="157163" cy="50800"/>
              </a:xfrm>
              <a:custGeom>
                <a:avLst/>
                <a:gdLst>
                  <a:gd name="T0" fmla="*/ 72 w 296"/>
                  <a:gd name="T1" fmla="*/ 96 h 96"/>
                  <a:gd name="T2" fmla="*/ 54 w 296"/>
                  <a:gd name="T3" fmla="*/ 96 h 96"/>
                  <a:gd name="T4" fmla="*/ 37 w 296"/>
                  <a:gd name="T5" fmla="*/ 95 h 96"/>
                  <a:gd name="T6" fmla="*/ 18 w 296"/>
                  <a:gd name="T7" fmla="*/ 92 h 96"/>
                  <a:gd name="T8" fmla="*/ 0 w 296"/>
                  <a:gd name="T9" fmla="*/ 88 h 96"/>
                  <a:gd name="T10" fmla="*/ 13 w 296"/>
                  <a:gd name="T11" fmla="*/ 37 h 96"/>
                  <a:gd name="T12" fmla="*/ 31 w 296"/>
                  <a:gd name="T13" fmla="*/ 42 h 96"/>
                  <a:gd name="T14" fmla="*/ 50 w 296"/>
                  <a:gd name="T15" fmla="*/ 43 h 96"/>
                  <a:gd name="T16" fmla="*/ 67 w 296"/>
                  <a:gd name="T17" fmla="*/ 45 h 96"/>
                  <a:gd name="T18" fmla="*/ 85 w 296"/>
                  <a:gd name="T19" fmla="*/ 45 h 96"/>
                  <a:gd name="T20" fmla="*/ 100 w 296"/>
                  <a:gd name="T21" fmla="*/ 43 h 96"/>
                  <a:gd name="T22" fmla="*/ 115 w 296"/>
                  <a:gd name="T23" fmla="*/ 40 h 96"/>
                  <a:gd name="T24" fmla="*/ 129 w 296"/>
                  <a:gd name="T25" fmla="*/ 37 h 96"/>
                  <a:gd name="T26" fmla="*/ 142 w 296"/>
                  <a:gd name="T27" fmla="*/ 34 h 96"/>
                  <a:gd name="T28" fmla="*/ 164 w 296"/>
                  <a:gd name="T29" fmla="*/ 27 h 96"/>
                  <a:gd name="T30" fmla="*/ 181 w 296"/>
                  <a:gd name="T31" fmla="*/ 20 h 96"/>
                  <a:gd name="T32" fmla="*/ 191 w 296"/>
                  <a:gd name="T33" fmla="*/ 14 h 96"/>
                  <a:gd name="T34" fmla="*/ 195 w 296"/>
                  <a:gd name="T35" fmla="*/ 11 h 96"/>
                  <a:gd name="T36" fmla="*/ 213 w 296"/>
                  <a:gd name="T37" fmla="*/ 0 h 96"/>
                  <a:gd name="T38" fmla="*/ 227 w 296"/>
                  <a:gd name="T39" fmla="*/ 16 h 96"/>
                  <a:gd name="T40" fmla="*/ 233 w 296"/>
                  <a:gd name="T41" fmla="*/ 19 h 96"/>
                  <a:gd name="T42" fmla="*/ 246 w 296"/>
                  <a:gd name="T43" fmla="*/ 26 h 96"/>
                  <a:gd name="T44" fmla="*/ 254 w 296"/>
                  <a:gd name="T45" fmla="*/ 30 h 96"/>
                  <a:gd name="T46" fmla="*/ 266 w 296"/>
                  <a:gd name="T47" fmla="*/ 33 h 96"/>
                  <a:gd name="T48" fmla="*/ 280 w 296"/>
                  <a:gd name="T49" fmla="*/ 36 h 96"/>
                  <a:gd name="T50" fmla="*/ 296 w 296"/>
                  <a:gd name="T51" fmla="*/ 37 h 96"/>
                  <a:gd name="T52" fmla="*/ 296 w 296"/>
                  <a:gd name="T53" fmla="*/ 89 h 96"/>
                  <a:gd name="T54" fmla="*/ 280 w 296"/>
                  <a:gd name="T55" fmla="*/ 88 h 96"/>
                  <a:gd name="T56" fmla="*/ 267 w 296"/>
                  <a:gd name="T57" fmla="*/ 86 h 96"/>
                  <a:gd name="T58" fmla="*/ 254 w 296"/>
                  <a:gd name="T59" fmla="*/ 83 h 96"/>
                  <a:gd name="T60" fmla="*/ 242 w 296"/>
                  <a:gd name="T61" fmla="*/ 81 h 96"/>
                  <a:gd name="T62" fmla="*/ 223 w 296"/>
                  <a:gd name="T63" fmla="*/ 73 h 96"/>
                  <a:gd name="T64" fmla="*/ 207 w 296"/>
                  <a:gd name="T65" fmla="*/ 65 h 96"/>
                  <a:gd name="T66" fmla="*/ 185 w 296"/>
                  <a:gd name="T67" fmla="*/ 75 h 96"/>
                  <a:gd name="T68" fmla="*/ 154 w 296"/>
                  <a:gd name="T69" fmla="*/ 86 h 96"/>
                  <a:gd name="T70" fmla="*/ 136 w 296"/>
                  <a:gd name="T71" fmla="*/ 91 h 96"/>
                  <a:gd name="T72" fmla="*/ 116 w 296"/>
                  <a:gd name="T73" fmla="*/ 93 h 96"/>
                  <a:gd name="T74" fmla="*/ 95 w 296"/>
                  <a:gd name="T75" fmla="*/ 96 h 96"/>
                  <a:gd name="T76" fmla="*/ 72 w 296"/>
                  <a:gd name="T77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96" h="96">
                    <a:moveTo>
                      <a:pt x="72" y="96"/>
                    </a:moveTo>
                    <a:lnTo>
                      <a:pt x="54" y="96"/>
                    </a:lnTo>
                    <a:lnTo>
                      <a:pt x="37" y="95"/>
                    </a:lnTo>
                    <a:lnTo>
                      <a:pt x="18" y="92"/>
                    </a:lnTo>
                    <a:lnTo>
                      <a:pt x="0" y="88"/>
                    </a:lnTo>
                    <a:lnTo>
                      <a:pt x="13" y="37"/>
                    </a:lnTo>
                    <a:lnTo>
                      <a:pt x="31" y="42"/>
                    </a:lnTo>
                    <a:lnTo>
                      <a:pt x="50" y="43"/>
                    </a:lnTo>
                    <a:lnTo>
                      <a:pt x="67" y="45"/>
                    </a:lnTo>
                    <a:lnTo>
                      <a:pt x="85" y="45"/>
                    </a:lnTo>
                    <a:lnTo>
                      <a:pt x="100" y="43"/>
                    </a:lnTo>
                    <a:lnTo>
                      <a:pt x="115" y="40"/>
                    </a:lnTo>
                    <a:lnTo>
                      <a:pt x="129" y="37"/>
                    </a:lnTo>
                    <a:lnTo>
                      <a:pt x="142" y="34"/>
                    </a:lnTo>
                    <a:lnTo>
                      <a:pt x="164" y="27"/>
                    </a:lnTo>
                    <a:lnTo>
                      <a:pt x="181" y="20"/>
                    </a:lnTo>
                    <a:lnTo>
                      <a:pt x="191" y="14"/>
                    </a:lnTo>
                    <a:lnTo>
                      <a:pt x="195" y="11"/>
                    </a:lnTo>
                    <a:lnTo>
                      <a:pt x="213" y="0"/>
                    </a:lnTo>
                    <a:lnTo>
                      <a:pt x="227" y="16"/>
                    </a:lnTo>
                    <a:lnTo>
                      <a:pt x="233" y="19"/>
                    </a:lnTo>
                    <a:lnTo>
                      <a:pt x="246" y="26"/>
                    </a:lnTo>
                    <a:lnTo>
                      <a:pt x="254" y="30"/>
                    </a:lnTo>
                    <a:lnTo>
                      <a:pt x="266" y="33"/>
                    </a:lnTo>
                    <a:lnTo>
                      <a:pt x="280" y="36"/>
                    </a:lnTo>
                    <a:lnTo>
                      <a:pt x="296" y="37"/>
                    </a:lnTo>
                    <a:lnTo>
                      <a:pt x="296" y="89"/>
                    </a:lnTo>
                    <a:lnTo>
                      <a:pt x="280" y="88"/>
                    </a:lnTo>
                    <a:lnTo>
                      <a:pt x="267" y="86"/>
                    </a:lnTo>
                    <a:lnTo>
                      <a:pt x="254" y="83"/>
                    </a:lnTo>
                    <a:lnTo>
                      <a:pt x="242" y="81"/>
                    </a:lnTo>
                    <a:lnTo>
                      <a:pt x="223" y="73"/>
                    </a:lnTo>
                    <a:lnTo>
                      <a:pt x="207" y="65"/>
                    </a:lnTo>
                    <a:lnTo>
                      <a:pt x="185" y="75"/>
                    </a:lnTo>
                    <a:lnTo>
                      <a:pt x="154" y="86"/>
                    </a:lnTo>
                    <a:lnTo>
                      <a:pt x="136" y="91"/>
                    </a:lnTo>
                    <a:lnTo>
                      <a:pt x="116" y="93"/>
                    </a:lnTo>
                    <a:lnTo>
                      <a:pt x="95" y="96"/>
                    </a:lnTo>
                    <a:lnTo>
                      <a:pt x="7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46"/>
              <p:cNvSpPr>
                <a:spLocks noEditPoints="1"/>
              </p:cNvSpPr>
              <p:nvPr/>
            </p:nvSpPr>
            <p:spPr bwMode="auto">
              <a:xfrm>
                <a:off x="3151188" y="1230313"/>
                <a:ext cx="182563" cy="196850"/>
              </a:xfrm>
              <a:custGeom>
                <a:avLst/>
                <a:gdLst>
                  <a:gd name="T0" fmla="*/ 148 w 343"/>
                  <a:gd name="T1" fmla="*/ 54 h 371"/>
                  <a:gd name="T2" fmla="*/ 115 w 343"/>
                  <a:gd name="T3" fmla="*/ 67 h 371"/>
                  <a:gd name="T4" fmla="*/ 88 w 343"/>
                  <a:gd name="T5" fmla="*/ 90 h 371"/>
                  <a:gd name="T6" fmla="*/ 68 w 343"/>
                  <a:gd name="T7" fmla="*/ 122 h 371"/>
                  <a:gd name="T8" fmla="*/ 55 w 343"/>
                  <a:gd name="T9" fmla="*/ 158 h 371"/>
                  <a:gd name="T10" fmla="*/ 53 w 343"/>
                  <a:gd name="T11" fmla="*/ 198 h 371"/>
                  <a:gd name="T12" fmla="*/ 62 w 343"/>
                  <a:gd name="T13" fmla="*/ 237 h 371"/>
                  <a:gd name="T14" fmla="*/ 79 w 343"/>
                  <a:gd name="T15" fmla="*/ 270 h 371"/>
                  <a:gd name="T16" fmla="*/ 105 w 343"/>
                  <a:gd name="T17" fmla="*/ 296 h 371"/>
                  <a:gd name="T18" fmla="*/ 137 w 343"/>
                  <a:gd name="T19" fmla="*/ 312 h 371"/>
                  <a:gd name="T20" fmla="*/ 171 w 343"/>
                  <a:gd name="T21" fmla="*/ 319 h 371"/>
                  <a:gd name="T22" fmla="*/ 207 w 343"/>
                  <a:gd name="T23" fmla="*/ 312 h 371"/>
                  <a:gd name="T24" fmla="*/ 237 w 343"/>
                  <a:gd name="T25" fmla="*/ 296 h 371"/>
                  <a:gd name="T26" fmla="*/ 263 w 343"/>
                  <a:gd name="T27" fmla="*/ 270 h 371"/>
                  <a:gd name="T28" fmla="*/ 281 w 343"/>
                  <a:gd name="T29" fmla="*/ 237 h 371"/>
                  <a:gd name="T30" fmla="*/ 289 w 343"/>
                  <a:gd name="T31" fmla="*/ 198 h 371"/>
                  <a:gd name="T32" fmla="*/ 288 w 343"/>
                  <a:gd name="T33" fmla="*/ 158 h 371"/>
                  <a:gd name="T34" fmla="*/ 276 w 343"/>
                  <a:gd name="T35" fmla="*/ 122 h 371"/>
                  <a:gd name="T36" fmla="*/ 256 w 343"/>
                  <a:gd name="T37" fmla="*/ 90 h 371"/>
                  <a:gd name="T38" fmla="*/ 229 w 343"/>
                  <a:gd name="T39" fmla="*/ 67 h 371"/>
                  <a:gd name="T40" fmla="*/ 196 w 343"/>
                  <a:gd name="T41" fmla="*/ 54 h 371"/>
                  <a:gd name="T42" fmla="*/ 171 w 343"/>
                  <a:gd name="T43" fmla="*/ 371 h 371"/>
                  <a:gd name="T44" fmla="*/ 121 w 343"/>
                  <a:gd name="T45" fmla="*/ 363 h 371"/>
                  <a:gd name="T46" fmla="*/ 76 w 343"/>
                  <a:gd name="T47" fmla="*/ 340 h 371"/>
                  <a:gd name="T48" fmla="*/ 39 w 343"/>
                  <a:gd name="T49" fmla="*/ 304 h 371"/>
                  <a:gd name="T50" fmla="*/ 14 w 343"/>
                  <a:gd name="T51" fmla="*/ 257 h 371"/>
                  <a:gd name="T52" fmla="*/ 1 w 343"/>
                  <a:gd name="T53" fmla="*/ 204 h 371"/>
                  <a:gd name="T54" fmla="*/ 4 w 343"/>
                  <a:gd name="T55" fmla="*/ 148 h 371"/>
                  <a:gd name="T56" fmla="*/ 21 w 343"/>
                  <a:gd name="T57" fmla="*/ 96 h 371"/>
                  <a:gd name="T58" fmla="*/ 50 w 343"/>
                  <a:gd name="T59" fmla="*/ 54 h 371"/>
                  <a:gd name="T60" fmla="*/ 91 w 343"/>
                  <a:gd name="T61" fmla="*/ 21 h 371"/>
                  <a:gd name="T62" fmla="*/ 137 w 343"/>
                  <a:gd name="T63" fmla="*/ 4 h 371"/>
                  <a:gd name="T64" fmla="*/ 188 w 343"/>
                  <a:gd name="T65" fmla="*/ 1 h 371"/>
                  <a:gd name="T66" fmla="*/ 237 w 343"/>
                  <a:gd name="T67" fmla="*/ 14 h 371"/>
                  <a:gd name="T68" fmla="*/ 281 w 343"/>
                  <a:gd name="T69" fmla="*/ 41 h 371"/>
                  <a:gd name="T70" fmla="*/ 314 w 343"/>
                  <a:gd name="T71" fmla="*/ 82 h 371"/>
                  <a:gd name="T72" fmla="*/ 335 w 343"/>
                  <a:gd name="T73" fmla="*/ 131 h 371"/>
                  <a:gd name="T74" fmla="*/ 343 w 343"/>
                  <a:gd name="T75" fmla="*/ 185 h 371"/>
                  <a:gd name="T76" fmla="*/ 335 w 343"/>
                  <a:gd name="T77" fmla="*/ 240 h 371"/>
                  <a:gd name="T78" fmla="*/ 314 w 343"/>
                  <a:gd name="T79" fmla="*/ 289 h 371"/>
                  <a:gd name="T80" fmla="*/ 281 w 343"/>
                  <a:gd name="T81" fmla="*/ 328 h 371"/>
                  <a:gd name="T82" fmla="*/ 237 w 343"/>
                  <a:gd name="T83" fmla="*/ 357 h 371"/>
                  <a:gd name="T84" fmla="*/ 188 w 343"/>
                  <a:gd name="T85" fmla="*/ 37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43" h="371">
                    <a:moveTo>
                      <a:pt x="171" y="52"/>
                    </a:moveTo>
                    <a:lnTo>
                      <a:pt x="160" y="53"/>
                    </a:lnTo>
                    <a:lnTo>
                      <a:pt x="148" y="54"/>
                    </a:lnTo>
                    <a:lnTo>
                      <a:pt x="137" y="57"/>
                    </a:lnTo>
                    <a:lnTo>
                      <a:pt x="125" y="62"/>
                    </a:lnTo>
                    <a:lnTo>
                      <a:pt x="115" y="67"/>
                    </a:lnTo>
                    <a:lnTo>
                      <a:pt x="105" y="75"/>
                    </a:lnTo>
                    <a:lnTo>
                      <a:pt x="96" y="82"/>
                    </a:lnTo>
                    <a:lnTo>
                      <a:pt x="88" y="90"/>
                    </a:lnTo>
                    <a:lnTo>
                      <a:pt x="79" y="100"/>
                    </a:lnTo>
                    <a:lnTo>
                      <a:pt x="73" y="111"/>
                    </a:lnTo>
                    <a:lnTo>
                      <a:pt x="68" y="122"/>
                    </a:lnTo>
                    <a:lnTo>
                      <a:pt x="62" y="134"/>
                    </a:lnTo>
                    <a:lnTo>
                      <a:pt x="57" y="145"/>
                    </a:lnTo>
                    <a:lnTo>
                      <a:pt x="55" y="158"/>
                    </a:lnTo>
                    <a:lnTo>
                      <a:pt x="53" y="171"/>
                    </a:lnTo>
                    <a:lnTo>
                      <a:pt x="53" y="185"/>
                    </a:lnTo>
                    <a:lnTo>
                      <a:pt x="53" y="198"/>
                    </a:lnTo>
                    <a:lnTo>
                      <a:pt x="55" y="213"/>
                    </a:lnTo>
                    <a:lnTo>
                      <a:pt x="57" y="224"/>
                    </a:lnTo>
                    <a:lnTo>
                      <a:pt x="62" y="237"/>
                    </a:lnTo>
                    <a:lnTo>
                      <a:pt x="68" y="249"/>
                    </a:lnTo>
                    <a:lnTo>
                      <a:pt x="73" y="260"/>
                    </a:lnTo>
                    <a:lnTo>
                      <a:pt x="79" y="270"/>
                    </a:lnTo>
                    <a:lnTo>
                      <a:pt x="88" y="279"/>
                    </a:lnTo>
                    <a:lnTo>
                      <a:pt x="96" y="288"/>
                    </a:lnTo>
                    <a:lnTo>
                      <a:pt x="105" y="296"/>
                    </a:lnTo>
                    <a:lnTo>
                      <a:pt x="115" y="302"/>
                    </a:lnTo>
                    <a:lnTo>
                      <a:pt x="125" y="308"/>
                    </a:lnTo>
                    <a:lnTo>
                      <a:pt x="137" y="312"/>
                    </a:lnTo>
                    <a:lnTo>
                      <a:pt x="148" y="316"/>
                    </a:lnTo>
                    <a:lnTo>
                      <a:pt x="160" y="318"/>
                    </a:lnTo>
                    <a:lnTo>
                      <a:pt x="171" y="319"/>
                    </a:lnTo>
                    <a:lnTo>
                      <a:pt x="184" y="318"/>
                    </a:lnTo>
                    <a:lnTo>
                      <a:pt x="196" y="316"/>
                    </a:lnTo>
                    <a:lnTo>
                      <a:pt x="207" y="312"/>
                    </a:lnTo>
                    <a:lnTo>
                      <a:pt x="217" y="308"/>
                    </a:lnTo>
                    <a:lnTo>
                      <a:pt x="229" y="302"/>
                    </a:lnTo>
                    <a:lnTo>
                      <a:pt x="237" y="296"/>
                    </a:lnTo>
                    <a:lnTo>
                      <a:pt x="248" y="288"/>
                    </a:lnTo>
                    <a:lnTo>
                      <a:pt x="256" y="279"/>
                    </a:lnTo>
                    <a:lnTo>
                      <a:pt x="263" y="270"/>
                    </a:lnTo>
                    <a:lnTo>
                      <a:pt x="271" y="260"/>
                    </a:lnTo>
                    <a:lnTo>
                      <a:pt x="276" y="249"/>
                    </a:lnTo>
                    <a:lnTo>
                      <a:pt x="281" y="237"/>
                    </a:lnTo>
                    <a:lnTo>
                      <a:pt x="285" y="224"/>
                    </a:lnTo>
                    <a:lnTo>
                      <a:pt x="288" y="213"/>
                    </a:lnTo>
                    <a:lnTo>
                      <a:pt x="289" y="198"/>
                    </a:lnTo>
                    <a:lnTo>
                      <a:pt x="291" y="185"/>
                    </a:lnTo>
                    <a:lnTo>
                      <a:pt x="289" y="171"/>
                    </a:lnTo>
                    <a:lnTo>
                      <a:pt x="288" y="158"/>
                    </a:lnTo>
                    <a:lnTo>
                      <a:pt x="285" y="145"/>
                    </a:lnTo>
                    <a:lnTo>
                      <a:pt x="281" y="134"/>
                    </a:lnTo>
                    <a:lnTo>
                      <a:pt x="276" y="122"/>
                    </a:lnTo>
                    <a:lnTo>
                      <a:pt x="271" y="111"/>
                    </a:lnTo>
                    <a:lnTo>
                      <a:pt x="263" y="100"/>
                    </a:lnTo>
                    <a:lnTo>
                      <a:pt x="256" y="90"/>
                    </a:lnTo>
                    <a:lnTo>
                      <a:pt x="248" y="82"/>
                    </a:lnTo>
                    <a:lnTo>
                      <a:pt x="237" y="75"/>
                    </a:lnTo>
                    <a:lnTo>
                      <a:pt x="229" y="67"/>
                    </a:lnTo>
                    <a:lnTo>
                      <a:pt x="217" y="62"/>
                    </a:lnTo>
                    <a:lnTo>
                      <a:pt x="207" y="57"/>
                    </a:lnTo>
                    <a:lnTo>
                      <a:pt x="196" y="54"/>
                    </a:lnTo>
                    <a:lnTo>
                      <a:pt x="184" y="53"/>
                    </a:lnTo>
                    <a:lnTo>
                      <a:pt x="171" y="52"/>
                    </a:lnTo>
                    <a:close/>
                    <a:moveTo>
                      <a:pt x="171" y="371"/>
                    </a:moveTo>
                    <a:lnTo>
                      <a:pt x="154" y="370"/>
                    </a:lnTo>
                    <a:lnTo>
                      <a:pt x="137" y="367"/>
                    </a:lnTo>
                    <a:lnTo>
                      <a:pt x="121" y="363"/>
                    </a:lnTo>
                    <a:lnTo>
                      <a:pt x="105" y="357"/>
                    </a:lnTo>
                    <a:lnTo>
                      <a:pt x="91" y="348"/>
                    </a:lnTo>
                    <a:lnTo>
                      <a:pt x="76" y="340"/>
                    </a:lnTo>
                    <a:lnTo>
                      <a:pt x="63" y="328"/>
                    </a:lnTo>
                    <a:lnTo>
                      <a:pt x="50" y="316"/>
                    </a:lnTo>
                    <a:lnTo>
                      <a:pt x="39" y="304"/>
                    </a:lnTo>
                    <a:lnTo>
                      <a:pt x="30" y="289"/>
                    </a:lnTo>
                    <a:lnTo>
                      <a:pt x="21" y="273"/>
                    </a:lnTo>
                    <a:lnTo>
                      <a:pt x="14" y="257"/>
                    </a:lnTo>
                    <a:lnTo>
                      <a:pt x="8" y="240"/>
                    </a:lnTo>
                    <a:lnTo>
                      <a:pt x="4" y="223"/>
                    </a:lnTo>
                    <a:lnTo>
                      <a:pt x="1" y="204"/>
                    </a:lnTo>
                    <a:lnTo>
                      <a:pt x="0" y="185"/>
                    </a:lnTo>
                    <a:lnTo>
                      <a:pt x="1" y="167"/>
                    </a:lnTo>
                    <a:lnTo>
                      <a:pt x="4" y="148"/>
                    </a:lnTo>
                    <a:lnTo>
                      <a:pt x="8" y="131"/>
                    </a:lnTo>
                    <a:lnTo>
                      <a:pt x="14" y="113"/>
                    </a:lnTo>
                    <a:lnTo>
                      <a:pt x="21" y="96"/>
                    </a:lnTo>
                    <a:lnTo>
                      <a:pt x="30" y="82"/>
                    </a:lnTo>
                    <a:lnTo>
                      <a:pt x="39" y="67"/>
                    </a:lnTo>
                    <a:lnTo>
                      <a:pt x="50" y="54"/>
                    </a:lnTo>
                    <a:lnTo>
                      <a:pt x="63" y="41"/>
                    </a:lnTo>
                    <a:lnTo>
                      <a:pt x="76" y="31"/>
                    </a:lnTo>
                    <a:lnTo>
                      <a:pt x="91" y="21"/>
                    </a:lnTo>
                    <a:lnTo>
                      <a:pt x="105" y="14"/>
                    </a:lnTo>
                    <a:lnTo>
                      <a:pt x="121" y="8"/>
                    </a:lnTo>
                    <a:lnTo>
                      <a:pt x="137" y="4"/>
                    </a:lnTo>
                    <a:lnTo>
                      <a:pt x="154" y="1"/>
                    </a:lnTo>
                    <a:lnTo>
                      <a:pt x="171" y="0"/>
                    </a:lnTo>
                    <a:lnTo>
                      <a:pt x="188" y="1"/>
                    </a:lnTo>
                    <a:lnTo>
                      <a:pt x="206" y="4"/>
                    </a:lnTo>
                    <a:lnTo>
                      <a:pt x="223" y="8"/>
                    </a:lnTo>
                    <a:lnTo>
                      <a:pt x="237" y="14"/>
                    </a:lnTo>
                    <a:lnTo>
                      <a:pt x="253" y="21"/>
                    </a:lnTo>
                    <a:lnTo>
                      <a:pt x="268" y="31"/>
                    </a:lnTo>
                    <a:lnTo>
                      <a:pt x="281" y="41"/>
                    </a:lnTo>
                    <a:lnTo>
                      <a:pt x="292" y="54"/>
                    </a:lnTo>
                    <a:lnTo>
                      <a:pt x="304" y="67"/>
                    </a:lnTo>
                    <a:lnTo>
                      <a:pt x="314" y="82"/>
                    </a:lnTo>
                    <a:lnTo>
                      <a:pt x="322" y="96"/>
                    </a:lnTo>
                    <a:lnTo>
                      <a:pt x="330" y="113"/>
                    </a:lnTo>
                    <a:lnTo>
                      <a:pt x="335" y="131"/>
                    </a:lnTo>
                    <a:lnTo>
                      <a:pt x="340" y="148"/>
                    </a:lnTo>
                    <a:lnTo>
                      <a:pt x="341" y="167"/>
                    </a:lnTo>
                    <a:lnTo>
                      <a:pt x="343" y="185"/>
                    </a:lnTo>
                    <a:lnTo>
                      <a:pt x="341" y="204"/>
                    </a:lnTo>
                    <a:lnTo>
                      <a:pt x="340" y="223"/>
                    </a:lnTo>
                    <a:lnTo>
                      <a:pt x="335" y="240"/>
                    </a:lnTo>
                    <a:lnTo>
                      <a:pt x="330" y="257"/>
                    </a:lnTo>
                    <a:lnTo>
                      <a:pt x="322" y="273"/>
                    </a:lnTo>
                    <a:lnTo>
                      <a:pt x="314" y="289"/>
                    </a:lnTo>
                    <a:lnTo>
                      <a:pt x="304" y="304"/>
                    </a:lnTo>
                    <a:lnTo>
                      <a:pt x="292" y="316"/>
                    </a:lnTo>
                    <a:lnTo>
                      <a:pt x="281" y="328"/>
                    </a:lnTo>
                    <a:lnTo>
                      <a:pt x="268" y="340"/>
                    </a:lnTo>
                    <a:lnTo>
                      <a:pt x="253" y="348"/>
                    </a:lnTo>
                    <a:lnTo>
                      <a:pt x="237" y="357"/>
                    </a:lnTo>
                    <a:lnTo>
                      <a:pt x="223" y="363"/>
                    </a:lnTo>
                    <a:lnTo>
                      <a:pt x="206" y="367"/>
                    </a:lnTo>
                    <a:lnTo>
                      <a:pt x="188" y="370"/>
                    </a:lnTo>
                    <a:lnTo>
                      <a:pt x="171" y="3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47"/>
              <p:cNvSpPr>
                <a:spLocks/>
              </p:cNvSpPr>
              <p:nvPr/>
            </p:nvSpPr>
            <p:spPr bwMode="auto">
              <a:xfrm>
                <a:off x="3176588" y="1404938"/>
                <a:ext cx="217488" cy="192088"/>
              </a:xfrm>
              <a:custGeom>
                <a:avLst/>
                <a:gdLst>
                  <a:gd name="T0" fmla="*/ 412 w 412"/>
                  <a:gd name="T1" fmla="*/ 363 h 363"/>
                  <a:gd name="T2" fmla="*/ 0 w 412"/>
                  <a:gd name="T3" fmla="*/ 363 h 363"/>
                  <a:gd name="T4" fmla="*/ 0 w 412"/>
                  <a:gd name="T5" fmla="*/ 310 h 363"/>
                  <a:gd name="T6" fmla="*/ 359 w 412"/>
                  <a:gd name="T7" fmla="*/ 310 h 363"/>
                  <a:gd name="T8" fmla="*/ 359 w 412"/>
                  <a:gd name="T9" fmla="*/ 192 h 363"/>
                  <a:gd name="T10" fmla="*/ 359 w 412"/>
                  <a:gd name="T11" fmla="*/ 174 h 363"/>
                  <a:gd name="T12" fmla="*/ 356 w 412"/>
                  <a:gd name="T13" fmla="*/ 160 h 363"/>
                  <a:gd name="T14" fmla="*/ 353 w 412"/>
                  <a:gd name="T15" fmla="*/ 154 h 363"/>
                  <a:gd name="T16" fmla="*/ 350 w 412"/>
                  <a:gd name="T17" fmla="*/ 148 h 363"/>
                  <a:gd name="T18" fmla="*/ 346 w 412"/>
                  <a:gd name="T19" fmla="*/ 144 h 363"/>
                  <a:gd name="T20" fmla="*/ 342 w 412"/>
                  <a:gd name="T21" fmla="*/ 140 h 363"/>
                  <a:gd name="T22" fmla="*/ 330 w 412"/>
                  <a:gd name="T23" fmla="*/ 132 h 363"/>
                  <a:gd name="T24" fmla="*/ 316 w 412"/>
                  <a:gd name="T25" fmla="*/ 125 h 363"/>
                  <a:gd name="T26" fmla="*/ 297 w 412"/>
                  <a:gd name="T27" fmla="*/ 120 h 363"/>
                  <a:gd name="T28" fmla="*/ 274 w 412"/>
                  <a:gd name="T29" fmla="*/ 112 h 363"/>
                  <a:gd name="T30" fmla="*/ 254 w 412"/>
                  <a:gd name="T31" fmla="*/ 107 h 363"/>
                  <a:gd name="T32" fmla="*/ 232 w 412"/>
                  <a:gd name="T33" fmla="*/ 99 h 363"/>
                  <a:gd name="T34" fmla="*/ 221 w 412"/>
                  <a:gd name="T35" fmla="*/ 95 h 363"/>
                  <a:gd name="T36" fmla="*/ 211 w 412"/>
                  <a:gd name="T37" fmla="*/ 91 h 363"/>
                  <a:gd name="T38" fmla="*/ 202 w 412"/>
                  <a:gd name="T39" fmla="*/ 85 h 363"/>
                  <a:gd name="T40" fmla="*/ 193 w 412"/>
                  <a:gd name="T41" fmla="*/ 79 h 363"/>
                  <a:gd name="T42" fmla="*/ 186 w 412"/>
                  <a:gd name="T43" fmla="*/ 72 h 363"/>
                  <a:gd name="T44" fmla="*/ 180 w 412"/>
                  <a:gd name="T45" fmla="*/ 66 h 363"/>
                  <a:gd name="T46" fmla="*/ 175 w 412"/>
                  <a:gd name="T47" fmla="*/ 59 h 363"/>
                  <a:gd name="T48" fmla="*/ 170 w 412"/>
                  <a:gd name="T49" fmla="*/ 52 h 363"/>
                  <a:gd name="T50" fmla="*/ 163 w 412"/>
                  <a:gd name="T51" fmla="*/ 37 h 363"/>
                  <a:gd name="T52" fmla="*/ 159 w 412"/>
                  <a:gd name="T53" fmla="*/ 23 h 363"/>
                  <a:gd name="T54" fmla="*/ 157 w 412"/>
                  <a:gd name="T55" fmla="*/ 12 h 363"/>
                  <a:gd name="T56" fmla="*/ 156 w 412"/>
                  <a:gd name="T57" fmla="*/ 0 h 363"/>
                  <a:gd name="T58" fmla="*/ 209 w 412"/>
                  <a:gd name="T59" fmla="*/ 4 h 363"/>
                  <a:gd name="T60" fmla="*/ 209 w 412"/>
                  <a:gd name="T61" fmla="*/ 12 h 363"/>
                  <a:gd name="T62" fmla="*/ 213 w 412"/>
                  <a:gd name="T63" fmla="*/ 24 h 363"/>
                  <a:gd name="T64" fmla="*/ 219 w 412"/>
                  <a:gd name="T65" fmla="*/ 32 h 363"/>
                  <a:gd name="T66" fmla="*/ 226 w 412"/>
                  <a:gd name="T67" fmla="*/ 39 h 363"/>
                  <a:gd name="T68" fmla="*/ 237 w 412"/>
                  <a:gd name="T69" fmla="*/ 45 h 363"/>
                  <a:gd name="T70" fmla="*/ 249 w 412"/>
                  <a:gd name="T71" fmla="*/ 50 h 363"/>
                  <a:gd name="T72" fmla="*/ 270 w 412"/>
                  <a:gd name="T73" fmla="*/ 56 h 363"/>
                  <a:gd name="T74" fmla="*/ 288 w 412"/>
                  <a:gd name="T75" fmla="*/ 62 h 363"/>
                  <a:gd name="T76" fmla="*/ 311 w 412"/>
                  <a:gd name="T77" fmla="*/ 69 h 363"/>
                  <a:gd name="T78" fmla="*/ 334 w 412"/>
                  <a:gd name="T79" fmla="*/ 78 h 363"/>
                  <a:gd name="T80" fmla="*/ 345 w 412"/>
                  <a:gd name="T81" fmla="*/ 82 h 363"/>
                  <a:gd name="T82" fmla="*/ 356 w 412"/>
                  <a:gd name="T83" fmla="*/ 86 h 363"/>
                  <a:gd name="T84" fmla="*/ 365 w 412"/>
                  <a:gd name="T85" fmla="*/ 92 h 363"/>
                  <a:gd name="T86" fmla="*/ 373 w 412"/>
                  <a:gd name="T87" fmla="*/ 99 h 363"/>
                  <a:gd name="T88" fmla="*/ 382 w 412"/>
                  <a:gd name="T89" fmla="*/ 107 h 363"/>
                  <a:gd name="T90" fmla="*/ 389 w 412"/>
                  <a:gd name="T91" fmla="*/ 115 h 363"/>
                  <a:gd name="T92" fmla="*/ 396 w 412"/>
                  <a:gd name="T93" fmla="*/ 124 h 363"/>
                  <a:gd name="T94" fmla="*/ 402 w 412"/>
                  <a:gd name="T95" fmla="*/ 135 h 363"/>
                  <a:gd name="T96" fmla="*/ 406 w 412"/>
                  <a:gd name="T97" fmla="*/ 147 h 363"/>
                  <a:gd name="T98" fmla="*/ 409 w 412"/>
                  <a:gd name="T99" fmla="*/ 160 h 363"/>
                  <a:gd name="T100" fmla="*/ 411 w 412"/>
                  <a:gd name="T101" fmla="*/ 174 h 363"/>
                  <a:gd name="T102" fmla="*/ 412 w 412"/>
                  <a:gd name="T103" fmla="*/ 192 h 363"/>
                  <a:gd name="T104" fmla="*/ 412 w 412"/>
                  <a:gd name="T105" fmla="*/ 36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12" h="363">
                    <a:moveTo>
                      <a:pt x="412" y="363"/>
                    </a:moveTo>
                    <a:lnTo>
                      <a:pt x="0" y="363"/>
                    </a:lnTo>
                    <a:lnTo>
                      <a:pt x="0" y="310"/>
                    </a:lnTo>
                    <a:lnTo>
                      <a:pt x="359" y="310"/>
                    </a:lnTo>
                    <a:lnTo>
                      <a:pt x="359" y="192"/>
                    </a:lnTo>
                    <a:lnTo>
                      <a:pt x="359" y="174"/>
                    </a:lnTo>
                    <a:lnTo>
                      <a:pt x="356" y="160"/>
                    </a:lnTo>
                    <a:lnTo>
                      <a:pt x="353" y="154"/>
                    </a:lnTo>
                    <a:lnTo>
                      <a:pt x="350" y="148"/>
                    </a:lnTo>
                    <a:lnTo>
                      <a:pt x="346" y="144"/>
                    </a:lnTo>
                    <a:lnTo>
                      <a:pt x="342" y="140"/>
                    </a:lnTo>
                    <a:lnTo>
                      <a:pt x="330" y="132"/>
                    </a:lnTo>
                    <a:lnTo>
                      <a:pt x="316" y="125"/>
                    </a:lnTo>
                    <a:lnTo>
                      <a:pt x="297" y="120"/>
                    </a:lnTo>
                    <a:lnTo>
                      <a:pt x="274" y="112"/>
                    </a:lnTo>
                    <a:lnTo>
                      <a:pt x="254" y="107"/>
                    </a:lnTo>
                    <a:lnTo>
                      <a:pt x="232" y="99"/>
                    </a:lnTo>
                    <a:lnTo>
                      <a:pt x="221" y="95"/>
                    </a:lnTo>
                    <a:lnTo>
                      <a:pt x="211" y="91"/>
                    </a:lnTo>
                    <a:lnTo>
                      <a:pt x="202" y="85"/>
                    </a:lnTo>
                    <a:lnTo>
                      <a:pt x="193" y="79"/>
                    </a:lnTo>
                    <a:lnTo>
                      <a:pt x="186" y="72"/>
                    </a:lnTo>
                    <a:lnTo>
                      <a:pt x="180" y="66"/>
                    </a:lnTo>
                    <a:lnTo>
                      <a:pt x="175" y="59"/>
                    </a:lnTo>
                    <a:lnTo>
                      <a:pt x="170" y="52"/>
                    </a:lnTo>
                    <a:lnTo>
                      <a:pt x="163" y="37"/>
                    </a:lnTo>
                    <a:lnTo>
                      <a:pt x="159" y="23"/>
                    </a:lnTo>
                    <a:lnTo>
                      <a:pt x="157" y="12"/>
                    </a:lnTo>
                    <a:lnTo>
                      <a:pt x="156" y="0"/>
                    </a:lnTo>
                    <a:lnTo>
                      <a:pt x="209" y="4"/>
                    </a:lnTo>
                    <a:lnTo>
                      <a:pt x="209" y="12"/>
                    </a:lnTo>
                    <a:lnTo>
                      <a:pt x="213" y="24"/>
                    </a:lnTo>
                    <a:lnTo>
                      <a:pt x="219" y="32"/>
                    </a:lnTo>
                    <a:lnTo>
                      <a:pt x="226" y="39"/>
                    </a:lnTo>
                    <a:lnTo>
                      <a:pt x="237" y="45"/>
                    </a:lnTo>
                    <a:lnTo>
                      <a:pt x="249" y="50"/>
                    </a:lnTo>
                    <a:lnTo>
                      <a:pt x="270" y="56"/>
                    </a:lnTo>
                    <a:lnTo>
                      <a:pt x="288" y="62"/>
                    </a:lnTo>
                    <a:lnTo>
                      <a:pt x="311" y="69"/>
                    </a:lnTo>
                    <a:lnTo>
                      <a:pt x="334" y="78"/>
                    </a:lnTo>
                    <a:lnTo>
                      <a:pt x="345" y="82"/>
                    </a:lnTo>
                    <a:lnTo>
                      <a:pt x="356" y="86"/>
                    </a:lnTo>
                    <a:lnTo>
                      <a:pt x="365" y="92"/>
                    </a:lnTo>
                    <a:lnTo>
                      <a:pt x="373" y="99"/>
                    </a:lnTo>
                    <a:lnTo>
                      <a:pt x="382" y="107"/>
                    </a:lnTo>
                    <a:lnTo>
                      <a:pt x="389" y="115"/>
                    </a:lnTo>
                    <a:lnTo>
                      <a:pt x="396" y="124"/>
                    </a:lnTo>
                    <a:lnTo>
                      <a:pt x="402" y="135"/>
                    </a:lnTo>
                    <a:lnTo>
                      <a:pt x="406" y="147"/>
                    </a:lnTo>
                    <a:lnTo>
                      <a:pt x="409" y="160"/>
                    </a:lnTo>
                    <a:lnTo>
                      <a:pt x="411" y="174"/>
                    </a:lnTo>
                    <a:lnTo>
                      <a:pt x="412" y="192"/>
                    </a:lnTo>
                    <a:lnTo>
                      <a:pt x="412" y="3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48"/>
              <p:cNvSpPr>
                <a:spLocks/>
              </p:cNvSpPr>
              <p:nvPr/>
            </p:nvSpPr>
            <p:spPr bwMode="auto">
              <a:xfrm>
                <a:off x="3162300" y="1404938"/>
                <a:ext cx="63500" cy="57150"/>
              </a:xfrm>
              <a:custGeom>
                <a:avLst/>
                <a:gdLst>
                  <a:gd name="T0" fmla="*/ 15 w 121"/>
                  <a:gd name="T1" fmla="*/ 109 h 109"/>
                  <a:gd name="T2" fmla="*/ 0 w 121"/>
                  <a:gd name="T3" fmla="*/ 59 h 109"/>
                  <a:gd name="T4" fmla="*/ 14 w 121"/>
                  <a:gd name="T5" fmla="*/ 55 h 109"/>
                  <a:gd name="T6" fmla="*/ 28 w 121"/>
                  <a:gd name="T7" fmla="*/ 50 h 109"/>
                  <a:gd name="T8" fmla="*/ 41 w 121"/>
                  <a:gd name="T9" fmla="*/ 45 h 109"/>
                  <a:gd name="T10" fmla="*/ 51 w 121"/>
                  <a:gd name="T11" fmla="*/ 39 h 109"/>
                  <a:gd name="T12" fmla="*/ 59 w 121"/>
                  <a:gd name="T13" fmla="*/ 32 h 109"/>
                  <a:gd name="T14" fmla="*/ 63 w 121"/>
                  <a:gd name="T15" fmla="*/ 24 h 109"/>
                  <a:gd name="T16" fmla="*/ 67 w 121"/>
                  <a:gd name="T17" fmla="*/ 12 h 109"/>
                  <a:gd name="T18" fmla="*/ 69 w 121"/>
                  <a:gd name="T19" fmla="*/ 4 h 109"/>
                  <a:gd name="T20" fmla="*/ 121 w 121"/>
                  <a:gd name="T21" fmla="*/ 0 h 109"/>
                  <a:gd name="T22" fmla="*/ 121 w 121"/>
                  <a:gd name="T23" fmla="*/ 12 h 109"/>
                  <a:gd name="T24" fmla="*/ 118 w 121"/>
                  <a:gd name="T25" fmla="*/ 23 h 109"/>
                  <a:gd name="T26" fmla="*/ 115 w 121"/>
                  <a:gd name="T27" fmla="*/ 37 h 109"/>
                  <a:gd name="T28" fmla="*/ 108 w 121"/>
                  <a:gd name="T29" fmla="*/ 52 h 109"/>
                  <a:gd name="T30" fmla="*/ 103 w 121"/>
                  <a:gd name="T31" fmla="*/ 59 h 109"/>
                  <a:gd name="T32" fmla="*/ 97 w 121"/>
                  <a:gd name="T33" fmla="*/ 66 h 109"/>
                  <a:gd name="T34" fmla="*/ 90 w 121"/>
                  <a:gd name="T35" fmla="*/ 72 h 109"/>
                  <a:gd name="T36" fmla="*/ 83 w 121"/>
                  <a:gd name="T37" fmla="*/ 79 h 109"/>
                  <a:gd name="T38" fmla="*/ 76 w 121"/>
                  <a:gd name="T39" fmla="*/ 85 h 109"/>
                  <a:gd name="T40" fmla="*/ 66 w 121"/>
                  <a:gd name="T41" fmla="*/ 91 h 109"/>
                  <a:gd name="T42" fmla="*/ 56 w 121"/>
                  <a:gd name="T43" fmla="*/ 95 h 109"/>
                  <a:gd name="T44" fmla="*/ 44 w 121"/>
                  <a:gd name="T45" fmla="*/ 99 h 109"/>
                  <a:gd name="T46" fmla="*/ 30 w 121"/>
                  <a:gd name="T47" fmla="*/ 105 h 109"/>
                  <a:gd name="T48" fmla="*/ 15 w 121"/>
                  <a:gd name="T49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1" h="109">
                    <a:moveTo>
                      <a:pt x="15" y="109"/>
                    </a:moveTo>
                    <a:lnTo>
                      <a:pt x="0" y="59"/>
                    </a:lnTo>
                    <a:lnTo>
                      <a:pt x="14" y="55"/>
                    </a:lnTo>
                    <a:lnTo>
                      <a:pt x="28" y="50"/>
                    </a:lnTo>
                    <a:lnTo>
                      <a:pt x="41" y="45"/>
                    </a:lnTo>
                    <a:lnTo>
                      <a:pt x="51" y="39"/>
                    </a:lnTo>
                    <a:lnTo>
                      <a:pt x="59" y="32"/>
                    </a:lnTo>
                    <a:lnTo>
                      <a:pt x="63" y="24"/>
                    </a:lnTo>
                    <a:lnTo>
                      <a:pt x="67" y="12"/>
                    </a:lnTo>
                    <a:lnTo>
                      <a:pt x="69" y="4"/>
                    </a:lnTo>
                    <a:lnTo>
                      <a:pt x="121" y="0"/>
                    </a:lnTo>
                    <a:lnTo>
                      <a:pt x="121" y="12"/>
                    </a:lnTo>
                    <a:lnTo>
                      <a:pt x="118" y="23"/>
                    </a:lnTo>
                    <a:lnTo>
                      <a:pt x="115" y="37"/>
                    </a:lnTo>
                    <a:lnTo>
                      <a:pt x="108" y="52"/>
                    </a:lnTo>
                    <a:lnTo>
                      <a:pt x="103" y="59"/>
                    </a:lnTo>
                    <a:lnTo>
                      <a:pt x="97" y="66"/>
                    </a:lnTo>
                    <a:lnTo>
                      <a:pt x="90" y="72"/>
                    </a:lnTo>
                    <a:lnTo>
                      <a:pt x="83" y="79"/>
                    </a:lnTo>
                    <a:lnTo>
                      <a:pt x="76" y="85"/>
                    </a:lnTo>
                    <a:lnTo>
                      <a:pt x="66" y="91"/>
                    </a:lnTo>
                    <a:lnTo>
                      <a:pt x="56" y="95"/>
                    </a:lnTo>
                    <a:lnTo>
                      <a:pt x="44" y="99"/>
                    </a:lnTo>
                    <a:lnTo>
                      <a:pt x="30" y="105"/>
                    </a:lnTo>
                    <a:lnTo>
                      <a:pt x="15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49"/>
              <p:cNvSpPr>
                <a:spLocks/>
              </p:cNvSpPr>
              <p:nvPr/>
            </p:nvSpPr>
            <p:spPr bwMode="auto">
              <a:xfrm>
                <a:off x="3162300" y="1273176"/>
                <a:ext cx="157163" cy="50800"/>
              </a:xfrm>
              <a:custGeom>
                <a:avLst/>
                <a:gdLst>
                  <a:gd name="T0" fmla="*/ 72 w 297"/>
                  <a:gd name="T1" fmla="*/ 96 h 96"/>
                  <a:gd name="T2" fmla="*/ 55 w 297"/>
                  <a:gd name="T3" fmla="*/ 96 h 96"/>
                  <a:gd name="T4" fmla="*/ 37 w 297"/>
                  <a:gd name="T5" fmla="*/ 95 h 96"/>
                  <a:gd name="T6" fmla="*/ 19 w 297"/>
                  <a:gd name="T7" fmla="*/ 92 h 96"/>
                  <a:gd name="T8" fmla="*/ 0 w 297"/>
                  <a:gd name="T9" fmla="*/ 88 h 96"/>
                  <a:gd name="T10" fmla="*/ 13 w 297"/>
                  <a:gd name="T11" fmla="*/ 37 h 96"/>
                  <a:gd name="T12" fmla="*/ 32 w 297"/>
                  <a:gd name="T13" fmla="*/ 42 h 96"/>
                  <a:gd name="T14" fmla="*/ 50 w 297"/>
                  <a:gd name="T15" fmla="*/ 43 h 96"/>
                  <a:gd name="T16" fmla="*/ 68 w 297"/>
                  <a:gd name="T17" fmla="*/ 45 h 96"/>
                  <a:gd name="T18" fmla="*/ 85 w 297"/>
                  <a:gd name="T19" fmla="*/ 45 h 96"/>
                  <a:gd name="T20" fmla="*/ 101 w 297"/>
                  <a:gd name="T21" fmla="*/ 43 h 96"/>
                  <a:gd name="T22" fmla="*/ 115 w 297"/>
                  <a:gd name="T23" fmla="*/ 40 h 96"/>
                  <a:gd name="T24" fmla="*/ 130 w 297"/>
                  <a:gd name="T25" fmla="*/ 37 h 96"/>
                  <a:gd name="T26" fmla="*/ 143 w 297"/>
                  <a:gd name="T27" fmla="*/ 34 h 96"/>
                  <a:gd name="T28" fmla="*/ 164 w 297"/>
                  <a:gd name="T29" fmla="*/ 27 h 96"/>
                  <a:gd name="T30" fmla="*/ 181 w 297"/>
                  <a:gd name="T31" fmla="*/ 20 h 96"/>
                  <a:gd name="T32" fmla="*/ 192 w 297"/>
                  <a:gd name="T33" fmla="*/ 14 h 96"/>
                  <a:gd name="T34" fmla="*/ 196 w 297"/>
                  <a:gd name="T35" fmla="*/ 11 h 96"/>
                  <a:gd name="T36" fmla="*/ 213 w 297"/>
                  <a:gd name="T37" fmla="*/ 0 h 96"/>
                  <a:gd name="T38" fmla="*/ 228 w 297"/>
                  <a:gd name="T39" fmla="*/ 16 h 96"/>
                  <a:gd name="T40" fmla="*/ 233 w 297"/>
                  <a:gd name="T41" fmla="*/ 19 h 96"/>
                  <a:gd name="T42" fmla="*/ 245 w 297"/>
                  <a:gd name="T43" fmla="*/ 26 h 96"/>
                  <a:gd name="T44" fmla="*/ 255 w 297"/>
                  <a:gd name="T45" fmla="*/ 30 h 96"/>
                  <a:gd name="T46" fmla="*/ 266 w 297"/>
                  <a:gd name="T47" fmla="*/ 33 h 96"/>
                  <a:gd name="T48" fmla="*/ 281 w 297"/>
                  <a:gd name="T49" fmla="*/ 36 h 96"/>
                  <a:gd name="T50" fmla="*/ 297 w 297"/>
                  <a:gd name="T51" fmla="*/ 37 h 96"/>
                  <a:gd name="T52" fmla="*/ 297 w 297"/>
                  <a:gd name="T53" fmla="*/ 89 h 96"/>
                  <a:gd name="T54" fmla="*/ 281 w 297"/>
                  <a:gd name="T55" fmla="*/ 88 h 96"/>
                  <a:gd name="T56" fmla="*/ 266 w 297"/>
                  <a:gd name="T57" fmla="*/ 86 h 96"/>
                  <a:gd name="T58" fmla="*/ 253 w 297"/>
                  <a:gd name="T59" fmla="*/ 83 h 96"/>
                  <a:gd name="T60" fmla="*/ 242 w 297"/>
                  <a:gd name="T61" fmla="*/ 81 h 96"/>
                  <a:gd name="T62" fmla="*/ 223 w 297"/>
                  <a:gd name="T63" fmla="*/ 73 h 96"/>
                  <a:gd name="T64" fmla="*/ 207 w 297"/>
                  <a:gd name="T65" fmla="*/ 65 h 96"/>
                  <a:gd name="T66" fmla="*/ 184 w 297"/>
                  <a:gd name="T67" fmla="*/ 75 h 96"/>
                  <a:gd name="T68" fmla="*/ 154 w 297"/>
                  <a:gd name="T69" fmla="*/ 86 h 96"/>
                  <a:gd name="T70" fmla="*/ 137 w 297"/>
                  <a:gd name="T71" fmla="*/ 91 h 96"/>
                  <a:gd name="T72" fmla="*/ 117 w 297"/>
                  <a:gd name="T73" fmla="*/ 93 h 96"/>
                  <a:gd name="T74" fmla="*/ 95 w 297"/>
                  <a:gd name="T75" fmla="*/ 96 h 96"/>
                  <a:gd name="T76" fmla="*/ 72 w 297"/>
                  <a:gd name="T77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97" h="96">
                    <a:moveTo>
                      <a:pt x="72" y="96"/>
                    </a:moveTo>
                    <a:lnTo>
                      <a:pt x="55" y="96"/>
                    </a:lnTo>
                    <a:lnTo>
                      <a:pt x="37" y="95"/>
                    </a:lnTo>
                    <a:lnTo>
                      <a:pt x="19" y="92"/>
                    </a:lnTo>
                    <a:lnTo>
                      <a:pt x="0" y="88"/>
                    </a:lnTo>
                    <a:lnTo>
                      <a:pt x="13" y="37"/>
                    </a:lnTo>
                    <a:lnTo>
                      <a:pt x="32" y="42"/>
                    </a:lnTo>
                    <a:lnTo>
                      <a:pt x="50" y="43"/>
                    </a:lnTo>
                    <a:lnTo>
                      <a:pt x="68" y="45"/>
                    </a:lnTo>
                    <a:lnTo>
                      <a:pt x="85" y="45"/>
                    </a:lnTo>
                    <a:lnTo>
                      <a:pt x="101" y="43"/>
                    </a:lnTo>
                    <a:lnTo>
                      <a:pt x="115" y="40"/>
                    </a:lnTo>
                    <a:lnTo>
                      <a:pt x="130" y="37"/>
                    </a:lnTo>
                    <a:lnTo>
                      <a:pt x="143" y="34"/>
                    </a:lnTo>
                    <a:lnTo>
                      <a:pt x="164" y="27"/>
                    </a:lnTo>
                    <a:lnTo>
                      <a:pt x="181" y="20"/>
                    </a:lnTo>
                    <a:lnTo>
                      <a:pt x="192" y="14"/>
                    </a:lnTo>
                    <a:lnTo>
                      <a:pt x="196" y="11"/>
                    </a:lnTo>
                    <a:lnTo>
                      <a:pt x="213" y="0"/>
                    </a:lnTo>
                    <a:lnTo>
                      <a:pt x="228" y="16"/>
                    </a:lnTo>
                    <a:lnTo>
                      <a:pt x="233" y="19"/>
                    </a:lnTo>
                    <a:lnTo>
                      <a:pt x="245" y="26"/>
                    </a:lnTo>
                    <a:lnTo>
                      <a:pt x="255" y="30"/>
                    </a:lnTo>
                    <a:lnTo>
                      <a:pt x="266" y="33"/>
                    </a:lnTo>
                    <a:lnTo>
                      <a:pt x="281" y="36"/>
                    </a:lnTo>
                    <a:lnTo>
                      <a:pt x="297" y="37"/>
                    </a:lnTo>
                    <a:lnTo>
                      <a:pt x="297" y="89"/>
                    </a:lnTo>
                    <a:lnTo>
                      <a:pt x="281" y="88"/>
                    </a:lnTo>
                    <a:lnTo>
                      <a:pt x="266" y="86"/>
                    </a:lnTo>
                    <a:lnTo>
                      <a:pt x="253" y="83"/>
                    </a:lnTo>
                    <a:lnTo>
                      <a:pt x="242" y="81"/>
                    </a:lnTo>
                    <a:lnTo>
                      <a:pt x="223" y="73"/>
                    </a:lnTo>
                    <a:lnTo>
                      <a:pt x="207" y="65"/>
                    </a:lnTo>
                    <a:lnTo>
                      <a:pt x="184" y="75"/>
                    </a:lnTo>
                    <a:lnTo>
                      <a:pt x="154" y="86"/>
                    </a:lnTo>
                    <a:lnTo>
                      <a:pt x="137" y="91"/>
                    </a:lnTo>
                    <a:lnTo>
                      <a:pt x="117" y="93"/>
                    </a:lnTo>
                    <a:lnTo>
                      <a:pt x="95" y="96"/>
                    </a:lnTo>
                    <a:lnTo>
                      <a:pt x="7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50"/>
              <p:cNvSpPr>
                <a:spLocks/>
              </p:cNvSpPr>
              <p:nvPr/>
            </p:nvSpPr>
            <p:spPr bwMode="auto">
              <a:xfrm>
                <a:off x="2768600" y="839788"/>
                <a:ext cx="466725" cy="387350"/>
              </a:xfrm>
              <a:custGeom>
                <a:avLst/>
                <a:gdLst>
                  <a:gd name="T0" fmla="*/ 724 w 881"/>
                  <a:gd name="T1" fmla="*/ 732 h 732"/>
                  <a:gd name="T2" fmla="*/ 672 w 881"/>
                  <a:gd name="T3" fmla="*/ 732 h 732"/>
                  <a:gd name="T4" fmla="*/ 672 w 881"/>
                  <a:gd name="T5" fmla="*/ 412 h 732"/>
                  <a:gd name="T6" fmla="*/ 672 w 881"/>
                  <a:gd name="T7" fmla="*/ 406 h 732"/>
                  <a:gd name="T8" fmla="*/ 674 w 881"/>
                  <a:gd name="T9" fmla="*/ 402 h 732"/>
                  <a:gd name="T10" fmla="*/ 677 w 881"/>
                  <a:gd name="T11" fmla="*/ 397 h 732"/>
                  <a:gd name="T12" fmla="*/ 680 w 881"/>
                  <a:gd name="T13" fmla="*/ 393 h 732"/>
                  <a:gd name="T14" fmla="*/ 684 w 881"/>
                  <a:gd name="T15" fmla="*/ 390 h 732"/>
                  <a:gd name="T16" fmla="*/ 688 w 881"/>
                  <a:gd name="T17" fmla="*/ 387 h 732"/>
                  <a:gd name="T18" fmla="*/ 693 w 881"/>
                  <a:gd name="T19" fmla="*/ 386 h 732"/>
                  <a:gd name="T20" fmla="*/ 698 w 881"/>
                  <a:gd name="T21" fmla="*/ 386 h 732"/>
                  <a:gd name="T22" fmla="*/ 788 w 881"/>
                  <a:gd name="T23" fmla="*/ 386 h 732"/>
                  <a:gd name="T24" fmla="*/ 438 w 881"/>
                  <a:gd name="T25" fmla="*/ 62 h 732"/>
                  <a:gd name="T26" fmla="*/ 92 w 881"/>
                  <a:gd name="T27" fmla="*/ 386 h 732"/>
                  <a:gd name="T28" fmla="*/ 176 w 881"/>
                  <a:gd name="T29" fmla="*/ 386 h 732"/>
                  <a:gd name="T30" fmla="*/ 181 w 881"/>
                  <a:gd name="T31" fmla="*/ 386 h 732"/>
                  <a:gd name="T32" fmla="*/ 186 w 881"/>
                  <a:gd name="T33" fmla="*/ 387 h 732"/>
                  <a:gd name="T34" fmla="*/ 190 w 881"/>
                  <a:gd name="T35" fmla="*/ 390 h 732"/>
                  <a:gd name="T36" fmla="*/ 194 w 881"/>
                  <a:gd name="T37" fmla="*/ 393 h 732"/>
                  <a:gd name="T38" fmla="*/ 197 w 881"/>
                  <a:gd name="T39" fmla="*/ 397 h 732"/>
                  <a:gd name="T40" fmla="*/ 200 w 881"/>
                  <a:gd name="T41" fmla="*/ 402 h 732"/>
                  <a:gd name="T42" fmla="*/ 202 w 881"/>
                  <a:gd name="T43" fmla="*/ 406 h 732"/>
                  <a:gd name="T44" fmla="*/ 202 w 881"/>
                  <a:gd name="T45" fmla="*/ 412 h 732"/>
                  <a:gd name="T46" fmla="*/ 202 w 881"/>
                  <a:gd name="T47" fmla="*/ 732 h 732"/>
                  <a:gd name="T48" fmla="*/ 150 w 881"/>
                  <a:gd name="T49" fmla="*/ 732 h 732"/>
                  <a:gd name="T50" fmla="*/ 150 w 881"/>
                  <a:gd name="T51" fmla="*/ 438 h 732"/>
                  <a:gd name="T52" fmla="*/ 26 w 881"/>
                  <a:gd name="T53" fmla="*/ 438 h 732"/>
                  <a:gd name="T54" fmla="*/ 17 w 881"/>
                  <a:gd name="T55" fmla="*/ 436 h 732"/>
                  <a:gd name="T56" fmla="*/ 10 w 881"/>
                  <a:gd name="T57" fmla="*/ 433 h 732"/>
                  <a:gd name="T58" fmla="*/ 6 w 881"/>
                  <a:gd name="T59" fmla="*/ 428 h 732"/>
                  <a:gd name="T60" fmla="*/ 1 w 881"/>
                  <a:gd name="T61" fmla="*/ 422 h 732"/>
                  <a:gd name="T62" fmla="*/ 0 w 881"/>
                  <a:gd name="T63" fmla="*/ 413 h 732"/>
                  <a:gd name="T64" fmla="*/ 0 w 881"/>
                  <a:gd name="T65" fmla="*/ 406 h 732"/>
                  <a:gd name="T66" fmla="*/ 3 w 881"/>
                  <a:gd name="T67" fmla="*/ 399 h 732"/>
                  <a:gd name="T68" fmla="*/ 7 w 881"/>
                  <a:gd name="T69" fmla="*/ 393 h 732"/>
                  <a:gd name="T70" fmla="*/ 419 w 881"/>
                  <a:gd name="T71" fmla="*/ 7 h 732"/>
                  <a:gd name="T72" fmla="*/ 423 w 881"/>
                  <a:gd name="T73" fmla="*/ 4 h 732"/>
                  <a:gd name="T74" fmla="*/ 428 w 881"/>
                  <a:gd name="T75" fmla="*/ 1 h 732"/>
                  <a:gd name="T76" fmla="*/ 432 w 881"/>
                  <a:gd name="T77" fmla="*/ 0 h 732"/>
                  <a:gd name="T78" fmla="*/ 436 w 881"/>
                  <a:gd name="T79" fmla="*/ 0 h 732"/>
                  <a:gd name="T80" fmla="*/ 442 w 881"/>
                  <a:gd name="T81" fmla="*/ 0 h 732"/>
                  <a:gd name="T82" fmla="*/ 446 w 881"/>
                  <a:gd name="T83" fmla="*/ 1 h 732"/>
                  <a:gd name="T84" fmla="*/ 451 w 881"/>
                  <a:gd name="T85" fmla="*/ 4 h 732"/>
                  <a:gd name="T86" fmla="*/ 455 w 881"/>
                  <a:gd name="T87" fmla="*/ 7 h 732"/>
                  <a:gd name="T88" fmla="*/ 873 w 881"/>
                  <a:gd name="T89" fmla="*/ 393 h 732"/>
                  <a:gd name="T90" fmla="*/ 877 w 881"/>
                  <a:gd name="T91" fmla="*/ 399 h 732"/>
                  <a:gd name="T92" fmla="*/ 880 w 881"/>
                  <a:gd name="T93" fmla="*/ 406 h 732"/>
                  <a:gd name="T94" fmla="*/ 881 w 881"/>
                  <a:gd name="T95" fmla="*/ 413 h 732"/>
                  <a:gd name="T96" fmla="*/ 878 w 881"/>
                  <a:gd name="T97" fmla="*/ 422 h 732"/>
                  <a:gd name="T98" fmla="*/ 875 w 881"/>
                  <a:gd name="T99" fmla="*/ 428 h 732"/>
                  <a:gd name="T100" fmla="*/ 870 w 881"/>
                  <a:gd name="T101" fmla="*/ 433 h 732"/>
                  <a:gd name="T102" fmla="*/ 863 w 881"/>
                  <a:gd name="T103" fmla="*/ 436 h 732"/>
                  <a:gd name="T104" fmla="*/ 855 w 881"/>
                  <a:gd name="T105" fmla="*/ 438 h 732"/>
                  <a:gd name="T106" fmla="*/ 724 w 881"/>
                  <a:gd name="T107" fmla="*/ 438 h 732"/>
                  <a:gd name="T108" fmla="*/ 724 w 881"/>
                  <a:gd name="T109" fmla="*/ 732 h 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81" h="732">
                    <a:moveTo>
                      <a:pt x="724" y="732"/>
                    </a:moveTo>
                    <a:lnTo>
                      <a:pt x="672" y="732"/>
                    </a:lnTo>
                    <a:lnTo>
                      <a:pt x="672" y="412"/>
                    </a:lnTo>
                    <a:lnTo>
                      <a:pt x="672" y="406"/>
                    </a:lnTo>
                    <a:lnTo>
                      <a:pt x="674" y="402"/>
                    </a:lnTo>
                    <a:lnTo>
                      <a:pt x="677" y="397"/>
                    </a:lnTo>
                    <a:lnTo>
                      <a:pt x="680" y="393"/>
                    </a:lnTo>
                    <a:lnTo>
                      <a:pt x="684" y="390"/>
                    </a:lnTo>
                    <a:lnTo>
                      <a:pt x="688" y="387"/>
                    </a:lnTo>
                    <a:lnTo>
                      <a:pt x="693" y="386"/>
                    </a:lnTo>
                    <a:lnTo>
                      <a:pt x="698" y="386"/>
                    </a:lnTo>
                    <a:lnTo>
                      <a:pt x="788" y="386"/>
                    </a:lnTo>
                    <a:lnTo>
                      <a:pt x="438" y="62"/>
                    </a:lnTo>
                    <a:lnTo>
                      <a:pt x="92" y="386"/>
                    </a:lnTo>
                    <a:lnTo>
                      <a:pt x="176" y="386"/>
                    </a:lnTo>
                    <a:lnTo>
                      <a:pt x="181" y="386"/>
                    </a:lnTo>
                    <a:lnTo>
                      <a:pt x="186" y="387"/>
                    </a:lnTo>
                    <a:lnTo>
                      <a:pt x="190" y="390"/>
                    </a:lnTo>
                    <a:lnTo>
                      <a:pt x="194" y="393"/>
                    </a:lnTo>
                    <a:lnTo>
                      <a:pt x="197" y="397"/>
                    </a:lnTo>
                    <a:lnTo>
                      <a:pt x="200" y="402"/>
                    </a:lnTo>
                    <a:lnTo>
                      <a:pt x="202" y="406"/>
                    </a:lnTo>
                    <a:lnTo>
                      <a:pt x="202" y="412"/>
                    </a:lnTo>
                    <a:lnTo>
                      <a:pt x="202" y="732"/>
                    </a:lnTo>
                    <a:lnTo>
                      <a:pt x="150" y="732"/>
                    </a:lnTo>
                    <a:lnTo>
                      <a:pt x="150" y="438"/>
                    </a:lnTo>
                    <a:lnTo>
                      <a:pt x="26" y="438"/>
                    </a:lnTo>
                    <a:lnTo>
                      <a:pt x="17" y="436"/>
                    </a:lnTo>
                    <a:lnTo>
                      <a:pt x="10" y="433"/>
                    </a:lnTo>
                    <a:lnTo>
                      <a:pt x="6" y="428"/>
                    </a:lnTo>
                    <a:lnTo>
                      <a:pt x="1" y="422"/>
                    </a:lnTo>
                    <a:lnTo>
                      <a:pt x="0" y="413"/>
                    </a:lnTo>
                    <a:lnTo>
                      <a:pt x="0" y="406"/>
                    </a:lnTo>
                    <a:lnTo>
                      <a:pt x="3" y="399"/>
                    </a:lnTo>
                    <a:lnTo>
                      <a:pt x="7" y="393"/>
                    </a:lnTo>
                    <a:lnTo>
                      <a:pt x="419" y="7"/>
                    </a:lnTo>
                    <a:lnTo>
                      <a:pt x="423" y="4"/>
                    </a:lnTo>
                    <a:lnTo>
                      <a:pt x="428" y="1"/>
                    </a:lnTo>
                    <a:lnTo>
                      <a:pt x="432" y="0"/>
                    </a:lnTo>
                    <a:lnTo>
                      <a:pt x="436" y="0"/>
                    </a:lnTo>
                    <a:lnTo>
                      <a:pt x="442" y="0"/>
                    </a:lnTo>
                    <a:lnTo>
                      <a:pt x="446" y="1"/>
                    </a:lnTo>
                    <a:lnTo>
                      <a:pt x="451" y="4"/>
                    </a:lnTo>
                    <a:lnTo>
                      <a:pt x="455" y="7"/>
                    </a:lnTo>
                    <a:lnTo>
                      <a:pt x="873" y="393"/>
                    </a:lnTo>
                    <a:lnTo>
                      <a:pt x="877" y="399"/>
                    </a:lnTo>
                    <a:lnTo>
                      <a:pt x="880" y="406"/>
                    </a:lnTo>
                    <a:lnTo>
                      <a:pt x="881" y="413"/>
                    </a:lnTo>
                    <a:lnTo>
                      <a:pt x="878" y="422"/>
                    </a:lnTo>
                    <a:lnTo>
                      <a:pt x="875" y="428"/>
                    </a:lnTo>
                    <a:lnTo>
                      <a:pt x="870" y="433"/>
                    </a:lnTo>
                    <a:lnTo>
                      <a:pt x="863" y="436"/>
                    </a:lnTo>
                    <a:lnTo>
                      <a:pt x="855" y="438"/>
                    </a:lnTo>
                    <a:lnTo>
                      <a:pt x="724" y="438"/>
                    </a:lnTo>
                    <a:lnTo>
                      <a:pt x="724" y="7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6" name="Oval 65"/>
            <p:cNvSpPr/>
            <p:nvPr/>
          </p:nvSpPr>
          <p:spPr>
            <a:xfrm>
              <a:off x="5158793" y="4603007"/>
              <a:ext cx="521208" cy="52120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853835" y="1781285"/>
            <a:ext cx="521208" cy="521208"/>
            <a:chOff x="6853835" y="1781285"/>
            <a:chExt cx="521208" cy="521208"/>
          </a:xfrm>
        </p:grpSpPr>
        <p:grpSp>
          <p:nvGrpSpPr>
            <p:cNvPr id="80" name="Group 79"/>
            <p:cNvGrpSpPr/>
            <p:nvPr/>
          </p:nvGrpSpPr>
          <p:grpSpPr>
            <a:xfrm>
              <a:off x="7020372" y="1881591"/>
              <a:ext cx="188135" cy="320597"/>
              <a:chOff x="8509001" y="1103313"/>
              <a:chExt cx="311150" cy="530225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82" name="Freeform 142"/>
              <p:cNvSpPr>
                <a:spLocks/>
              </p:cNvSpPr>
              <p:nvPr/>
            </p:nvSpPr>
            <p:spPr bwMode="auto">
              <a:xfrm>
                <a:off x="8564563" y="1231900"/>
                <a:ext cx="200025" cy="17463"/>
              </a:xfrm>
              <a:custGeom>
                <a:avLst/>
                <a:gdLst>
                  <a:gd name="T0" fmla="*/ 484 w 507"/>
                  <a:gd name="T1" fmla="*/ 47 h 47"/>
                  <a:gd name="T2" fmla="*/ 24 w 507"/>
                  <a:gd name="T3" fmla="*/ 47 h 47"/>
                  <a:gd name="T4" fmla="*/ 19 w 507"/>
                  <a:gd name="T5" fmla="*/ 46 h 47"/>
                  <a:gd name="T6" fmla="*/ 14 w 507"/>
                  <a:gd name="T7" fmla="*/ 44 h 47"/>
                  <a:gd name="T8" fmla="*/ 10 w 507"/>
                  <a:gd name="T9" fmla="*/ 42 h 47"/>
                  <a:gd name="T10" fmla="*/ 8 w 507"/>
                  <a:gd name="T11" fmla="*/ 39 h 47"/>
                  <a:gd name="T12" fmla="*/ 4 w 507"/>
                  <a:gd name="T13" fmla="*/ 36 h 47"/>
                  <a:gd name="T14" fmla="*/ 2 w 507"/>
                  <a:gd name="T15" fmla="*/ 32 h 47"/>
                  <a:gd name="T16" fmla="*/ 0 w 507"/>
                  <a:gd name="T17" fmla="*/ 28 h 47"/>
                  <a:gd name="T18" fmla="*/ 0 w 507"/>
                  <a:gd name="T19" fmla="*/ 24 h 47"/>
                  <a:gd name="T20" fmla="*/ 0 w 507"/>
                  <a:gd name="T21" fmla="*/ 19 h 47"/>
                  <a:gd name="T22" fmla="*/ 2 w 507"/>
                  <a:gd name="T23" fmla="*/ 15 h 47"/>
                  <a:gd name="T24" fmla="*/ 4 w 507"/>
                  <a:gd name="T25" fmla="*/ 10 h 47"/>
                  <a:gd name="T26" fmla="*/ 8 w 507"/>
                  <a:gd name="T27" fmla="*/ 8 h 47"/>
                  <a:gd name="T28" fmla="*/ 10 w 507"/>
                  <a:gd name="T29" fmla="*/ 4 h 47"/>
                  <a:gd name="T30" fmla="*/ 14 w 507"/>
                  <a:gd name="T31" fmla="*/ 3 h 47"/>
                  <a:gd name="T32" fmla="*/ 19 w 507"/>
                  <a:gd name="T33" fmla="*/ 1 h 47"/>
                  <a:gd name="T34" fmla="*/ 24 w 507"/>
                  <a:gd name="T35" fmla="*/ 0 h 47"/>
                  <a:gd name="T36" fmla="*/ 484 w 507"/>
                  <a:gd name="T37" fmla="*/ 0 h 47"/>
                  <a:gd name="T38" fmla="*/ 489 w 507"/>
                  <a:gd name="T39" fmla="*/ 0 h 47"/>
                  <a:gd name="T40" fmla="*/ 493 w 507"/>
                  <a:gd name="T41" fmla="*/ 3 h 47"/>
                  <a:gd name="T42" fmla="*/ 497 w 507"/>
                  <a:gd name="T43" fmla="*/ 4 h 47"/>
                  <a:gd name="T44" fmla="*/ 501 w 507"/>
                  <a:gd name="T45" fmla="*/ 8 h 47"/>
                  <a:gd name="T46" fmla="*/ 503 w 507"/>
                  <a:gd name="T47" fmla="*/ 10 h 47"/>
                  <a:gd name="T48" fmla="*/ 506 w 507"/>
                  <a:gd name="T49" fmla="*/ 15 h 47"/>
                  <a:gd name="T50" fmla="*/ 507 w 507"/>
                  <a:gd name="T51" fmla="*/ 19 h 47"/>
                  <a:gd name="T52" fmla="*/ 507 w 507"/>
                  <a:gd name="T53" fmla="*/ 24 h 47"/>
                  <a:gd name="T54" fmla="*/ 507 w 507"/>
                  <a:gd name="T55" fmla="*/ 28 h 47"/>
                  <a:gd name="T56" fmla="*/ 506 w 507"/>
                  <a:gd name="T57" fmla="*/ 32 h 47"/>
                  <a:gd name="T58" fmla="*/ 503 w 507"/>
                  <a:gd name="T59" fmla="*/ 36 h 47"/>
                  <a:gd name="T60" fmla="*/ 501 w 507"/>
                  <a:gd name="T61" fmla="*/ 39 h 47"/>
                  <a:gd name="T62" fmla="*/ 497 w 507"/>
                  <a:gd name="T63" fmla="*/ 42 h 47"/>
                  <a:gd name="T64" fmla="*/ 493 w 507"/>
                  <a:gd name="T65" fmla="*/ 44 h 47"/>
                  <a:gd name="T66" fmla="*/ 489 w 507"/>
                  <a:gd name="T67" fmla="*/ 46 h 47"/>
                  <a:gd name="T68" fmla="*/ 484 w 507"/>
                  <a:gd name="T69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07" h="47">
                    <a:moveTo>
                      <a:pt x="484" y="47"/>
                    </a:moveTo>
                    <a:lnTo>
                      <a:pt x="24" y="47"/>
                    </a:lnTo>
                    <a:lnTo>
                      <a:pt x="19" y="46"/>
                    </a:lnTo>
                    <a:lnTo>
                      <a:pt x="14" y="44"/>
                    </a:lnTo>
                    <a:lnTo>
                      <a:pt x="10" y="42"/>
                    </a:lnTo>
                    <a:lnTo>
                      <a:pt x="8" y="39"/>
                    </a:lnTo>
                    <a:lnTo>
                      <a:pt x="4" y="36"/>
                    </a:lnTo>
                    <a:lnTo>
                      <a:pt x="2" y="32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0" y="19"/>
                    </a:lnTo>
                    <a:lnTo>
                      <a:pt x="2" y="15"/>
                    </a:lnTo>
                    <a:lnTo>
                      <a:pt x="4" y="10"/>
                    </a:lnTo>
                    <a:lnTo>
                      <a:pt x="8" y="8"/>
                    </a:lnTo>
                    <a:lnTo>
                      <a:pt x="10" y="4"/>
                    </a:lnTo>
                    <a:lnTo>
                      <a:pt x="14" y="3"/>
                    </a:lnTo>
                    <a:lnTo>
                      <a:pt x="19" y="1"/>
                    </a:lnTo>
                    <a:lnTo>
                      <a:pt x="24" y="0"/>
                    </a:lnTo>
                    <a:lnTo>
                      <a:pt x="484" y="0"/>
                    </a:lnTo>
                    <a:lnTo>
                      <a:pt x="489" y="0"/>
                    </a:lnTo>
                    <a:lnTo>
                      <a:pt x="493" y="3"/>
                    </a:lnTo>
                    <a:lnTo>
                      <a:pt x="497" y="4"/>
                    </a:lnTo>
                    <a:lnTo>
                      <a:pt x="501" y="8"/>
                    </a:lnTo>
                    <a:lnTo>
                      <a:pt x="503" y="10"/>
                    </a:lnTo>
                    <a:lnTo>
                      <a:pt x="506" y="15"/>
                    </a:lnTo>
                    <a:lnTo>
                      <a:pt x="507" y="19"/>
                    </a:lnTo>
                    <a:lnTo>
                      <a:pt x="507" y="24"/>
                    </a:lnTo>
                    <a:lnTo>
                      <a:pt x="507" y="28"/>
                    </a:lnTo>
                    <a:lnTo>
                      <a:pt x="506" y="32"/>
                    </a:lnTo>
                    <a:lnTo>
                      <a:pt x="503" y="36"/>
                    </a:lnTo>
                    <a:lnTo>
                      <a:pt x="501" y="39"/>
                    </a:lnTo>
                    <a:lnTo>
                      <a:pt x="497" y="42"/>
                    </a:lnTo>
                    <a:lnTo>
                      <a:pt x="493" y="44"/>
                    </a:lnTo>
                    <a:lnTo>
                      <a:pt x="489" y="46"/>
                    </a:lnTo>
                    <a:lnTo>
                      <a:pt x="484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43"/>
              <p:cNvSpPr>
                <a:spLocks/>
              </p:cNvSpPr>
              <p:nvPr/>
            </p:nvSpPr>
            <p:spPr bwMode="auto">
              <a:xfrm>
                <a:off x="8564563" y="1285875"/>
                <a:ext cx="200025" cy="19050"/>
              </a:xfrm>
              <a:custGeom>
                <a:avLst/>
                <a:gdLst>
                  <a:gd name="T0" fmla="*/ 484 w 507"/>
                  <a:gd name="T1" fmla="*/ 45 h 45"/>
                  <a:gd name="T2" fmla="*/ 24 w 507"/>
                  <a:gd name="T3" fmla="*/ 45 h 45"/>
                  <a:gd name="T4" fmla="*/ 19 w 507"/>
                  <a:gd name="T5" fmla="*/ 45 h 45"/>
                  <a:gd name="T6" fmla="*/ 14 w 507"/>
                  <a:gd name="T7" fmla="*/ 44 h 45"/>
                  <a:gd name="T8" fmla="*/ 10 w 507"/>
                  <a:gd name="T9" fmla="*/ 42 h 45"/>
                  <a:gd name="T10" fmla="*/ 8 w 507"/>
                  <a:gd name="T11" fmla="*/ 39 h 45"/>
                  <a:gd name="T12" fmla="*/ 4 w 507"/>
                  <a:gd name="T13" fmla="*/ 35 h 45"/>
                  <a:gd name="T14" fmla="*/ 2 w 507"/>
                  <a:gd name="T15" fmla="*/ 32 h 45"/>
                  <a:gd name="T16" fmla="*/ 0 w 507"/>
                  <a:gd name="T17" fmla="*/ 27 h 45"/>
                  <a:gd name="T18" fmla="*/ 0 w 507"/>
                  <a:gd name="T19" fmla="*/ 23 h 45"/>
                  <a:gd name="T20" fmla="*/ 0 w 507"/>
                  <a:gd name="T21" fmla="*/ 18 h 45"/>
                  <a:gd name="T22" fmla="*/ 2 w 507"/>
                  <a:gd name="T23" fmla="*/ 13 h 45"/>
                  <a:gd name="T24" fmla="*/ 4 w 507"/>
                  <a:gd name="T25" fmla="*/ 10 h 45"/>
                  <a:gd name="T26" fmla="*/ 8 w 507"/>
                  <a:gd name="T27" fmla="*/ 6 h 45"/>
                  <a:gd name="T28" fmla="*/ 10 w 507"/>
                  <a:gd name="T29" fmla="*/ 4 h 45"/>
                  <a:gd name="T30" fmla="*/ 14 w 507"/>
                  <a:gd name="T31" fmla="*/ 1 h 45"/>
                  <a:gd name="T32" fmla="*/ 19 w 507"/>
                  <a:gd name="T33" fmla="*/ 0 h 45"/>
                  <a:gd name="T34" fmla="*/ 24 w 507"/>
                  <a:gd name="T35" fmla="*/ 0 h 45"/>
                  <a:gd name="T36" fmla="*/ 484 w 507"/>
                  <a:gd name="T37" fmla="*/ 0 h 45"/>
                  <a:gd name="T38" fmla="*/ 489 w 507"/>
                  <a:gd name="T39" fmla="*/ 0 h 45"/>
                  <a:gd name="T40" fmla="*/ 493 w 507"/>
                  <a:gd name="T41" fmla="*/ 1 h 45"/>
                  <a:gd name="T42" fmla="*/ 497 w 507"/>
                  <a:gd name="T43" fmla="*/ 4 h 45"/>
                  <a:gd name="T44" fmla="*/ 501 w 507"/>
                  <a:gd name="T45" fmla="*/ 6 h 45"/>
                  <a:gd name="T46" fmla="*/ 503 w 507"/>
                  <a:gd name="T47" fmla="*/ 10 h 45"/>
                  <a:gd name="T48" fmla="*/ 506 w 507"/>
                  <a:gd name="T49" fmla="*/ 13 h 45"/>
                  <a:gd name="T50" fmla="*/ 507 w 507"/>
                  <a:gd name="T51" fmla="*/ 18 h 45"/>
                  <a:gd name="T52" fmla="*/ 507 w 507"/>
                  <a:gd name="T53" fmla="*/ 23 h 45"/>
                  <a:gd name="T54" fmla="*/ 507 w 507"/>
                  <a:gd name="T55" fmla="*/ 27 h 45"/>
                  <a:gd name="T56" fmla="*/ 506 w 507"/>
                  <a:gd name="T57" fmla="*/ 32 h 45"/>
                  <a:gd name="T58" fmla="*/ 503 w 507"/>
                  <a:gd name="T59" fmla="*/ 35 h 45"/>
                  <a:gd name="T60" fmla="*/ 501 w 507"/>
                  <a:gd name="T61" fmla="*/ 39 h 45"/>
                  <a:gd name="T62" fmla="*/ 497 w 507"/>
                  <a:gd name="T63" fmla="*/ 42 h 45"/>
                  <a:gd name="T64" fmla="*/ 493 w 507"/>
                  <a:gd name="T65" fmla="*/ 44 h 45"/>
                  <a:gd name="T66" fmla="*/ 489 w 507"/>
                  <a:gd name="T67" fmla="*/ 45 h 45"/>
                  <a:gd name="T68" fmla="*/ 484 w 507"/>
                  <a:gd name="T6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07" h="45">
                    <a:moveTo>
                      <a:pt x="484" y="45"/>
                    </a:moveTo>
                    <a:lnTo>
                      <a:pt x="24" y="45"/>
                    </a:lnTo>
                    <a:lnTo>
                      <a:pt x="19" y="45"/>
                    </a:lnTo>
                    <a:lnTo>
                      <a:pt x="14" y="44"/>
                    </a:lnTo>
                    <a:lnTo>
                      <a:pt x="10" y="42"/>
                    </a:lnTo>
                    <a:lnTo>
                      <a:pt x="8" y="39"/>
                    </a:lnTo>
                    <a:lnTo>
                      <a:pt x="4" y="35"/>
                    </a:lnTo>
                    <a:lnTo>
                      <a:pt x="2" y="32"/>
                    </a:lnTo>
                    <a:lnTo>
                      <a:pt x="0" y="27"/>
                    </a:lnTo>
                    <a:lnTo>
                      <a:pt x="0" y="23"/>
                    </a:lnTo>
                    <a:lnTo>
                      <a:pt x="0" y="18"/>
                    </a:lnTo>
                    <a:lnTo>
                      <a:pt x="2" y="13"/>
                    </a:lnTo>
                    <a:lnTo>
                      <a:pt x="4" y="10"/>
                    </a:lnTo>
                    <a:lnTo>
                      <a:pt x="8" y="6"/>
                    </a:lnTo>
                    <a:lnTo>
                      <a:pt x="10" y="4"/>
                    </a:lnTo>
                    <a:lnTo>
                      <a:pt x="14" y="1"/>
                    </a:lnTo>
                    <a:lnTo>
                      <a:pt x="19" y="0"/>
                    </a:lnTo>
                    <a:lnTo>
                      <a:pt x="24" y="0"/>
                    </a:lnTo>
                    <a:lnTo>
                      <a:pt x="484" y="0"/>
                    </a:lnTo>
                    <a:lnTo>
                      <a:pt x="489" y="0"/>
                    </a:lnTo>
                    <a:lnTo>
                      <a:pt x="493" y="1"/>
                    </a:lnTo>
                    <a:lnTo>
                      <a:pt x="497" y="4"/>
                    </a:lnTo>
                    <a:lnTo>
                      <a:pt x="501" y="6"/>
                    </a:lnTo>
                    <a:lnTo>
                      <a:pt x="503" y="10"/>
                    </a:lnTo>
                    <a:lnTo>
                      <a:pt x="506" y="13"/>
                    </a:lnTo>
                    <a:lnTo>
                      <a:pt x="507" y="18"/>
                    </a:lnTo>
                    <a:lnTo>
                      <a:pt x="507" y="23"/>
                    </a:lnTo>
                    <a:lnTo>
                      <a:pt x="507" y="27"/>
                    </a:lnTo>
                    <a:lnTo>
                      <a:pt x="506" y="32"/>
                    </a:lnTo>
                    <a:lnTo>
                      <a:pt x="503" y="35"/>
                    </a:lnTo>
                    <a:lnTo>
                      <a:pt x="501" y="39"/>
                    </a:lnTo>
                    <a:lnTo>
                      <a:pt x="497" y="42"/>
                    </a:lnTo>
                    <a:lnTo>
                      <a:pt x="493" y="44"/>
                    </a:lnTo>
                    <a:lnTo>
                      <a:pt x="489" y="45"/>
                    </a:lnTo>
                    <a:lnTo>
                      <a:pt x="484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44"/>
              <p:cNvSpPr>
                <a:spLocks/>
              </p:cNvSpPr>
              <p:nvPr/>
            </p:nvSpPr>
            <p:spPr bwMode="auto">
              <a:xfrm>
                <a:off x="8564563" y="1341438"/>
                <a:ext cx="200025" cy="17463"/>
              </a:xfrm>
              <a:custGeom>
                <a:avLst/>
                <a:gdLst>
                  <a:gd name="T0" fmla="*/ 484 w 507"/>
                  <a:gd name="T1" fmla="*/ 46 h 46"/>
                  <a:gd name="T2" fmla="*/ 24 w 507"/>
                  <a:gd name="T3" fmla="*/ 46 h 46"/>
                  <a:gd name="T4" fmla="*/ 19 w 507"/>
                  <a:gd name="T5" fmla="*/ 46 h 46"/>
                  <a:gd name="T6" fmla="*/ 14 w 507"/>
                  <a:gd name="T7" fmla="*/ 45 h 46"/>
                  <a:gd name="T8" fmla="*/ 10 w 507"/>
                  <a:gd name="T9" fmla="*/ 42 h 46"/>
                  <a:gd name="T10" fmla="*/ 8 w 507"/>
                  <a:gd name="T11" fmla="*/ 40 h 46"/>
                  <a:gd name="T12" fmla="*/ 4 w 507"/>
                  <a:gd name="T13" fmla="*/ 36 h 46"/>
                  <a:gd name="T14" fmla="*/ 2 w 507"/>
                  <a:gd name="T15" fmla="*/ 32 h 46"/>
                  <a:gd name="T16" fmla="*/ 0 w 507"/>
                  <a:gd name="T17" fmla="*/ 27 h 46"/>
                  <a:gd name="T18" fmla="*/ 0 w 507"/>
                  <a:gd name="T19" fmla="*/ 23 h 46"/>
                  <a:gd name="T20" fmla="*/ 0 w 507"/>
                  <a:gd name="T21" fmla="*/ 19 h 46"/>
                  <a:gd name="T22" fmla="*/ 2 w 507"/>
                  <a:gd name="T23" fmla="*/ 14 h 46"/>
                  <a:gd name="T24" fmla="*/ 4 w 507"/>
                  <a:gd name="T25" fmla="*/ 10 h 46"/>
                  <a:gd name="T26" fmla="*/ 8 w 507"/>
                  <a:gd name="T27" fmla="*/ 7 h 46"/>
                  <a:gd name="T28" fmla="*/ 10 w 507"/>
                  <a:gd name="T29" fmla="*/ 4 h 46"/>
                  <a:gd name="T30" fmla="*/ 14 w 507"/>
                  <a:gd name="T31" fmla="*/ 2 h 46"/>
                  <a:gd name="T32" fmla="*/ 19 w 507"/>
                  <a:gd name="T33" fmla="*/ 0 h 46"/>
                  <a:gd name="T34" fmla="*/ 24 w 507"/>
                  <a:gd name="T35" fmla="*/ 0 h 46"/>
                  <a:gd name="T36" fmla="*/ 484 w 507"/>
                  <a:gd name="T37" fmla="*/ 0 h 46"/>
                  <a:gd name="T38" fmla="*/ 489 w 507"/>
                  <a:gd name="T39" fmla="*/ 0 h 46"/>
                  <a:gd name="T40" fmla="*/ 493 w 507"/>
                  <a:gd name="T41" fmla="*/ 2 h 46"/>
                  <a:gd name="T42" fmla="*/ 497 w 507"/>
                  <a:gd name="T43" fmla="*/ 4 h 46"/>
                  <a:gd name="T44" fmla="*/ 501 w 507"/>
                  <a:gd name="T45" fmla="*/ 7 h 46"/>
                  <a:gd name="T46" fmla="*/ 503 w 507"/>
                  <a:gd name="T47" fmla="*/ 10 h 46"/>
                  <a:gd name="T48" fmla="*/ 506 w 507"/>
                  <a:gd name="T49" fmla="*/ 14 h 46"/>
                  <a:gd name="T50" fmla="*/ 507 w 507"/>
                  <a:gd name="T51" fmla="*/ 19 h 46"/>
                  <a:gd name="T52" fmla="*/ 507 w 507"/>
                  <a:gd name="T53" fmla="*/ 23 h 46"/>
                  <a:gd name="T54" fmla="*/ 507 w 507"/>
                  <a:gd name="T55" fmla="*/ 27 h 46"/>
                  <a:gd name="T56" fmla="*/ 506 w 507"/>
                  <a:gd name="T57" fmla="*/ 32 h 46"/>
                  <a:gd name="T58" fmla="*/ 503 w 507"/>
                  <a:gd name="T59" fmla="*/ 36 h 46"/>
                  <a:gd name="T60" fmla="*/ 501 w 507"/>
                  <a:gd name="T61" fmla="*/ 40 h 46"/>
                  <a:gd name="T62" fmla="*/ 497 w 507"/>
                  <a:gd name="T63" fmla="*/ 42 h 46"/>
                  <a:gd name="T64" fmla="*/ 493 w 507"/>
                  <a:gd name="T65" fmla="*/ 45 h 46"/>
                  <a:gd name="T66" fmla="*/ 489 w 507"/>
                  <a:gd name="T67" fmla="*/ 46 h 46"/>
                  <a:gd name="T68" fmla="*/ 484 w 507"/>
                  <a:gd name="T6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07" h="46">
                    <a:moveTo>
                      <a:pt x="484" y="46"/>
                    </a:moveTo>
                    <a:lnTo>
                      <a:pt x="24" y="46"/>
                    </a:lnTo>
                    <a:lnTo>
                      <a:pt x="19" y="46"/>
                    </a:lnTo>
                    <a:lnTo>
                      <a:pt x="14" y="45"/>
                    </a:lnTo>
                    <a:lnTo>
                      <a:pt x="10" y="42"/>
                    </a:lnTo>
                    <a:lnTo>
                      <a:pt x="8" y="40"/>
                    </a:lnTo>
                    <a:lnTo>
                      <a:pt x="4" y="36"/>
                    </a:lnTo>
                    <a:lnTo>
                      <a:pt x="2" y="32"/>
                    </a:lnTo>
                    <a:lnTo>
                      <a:pt x="0" y="27"/>
                    </a:lnTo>
                    <a:lnTo>
                      <a:pt x="0" y="23"/>
                    </a:lnTo>
                    <a:lnTo>
                      <a:pt x="0" y="19"/>
                    </a:lnTo>
                    <a:lnTo>
                      <a:pt x="2" y="14"/>
                    </a:lnTo>
                    <a:lnTo>
                      <a:pt x="4" y="10"/>
                    </a:lnTo>
                    <a:lnTo>
                      <a:pt x="8" y="7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9" y="0"/>
                    </a:lnTo>
                    <a:lnTo>
                      <a:pt x="24" y="0"/>
                    </a:lnTo>
                    <a:lnTo>
                      <a:pt x="484" y="0"/>
                    </a:lnTo>
                    <a:lnTo>
                      <a:pt x="489" y="0"/>
                    </a:lnTo>
                    <a:lnTo>
                      <a:pt x="493" y="2"/>
                    </a:lnTo>
                    <a:lnTo>
                      <a:pt x="497" y="4"/>
                    </a:lnTo>
                    <a:lnTo>
                      <a:pt x="501" y="7"/>
                    </a:lnTo>
                    <a:lnTo>
                      <a:pt x="503" y="10"/>
                    </a:lnTo>
                    <a:lnTo>
                      <a:pt x="506" y="14"/>
                    </a:lnTo>
                    <a:lnTo>
                      <a:pt x="507" y="19"/>
                    </a:lnTo>
                    <a:lnTo>
                      <a:pt x="507" y="23"/>
                    </a:lnTo>
                    <a:lnTo>
                      <a:pt x="507" y="27"/>
                    </a:lnTo>
                    <a:lnTo>
                      <a:pt x="506" y="32"/>
                    </a:lnTo>
                    <a:lnTo>
                      <a:pt x="503" y="36"/>
                    </a:lnTo>
                    <a:lnTo>
                      <a:pt x="501" y="40"/>
                    </a:lnTo>
                    <a:lnTo>
                      <a:pt x="497" y="42"/>
                    </a:lnTo>
                    <a:lnTo>
                      <a:pt x="493" y="45"/>
                    </a:lnTo>
                    <a:lnTo>
                      <a:pt x="489" y="46"/>
                    </a:lnTo>
                    <a:lnTo>
                      <a:pt x="48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45"/>
              <p:cNvSpPr>
                <a:spLocks/>
              </p:cNvSpPr>
              <p:nvPr/>
            </p:nvSpPr>
            <p:spPr bwMode="auto">
              <a:xfrm>
                <a:off x="8509001" y="1103313"/>
                <a:ext cx="311150" cy="457200"/>
              </a:xfrm>
              <a:custGeom>
                <a:avLst/>
                <a:gdLst>
                  <a:gd name="T0" fmla="*/ 585 w 783"/>
                  <a:gd name="T1" fmla="*/ 1151 h 1151"/>
                  <a:gd name="T2" fmla="*/ 576 w 783"/>
                  <a:gd name="T3" fmla="*/ 1150 h 1151"/>
                  <a:gd name="T4" fmla="*/ 569 w 783"/>
                  <a:gd name="T5" fmla="*/ 1145 h 1151"/>
                  <a:gd name="T6" fmla="*/ 564 w 783"/>
                  <a:gd name="T7" fmla="*/ 1138 h 1151"/>
                  <a:gd name="T8" fmla="*/ 563 w 783"/>
                  <a:gd name="T9" fmla="*/ 1129 h 1151"/>
                  <a:gd name="T10" fmla="*/ 564 w 783"/>
                  <a:gd name="T11" fmla="*/ 1120 h 1151"/>
                  <a:gd name="T12" fmla="*/ 569 w 783"/>
                  <a:gd name="T13" fmla="*/ 1112 h 1151"/>
                  <a:gd name="T14" fmla="*/ 576 w 783"/>
                  <a:gd name="T15" fmla="*/ 1107 h 1151"/>
                  <a:gd name="T16" fmla="*/ 585 w 783"/>
                  <a:gd name="T17" fmla="*/ 1106 h 1151"/>
                  <a:gd name="T18" fmla="*/ 737 w 783"/>
                  <a:gd name="T19" fmla="*/ 46 h 1151"/>
                  <a:gd name="T20" fmla="*/ 46 w 783"/>
                  <a:gd name="T21" fmla="*/ 217 h 1151"/>
                  <a:gd name="T22" fmla="*/ 198 w 783"/>
                  <a:gd name="T23" fmla="*/ 1106 h 1151"/>
                  <a:gd name="T24" fmla="*/ 207 w 783"/>
                  <a:gd name="T25" fmla="*/ 1107 h 1151"/>
                  <a:gd name="T26" fmla="*/ 214 w 783"/>
                  <a:gd name="T27" fmla="*/ 1112 h 1151"/>
                  <a:gd name="T28" fmla="*/ 219 w 783"/>
                  <a:gd name="T29" fmla="*/ 1120 h 1151"/>
                  <a:gd name="T30" fmla="*/ 222 w 783"/>
                  <a:gd name="T31" fmla="*/ 1129 h 1151"/>
                  <a:gd name="T32" fmla="*/ 219 w 783"/>
                  <a:gd name="T33" fmla="*/ 1138 h 1151"/>
                  <a:gd name="T34" fmla="*/ 214 w 783"/>
                  <a:gd name="T35" fmla="*/ 1145 h 1151"/>
                  <a:gd name="T36" fmla="*/ 207 w 783"/>
                  <a:gd name="T37" fmla="*/ 1150 h 1151"/>
                  <a:gd name="T38" fmla="*/ 198 w 783"/>
                  <a:gd name="T39" fmla="*/ 1151 h 1151"/>
                  <a:gd name="T40" fmla="*/ 18 w 783"/>
                  <a:gd name="T41" fmla="*/ 1151 h 1151"/>
                  <a:gd name="T42" fmla="*/ 11 w 783"/>
                  <a:gd name="T43" fmla="*/ 1148 h 1151"/>
                  <a:gd name="T44" fmla="*/ 5 w 783"/>
                  <a:gd name="T45" fmla="*/ 1142 h 1151"/>
                  <a:gd name="T46" fmla="*/ 1 w 783"/>
                  <a:gd name="T47" fmla="*/ 1133 h 1151"/>
                  <a:gd name="T48" fmla="*/ 0 w 783"/>
                  <a:gd name="T49" fmla="*/ 207 h 1151"/>
                  <a:gd name="T50" fmla="*/ 2 w 783"/>
                  <a:gd name="T51" fmla="*/ 198 h 1151"/>
                  <a:gd name="T52" fmla="*/ 7 w 783"/>
                  <a:gd name="T53" fmla="*/ 191 h 1151"/>
                  <a:gd name="T54" fmla="*/ 195 w 783"/>
                  <a:gd name="T55" fmla="*/ 3 h 1151"/>
                  <a:gd name="T56" fmla="*/ 203 w 783"/>
                  <a:gd name="T57" fmla="*/ 1 h 1151"/>
                  <a:gd name="T58" fmla="*/ 760 w 783"/>
                  <a:gd name="T59" fmla="*/ 0 h 1151"/>
                  <a:gd name="T60" fmla="*/ 769 w 783"/>
                  <a:gd name="T61" fmla="*/ 2 h 1151"/>
                  <a:gd name="T62" fmla="*/ 776 w 783"/>
                  <a:gd name="T63" fmla="*/ 7 h 1151"/>
                  <a:gd name="T64" fmla="*/ 781 w 783"/>
                  <a:gd name="T65" fmla="*/ 14 h 1151"/>
                  <a:gd name="T66" fmla="*/ 783 w 783"/>
                  <a:gd name="T67" fmla="*/ 23 h 1151"/>
                  <a:gd name="T68" fmla="*/ 783 w 783"/>
                  <a:gd name="T69" fmla="*/ 1133 h 1151"/>
                  <a:gd name="T70" fmla="*/ 780 w 783"/>
                  <a:gd name="T71" fmla="*/ 1142 h 1151"/>
                  <a:gd name="T72" fmla="*/ 774 w 783"/>
                  <a:gd name="T73" fmla="*/ 1148 h 1151"/>
                  <a:gd name="T74" fmla="*/ 765 w 783"/>
                  <a:gd name="T75" fmla="*/ 1151 h 1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83" h="1151">
                    <a:moveTo>
                      <a:pt x="760" y="1151"/>
                    </a:moveTo>
                    <a:lnTo>
                      <a:pt x="585" y="1151"/>
                    </a:lnTo>
                    <a:lnTo>
                      <a:pt x="581" y="1151"/>
                    </a:lnTo>
                    <a:lnTo>
                      <a:pt x="576" y="1150"/>
                    </a:lnTo>
                    <a:lnTo>
                      <a:pt x="573" y="1148"/>
                    </a:lnTo>
                    <a:lnTo>
                      <a:pt x="569" y="1145"/>
                    </a:lnTo>
                    <a:lnTo>
                      <a:pt x="566" y="1142"/>
                    </a:lnTo>
                    <a:lnTo>
                      <a:pt x="564" y="1138"/>
                    </a:lnTo>
                    <a:lnTo>
                      <a:pt x="563" y="1133"/>
                    </a:lnTo>
                    <a:lnTo>
                      <a:pt x="563" y="1129"/>
                    </a:lnTo>
                    <a:lnTo>
                      <a:pt x="563" y="1124"/>
                    </a:lnTo>
                    <a:lnTo>
                      <a:pt x="564" y="1120"/>
                    </a:lnTo>
                    <a:lnTo>
                      <a:pt x="566" y="1116"/>
                    </a:lnTo>
                    <a:lnTo>
                      <a:pt x="569" y="1112"/>
                    </a:lnTo>
                    <a:lnTo>
                      <a:pt x="573" y="1110"/>
                    </a:lnTo>
                    <a:lnTo>
                      <a:pt x="576" y="1107"/>
                    </a:lnTo>
                    <a:lnTo>
                      <a:pt x="581" y="1106"/>
                    </a:lnTo>
                    <a:lnTo>
                      <a:pt x="585" y="1106"/>
                    </a:lnTo>
                    <a:lnTo>
                      <a:pt x="737" y="1106"/>
                    </a:lnTo>
                    <a:lnTo>
                      <a:pt x="737" y="46"/>
                    </a:lnTo>
                    <a:lnTo>
                      <a:pt x="217" y="46"/>
                    </a:lnTo>
                    <a:lnTo>
                      <a:pt x="46" y="217"/>
                    </a:lnTo>
                    <a:lnTo>
                      <a:pt x="46" y="1106"/>
                    </a:lnTo>
                    <a:lnTo>
                      <a:pt x="198" y="1106"/>
                    </a:lnTo>
                    <a:lnTo>
                      <a:pt x="203" y="1106"/>
                    </a:lnTo>
                    <a:lnTo>
                      <a:pt x="207" y="1107"/>
                    </a:lnTo>
                    <a:lnTo>
                      <a:pt x="211" y="1110"/>
                    </a:lnTo>
                    <a:lnTo>
                      <a:pt x="214" y="1112"/>
                    </a:lnTo>
                    <a:lnTo>
                      <a:pt x="217" y="1116"/>
                    </a:lnTo>
                    <a:lnTo>
                      <a:pt x="219" y="1120"/>
                    </a:lnTo>
                    <a:lnTo>
                      <a:pt x="221" y="1124"/>
                    </a:lnTo>
                    <a:lnTo>
                      <a:pt x="222" y="1129"/>
                    </a:lnTo>
                    <a:lnTo>
                      <a:pt x="221" y="1133"/>
                    </a:lnTo>
                    <a:lnTo>
                      <a:pt x="219" y="1138"/>
                    </a:lnTo>
                    <a:lnTo>
                      <a:pt x="217" y="1142"/>
                    </a:lnTo>
                    <a:lnTo>
                      <a:pt x="214" y="1145"/>
                    </a:lnTo>
                    <a:lnTo>
                      <a:pt x="211" y="1148"/>
                    </a:lnTo>
                    <a:lnTo>
                      <a:pt x="207" y="1150"/>
                    </a:lnTo>
                    <a:lnTo>
                      <a:pt x="203" y="1151"/>
                    </a:lnTo>
                    <a:lnTo>
                      <a:pt x="198" y="1151"/>
                    </a:lnTo>
                    <a:lnTo>
                      <a:pt x="23" y="1151"/>
                    </a:lnTo>
                    <a:lnTo>
                      <a:pt x="18" y="1151"/>
                    </a:lnTo>
                    <a:lnTo>
                      <a:pt x="14" y="1150"/>
                    </a:lnTo>
                    <a:lnTo>
                      <a:pt x="11" y="1148"/>
                    </a:lnTo>
                    <a:lnTo>
                      <a:pt x="7" y="1145"/>
                    </a:lnTo>
                    <a:lnTo>
                      <a:pt x="5" y="1142"/>
                    </a:lnTo>
                    <a:lnTo>
                      <a:pt x="2" y="1138"/>
                    </a:lnTo>
                    <a:lnTo>
                      <a:pt x="1" y="1133"/>
                    </a:lnTo>
                    <a:lnTo>
                      <a:pt x="0" y="1129"/>
                    </a:lnTo>
                    <a:lnTo>
                      <a:pt x="0" y="207"/>
                    </a:lnTo>
                    <a:lnTo>
                      <a:pt x="1" y="203"/>
                    </a:lnTo>
                    <a:lnTo>
                      <a:pt x="2" y="198"/>
                    </a:lnTo>
                    <a:lnTo>
                      <a:pt x="3" y="195"/>
                    </a:lnTo>
                    <a:lnTo>
                      <a:pt x="7" y="191"/>
                    </a:lnTo>
                    <a:lnTo>
                      <a:pt x="191" y="7"/>
                    </a:lnTo>
                    <a:lnTo>
                      <a:pt x="195" y="3"/>
                    </a:lnTo>
                    <a:lnTo>
                      <a:pt x="198" y="2"/>
                    </a:lnTo>
                    <a:lnTo>
                      <a:pt x="203" y="1"/>
                    </a:lnTo>
                    <a:lnTo>
                      <a:pt x="207" y="0"/>
                    </a:lnTo>
                    <a:lnTo>
                      <a:pt x="760" y="0"/>
                    </a:lnTo>
                    <a:lnTo>
                      <a:pt x="765" y="1"/>
                    </a:lnTo>
                    <a:lnTo>
                      <a:pt x="769" y="2"/>
                    </a:lnTo>
                    <a:lnTo>
                      <a:pt x="774" y="3"/>
                    </a:lnTo>
                    <a:lnTo>
                      <a:pt x="776" y="7"/>
                    </a:lnTo>
                    <a:lnTo>
                      <a:pt x="780" y="9"/>
                    </a:lnTo>
                    <a:lnTo>
                      <a:pt x="781" y="14"/>
                    </a:lnTo>
                    <a:lnTo>
                      <a:pt x="783" y="18"/>
                    </a:lnTo>
                    <a:lnTo>
                      <a:pt x="783" y="23"/>
                    </a:lnTo>
                    <a:lnTo>
                      <a:pt x="783" y="1129"/>
                    </a:lnTo>
                    <a:lnTo>
                      <a:pt x="783" y="1133"/>
                    </a:lnTo>
                    <a:lnTo>
                      <a:pt x="781" y="1138"/>
                    </a:lnTo>
                    <a:lnTo>
                      <a:pt x="780" y="1142"/>
                    </a:lnTo>
                    <a:lnTo>
                      <a:pt x="776" y="1145"/>
                    </a:lnTo>
                    <a:lnTo>
                      <a:pt x="774" y="1148"/>
                    </a:lnTo>
                    <a:lnTo>
                      <a:pt x="769" y="1150"/>
                    </a:lnTo>
                    <a:lnTo>
                      <a:pt x="765" y="1151"/>
                    </a:lnTo>
                    <a:lnTo>
                      <a:pt x="760" y="1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46"/>
              <p:cNvSpPr>
                <a:spLocks/>
              </p:cNvSpPr>
              <p:nvPr/>
            </p:nvSpPr>
            <p:spPr bwMode="auto">
              <a:xfrm>
                <a:off x="8509001" y="1103313"/>
                <a:ext cx="92075" cy="92075"/>
              </a:xfrm>
              <a:custGeom>
                <a:avLst/>
                <a:gdLst>
                  <a:gd name="T0" fmla="*/ 207 w 230"/>
                  <a:gd name="T1" fmla="*/ 230 h 230"/>
                  <a:gd name="T2" fmla="*/ 23 w 230"/>
                  <a:gd name="T3" fmla="*/ 230 h 230"/>
                  <a:gd name="T4" fmla="*/ 18 w 230"/>
                  <a:gd name="T5" fmla="*/ 230 h 230"/>
                  <a:gd name="T6" fmla="*/ 14 w 230"/>
                  <a:gd name="T7" fmla="*/ 229 h 230"/>
                  <a:gd name="T8" fmla="*/ 11 w 230"/>
                  <a:gd name="T9" fmla="*/ 227 h 230"/>
                  <a:gd name="T10" fmla="*/ 7 w 230"/>
                  <a:gd name="T11" fmla="*/ 223 h 230"/>
                  <a:gd name="T12" fmla="*/ 5 w 230"/>
                  <a:gd name="T13" fmla="*/ 220 h 230"/>
                  <a:gd name="T14" fmla="*/ 2 w 230"/>
                  <a:gd name="T15" fmla="*/ 217 h 230"/>
                  <a:gd name="T16" fmla="*/ 1 w 230"/>
                  <a:gd name="T17" fmla="*/ 212 h 230"/>
                  <a:gd name="T18" fmla="*/ 0 w 230"/>
                  <a:gd name="T19" fmla="*/ 207 h 230"/>
                  <a:gd name="T20" fmla="*/ 1 w 230"/>
                  <a:gd name="T21" fmla="*/ 202 h 230"/>
                  <a:gd name="T22" fmla="*/ 2 w 230"/>
                  <a:gd name="T23" fmla="*/ 198 h 230"/>
                  <a:gd name="T24" fmla="*/ 5 w 230"/>
                  <a:gd name="T25" fmla="*/ 195 h 230"/>
                  <a:gd name="T26" fmla="*/ 7 w 230"/>
                  <a:gd name="T27" fmla="*/ 191 h 230"/>
                  <a:gd name="T28" fmla="*/ 11 w 230"/>
                  <a:gd name="T29" fmla="*/ 189 h 230"/>
                  <a:gd name="T30" fmla="*/ 14 w 230"/>
                  <a:gd name="T31" fmla="*/ 186 h 230"/>
                  <a:gd name="T32" fmla="*/ 18 w 230"/>
                  <a:gd name="T33" fmla="*/ 185 h 230"/>
                  <a:gd name="T34" fmla="*/ 23 w 230"/>
                  <a:gd name="T35" fmla="*/ 184 h 230"/>
                  <a:gd name="T36" fmla="*/ 185 w 230"/>
                  <a:gd name="T37" fmla="*/ 184 h 230"/>
                  <a:gd name="T38" fmla="*/ 185 w 230"/>
                  <a:gd name="T39" fmla="*/ 23 h 230"/>
                  <a:gd name="T40" fmla="*/ 185 w 230"/>
                  <a:gd name="T41" fmla="*/ 18 h 230"/>
                  <a:gd name="T42" fmla="*/ 186 w 230"/>
                  <a:gd name="T43" fmla="*/ 14 h 230"/>
                  <a:gd name="T44" fmla="*/ 189 w 230"/>
                  <a:gd name="T45" fmla="*/ 9 h 230"/>
                  <a:gd name="T46" fmla="*/ 191 w 230"/>
                  <a:gd name="T47" fmla="*/ 7 h 230"/>
                  <a:gd name="T48" fmla="*/ 195 w 230"/>
                  <a:gd name="T49" fmla="*/ 3 h 230"/>
                  <a:gd name="T50" fmla="*/ 198 w 230"/>
                  <a:gd name="T51" fmla="*/ 2 h 230"/>
                  <a:gd name="T52" fmla="*/ 203 w 230"/>
                  <a:gd name="T53" fmla="*/ 1 h 230"/>
                  <a:gd name="T54" fmla="*/ 207 w 230"/>
                  <a:gd name="T55" fmla="*/ 0 h 230"/>
                  <a:gd name="T56" fmla="*/ 212 w 230"/>
                  <a:gd name="T57" fmla="*/ 1 h 230"/>
                  <a:gd name="T58" fmla="*/ 217 w 230"/>
                  <a:gd name="T59" fmla="*/ 2 h 230"/>
                  <a:gd name="T60" fmla="*/ 221 w 230"/>
                  <a:gd name="T61" fmla="*/ 3 h 230"/>
                  <a:gd name="T62" fmla="*/ 224 w 230"/>
                  <a:gd name="T63" fmla="*/ 7 h 230"/>
                  <a:gd name="T64" fmla="*/ 227 w 230"/>
                  <a:gd name="T65" fmla="*/ 9 h 230"/>
                  <a:gd name="T66" fmla="*/ 229 w 230"/>
                  <a:gd name="T67" fmla="*/ 14 h 230"/>
                  <a:gd name="T68" fmla="*/ 230 w 230"/>
                  <a:gd name="T69" fmla="*/ 18 h 230"/>
                  <a:gd name="T70" fmla="*/ 230 w 230"/>
                  <a:gd name="T71" fmla="*/ 23 h 230"/>
                  <a:gd name="T72" fmla="*/ 230 w 230"/>
                  <a:gd name="T73" fmla="*/ 207 h 230"/>
                  <a:gd name="T74" fmla="*/ 230 w 230"/>
                  <a:gd name="T75" fmla="*/ 212 h 230"/>
                  <a:gd name="T76" fmla="*/ 229 w 230"/>
                  <a:gd name="T77" fmla="*/ 217 h 230"/>
                  <a:gd name="T78" fmla="*/ 227 w 230"/>
                  <a:gd name="T79" fmla="*/ 220 h 230"/>
                  <a:gd name="T80" fmla="*/ 224 w 230"/>
                  <a:gd name="T81" fmla="*/ 223 h 230"/>
                  <a:gd name="T82" fmla="*/ 221 w 230"/>
                  <a:gd name="T83" fmla="*/ 227 h 230"/>
                  <a:gd name="T84" fmla="*/ 217 w 230"/>
                  <a:gd name="T85" fmla="*/ 229 h 230"/>
                  <a:gd name="T86" fmla="*/ 212 w 230"/>
                  <a:gd name="T87" fmla="*/ 230 h 230"/>
                  <a:gd name="T88" fmla="*/ 207 w 230"/>
                  <a:gd name="T89" fmla="*/ 23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30" h="230">
                    <a:moveTo>
                      <a:pt x="207" y="230"/>
                    </a:moveTo>
                    <a:lnTo>
                      <a:pt x="23" y="230"/>
                    </a:lnTo>
                    <a:lnTo>
                      <a:pt x="18" y="230"/>
                    </a:lnTo>
                    <a:lnTo>
                      <a:pt x="14" y="229"/>
                    </a:lnTo>
                    <a:lnTo>
                      <a:pt x="11" y="227"/>
                    </a:lnTo>
                    <a:lnTo>
                      <a:pt x="7" y="223"/>
                    </a:lnTo>
                    <a:lnTo>
                      <a:pt x="5" y="220"/>
                    </a:lnTo>
                    <a:lnTo>
                      <a:pt x="2" y="217"/>
                    </a:lnTo>
                    <a:lnTo>
                      <a:pt x="1" y="212"/>
                    </a:lnTo>
                    <a:lnTo>
                      <a:pt x="0" y="207"/>
                    </a:lnTo>
                    <a:lnTo>
                      <a:pt x="1" y="202"/>
                    </a:lnTo>
                    <a:lnTo>
                      <a:pt x="2" y="198"/>
                    </a:lnTo>
                    <a:lnTo>
                      <a:pt x="5" y="195"/>
                    </a:lnTo>
                    <a:lnTo>
                      <a:pt x="7" y="191"/>
                    </a:lnTo>
                    <a:lnTo>
                      <a:pt x="11" y="189"/>
                    </a:lnTo>
                    <a:lnTo>
                      <a:pt x="14" y="186"/>
                    </a:lnTo>
                    <a:lnTo>
                      <a:pt x="18" y="185"/>
                    </a:lnTo>
                    <a:lnTo>
                      <a:pt x="23" y="184"/>
                    </a:lnTo>
                    <a:lnTo>
                      <a:pt x="185" y="184"/>
                    </a:lnTo>
                    <a:lnTo>
                      <a:pt x="185" y="23"/>
                    </a:lnTo>
                    <a:lnTo>
                      <a:pt x="185" y="18"/>
                    </a:lnTo>
                    <a:lnTo>
                      <a:pt x="186" y="14"/>
                    </a:lnTo>
                    <a:lnTo>
                      <a:pt x="189" y="9"/>
                    </a:lnTo>
                    <a:lnTo>
                      <a:pt x="191" y="7"/>
                    </a:lnTo>
                    <a:lnTo>
                      <a:pt x="195" y="3"/>
                    </a:lnTo>
                    <a:lnTo>
                      <a:pt x="198" y="2"/>
                    </a:lnTo>
                    <a:lnTo>
                      <a:pt x="203" y="1"/>
                    </a:lnTo>
                    <a:lnTo>
                      <a:pt x="207" y="0"/>
                    </a:lnTo>
                    <a:lnTo>
                      <a:pt x="212" y="1"/>
                    </a:lnTo>
                    <a:lnTo>
                      <a:pt x="217" y="2"/>
                    </a:lnTo>
                    <a:lnTo>
                      <a:pt x="221" y="3"/>
                    </a:lnTo>
                    <a:lnTo>
                      <a:pt x="224" y="7"/>
                    </a:lnTo>
                    <a:lnTo>
                      <a:pt x="227" y="9"/>
                    </a:lnTo>
                    <a:lnTo>
                      <a:pt x="229" y="14"/>
                    </a:lnTo>
                    <a:lnTo>
                      <a:pt x="230" y="18"/>
                    </a:lnTo>
                    <a:lnTo>
                      <a:pt x="230" y="23"/>
                    </a:lnTo>
                    <a:lnTo>
                      <a:pt x="230" y="207"/>
                    </a:lnTo>
                    <a:lnTo>
                      <a:pt x="230" y="212"/>
                    </a:lnTo>
                    <a:lnTo>
                      <a:pt x="229" y="217"/>
                    </a:lnTo>
                    <a:lnTo>
                      <a:pt x="227" y="220"/>
                    </a:lnTo>
                    <a:lnTo>
                      <a:pt x="224" y="223"/>
                    </a:lnTo>
                    <a:lnTo>
                      <a:pt x="221" y="227"/>
                    </a:lnTo>
                    <a:lnTo>
                      <a:pt x="217" y="229"/>
                    </a:lnTo>
                    <a:lnTo>
                      <a:pt x="212" y="230"/>
                    </a:lnTo>
                    <a:lnTo>
                      <a:pt x="207" y="2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165"/>
              <p:cNvSpPr>
                <a:spLocks/>
              </p:cNvSpPr>
              <p:nvPr/>
            </p:nvSpPr>
            <p:spPr bwMode="auto">
              <a:xfrm>
                <a:off x="8564563" y="1509713"/>
                <a:ext cx="109538" cy="123825"/>
              </a:xfrm>
              <a:custGeom>
                <a:avLst/>
                <a:gdLst>
                  <a:gd name="T0" fmla="*/ 155 w 276"/>
                  <a:gd name="T1" fmla="*/ 310 h 312"/>
                  <a:gd name="T2" fmla="*/ 145 w 276"/>
                  <a:gd name="T3" fmla="*/ 303 h 312"/>
                  <a:gd name="T4" fmla="*/ 106 w 276"/>
                  <a:gd name="T5" fmla="*/ 227 h 312"/>
                  <a:gd name="T6" fmla="*/ 27 w 276"/>
                  <a:gd name="T7" fmla="*/ 265 h 312"/>
                  <a:gd name="T8" fmla="*/ 14 w 276"/>
                  <a:gd name="T9" fmla="*/ 263 h 312"/>
                  <a:gd name="T10" fmla="*/ 4 w 276"/>
                  <a:gd name="T11" fmla="*/ 254 h 312"/>
                  <a:gd name="T12" fmla="*/ 0 w 276"/>
                  <a:gd name="T13" fmla="*/ 241 h 312"/>
                  <a:gd name="T14" fmla="*/ 90 w 276"/>
                  <a:gd name="T15" fmla="*/ 15 h 312"/>
                  <a:gd name="T16" fmla="*/ 95 w 276"/>
                  <a:gd name="T17" fmla="*/ 7 h 312"/>
                  <a:gd name="T18" fmla="*/ 102 w 276"/>
                  <a:gd name="T19" fmla="*/ 3 h 312"/>
                  <a:gd name="T20" fmla="*/ 111 w 276"/>
                  <a:gd name="T21" fmla="*/ 0 h 312"/>
                  <a:gd name="T22" fmla="*/ 119 w 276"/>
                  <a:gd name="T23" fmla="*/ 1 h 312"/>
                  <a:gd name="T24" fmla="*/ 127 w 276"/>
                  <a:gd name="T25" fmla="*/ 7 h 312"/>
                  <a:gd name="T26" fmla="*/ 132 w 276"/>
                  <a:gd name="T27" fmla="*/ 14 h 312"/>
                  <a:gd name="T28" fmla="*/ 134 w 276"/>
                  <a:gd name="T29" fmla="*/ 23 h 312"/>
                  <a:gd name="T30" fmla="*/ 133 w 276"/>
                  <a:gd name="T31" fmla="*/ 32 h 312"/>
                  <a:gd name="T32" fmla="*/ 106 w 276"/>
                  <a:gd name="T33" fmla="*/ 176 h 312"/>
                  <a:gd name="T34" fmla="*/ 114 w 276"/>
                  <a:gd name="T35" fmla="*/ 173 h 312"/>
                  <a:gd name="T36" fmla="*/ 123 w 276"/>
                  <a:gd name="T37" fmla="*/ 174 h 312"/>
                  <a:gd name="T38" fmla="*/ 130 w 276"/>
                  <a:gd name="T39" fmla="*/ 178 h 312"/>
                  <a:gd name="T40" fmla="*/ 136 w 276"/>
                  <a:gd name="T41" fmla="*/ 185 h 312"/>
                  <a:gd name="T42" fmla="*/ 233 w 276"/>
                  <a:gd name="T43" fmla="*/ 93 h 312"/>
                  <a:gd name="T44" fmla="*/ 238 w 276"/>
                  <a:gd name="T45" fmla="*/ 86 h 312"/>
                  <a:gd name="T46" fmla="*/ 247 w 276"/>
                  <a:gd name="T47" fmla="*/ 82 h 312"/>
                  <a:gd name="T48" fmla="*/ 255 w 276"/>
                  <a:gd name="T49" fmla="*/ 81 h 312"/>
                  <a:gd name="T50" fmla="*/ 264 w 276"/>
                  <a:gd name="T51" fmla="*/ 84 h 312"/>
                  <a:gd name="T52" fmla="*/ 271 w 276"/>
                  <a:gd name="T53" fmla="*/ 88 h 312"/>
                  <a:gd name="T54" fmla="*/ 275 w 276"/>
                  <a:gd name="T55" fmla="*/ 97 h 312"/>
                  <a:gd name="T56" fmla="*/ 276 w 276"/>
                  <a:gd name="T57" fmla="*/ 106 h 312"/>
                  <a:gd name="T58" fmla="*/ 274 w 276"/>
                  <a:gd name="T59" fmla="*/ 114 h 312"/>
                  <a:gd name="T60" fmla="*/ 178 w 276"/>
                  <a:gd name="T61" fmla="*/ 303 h 312"/>
                  <a:gd name="T62" fmla="*/ 168 w 276"/>
                  <a:gd name="T63" fmla="*/ 31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76" h="312">
                    <a:moveTo>
                      <a:pt x="161" y="312"/>
                    </a:moveTo>
                    <a:lnTo>
                      <a:pt x="155" y="310"/>
                    </a:lnTo>
                    <a:lnTo>
                      <a:pt x="150" y="308"/>
                    </a:lnTo>
                    <a:lnTo>
                      <a:pt x="145" y="303"/>
                    </a:lnTo>
                    <a:lnTo>
                      <a:pt x="141" y="298"/>
                    </a:lnTo>
                    <a:lnTo>
                      <a:pt x="106" y="227"/>
                    </a:lnTo>
                    <a:lnTo>
                      <a:pt x="33" y="263"/>
                    </a:lnTo>
                    <a:lnTo>
                      <a:pt x="27" y="265"/>
                    </a:lnTo>
                    <a:lnTo>
                      <a:pt x="20" y="265"/>
                    </a:lnTo>
                    <a:lnTo>
                      <a:pt x="14" y="263"/>
                    </a:lnTo>
                    <a:lnTo>
                      <a:pt x="8" y="259"/>
                    </a:lnTo>
                    <a:lnTo>
                      <a:pt x="4" y="254"/>
                    </a:lnTo>
                    <a:lnTo>
                      <a:pt x="0" y="247"/>
                    </a:lnTo>
                    <a:lnTo>
                      <a:pt x="0" y="241"/>
                    </a:lnTo>
                    <a:lnTo>
                      <a:pt x="2" y="233"/>
                    </a:lnTo>
                    <a:lnTo>
                      <a:pt x="90" y="15"/>
                    </a:lnTo>
                    <a:lnTo>
                      <a:pt x="91" y="11"/>
                    </a:lnTo>
                    <a:lnTo>
                      <a:pt x="95" y="7"/>
                    </a:lnTo>
                    <a:lnTo>
                      <a:pt x="98" y="4"/>
                    </a:lnTo>
                    <a:lnTo>
                      <a:pt x="102" y="3"/>
                    </a:lnTo>
                    <a:lnTo>
                      <a:pt x="106" y="1"/>
                    </a:lnTo>
                    <a:lnTo>
                      <a:pt x="111" y="0"/>
                    </a:lnTo>
                    <a:lnTo>
                      <a:pt x="114" y="0"/>
                    </a:lnTo>
                    <a:lnTo>
                      <a:pt x="119" y="1"/>
                    </a:lnTo>
                    <a:lnTo>
                      <a:pt x="123" y="4"/>
                    </a:lnTo>
                    <a:lnTo>
                      <a:pt x="127" y="7"/>
                    </a:lnTo>
                    <a:lnTo>
                      <a:pt x="130" y="10"/>
                    </a:lnTo>
                    <a:lnTo>
                      <a:pt x="132" y="14"/>
                    </a:lnTo>
                    <a:lnTo>
                      <a:pt x="133" y="19"/>
                    </a:lnTo>
                    <a:lnTo>
                      <a:pt x="134" y="23"/>
                    </a:lnTo>
                    <a:lnTo>
                      <a:pt x="134" y="27"/>
                    </a:lnTo>
                    <a:lnTo>
                      <a:pt x="133" y="32"/>
                    </a:lnTo>
                    <a:lnTo>
                      <a:pt x="68" y="194"/>
                    </a:lnTo>
                    <a:lnTo>
                      <a:pt x="106" y="176"/>
                    </a:lnTo>
                    <a:lnTo>
                      <a:pt x="110" y="173"/>
                    </a:lnTo>
                    <a:lnTo>
                      <a:pt x="114" y="173"/>
                    </a:lnTo>
                    <a:lnTo>
                      <a:pt x="118" y="173"/>
                    </a:lnTo>
                    <a:lnTo>
                      <a:pt x="123" y="174"/>
                    </a:lnTo>
                    <a:lnTo>
                      <a:pt x="127" y="176"/>
                    </a:lnTo>
                    <a:lnTo>
                      <a:pt x="130" y="178"/>
                    </a:lnTo>
                    <a:lnTo>
                      <a:pt x="134" y="182"/>
                    </a:lnTo>
                    <a:lnTo>
                      <a:pt x="136" y="185"/>
                    </a:lnTo>
                    <a:lnTo>
                      <a:pt x="161" y="237"/>
                    </a:lnTo>
                    <a:lnTo>
                      <a:pt x="233" y="93"/>
                    </a:lnTo>
                    <a:lnTo>
                      <a:pt x="236" y="90"/>
                    </a:lnTo>
                    <a:lnTo>
                      <a:pt x="238" y="86"/>
                    </a:lnTo>
                    <a:lnTo>
                      <a:pt x="242" y="84"/>
                    </a:lnTo>
                    <a:lnTo>
                      <a:pt x="247" y="82"/>
                    </a:lnTo>
                    <a:lnTo>
                      <a:pt x="251" y="81"/>
                    </a:lnTo>
                    <a:lnTo>
                      <a:pt x="255" y="81"/>
                    </a:lnTo>
                    <a:lnTo>
                      <a:pt x="259" y="81"/>
                    </a:lnTo>
                    <a:lnTo>
                      <a:pt x="264" y="84"/>
                    </a:lnTo>
                    <a:lnTo>
                      <a:pt x="268" y="86"/>
                    </a:lnTo>
                    <a:lnTo>
                      <a:pt x="271" y="88"/>
                    </a:lnTo>
                    <a:lnTo>
                      <a:pt x="274" y="92"/>
                    </a:lnTo>
                    <a:lnTo>
                      <a:pt x="275" y="97"/>
                    </a:lnTo>
                    <a:lnTo>
                      <a:pt x="276" y="101"/>
                    </a:lnTo>
                    <a:lnTo>
                      <a:pt x="276" y="106"/>
                    </a:lnTo>
                    <a:lnTo>
                      <a:pt x="276" y="109"/>
                    </a:lnTo>
                    <a:lnTo>
                      <a:pt x="274" y="114"/>
                    </a:lnTo>
                    <a:lnTo>
                      <a:pt x="182" y="298"/>
                    </a:lnTo>
                    <a:lnTo>
                      <a:pt x="178" y="303"/>
                    </a:lnTo>
                    <a:lnTo>
                      <a:pt x="173" y="308"/>
                    </a:lnTo>
                    <a:lnTo>
                      <a:pt x="168" y="310"/>
                    </a:lnTo>
                    <a:lnTo>
                      <a:pt x="161" y="3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66"/>
              <p:cNvSpPr>
                <a:spLocks/>
              </p:cNvSpPr>
              <p:nvPr/>
            </p:nvSpPr>
            <p:spPr bwMode="auto">
              <a:xfrm>
                <a:off x="8655051" y="1506538"/>
                <a:ext cx="109538" cy="127000"/>
              </a:xfrm>
              <a:custGeom>
                <a:avLst/>
                <a:gdLst>
                  <a:gd name="T0" fmla="*/ 109 w 276"/>
                  <a:gd name="T1" fmla="*/ 321 h 323"/>
                  <a:gd name="T2" fmla="*/ 98 w 276"/>
                  <a:gd name="T3" fmla="*/ 314 h 323"/>
                  <a:gd name="T4" fmla="*/ 2 w 276"/>
                  <a:gd name="T5" fmla="*/ 125 h 323"/>
                  <a:gd name="T6" fmla="*/ 0 w 276"/>
                  <a:gd name="T7" fmla="*/ 117 h 323"/>
                  <a:gd name="T8" fmla="*/ 1 w 276"/>
                  <a:gd name="T9" fmla="*/ 108 h 323"/>
                  <a:gd name="T10" fmla="*/ 5 w 276"/>
                  <a:gd name="T11" fmla="*/ 99 h 323"/>
                  <a:gd name="T12" fmla="*/ 12 w 276"/>
                  <a:gd name="T13" fmla="*/ 95 h 323"/>
                  <a:gd name="T14" fmla="*/ 21 w 276"/>
                  <a:gd name="T15" fmla="*/ 92 h 323"/>
                  <a:gd name="T16" fmla="*/ 31 w 276"/>
                  <a:gd name="T17" fmla="*/ 93 h 323"/>
                  <a:gd name="T18" fmla="*/ 38 w 276"/>
                  <a:gd name="T19" fmla="*/ 97 h 323"/>
                  <a:gd name="T20" fmla="*/ 43 w 276"/>
                  <a:gd name="T21" fmla="*/ 104 h 323"/>
                  <a:gd name="T22" fmla="*/ 140 w 276"/>
                  <a:gd name="T23" fmla="*/ 196 h 323"/>
                  <a:gd name="T24" fmla="*/ 146 w 276"/>
                  <a:gd name="T25" fmla="*/ 189 h 323"/>
                  <a:gd name="T26" fmla="*/ 153 w 276"/>
                  <a:gd name="T27" fmla="*/ 185 h 323"/>
                  <a:gd name="T28" fmla="*/ 162 w 276"/>
                  <a:gd name="T29" fmla="*/ 184 h 323"/>
                  <a:gd name="T30" fmla="*/ 172 w 276"/>
                  <a:gd name="T31" fmla="*/ 187 h 323"/>
                  <a:gd name="T32" fmla="*/ 140 w 276"/>
                  <a:gd name="T33" fmla="*/ 31 h 323"/>
                  <a:gd name="T34" fmla="*/ 139 w 276"/>
                  <a:gd name="T35" fmla="*/ 22 h 323"/>
                  <a:gd name="T36" fmla="*/ 140 w 276"/>
                  <a:gd name="T37" fmla="*/ 14 h 323"/>
                  <a:gd name="T38" fmla="*/ 145 w 276"/>
                  <a:gd name="T39" fmla="*/ 6 h 323"/>
                  <a:gd name="T40" fmla="*/ 152 w 276"/>
                  <a:gd name="T41" fmla="*/ 1 h 323"/>
                  <a:gd name="T42" fmla="*/ 162 w 276"/>
                  <a:gd name="T43" fmla="*/ 0 h 323"/>
                  <a:gd name="T44" fmla="*/ 170 w 276"/>
                  <a:gd name="T45" fmla="*/ 1 h 323"/>
                  <a:gd name="T46" fmla="*/ 178 w 276"/>
                  <a:gd name="T47" fmla="*/ 6 h 323"/>
                  <a:gd name="T48" fmla="*/ 183 w 276"/>
                  <a:gd name="T49" fmla="*/ 14 h 323"/>
                  <a:gd name="T50" fmla="*/ 276 w 276"/>
                  <a:gd name="T51" fmla="*/ 252 h 323"/>
                  <a:gd name="T52" fmla="*/ 273 w 276"/>
                  <a:gd name="T53" fmla="*/ 265 h 323"/>
                  <a:gd name="T54" fmla="*/ 262 w 276"/>
                  <a:gd name="T55" fmla="*/ 274 h 323"/>
                  <a:gd name="T56" fmla="*/ 249 w 276"/>
                  <a:gd name="T57" fmla="*/ 276 h 323"/>
                  <a:gd name="T58" fmla="*/ 172 w 276"/>
                  <a:gd name="T59" fmla="*/ 238 h 323"/>
                  <a:gd name="T60" fmla="*/ 132 w 276"/>
                  <a:gd name="T61" fmla="*/ 314 h 323"/>
                  <a:gd name="T62" fmla="*/ 121 w 276"/>
                  <a:gd name="T63" fmla="*/ 321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76" h="323">
                    <a:moveTo>
                      <a:pt x="115" y="323"/>
                    </a:moveTo>
                    <a:lnTo>
                      <a:pt x="109" y="321"/>
                    </a:lnTo>
                    <a:lnTo>
                      <a:pt x="103" y="319"/>
                    </a:lnTo>
                    <a:lnTo>
                      <a:pt x="98" y="314"/>
                    </a:lnTo>
                    <a:lnTo>
                      <a:pt x="94" y="309"/>
                    </a:lnTo>
                    <a:lnTo>
                      <a:pt x="2" y="125"/>
                    </a:lnTo>
                    <a:lnTo>
                      <a:pt x="0" y="120"/>
                    </a:lnTo>
                    <a:lnTo>
                      <a:pt x="0" y="117"/>
                    </a:lnTo>
                    <a:lnTo>
                      <a:pt x="0" y="112"/>
                    </a:lnTo>
                    <a:lnTo>
                      <a:pt x="1" y="108"/>
                    </a:lnTo>
                    <a:lnTo>
                      <a:pt x="2" y="103"/>
                    </a:lnTo>
                    <a:lnTo>
                      <a:pt x="5" y="99"/>
                    </a:lnTo>
                    <a:lnTo>
                      <a:pt x="9" y="97"/>
                    </a:lnTo>
                    <a:lnTo>
                      <a:pt x="12" y="95"/>
                    </a:lnTo>
                    <a:lnTo>
                      <a:pt x="17" y="92"/>
                    </a:lnTo>
                    <a:lnTo>
                      <a:pt x="21" y="92"/>
                    </a:lnTo>
                    <a:lnTo>
                      <a:pt x="26" y="92"/>
                    </a:lnTo>
                    <a:lnTo>
                      <a:pt x="31" y="93"/>
                    </a:lnTo>
                    <a:lnTo>
                      <a:pt x="34" y="95"/>
                    </a:lnTo>
                    <a:lnTo>
                      <a:pt x="38" y="97"/>
                    </a:lnTo>
                    <a:lnTo>
                      <a:pt x="40" y="101"/>
                    </a:lnTo>
                    <a:lnTo>
                      <a:pt x="43" y="104"/>
                    </a:lnTo>
                    <a:lnTo>
                      <a:pt x="115" y="248"/>
                    </a:lnTo>
                    <a:lnTo>
                      <a:pt x="140" y="196"/>
                    </a:lnTo>
                    <a:lnTo>
                      <a:pt x="143" y="193"/>
                    </a:lnTo>
                    <a:lnTo>
                      <a:pt x="146" y="189"/>
                    </a:lnTo>
                    <a:lnTo>
                      <a:pt x="150" y="187"/>
                    </a:lnTo>
                    <a:lnTo>
                      <a:pt x="153" y="185"/>
                    </a:lnTo>
                    <a:lnTo>
                      <a:pt x="158" y="184"/>
                    </a:lnTo>
                    <a:lnTo>
                      <a:pt x="162" y="184"/>
                    </a:lnTo>
                    <a:lnTo>
                      <a:pt x="167" y="184"/>
                    </a:lnTo>
                    <a:lnTo>
                      <a:pt x="172" y="187"/>
                    </a:lnTo>
                    <a:lnTo>
                      <a:pt x="210" y="205"/>
                    </a:lnTo>
                    <a:lnTo>
                      <a:pt x="140" y="31"/>
                    </a:lnTo>
                    <a:lnTo>
                      <a:pt x="139" y="27"/>
                    </a:lnTo>
                    <a:lnTo>
                      <a:pt x="139" y="22"/>
                    </a:lnTo>
                    <a:lnTo>
                      <a:pt x="139" y="17"/>
                    </a:lnTo>
                    <a:lnTo>
                      <a:pt x="140" y="14"/>
                    </a:lnTo>
                    <a:lnTo>
                      <a:pt x="142" y="10"/>
                    </a:lnTo>
                    <a:lnTo>
                      <a:pt x="145" y="6"/>
                    </a:lnTo>
                    <a:lnTo>
                      <a:pt x="148" y="4"/>
                    </a:lnTo>
                    <a:lnTo>
                      <a:pt x="152" y="1"/>
                    </a:lnTo>
                    <a:lnTo>
                      <a:pt x="157" y="0"/>
                    </a:lnTo>
                    <a:lnTo>
                      <a:pt x="162" y="0"/>
                    </a:lnTo>
                    <a:lnTo>
                      <a:pt x="166" y="0"/>
                    </a:lnTo>
                    <a:lnTo>
                      <a:pt x="170" y="1"/>
                    </a:lnTo>
                    <a:lnTo>
                      <a:pt x="174" y="4"/>
                    </a:lnTo>
                    <a:lnTo>
                      <a:pt x="178" y="6"/>
                    </a:lnTo>
                    <a:lnTo>
                      <a:pt x="180" y="10"/>
                    </a:lnTo>
                    <a:lnTo>
                      <a:pt x="183" y="14"/>
                    </a:lnTo>
                    <a:lnTo>
                      <a:pt x="275" y="244"/>
                    </a:lnTo>
                    <a:lnTo>
                      <a:pt x="276" y="252"/>
                    </a:lnTo>
                    <a:lnTo>
                      <a:pt x="276" y="258"/>
                    </a:lnTo>
                    <a:lnTo>
                      <a:pt x="273" y="265"/>
                    </a:lnTo>
                    <a:lnTo>
                      <a:pt x="269" y="270"/>
                    </a:lnTo>
                    <a:lnTo>
                      <a:pt x="262" y="274"/>
                    </a:lnTo>
                    <a:lnTo>
                      <a:pt x="256" y="276"/>
                    </a:lnTo>
                    <a:lnTo>
                      <a:pt x="249" y="276"/>
                    </a:lnTo>
                    <a:lnTo>
                      <a:pt x="243" y="274"/>
                    </a:lnTo>
                    <a:lnTo>
                      <a:pt x="172" y="238"/>
                    </a:lnTo>
                    <a:lnTo>
                      <a:pt x="136" y="309"/>
                    </a:lnTo>
                    <a:lnTo>
                      <a:pt x="132" y="314"/>
                    </a:lnTo>
                    <a:lnTo>
                      <a:pt x="127" y="319"/>
                    </a:lnTo>
                    <a:lnTo>
                      <a:pt x="121" y="321"/>
                    </a:lnTo>
                    <a:lnTo>
                      <a:pt x="115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67"/>
              <p:cNvSpPr>
                <a:spLocks noEditPoints="1"/>
              </p:cNvSpPr>
              <p:nvPr/>
            </p:nvSpPr>
            <p:spPr bwMode="auto">
              <a:xfrm>
                <a:off x="8623301" y="1457325"/>
                <a:ext cx="68263" cy="68263"/>
              </a:xfrm>
              <a:custGeom>
                <a:avLst/>
                <a:gdLst>
                  <a:gd name="T0" fmla="*/ 77 w 171"/>
                  <a:gd name="T1" fmla="*/ 46 h 170"/>
                  <a:gd name="T2" fmla="*/ 63 w 171"/>
                  <a:gd name="T3" fmla="*/ 52 h 170"/>
                  <a:gd name="T4" fmla="*/ 53 w 171"/>
                  <a:gd name="T5" fmla="*/ 63 h 170"/>
                  <a:gd name="T6" fmla="*/ 47 w 171"/>
                  <a:gd name="T7" fmla="*/ 77 h 170"/>
                  <a:gd name="T8" fmla="*/ 47 w 171"/>
                  <a:gd name="T9" fmla="*/ 93 h 170"/>
                  <a:gd name="T10" fmla="*/ 53 w 171"/>
                  <a:gd name="T11" fmla="*/ 108 h 170"/>
                  <a:gd name="T12" fmla="*/ 63 w 171"/>
                  <a:gd name="T13" fmla="*/ 117 h 170"/>
                  <a:gd name="T14" fmla="*/ 77 w 171"/>
                  <a:gd name="T15" fmla="*/ 124 h 170"/>
                  <a:gd name="T16" fmla="*/ 93 w 171"/>
                  <a:gd name="T17" fmla="*/ 124 h 170"/>
                  <a:gd name="T18" fmla="*/ 107 w 171"/>
                  <a:gd name="T19" fmla="*/ 117 h 170"/>
                  <a:gd name="T20" fmla="*/ 118 w 171"/>
                  <a:gd name="T21" fmla="*/ 108 h 170"/>
                  <a:gd name="T22" fmla="*/ 124 w 171"/>
                  <a:gd name="T23" fmla="*/ 93 h 170"/>
                  <a:gd name="T24" fmla="*/ 124 w 171"/>
                  <a:gd name="T25" fmla="*/ 77 h 170"/>
                  <a:gd name="T26" fmla="*/ 118 w 171"/>
                  <a:gd name="T27" fmla="*/ 63 h 170"/>
                  <a:gd name="T28" fmla="*/ 107 w 171"/>
                  <a:gd name="T29" fmla="*/ 52 h 170"/>
                  <a:gd name="T30" fmla="*/ 93 w 171"/>
                  <a:gd name="T31" fmla="*/ 46 h 170"/>
                  <a:gd name="T32" fmla="*/ 85 w 171"/>
                  <a:gd name="T33" fmla="*/ 170 h 170"/>
                  <a:gd name="T34" fmla="*/ 68 w 171"/>
                  <a:gd name="T35" fmla="*/ 169 h 170"/>
                  <a:gd name="T36" fmla="*/ 52 w 171"/>
                  <a:gd name="T37" fmla="*/ 164 h 170"/>
                  <a:gd name="T38" fmla="*/ 37 w 171"/>
                  <a:gd name="T39" fmla="*/ 155 h 170"/>
                  <a:gd name="T40" fmla="*/ 25 w 171"/>
                  <a:gd name="T41" fmla="*/ 146 h 170"/>
                  <a:gd name="T42" fmla="*/ 14 w 171"/>
                  <a:gd name="T43" fmla="*/ 133 h 170"/>
                  <a:gd name="T44" fmla="*/ 6 w 171"/>
                  <a:gd name="T45" fmla="*/ 119 h 170"/>
                  <a:gd name="T46" fmla="*/ 1 w 171"/>
                  <a:gd name="T47" fmla="*/ 103 h 170"/>
                  <a:gd name="T48" fmla="*/ 0 w 171"/>
                  <a:gd name="T49" fmla="*/ 85 h 170"/>
                  <a:gd name="T50" fmla="*/ 1 w 171"/>
                  <a:gd name="T51" fmla="*/ 68 h 170"/>
                  <a:gd name="T52" fmla="*/ 6 w 171"/>
                  <a:gd name="T53" fmla="*/ 52 h 170"/>
                  <a:gd name="T54" fmla="*/ 14 w 171"/>
                  <a:gd name="T55" fmla="*/ 38 h 170"/>
                  <a:gd name="T56" fmla="*/ 25 w 171"/>
                  <a:gd name="T57" fmla="*/ 24 h 170"/>
                  <a:gd name="T58" fmla="*/ 37 w 171"/>
                  <a:gd name="T59" fmla="*/ 14 h 170"/>
                  <a:gd name="T60" fmla="*/ 52 w 171"/>
                  <a:gd name="T61" fmla="*/ 6 h 170"/>
                  <a:gd name="T62" fmla="*/ 68 w 171"/>
                  <a:gd name="T63" fmla="*/ 1 h 170"/>
                  <a:gd name="T64" fmla="*/ 85 w 171"/>
                  <a:gd name="T65" fmla="*/ 0 h 170"/>
                  <a:gd name="T66" fmla="*/ 102 w 171"/>
                  <a:gd name="T67" fmla="*/ 1 h 170"/>
                  <a:gd name="T68" fmla="*/ 118 w 171"/>
                  <a:gd name="T69" fmla="*/ 6 h 170"/>
                  <a:gd name="T70" fmla="*/ 133 w 171"/>
                  <a:gd name="T71" fmla="*/ 14 h 170"/>
                  <a:gd name="T72" fmla="*/ 145 w 171"/>
                  <a:gd name="T73" fmla="*/ 24 h 170"/>
                  <a:gd name="T74" fmla="*/ 156 w 171"/>
                  <a:gd name="T75" fmla="*/ 38 h 170"/>
                  <a:gd name="T76" fmla="*/ 163 w 171"/>
                  <a:gd name="T77" fmla="*/ 52 h 170"/>
                  <a:gd name="T78" fmla="*/ 168 w 171"/>
                  <a:gd name="T79" fmla="*/ 68 h 170"/>
                  <a:gd name="T80" fmla="*/ 171 w 171"/>
                  <a:gd name="T81" fmla="*/ 85 h 170"/>
                  <a:gd name="T82" fmla="*/ 168 w 171"/>
                  <a:gd name="T83" fmla="*/ 103 h 170"/>
                  <a:gd name="T84" fmla="*/ 163 w 171"/>
                  <a:gd name="T85" fmla="*/ 119 h 170"/>
                  <a:gd name="T86" fmla="*/ 156 w 171"/>
                  <a:gd name="T87" fmla="*/ 133 h 170"/>
                  <a:gd name="T88" fmla="*/ 145 w 171"/>
                  <a:gd name="T89" fmla="*/ 146 h 170"/>
                  <a:gd name="T90" fmla="*/ 133 w 171"/>
                  <a:gd name="T91" fmla="*/ 155 h 170"/>
                  <a:gd name="T92" fmla="*/ 118 w 171"/>
                  <a:gd name="T93" fmla="*/ 164 h 170"/>
                  <a:gd name="T94" fmla="*/ 102 w 171"/>
                  <a:gd name="T95" fmla="*/ 169 h 170"/>
                  <a:gd name="T96" fmla="*/ 85 w 171"/>
                  <a:gd name="T97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1" h="170">
                    <a:moveTo>
                      <a:pt x="85" y="46"/>
                    </a:moveTo>
                    <a:lnTo>
                      <a:pt x="77" y="46"/>
                    </a:lnTo>
                    <a:lnTo>
                      <a:pt x="70" y="49"/>
                    </a:lnTo>
                    <a:lnTo>
                      <a:pt x="63" y="52"/>
                    </a:lnTo>
                    <a:lnTo>
                      <a:pt x="58" y="57"/>
                    </a:lnTo>
                    <a:lnTo>
                      <a:pt x="53" y="63"/>
                    </a:lnTo>
                    <a:lnTo>
                      <a:pt x="49" y="70"/>
                    </a:lnTo>
                    <a:lnTo>
                      <a:pt x="47" y="77"/>
                    </a:lnTo>
                    <a:lnTo>
                      <a:pt x="46" y="85"/>
                    </a:lnTo>
                    <a:lnTo>
                      <a:pt x="47" y="93"/>
                    </a:lnTo>
                    <a:lnTo>
                      <a:pt x="49" y="100"/>
                    </a:lnTo>
                    <a:lnTo>
                      <a:pt x="53" y="108"/>
                    </a:lnTo>
                    <a:lnTo>
                      <a:pt x="58" y="112"/>
                    </a:lnTo>
                    <a:lnTo>
                      <a:pt x="63" y="117"/>
                    </a:lnTo>
                    <a:lnTo>
                      <a:pt x="70" y="121"/>
                    </a:lnTo>
                    <a:lnTo>
                      <a:pt x="77" y="124"/>
                    </a:lnTo>
                    <a:lnTo>
                      <a:pt x="85" y="125"/>
                    </a:lnTo>
                    <a:lnTo>
                      <a:pt x="93" y="124"/>
                    </a:lnTo>
                    <a:lnTo>
                      <a:pt x="101" y="121"/>
                    </a:lnTo>
                    <a:lnTo>
                      <a:pt x="107" y="117"/>
                    </a:lnTo>
                    <a:lnTo>
                      <a:pt x="113" y="112"/>
                    </a:lnTo>
                    <a:lnTo>
                      <a:pt x="118" y="108"/>
                    </a:lnTo>
                    <a:lnTo>
                      <a:pt x="122" y="100"/>
                    </a:lnTo>
                    <a:lnTo>
                      <a:pt x="124" y="93"/>
                    </a:lnTo>
                    <a:lnTo>
                      <a:pt x="124" y="85"/>
                    </a:lnTo>
                    <a:lnTo>
                      <a:pt x="124" y="77"/>
                    </a:lnTo>
                    <a:lnTo>
                      <a:pt x="122" y="70"/>
                    </a:lnTo>
                    <a:lnTo>
                      <a:pt x="118" y="63"/>
                    </a:lnTo>
                    <a:lnTo>
                      <a:pt x="113" y="57"/>
                    </a:lnTo>
                    <a:lnTo>
                      <a:pt x="107" y="52"/>
                    </a:lnTo>
                    <a:lnTo>
                      <a:pt x="101" y="49"/>
                    </a:lnTo>
                    <a:lnTo>
                      <a:pt x="93" y="46"/>
                    </a:lnTo>
                    <a:lnTo>
                      <a:pt x="85" y="46"/>
                    </a:lnTo>
                    <a:close/>
                    <a:moveTo>
                      <a:pt x="85" y="170"/>
                    </a:moveTo>
                    <a:lnTo>
                      <a:pt x="76" y="170"/>
                    </a:lnTo>
                    <a:lnTo>
                      <a:pt x="68" y="169"/>
                    </a:lnTo>
                    <a:lnTo>
                      <a:pt x="59" y="166"/>
                    </a:lnTo>
                    <a:lnTo>
                      <a:pt x="52" y="164"/>
                    </a:lnTo>
                    <a:lnTo>
                      <a:pt x="44" y="160"/>
                    </a:lnTo>
                    <a:lnTo>
                      <a:pt x="37" y="155"/>
                    </a:lnTo>
                    <a:lnTo>
                      <a:pt x="31" y="151"/>
                    </a:lnTo>
                    <a:lnTo>
                      <a:pt x="25" y="146"/>
                    </a:lnTo>
                    <a:lnTo>
                      <a:pt x="19" y="139"/>
                    </a:lnTo>
                    <a:lnTo>
                      <a:pt x="14" y="133"/>
                    </a:lnTo>
                    <a:lnTo>
                      <a:pt x="10" y="126"/>
                    </a:lnTo>
                    <a:lnTo>
                      <a:pt x="6" y="119"/>
                    </a:lnTo>
                    <a:lnTo>
                      <a:pt x="4" y="110"/>
                    </a:lnTo>
                    <a:lnTo>
                      <a:pt x="1" y="103"/>
                    </a:lnTo>
                    <a:lnTo>
                      <a:pt x="0" y="94"/>
                    </a:lnTo>
                    <a:lnTo>
                      <a:pt x="0" y="85"/>
                    </a:lnTo>
                    <a:lnTo>
                      <a:pt x="0" y="77"/>
                    </a:lnTo>
                    <a:lnTo>
                      <a:pt x="1" y="68"/>
                    </a:lnTo>
                    <a:lnTo>
                      <a:pt x="4" y="60"/>
                    </a:lnTo>
                    <a:lnTo>
                      <a:pt x="6" y="52"/>
                    </a:lnTo>
                    <a:lnTo>
                      <a:pt x="10" y="44"/>
                    </a:lnTo>
                    <a:lnTo>
                      <a:pt x="14" y="38"/>
                    </a:lnTo>
                    <a:lnTo>
                      <a:pt x="19" y="30"/>
                    </a:lnTo>
                    <a:lnTo>
                      <a:pt x="25" y="24"/>
                    </a:lnTo>
                    <a:lnTo>
                      <a:pt x="31" y="19"/>
                    </a:lnTo>
                    <a:lnTo>
                      <a:pt x="37" y="14"/>
                    </a:lnTo>
                    <a:lnTo>
                      <a:pt x="44" y="9"/>
                    </a:lnTo>
                    <a:lnTo>
                      <a:pt x="52" y="6"/>
                    </a:lnTo>
                    <a:lnTo>
                      <a:pt x="59" y="3"/>
                    </a:lnTo>
                    <a:lnTo>
                      <a:pt x="68" y="1"/>
                    </a:lnTo>
                    <a:lnTo>
                      <a:pt x="76" y="0"/>
                    </a:lnTo>
                    <a:lnTo>
                      <a:pt x="85" y="0"/>
                    </a:lnTo>
                    <a:lnTo>
                      <a:pt x="93" y="0"/>
                    </a:lnTo>
                    <a:lnTo>
                      <a:pt x="102" y="1"/>
                    </a:lnTo>
                    <a:lnTo>
                      <a:pt x="111" y="3"/>
                    </a:lnTo>
                    <a:lnTo>
                      <a:pt x="118" y="6"/>
                    </a:lnTo>
                    <a:lnTo>
                      <a:pt x="125" y="9"/>
                    </a:lnTo>
                    <a:lnTo>
                      <a:pt x="133" y="14"/>
                    </a:lnTo>
                    <a:lnTo>
                      <a:pt x="140" y="19"/>
                    </a:lnTo>
                    <a:lnTo>
                      <a:pt x="145" y="24"/>
                    </a:lnTo>
                    <a:lnTo>
                      <a:pt x="151" y="30"/>
                    </a:lnTo>
                    <a:lnTo>
                      <a:pt x="156" y="38"/>
                    </a:lnTo>
                    <a:lnTo>
                      <a:pt x="160" y="44"/>
                    </a:lnTo>
                    <a:lnTo>
                      <a:pt x="163" y="52"/>
                    </a:lnTo>
                    <a:lnTo>
                      <a:pt x="167" y="60"/>
                    </a:lnTo>
                    <a:lnTo>
                      <a:pt x="168" y="68"/>
                    </a:lnTo>
                    <a:lnTo>
                      <a:pt x="171" y="77"/>
                    </a:lnTo>
                    <a:lnTo>
                      <a:pt x="171" y="85"/>
                    </a:lnTo>
                    <a:lnTo>
                      <a:pt x="171" y="94"/>
                    </a:lnTo>
                    <a:lnTo>
                      <a:pt x="168" y="103"/>
                    </a:lnTo>
                    <a:lnTo>
                      <a:pt x="167" y="110"/>
                    </a:lnTo>
                    <a:lnTo>
                      <a:pt x="163" y="119"/>
                    </a:lnTo>
                    <a:lnTo>
                      <a:pt x="160" y="126"/>
                    </a:lnTo>
                    <a:lnTo>
                      <a:pt x="156" y="133"/>
                    </a:lnTo>
                    <a:lnTo>
                      <a:pt x="151" y="139"/>
                    </a:lnTo>
                    <a:lnTo>
                      <a:pt x="145" y="146"/>
                    </a:lnTo>
                    <a:lnTo>
                      <a:pt x="140" y="151"/>
                    </a:lnTo>
                    <a:lnTo>
                      <a:pt x="133" y="155"/>
                    </a:lnTo>
                    <a:lnTo>
                      <a:pt x="125" y="160"/>
                    </a:lnTo>
                    <a:lnTo>
                      <a:pt x="118" y="164"/>
                    </a:lnTo>
                    <a:lnTo>
                      <a:pt x="111" y="166"/>
                    </a:lnTo>
                    <a:lnTo>
                      <a:pt x="102" y="169"/>
                    </a:lnTo>
                    <a:lnTo>
                      <a:pt x="93" y="170"/>
                    </a:lnTo>
                    <a:lnTo>
                      <a:pt x="85" y="1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68"/>
              <p:cNvSpPr>
                <a:spLocks noEditPoints="1"/>
              </p:cNvSpPr>
              <p:nvPr/>
            </p:nvSpPr>
            <p:spPr bwMode="auto">
              <a:xfrm>
                <a:off x="8583613" y="1414463"/>
                <a:ext cx="147638" cy="153988"/>
              </a:xfrm>
              <a:custGeom>
                <a:avLst/>
                <a:gdLst>
                  <a:gd name="T0" fmla="*/ 158 w 374"/>
                  <a:gd name="T1" fmla="*/ 291 h 391"/>
                  <a:gd name="T2" fmla="*/ 185 w 374"/>
                  <a:gd name="T3" fmla="*/ 327 h 391"/>
                  <a:gd name="T4" fmla="*/ 217 w 374"/>
                  <a:gd name="T5" fmla="*/ 290 h 391"/>
                  <a:gd name="T6" fmla="*/ 263 w 374"/>
                  <a:gd name="T7" fmla="*/ 302 h 391"/>
                  <a:gd name="T8" fmla="*/ 268 w 374"/>
                  <a:gd name="T9" fmla="*/ 254 h 391"/>
                  <a:gd name="T10" fmla="*/ 312 w 374"/>
                  <a:gd name="T11" fmla="*/ 237 h 391"/>
                  <a:gd name="T12" fmla="*/ 286 w 374"/>
                  <a:gd name="T13" fmla="*/ 195 h 391"/>
                  <a:gd name="T14" fmla="*/ 312 w 374"/>
                  <a:gd name="T15" fmla="*/ 155 h 391"/>
                  <a:gd name="T16" fmla="*/ 268 w 374"/>
                  <a:gd name="T17" fmla="*/ 137 h 391"/>
                  <a:gd name="T18" fmla="*/ 265 w 374"/>
                  <a:gd name="T19" fmla="*/ 90 h 391"/>
                  <a:gd name="T20" fmla="*/ 219 w 374"/>
                  <a:gd name="T21" fmla="*/ 100 h 391"/>
                  <a:gd name="T22" fmla="*/ 188 w 374"/>
                  <a:gd name="T23" fmla="*/ 64 h 391"/>
                  <a:gd name="T24" fmla="*/ 157 w 374"/>
                  <a:gd name="T25" fmla="*/ 100 h 391"/>
                  <a:gd name="T26" fmla="*/ 111 w 374"/>
                  <a:gd name="T27" fmla="*/ 89 h 391"/>
                  <a:gd name="T28" fmla="*/ 107 w 374"/>
                  <a:gd name="T29" fmla="*/ 135 h 391"/>
                  <a:gd name="T30" fmla="*/ 63 w 374"/>
                  <a:gd name="T31" fmla="*/ 154 h 391"/>
                  <a:gd name="T32" fmla="*/ 87 w 374"/>
                  <a:gd name="T33" fmla="*/ 194 h 391"/>
                  <a:gd name="T34" fmla="*/ 62 w 374"/>
                  <a:gd name="T35" fmla="*/ 235 h 391"/>
                  <a:gd name="T36" fmla="*/ 106 w 374"/>
                  <a:gd name="T37" fmla="*/ 253 h 391"/>
                  <a:gd name="T38" fmla="*/ 108 w 374"/>
                  <a:gd name="T39" fmla="*/ 301 h 391"/>
                  <a:gd name="T40" fmla="*/ 147 w 374"/>
                  <a:gd name="T41" fmla="*/ 289 h 391"/>
                  <a:gd name="T42" fmla="*/ 185 w 374"/>
                  <a:gd name="T43" fmla="*/ 391 h 391"/>
                  <a:gd name="T44" fmla="*/ 169 w 374"/>
                  <a:gd name="T45" fmla="*/ 384 h 391"/>
                  <a:gd name="T46" fmla="*/ 92 w 374"/>
                  <a:gd name="T47" fmla="*/ 355 h 391"/>
                  <a:gd name="T48" fmla="*/ 76 w 374"/>
                  <a:gd name="T49" fmla="*/ 355 h 391"/>
                  <a:gd name="T50" fmla="*/ 64 w 374"/>
                  <a:gd name="T51" fmla="*/ 344 h 391"/>
                  <a:gd name="T52" fmla="*/ 63 w 374"/>
                  <a:gd name="T53" fmla="*/ 284 h 391"/>
                  <a:gd name="T54" fmla="*/ 6 w 374"/>
                  <a:gd name="T55" fmla="*/ 263 h 391"/>
                  <a:gd name="T56" fmla="*/ 0 w 374"/>
                  <a:gd name="T57" fmla="*/ 248 h 391"/>
                  <a:gd name="T58" fmla="*/ 5 w 374"/>
                  <a:gd name="T59" fmla="*/ 232 h 391"/>
                  <a:gd name="T60" fmla="*/ 3 w 374"/>
                  <a:gd name="T61" fmla="*/ 150 h 391"/>
                  <a:gd name="T62" fmla="*/ 1 w 374"/>
                  <a:gd name="T63" fmla="*/ 133 h 391"/>
                  <a:gd name="T64" fmla="*/ 12 w 374"/>
                  <a:gd name="T65" fmla="*/ 121 h 391"/>
                  <a:gd name="T66" fmla="*/ 64 w 374"/>
                  <a:gd name="T67" fmla="*/ 56 h 391"/>
                  <a:gd name="T68" fmla="*/ 69 w 374"/>
                  <a:gd name="T69" fmla="*/ 40 h 391"/>
                  <a:gd name="T70" fmla="*/ 84 w 374"/>
                  <a:gd name="T71" fmla="*/ 32 h 391"/>
                  <a:gd name="T72" fmla="*/ 141 w 374"/>
                  <a:gd name="T73" fmla="*/ 51 h 391"/>
                  <a:gd name="T74" fmla="*/ 178 w 374"/>
                  <a:gd name="T75" fmla="*/ 3 h 391"/>
                  <a:gd name="T76" fmla="*/ 194 w 374"/>
                  <a:gd name="T77" fmla="*/ 0 h 391"/>
                  <a:gd name="T78" fmla="*/ 207 w 374"/>
                  <a:gd name="T79" fmla="*/ 10 h 391"/>
                  <a:gd name="T80" fmla="*/ 287 w 374"/>
                  <a:gd name="T81" fmla="*/ 34 h 391"/>
                  <a:gd name="T82" fmla="*/ 303 w 374"/>
                  <a:gd name="T83" fmla="*/ 38 h 391"/>
                  <a:gd name="T84" fmla="*/ 312 w 374"/>
                  <a:gd name="T85" fmla="*/ 52 h 391"/>
                  <a:gd name="T86" fmla="*/ 357 w 374"/>
                  <a:gd name="T87" fmla="*/ 121 h 391"/>
                  <a:gd name="T88" fmla="*/ 371 w 374"/>
                  <a:gd name="T89" fmla="*/ 132 h 391"/>
                  <a:gd name="T90" fmla="*/ 373 w 374"/>
                  <a:gd name="T91" fmla="*/ 148 h 391"/>
                  <a:gd name="T92" fmla="*/ 339 w 374"/>
                  <a:gd name="T93" fmla="*/ 197 h 391"/>
                  <a:gd name="T94" fmla="*/ 373 w 374"/>
                  <a:gd name="T95" fmla="*/ 246 h 391"/>
                  <a:gd name="T96" fmla="*/ 369 w 374"/>
                  <a:gd name="T97" fmla="*/ 262 h 391"/>
                  <a:gd name="T98" fmla="*/ 356 w 374"/>
                  <a:gd name="T99" fmla="*/ 272 h 391"/>
                  <a:gd name="T100" fmla="*/ 309 w 374"/>
                  <a:gd name="T101" fmla="*/ 340 h 391"/>
                  <a:gd name="T102" fmla="*/ 301 w 374"/>
                  <a:gd name="T103" fmla="*/ 354 h 391"/>
                  <a:gd name="T104" fmla="*/ 285 w 374"/>
                  <a:gd name="T105" fmla="*/ 357 h 391"/>
                  <a:gd name="T106" fmla="*/ 204 w 374"/>
                  <a:gd name="T107" fmla="*/ 381 h 391"/>
                  <a:gd name="T108" fmla="*/ 190 w 374"/>
                  <a:gd name="T109" fmla="*/ 389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74" h="391">
                    <a:moveTo>
                      <a:pt x="147" y="289"/>
                    </a:moveTo>
                    <a:lnTo>
                      <a:pt x="154" y="289"/>
                    </a:lnTo>
                    <a:lnTo>
                      <a:pt x="158" y="291"/>
                    </a:lnTo>
                    <a:lnTo>
                      <a:pt x="163" y="295"/>
                    </a:lnTo>
                    <a:lnTo>
                      <a:pt x="167" y="299"/>
                    </a:lnTo>
                    <a:lnTo>
                      <a:pt x="185" y="327"/>
                    </a:lnTo>
                    <a:lnTo>
                      <a:pt x="205" y="299"/>
                    </a:lnTo>
                    <a:lnTo>
                      <a:pt x="210" y="294"/>
                    </a:lnTo>
                    <a:lnTo>
                      <a:pt x="217" y="290"/>
                    </a:lnTo>
                    <a:lnTo>
                      <a:pt x="225" y="289"/>
                    </a:lnTo>
                    <a:lnTo>
                      <a:pt x="232" y="291"/>
                    </a:lnTo>
                    <a:lnTo>
                      <a:pt x="263" y="302"/>
                    </a:lnTo>
                    <a:lnTo>
                      <a:pt x="263" y="269"/>
                    </a:lnTo>
                    <a:lnTo>
                      <a:pt x="264" y="261"/>
                    </a:lnTo>
                    <a:lnTo>
                      <a:pt x="268" y="254"/>
                    </a:lnTo>
                    <a:lnTo>
                      <a:pt x="272" y="249"/>
                    </a:lnTo>
                    <a:lnTo>
                      <a:pt x="279" y="246"/>
                    </a:lnTo>
                    <a:lnTo>
                      <a:pt x="312" y="237"/>
                    </a:lnTo>
                    <a:lnTo>
                      <a:pt x="291" y="210"/>
                    </a:lnTo>
                    <a:lnTo>
                      <a:pt x="287" y="203"/>
                    </a:lnTo>
                    <a:lnTo>
                      <a:pt x="286" y="195"/>
                    </a:lnTo>
                    <a:lnTo>
                      <a:pt x="288" y="188"/>
                    </a:lnTo>
                    <a:lnTo>
                      <a:pt x="291" y="182"/>
                    </a:lnTo>
                    <a:lnTo>
                      <a:pt x="312" y="155"/>
                    </a:lnTo>
                    <a:lnTo>
                      <a:pt x="280" y="145"/>
                    </a:lnTo>
                    <a:lnTo>
                      <a:pt x="274" y="143"/>
                    </a:lnTo>
                    <a:lnTo>
                      <a:pt x="268" y="137"/>
                    </a:lnTo>
                    <a:lnTo>
                      <a:pt x="265" y="130"/>
                    </a:lnTo>
                    <a:lnTo>
                      <a:pt x="264" y="123"/>
                    </a:lnTo>
                    <a:lnTo>
                      <a:pt x="265" y="90"/>
                    </a:lnTo>
                    <a:lnTo>
                      <a:pt x="233" y="100"/>
                    </a:lnTo>
                    <a:lnTo>
                      <a:pt x="226" y="101"/>
                    </a:lnTo>
                    <a:lnTo>
                      <a:pt x="219" y="100"/>
                    </a:lnTo>
                    <a:lnTo>
                      <a:pt x="212" y="97"/>
                    </a:lnTo>
                    <a:lnTo>
                      <a:pt x="206" y="91"/>
                    </a:lnTo>
                    <a:lnTo>
                      <a:pt x="188" y="64"/>
                    </a:lnTo>
                    <a:lnTo>
                      <a:pt x="168" y="91"/>
                    </a:lnTo>
                    <a:lnTo>
                      <a:pt x="163" y="96"/>
                    </a:lnTo>
                    <a:lnTo>
                      <a:pt x="157" y="100"/>
                    </a:lnTo>
                    <a:lnTo>
                      <a:pt x="150" y="101"/>
                    </a:lnTo>
                    <a:lnTo>
                      <a:pt x="142" y="100"/>
                    </a:lnTo>
                    <a:lnTo>
                      <a:pt x="111" y="89"/>
                    </a:lnTo>
                    <a:lnTo>
                      <a:pt x="111" y="122"/>
                    </a:lnTo>
                    <a:lnTo>
                      <a:pt x="109" y="129"/>
                    </a:lnTo>
                    <a:lnTo>
                      <a:pt x="107" y="135"/>
                    </a:lnTo>
                    <a:lnTo>
                      <a:pt x="101" y="142"/>
                    </a:lnTo>
                    <a:lnTo>
                      <a:pt x="95" y="144"/>
                    </a:lnTo>
                    <a:lnTo>
                      <a:pt x="63" y="154"/>
                    </a:lnTo>
                    <a:lnTo>
                      <a:pt x="82" y="181"/>
                    </a:lnTo>
                    <a:lnTo>
                      <a:pt x="86" y="187"/>
                    </a:lnTo>
                    <a:lnTo>
                      <a:pt x="87" y="194"/>
                    </a:lnTo>
                    <a:lnTo>
                      <a:pt x="86" y="202"/>
                    </a:lnTo>
                    <a:lnTo>
                      <a:pt x="82" y="208"/>
                    </a:lnTo>
                    <a:lnTo>
                      <a:pt x="62" y="235"/>
                    </a:lnTo>
                    <a:lnTo>
                      <a:pt x="93" y="245"/>
                    </a:lnTo>
                    <a:lnTo>
                      <a:pt x="101" y="248"/>
                    </a:lnTo>
                    <a:lnTo>
                      <a:pt x="106" y="253"/>
                    </a:lnTo>
                    <a:lnTo>
                      <a:pt x="109" y="259"/>
                    </a:lnTo>
                    <a:lnTo>
                      <a:pt x="109" y="267"/>
                    </a:lnTo>
                    <a:lnTo>
                      <a:pt x="108" y="301"/>
                    </a:lnTo>
                    <a:lnTo>
                      <a:pt x="140" y="290"/>
                    </a:lnTo>
                    <a:lnTo>
                      <a:pt x="144" y="289"/>
                    </a:lnTo>
                    <a:lnTo>
                      <a:pt x="147" y="289"/>
                    </a:lnTo>
                    <a:close/>
                    <a:moveTo>
                      <a:pt x="185" y="391"/>
                    </a:moveTo>
                    <a:lnTo>
                      <a:pt x="185" y="391"/>
                    </a:lnTo>
                    <a:lnTo>
                      <a:pt x="185" y="391"/>
                    </a:lnTo>
                    <a:lnTo>
                      <a:pt x="179" y="389"/>
                    </a:lnTo>
                    <a:lnTo>
                      <a:pt x="174" y="387"/>
                    </a:lnTo>
                    <a:lnTo>
                      <a:pt x="169" y="384"/>
                    </a:lnTo>
                    <a:lnTo>
                      <a:pt x="166" y="379"/>
                    </a:lnTo>
                    <a:lnTo>
                      <a:pt x="139" y="339"/>
                    </a:lnTo>
                    <a:lnTo>
                      <a:pt x="92" y="355"/>
                    </a:lnTo>
                    <a:lnTo>
                      <a:pt x="86" y="356"/>
                    </a:lnTo>
                    <a:lnTo>
                      <a:pt x="81" y="356"/>
                    </a:lnTo>
                    <a:lnTo>
                      <a:pt x="76" y="355"/>
                    </a:lnTo>
                    <a:lnTo>
                      <a:pt x="71" y="353"/>
                    </a:lnTo>
                    <a:lnTo>
                      <a:pt x="66" y="348"/>
                    </a:lnTo>
                    <a:lnTo>
                      <a:pt x="64" y="344"/>
                    </a:lnTo>
                    <a:lnTo>
                      <a:pt x="62" y="338"/>
                    </a:lnTo>
                    <a:lnTo>
                      <a:pt x="62" y="333"/>
                    </a:lnTo>
                    <a:lnTo>
                      <a:pt x="63" y="284"/>
                    </a:lnTo>
                    <a:lnTo>
                      <a:pt x="16" y="269"/>
                    </a:lnTo>
                    <a:lnTo>
                      <a:pt x="11" y="267"/>
                    </a:lnTo>
                    <a:lnTo>
                      <a:pt x="6" y="263"/>
                    </a:lnTo>
                    <a:lnTo>
                      <a:pt x="3" y="259"/>
                    </a:lnTo>
                    <a:lnTo>
                      <a:pt x="1" y="254"/>
                    </a:lnTo>
                    <a:lnTo>
                      <a:pt x="0" y="248"/>
                    </a:lnTo>
                    <a:lnTo>
                      <a:pt x="0" y="243"/>
                    </a:lnTo>
                    <a:lnTo>
                      <a:pt x="1" y="237"/>
                    </a:lnTo>
                    <a:lnTo>
                      <a:pt x="5" y="232"/>
                    </a:lnTo>
                    <a:lnTo>
                      <a:pt x="35" y="194"/>
                    </a:lnTo>
                    <a:lnTo>
                      <a:pt x="5" y="155"/>
                    </a:lnTo>
                    <a:lnTo>
                      <a:pt x="3" y="150"/>
                    </a:lnTo>
                    <a:lnTo>
                      <a:pt x="1" y="144"/>
                    </a:lnTo>
                    <a:lnTo>
                      <a:pt x="0" y="139"/>
                    </a:lnTo>
                    <a:lnTo>
                      <a:pt x="1" y="133"/>
                    </a:lnTo>
                    <a:lnTo>
                      <a:pt x="4" y="128"/>
                    </a:lnTo>
                    <a:lnTo>
                      <a:pt x="8" y="124"/>
                    </a:lnTo>
                    <a:lnTo>
                      <a:pt x="12" y="121"/>
                    </a:lnTo>
                    <a:lnTo>
                      <a:pt x="17" y="118"/>
                    </a:lnTo>
                    <a:lnTo>
                      <a:pt x="65" y="105"/>
                    </a:lnTo>
                    <a:lnTo>
                      <a:pt x="64" y="56"/>
                    </a:lnTo>
                    <a:lnTo>
                      <a:pt x="64" y="50"/>
                    </a:lnTo>
                    <a:lnTo>
                      <a:pt x="66" y="45"/>
                    </a:lnTo>
                    <a:lnTo>
                      <a:pt x="69" y="40"/>
                    </a:lnTo>
                    <a:lnTo>
                      <a:pt x="74" y="36"/>
                    </a:lnTo>
                    <a:lnTo>
                      <a:pt x="79" y="34"/>
                    </a:lnTo>
                    <a:lnTo>
                      <a:pt x="84" y="32"/>
                    </a:lnTo>
                    <a:lnTo>
                      <a:pt x="90" y="32"/>
                    </a:lnTo>
                    <a:lnTo>
                      <a:pt x="95" y="34"/>
                    </a:lnTo>
                    <a:lnTo>
                      <a:pt x="141" y="51"/>
                    </a:lnTo>
                    <a:lnTo>
                      <a:pt x="169" y="10"/>
                    </a:lnTo>
                    <a:lnTo>
                      <a:pt x="173" y="5"/>
                    </a:lnTo>
                    <a:lnTo>
                      <a:pt x="178" y="3"/>
                    </a:lnTo>
                    <a:lnTo>
                      <a:pt x="183" y="0"/>
                    </a:lnTo>
                    <a:lnTo>
                      <a:pt x="188" y="0"/>
                    </a:lnTo>
                    <a:lnTo>
                      <a:pt x="194" y="0"/>
                    </a:lnTo>
                    <a:lnTo>
                      <a:pt x="199" y="3"/>
                    </a:lnTo>
                    <a:lnTo>
                      <a:pt x="204" y="7"/>
                    </a:lnTo>
                    <a:lnTo>
                      <a:pt x="207" y="10"/>
                    </a:lnTo>
                    <a:lnTo>
                      <a:pt x="234" y="51"/>
                    </a:lnTo>
                    <a:lnTo>
                      <a:pt x="281" y="35"/>
                    </a:lnTo>
                    <a:lnTo>
                      <a:pt x="287" y="34"/>
                    </a:lnTo>
                    <a:lnTo>
                      <a:pt x="292" y="34"/>
                    </a:lnTo>
                    <a:lnTo>
                      <a:pt x="298" y="36"/>
                    </a:lnTo>
                    <a:lnTo>
                      <a:pt x="303" y="38"/>
                    </a:lnTo>
                    <a:lnTo>
                      <a:pt x="307" y="42"/>
                    </a:lnTo>
                    <a:lnTo>
                      <a:pt x="309" y="47"/>
                    </a:lnTo>
                    <a:lnTo>
                      <a:pt x="312" y="52"/>
                    </a:lnTo>
                    <a:lnTo>
                      <a:pt x="312" y="58"/>
                    </a:lnTo>
                    <a:lnTo>
                      <a:pt x="310" y="107"/>
                    </a:lnTo>
                    <a:lnTo>
                      <a:pt x="357" y="121"/>
                    </a:lnTo>
                    <a:lnTo>
                      <a:pt x="363" y="123"/>
                    </a:lnTo>
                    <a:lnTo>
                      <a:pt x="367" y="127"/>
                    </a:lnTo>
                    <a:lnTo>
                      <a:pt x="371" y="132"/>
                    </a:lnTo>
                    <a:lnTo>
                      <a:pt x="373" y="137"/>
                    </a:lnTo>
                    <a:lnTo>
                      <a:pt x="374" y="142"/>
                    </a:lnTo>
                    <a:lnTo>
                      <a:pt x="373" y="148"/>
                    </a:lnTo>
                    <a:lnTo>
                      <a:pt x="372" y="153"/>
                    </a:lnTo>
                    <a:lnTo>
                      <a:pt x="369" y="157"/>
                    </a:lnTo>
                    <a:lnTo>
                      <a:pt x="339" y="197"/>
                    </a:lnTo>
                    <a:lnTo>
                      <a:pt x="368" y="236"/>
                    </a:lnTo>
                    <a:lnTo>
                      <a:pt x="371" y="241"/>
                    </a:lnTo>
                    <a:lnTo>
                      <a:pt x="373" y="246"/>
                    </a:lnTo>
                    <a:lnTo>
                      <a:pt x="373" y="252"/>
                    </a:lnTo>
                    <a:lnTo>
                      <a:pt x="372" y="257"/>
                    </a:lnTo>
                    <a:lnTo>
                      <a:pt x="369" y="262"/>
                    </a:lnTo>
                    <a:lnTo>
                      <a:pt x="366" y="267"/>
                    </a:lnTo>
                    <a:lnTo>
                      <a:pt x="362" y="269"/>
                    </a:lnTo>
                    <a:lnTo>
                      <a:pt x="356" y="272"/>
                    </a:lnTo>
                    <a:lnTo>
                      <a:pt x="309" y="285"/>
                    </a:lnTo>
                    <a:lnTo>
                      <a:pt x="309" y="334"/>
                    </a:lnTo>
                    <a:lnTo>
                      <a:pt x="309" y="340"/>
                    </a:lnTo>
                    <a:lnTo>
                      <a:pt x="307" y="345"/>
                    </a:lnTo>
                    <a:lnTo>
                      <a:pt x="304" y="350"/>
                    </a:lnTo>
                    <a:lnTo>
                      <a:pt x="301" y="354"/>
                    </a:lnTo>
                    <a:lnTo>
                      <a:pt x="296" y="356"/>
                    </a:lnTo>
                    <a:lnTo>
                      <a:pt x="290" y="357"/>
                    </a:lnTo>
                    <a:lnTo>
                      <a:pt x="285" y="357"/>
                    </a:lnTo>
                    <a:lnTo>
                      <a:pt x="279" y="356"/>
                    </a:lnTo>
                    <a:lnTo>
                      <a:pt x="232" y="340"/>
                    </a:lnTo>
                    <a:lnTo>
                      <a:pt x="204" y="381"/>
                    </a:lnTo>
                    <a:lnTo>
                      <a:pt x="200" y="384"/>
                    </a:lnTo>
                    <a:lnTo>
                      <a:pt x="196" y="388"/>
                    </a:lnTo>
                    <a:lnTo>
                      <a:pt x="190" y="389"/>
                    </a:lnTo>
                    <a:lnTo>
                      <a:pt x="185" y="3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1" name="Oval 80"/>
            <p:cNvSpPr/>
            <p:nvPr/>
          </p:nvSpPr>
          <p:spPr>
            <a:xfrm>
              <a:off x="6853835" y="1781285"/>
              <a:ext cx="521208" cy="521208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Connector 20"/>
          <p:cNvCxnSpPr>
            <a:stCxn id="34" idx="0"/>
            <a:endCxn id="9" idx="1"/>
          </p:cNvCxnSpPr>
          <p:nvPr/>
        </p:nvCxnSpPr>
        <p:spPr>
          <a:xfrm flipV="1">
            <a:off x="2019300" y="3879003"/>
            <a:ext cx="10360" cy="724004"/>
          </a:xfrm>
          <a:prstGeom prst="line">
            <a:avLst/>
          </a:prstGeom>
          <a:ln w="12700">
            <a:solidFill>
              <a:schemeClr val="accent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9" idx="1"/>
            <a:endCxn id="58" idx="4"/>
          </p:cNvCxnSpPr>
          <p:nvPr/>
        </p:nvCxnSpPr>
        <p:spPr>
          <a:xfrm flipH="1" flipV="1">
            <a:off x="3724454" y="2281862"/>
            <a:ext cx="100" cy="693855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66" idx="0"/>
            <a:endCxn id="28" idx="1"/>
          </p:cNvCxnSpPr>
          <p:nvPr/>
        </p:nvCxnSpPr>
        <p:spPr>
          <a:xfrm flipV="1">
            <a:off x="5419397" y="3879003"/>
            <a:ext cx="50" cy="724004"/>
          </a:xfrm>
          <a:prstGeom prst="line">
            <a:avLst/>
          </a:prstGeom>
          <a:ln w="12700">
            <a:solidFill>
              <a:schemeClr val="accent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0" idx="1"/>
            <a:endCxn id="81" idx="4"/>
          </p:cNvCxnSpPr>
          <p:nvPr/>
        </p:nvCxnSpPr>
        <p:spPr>
          <a:xfrm flipV="1">
            <a:off x="7114341" y="2302493"/>
            <a:ext cx="98" cy="673224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9857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  <p:tag name="ISPRING_RESOURCE_PATHS_HASH_2" val="22655a603b8545c0f3c4704dec2117af6fc725b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mrGOHOxF022ZIg2oT2dD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mrGOHOxF022ZIg2oT2d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Y3r1vTck2hXbVIcZxfP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B005FB06-F878-4996-80D3-4C84F83558B8}"/>
</file>

<file path=customXml/itemProps2.xml><?xml version="1.0" encoding="utf-8"?>
<ds:datastoreItem xmlns:ds="http://schemas.openxmlformats.org/officeDocument/2006/customXml" ds:itemID="{EDA530C0-69A3-4DE7-8A69-FF3204E4E0C6}"/>
</file>

<file path=customXml/itemProps3.xml><?xml version="1.0" encoding="utf-8"?>
<ds:datastoreItem xmlns:ds="http://schemas.openxmlformats.org/officeDocument/2006/customXml" ds:itemID="{E4A91055-4013-41FF-831E-AD98B94626B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4002</TotalTime>
  <Words>189</Words>
  <Application>Microsoft Office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Defi</dc:creator>
  <cp:lastModifiedBy>Ellis</cp:lastModifiedBy>
  <cp:revision>493</cp:revision>
  <dcterms:created xsi:type="dcterms:W3CDTF">2014-04-01T03:27:05Z</dcterms:created>
  <dcterms:modified xsi:type="dcterms:W3CDTF">2015-12-02T12:51:52Z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27D1CE2F-3D42-453C-A955-021B6DB66F0B</vt:lpwstr>
  </property>
  <property fmtid="{D5CDD505-2E9C-101B-9397-08002B2CF9AE}" pid="3" name="ArticulatePath">
    <vt:lpwstr>Slideshop-Business-Ecosystem-Flat</vt:lpwstr>
  </property>
  <property fmtid="{D5CDD505-2E9C-101B-9397-08002B2CF9AE}" pid="4" name="ContentTypeId">
    <vt:lpwstr>0x01010046EABACCD3B39C49923CC76F9A3899B0</vt:lpwstr>
  </property>
</Properties>
</file>