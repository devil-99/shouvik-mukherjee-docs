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tags/tag1.xml" ContentType="application/vnd.openxmlformats-officedocument.presentationml.tags+xml"/>
  <Override PartName="/docProps/custom.xml" ContentType="application/vnd.openxmlformats-officedocument.custom-propertie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9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3456" userDrawn="1">
          <p15:clr>
            <a:srgbClr val="A4A3A4"/>
          </p15:clr>
        </p15:guide>
        <p15:guide id="4" pos="2880">
          <p15:clr>
            <a:srgbClr val="A4A3A4"/>
          </p15:clr>
        </p15:guide>
        <p15:guide id="5" pos="192">
          <p15:clr>
            <a:srgbClr val="A4A3A4"/>
          </p15:clr>
        </p15:guide>
        <p15:guide id="6" pos="55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12B"/>
    <a:srgbClr val="2980B9"/>
    <a:srgbClr val="2ECC71"/>
    <a:srgbClr val="1E864B"/>
    <a:srgbClr val="27AE60"/>
    <a:srgbClr val="3498DB"/>
    <a:srgbClr val="C0392B"/>
    <a:srgbClr val="D7890B"/>
    <a:srgbClr val="F39C12"/>
    <a:srgbClr val="F1C4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56" autoAdjust="0"/>
    <p:restoredTop sz="98370" autoAdjust="0"/>
  </p:normalViewPr>
  <p:slideViewPr>
    <p:cSldViewPr showGuides="1">
      <p:cViewPr varScale="1">
        <p:scale>
          <a:sx n="113" d="100"/>
          <a:sy n="113" d="100"/>
        </p:scale>
        <p:origin x="1518" y="96"/>
      </p:cViewPr>
      <p:guideLst>
        <p:guide orient="horz" pos="2160"/>
        <p:guide orient="horz" pos="3888"/>
        <p:guide orient="horz" pos="3456"/>
        <p:guide pos="2880"/>
        <p:guide pos="192"/>
        <p:guide pos="55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tags" Target="tags/tag1.xml"/><Relationship Id="rId10" Type="http://schemas.openxmlformats.org/officeDocument/2006/relationships/customXml" Target="../customXml/item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AAF0E-A907-4533-B82B-60710A241A10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9B866-FBFD-41FE-9130-92945F900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5102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3B2C5-8A54-4F64-9712-7B04B914968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88946-91C5-42E1-9363-BFED7E206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351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658" y="762000"/>
            <a:ext cx="4267200" cy="304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aseline="0">
                <a:solidFill>
                  <a:srgbClr val="595959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 smtClean="0"/>
              <a:t>THIS IS EXAMPLE TEXT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11658" y="274638"/>
            <a:ext cx="6546342" cy="4873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>
                <a:solidFill>
                  <a:srgbClr val="595959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www.domainname.com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mtClean="0"/>
              <a:t>Logo Company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48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658" y="762000"/>
            <a:ext cx="4267200" cy="304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cap="all" baseline="0">
                <a:solidFill>
                  <a:srgbClr val="D5D5D5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 smtClean="0"/>
              <a:t>THIS IS EXAMPLE TEXT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11658" y="274638"/>
            <a:ext cx="8527542" cy="4873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>
                <a:solidFill>
                  <a:srgbClr val="FFFFFF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sz="half" idx="15"/>
          </p:nvPr>
        </p:nvSpPr>
        <p:spPr>
          <a:xfrm>
            <a:off x="6858000" y="6483841"/>
            <a:ext cx="2133600" cy="383193"/>
          </a:xfrm>
        </p:spPr>
        <p:txBody>
          <a:bodyPr/>
          <a:lstStyle/>
          <a:p>
            <a:r>
              <a:rPr lang="en-US" smtClean="0"/>
              <a:t>www.domainname.com</a:t>
            </a:r>
            <a:endParaRPr lang="en-US" dirty="0"/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6"/>
          </p:nvPr>
        </p:nvSpPr>
        <p:spPr>
          <a:xfrm>
            <a:off x="152400" y="6484937"/>
            <a:ext cx="1333500" cy="381000"/>
          </a:xfrm>
        </p:spPr>
        <p:txBody>
          <a:bodyPr/>
          <a:lstStyle/>
          <a:p>
            <a:r>
              <a:rPr lang="en-US" smtClean="0"/>
              <a:t>Logo Company</a:t>
            </a:r>
            <a:endParaRPr lang="en-US" dirty="0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4343400" y="6492875"/>
            <a:ext cx="457200" cy="365125"/>
          </a:xfrm>
        </p:spPr>
        <p:txBody>
          <a:bodyPr/>
          <a:lstStyle/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40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658" y="762000"/>
            <a:ext cx="4267200" cy="304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aseline="0">
                <a:solidFill>
                  <a:srgbClr val="2B3131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 smtClean="0"/>
              <a:t>THIS IS EXAMPLE TEXT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11658" y="274638"/>
            <a:ext cx="6546342" cy="4873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>
                <a:solidFill>
                  <a:srgbClr val="2B3131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www.domainname.com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mtClean="0"/>
              <a:t>Logo Company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8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866381"/>
            <a:ext cx="7891272" cy="2585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PRESENTER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COMPANY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8A1A-EF06-42BD-8183-7D22FECA910D}" type="slidenum">
              <a:rPr lang="en-US" smtClean="0"/>
              <a:pPr/>
              <a:t>‹#›</a:t>
            </a:fld>
            <a:r>
              <a:rPr lang="en-US" dirty="0" smtClean="0"/>
              <a:t>|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>
            <p:custDataLst>
              <p:tags r:id="rId1"/>
            </p:custDataLst>
          </p:nvPr>
        </p:nvCxnSpPr>
        <p:spPr>
          <a:xfrm>
            <a:off x="3348567" y="1136829"/>
            <a:ext cx="232833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628650" y="404716"/>
            <a:ext cx="7886700" cy="461665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lnSpc>
                <a:spcPct val="100000"/>
              </a:lnSpc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6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866381"/>
            <a:ext cx="7891272" cy="2585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PRESENTER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COMPANY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8A1A-EF06-42BD-8183-7D22FECA910D}" type="slidenum">
              <a:rPr lang="en-US" smtClean="0"/>
              <a:pPr/>
              <a:t>‹#›</a:t>
            </a:fld>
            <a:r>
              <a:rPr lang="en-US" dirty="0" smtClean="0"/>
              <a:t>|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>
            <p:custDataLst>
              <p:tags r:id="rId1"/>
            </p:custDataLst>
          </p:nvPr>
        </p:nvCxnSpPr>
        <p:spPr>
          <a:xfrm>
            <a:off x="3348567" y="1136829"/>
            <a:ext cx="232833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628650" y="404716"/>
            <a:ext cx="7886700" cy="461665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lnSpc>
                <a:spcPct val="100000"/>
              </a:lnSpc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8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658" y="274638"/>
            <a:ext cx="6546342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434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7F8C8D"/>
                </a:solidFill>
              </a:defRPr>
            </a:lvl1pPr>
          </a:lstStyle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484937"/>
            <a:ext cx="13335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Logo Company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858000" y="6483841"/>
            <a:ext cx="2133600" cy="383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www.domainname.com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2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lang="en-US" sz="2800" kern="1200" dirty="0">
          <a:solidFill>
            <a:srgbClr val="595959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Placeholder 5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d-ID" dirty="0" smtClean="0">
                <a:latin typeface="+mj-lt"/>
              </a:rPr>
              <a:t>PROJECT TIMELINE</a:t>
            </a:r>
            <a:endParaRPr lang="en-US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d-ID" dirty="0" smtClean="0">
                <a:latin typeface="+mj-lt"/>
              </a:rPr>
              <a:t>GANTT CHART</a:t>
            </a:r>
            <a:endParaRPr lang="en-US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www.domainname.com</a:t>
            </a: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 smtClean="0"/>
              <a:t>Logo Company</a:t>
            </a: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101D46F-57A9-43DB-8B55-C38BE2226748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642852"/>
              </p:ext>
            </p:extLst>
          </p:nvPr>
        </p:nvGraphicFramePr>
        <p:xfrm>
          <a:off x="533400" y="5300980"/>
          <a:ext cx="8077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100"/>
                <a:gridCol w="673100"/>
                <a:gridCol w="673100"/>
                <a:gridCol w="673100"/>
                <a:gridCol w="673100"/>
                <a:gridCol w="673100"/>
                <a:gridCol w="673100"/>
                <a:gridCol w="673100"/>
                <a:gridCol w="673100"/>
                <a:gridCol w="673100"/>
                <a:gridCol w="673100"/>
                <a:gridCol w="6731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JAN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FEB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MAR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APR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MAY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JUNE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JULY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AUG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SEP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OCT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NOV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solidFill>
                            <a:schemeClr val="bg1"/>
                          </a:solidFill>
                          <a:latin typeface="+mn-lt"/>
                        </a:rPr>
                        <a:t>DEC</a:t>
                      </a:r>
                      <a:endParaRPr lang="id-ID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533400" y="1865864"/>
            <a:ext cx="0" cy="3406258"/>
          </a:xfrm>
          <a:prstGeom prst="line">
            <a:avLst/>
          </a:prstGeom>
          <a:ln w="3175">
            <a:solidFill>
              <a:srgbClr val="2ECC7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entagon 4"/>
          <p:cNvSpPr/>
          <p:nvPr/>
        </p:nvSpPr>
        <p:spPr>
          <a:xfrm>
            <a:off x="533400" y="1865864"/>
            <a:ext cx="2667000" cy="45720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 dirty="0" smtClean="0"/>
              <a:t>Lorem Ipsum</a:t>
            </a:r>
          </a:p>
          <a:p>
            <a:pPr algn="ctr"/>
            <a:r>
              <a:rPr lang="id-ID" sz="1000" dirty="0" smtClean="0"/>
              <a:t>Jan - Apr</a:t>
            </a:r>
            <a:endParaRPr lang="id-ID" sz="1000" dirty="0"/>
          </a:p>
        </p:txBody>
      </p:sp>
      <p:cxnSp>
        <p:nvCxnSpPr>
          <p:cNvPr id="38" name="Straight Connector 37"/>
          <p:cNvCxnSpPr/>
          <p:nvPr/>
        </p:nvCxnSpPr>
        <p:spPr>
          <a:xfrm>
            <a:off x="1879962" y="2457450"/>
            <a:ext cx="0" cy="2814672"/>
          </a:xfrm>
          <a:prstGeom prst="line">
            <a:avLst/>
          </a:prstGeom>
          <a:ln w="3175">
            <a:solidFill>
              <a:srgbClr val="2ECC7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Pentagon 55"/>
          <p:cNvSpPr/>
          <p:nvPr/>
        </p:nvSpPr>
        <p:spPr>
          <a:xfrm>
            <a:off x="1879962" y="2439431"/>
            <a:ext cx="3377837" cy="457200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/>
              <a:t>Lorem </a:t>
            </a:r>
            <a:r>
              <a:rPr lang="id-ID" sz="1400" dirty="0" smtClean="0"/>
              <a:t>Ipsum</a:t>
            </a:r>
          </a:p>
          <a:p>
            <a:pPr algn="ctr"/>
            <a:r>
              <a:rPr lang="id-ID" sz="1000" dirty="0" smtClean="0"/>
              <a:t>Mar - July</a:t>
            </a:r>
          </a:p>
          <a:p>
            <a:pPr algn="ctr"/>
            <a:endParaRPr lang="id-ID" sz="14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2543175" y="3009900"/>
            <a:ext cx="0" cy="2262222"/>
          </a:xfrm>
          <a:prstGeom prst="line">
            <a:avLst/>
          </a:prstGeom>
          <a:ln w="3175">
            <a:solidFill>
              <a:srgbClr val="2ECC7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Pentagon 56"/>
          <p:cNvSpPr/>
          <p:nvPr/>
        </p:nvSpPr>
        <p:spPr>
          <a:xfrm>
            <a:off x="2543175" y="3016800"/>
            <a:ext cx="4648200" cy="45720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 dirty="0"/>
              <a:t>Lorem </a:t>
            </a:r>
            <a:r>
              <a:rPr lang="id-ID" sz="1400" dirty="0" smtClean="0"/>
              <a:t>Ipsum</a:t>
            </a:r>
          </a:p>
          <a:p>
            <a:pPr algn="ctr"/>
            <a:r>
              <a:rPr lang="id-ID" sz="1000" dirty="0" smtClean="0"/>
              <a:t>Apr -Oct</a:t>
            </a:r>
            <a:endParaRPr lang="id-ID" sz="1000" dirty="0"/>
          </a:p>
        </p:txBody>
      </p:sp>
      <p:cxnSp>
        <p:nvCxnSpPr>
          <p:cNvPr id="55" name="Straight Connector 54"/>
          <p:cNvCxnSpPr/>
          <p:nvPr/>
        </p:nvCxnSpPr>
        <p:spPr>
          <a:xfrm>
            <a:off x="3228975" y="3590925"/>
            <a:ext cx="0" cy="1681197"/>
          </a:xfrm>
          <a:prstGeom prst="line">
            <a:avLst/>
          </a:prstGeom>
          <a:ln w="3175">
            <a:solidFill>
              <a:srgbClr val="2ECC7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entagon 57"/>
          <p:cNvSpPr/>
          <p:nvPr/>
        </p:nvSpPr>
        <p:spPr>
          <a:xfrm>
            <a:off x="3228975" y="3594169"/>
            <a:ext cx="4648200" cy="45720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 dirty="0"/>
              <a:t>Lorem </a:t>
            </a:r>
            <a:r>
              <a:rPr lang="id-ID" sz="1400" dirty="0" smtClean="0"/>
              <a:t>Ipsum</a:t>
            </a:r>
          </a:p>
          <a:p>
            <a:pPr algn="ctr"/>
            <a:r>
              <a:rPr lang="id-ID" sz="1000" dirty="0" smtClean="0"/>
              <a:t>May - Nov</a:t>
            </a:r>
            <a:endParaRPr lang="id-ID" sz="1000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5915025" y="4171950"/>
            <a:ext cx="0" cy="1100172"/>
          </a:xfrm>
          <a:prstGeom prst="line">
            <a:avLst/>
          </a:prstGeom>
          <a:ln w="3175">
            <a:solidFill>
              <a:srgbClr val="2ECC7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entagon 58"/>
          <p:cNvSpPr/>
          <p:nvPr/>
        </p:nvSpPr>
        <p:spPr>
          <a:xfrm>
            <a:off x="5915025" y="4171538"/>
            <a:ext cx="2667000" cy="457200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 dirty="0"/>
              <a:t>Lorem </a:t>
            </a:r>
            <a:r>
              <a:rPr lang="id-ID" sz="1400" dirty="0" smtClean="0"/>
              <a:t>Ipsum</a:t>
            </a:r>
          </a:p>
          <a:p>
            <a:pPr algn="ctr"/>
            <a:r>
              <a:rPr lang="id-ID" sz="1000" dirty="0" smtClean="0"/>
              <a:t>Sept - Dec</a:t>
            </a:r>
            <a:endParaRPr lang="id-ID" sz="1000" dirty="0"/>
          </a:p>
        </p:txBody>
      </p:sp>
      <p:sp>
        <p:nvSpPr>
          <p:cNvPr id="6" name="Flowchart: Off-page Connector 5"/>
          <p:cNvSpPr/>
          <p:nvPr/>
        </p:nvSpPr>
        <p:spPr>
          <a:xfrm>
            <a:off x="762000" y="5119722"/>
            <a:ext cx="152400" cy="152400"/>
          </a:xfrm>
          <a:prstGeom prst="flowChartOffpage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Flowchart: Off-page Connector 59"/>
          <p:cNvSpPr/>
          <p:nvPr/>
        </p:nvSpPr>
        <p:spPr>
          <a:xfrm>
            <a:off x="2819400" y="5119722"/>
            <a:ext cx="152400" cy="152400"/>
          </a:xfrm>
          <a:prstGeom prst="flowChartOffpageConnector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1" name="Flowchart: Off-page Connector 60"/>
          <p:cNvSpPr/>
          <p:nvPr/>
        </p:nvSpPr>
        <p:spPr>
          <a:xfrm>
            <a:off x="4182291" y="5119722"/>
            <a:ext cx="152400" cy="152400"/>
          </a:xfrm>
          <a:prstGeom prst="flowChartOffpage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Flowchart: Off-page Connector 61"/>
          <p:cNvSpPr/>
          <p:nvPr/>
        </p:nvSpPr>
        <p:spPr>
          <a:xfrm>
            <a:off x="6210300" y="5119722"/>
            <a:ext cx="152400" cy="152400"/>
          </a:xfrm>
          <a:prstGeom prst="flowChartOffpageConnector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5-Point Star 6"/>
          <p:cNvSpPr/>
          <p:nvPr/>
        </p:nvSpPr>
        <p:spPr>
          <a:xfrm>
            <a:off x="8170818" y="5050328"/>
            <a:ext cx="221794" cy="221794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TextBox 7"/>
          <p:cNvSpPr txBox="1"/>
          <p:nvPr/>
        </p:nvSpPr>
        <p:spPr>
          <a:xfrm>
            <a:off x="533400" y="4702489"/>
            <a:ext cx="590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Kick off</a:t>
            </a:r>
            <a:endParaRPr lang="id-ID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565762" y="4902544"/>
            <a:ext cx="653688" cy="20005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ctr"/>
            <a:r>
              <a:rPr lang="id-ID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1</a:t>
            </a:r>
            <a:endParaRPr lang="id-ID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839391" y="4856378"/>
            <a:ext cx="838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2</a:t>
            </a:r>
            <a:endParaRPr lang="id-ID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867400" y="4856378"/>
            <a:ext cx="838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3</a:t>
            </a:r>
            <a:endParaRPr lang="id-ID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07228" y="4856378"/>
            <a:ext cx="961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Close</a:t>
            </a:r>
            <a:endParaRPr lang="id-ID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262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"/>
  <p:tag name="ISPRING_RESOURCE_PATHS_HASH_2" val="e2f4b4af2392b658b55ccf13ef5e2b9c7d9f6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mrGOHOxF022ZIg2oT2dD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mrGOHOxF022ZIg2oT2d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05BC1FF4-9553-4EBA-9A60-E40CA6A6F1C9}"/>
</file>

<file path=customXml/itemProps2.xml><?xml version="1.0" encoding="utf-8"?>
<ds:datastoreItem xmlns:ds="http://schemas.openxmlformats.org/officeDocument/2006/customXml" ds:itemID="{F50A32B1-F981-48DD-A358-4D213F7B68DA}"/>
</file>

<file path=customXml/itemProps3.xml><?xml version="1.0" encoding="utf-8"?>
<ds:datastoreItem xmlns:ds="http://schemas.openxmlformats.org/officeDocument/2006/customXml" ds:itemID="{BAFBAF86-28EA-47AF-B678-A3B01977B113}"/>
</file>

<file path=docProps/app.xml><?xml version="1.0" encoding="utf-8"?>
<Properties xmlns="http://schemas.openxmlformats.org/officeDocument/2006/extended-properties" xmlns:vt="http://schemas.openxmlformats.org/officeDocument/2006/docPropsVTypes">
  <TotalTime>4218</TotalTime>
  <Words>56</Words>
  <Application>Microsoft Office PowerPoint</Application>
  <PresentationFormat>On-screen Show (4:3)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Defi</dc:creator>
  <cp:lastModifiedBy>Ellis</cp:lastModifiedBy>
  <cp:revision>490</cp:revision>
  <dcterms:created xsi:type="dcterms:W3CDTF">2014-04-01T03:27:05Z</dcterms:created>
  <dcterms:modified xsi:type="dcterms:W3CDTF">2016-02-17T12:21:25Z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27D1CE2F-3D42-453C-A955-021B6DB66F0B</vt:lpwstr>
  </property>
  <property fmtid="{D5CDD505-2E9C-101B-9397-08002B2CF9AE}" pid="3" name="ArticulatePath">
    <vt:lpwstr>Slideshop-Business-Ecosystem-Flat</vt:lpwstr>
  </property>
  <property fmtid="{D5CDD505-2E9C-101B-9397-08002B2CF9AE}" pid="4" name="ContentTypeId">
    <vt:lpwstr>0x01010046EABACCD3B39C49923CC76F9A3899B0</vt:lpwstr>
  </property>
</Properties>
</file>