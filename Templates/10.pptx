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527F"/>
    <a:srgbClr val="E498B3"/>
    <a:srgbClr val="C03265"/>
    <a:srgbClr val="36D7B7"/>
    <a:srgbClr val="19B5FE"/>
    <a:srgbClr val="016491"/>
    <a:srgbClr val="DADFE1"/>
    <a:srgbClr val="DC769A"/>
    <a:srgbClr val="1F9D85"/>
    <a:srgbClr val="25B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6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2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handoutMaster" Target="handoutMasters/handoutMaster1.xml"/><Relationship Id="rId9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F8D94-647B-4F9F-AA9E-2D938D422E3B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47020-7792-4F45-A2F2-9D0B8074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165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6EDB3-F742-4DC9-BE06-69426632385D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5BF50-B49B-4853-A573-925571B59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848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2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3345" y="424864"/>
            <a:ext cx="105156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aseline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 smtClean="0"/>
              <a:t>LOREM IPSUM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37988" y="6356350"/>
            <a:ext cx="3115811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3D7FBCD5-A183-468F-86D5-E20CBF398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3345" y="1024170"/>
            <a:ext cx="4800600" cy="428625"/>
          </a:xfrm>
        </p:spPr>
        <p:txBody>
          <a:bodyPr anchor="ctr">
            <a:normAutofit/>
          </a:bodyPr>
          <a:lstStyle>
            <a:lvl1pPr marL="0" indent="0">
              <a:buNone/>
              <a:defRPr sz="2000" baseline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REPLACE THIS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58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3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92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9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6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0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FBCD5-A183-468F-86D5-E20CBF39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6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Company Logo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www.domain.com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FBCD5-A183-468F-86D5-E20CBF398243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3345" y="397164"/>
            <a:ext cx="5652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SUPPLY CHAIN MANAGEMENT</a:t>
            </a:r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345" y="960157"/>
            <a:ext cx="565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CONCEPT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-114932" y="1845093"/>
            <a:ext cx="5987947" cy="97731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D2527F"/>
            </a:solidFill>
          </a:ln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-114300" y="3457575"/>
            <a:ext cx="4914900" cy="68472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5212556" y="1737534"/>
            <a:ext cx="1038225" cy="1604962"/>
            <a:chOff x="5575300" y="1360488"/>
            <a:chExt cx="1038225" cy="1604962"/>
          </a:xfrm>
          <a:solidFill>
            <a:srgbClr val="DC769A"/>
          </a:solidFill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grpSpPr>
        <p:sp>
          <p:nvSpPr>
            <p:cNvPr id="44" name="Freeform 11"/>
            <p:cNvSpPr>
              <a:spLocks/>
            </p:cNvSpPr>
            <p:nvPr/>
          </p:nvSpPr>
          <p:spPr bwMode="auto">
            <a:xfrm>
              <a:off x="5854700" y="2719388"/>
              <a:ext cx="477838" cy="246062"/>
            </a:xfrm>
            <a:custGeom>
              <a:avLst/>
              <a:gdLst>
                <a:gd name="T0" fmla="*/ 112 w 126"/>
                <a:gd name="T1" fmla="*/ 0 h 65"/>
                <a:gd name="T2" fmla="*/ 14 w 126"/>
                <a:gd name="T3" fmla="*/ 0 h 65"/>
                <a:gd name="T4" fmla="*/ 0 w 126"/>
                <a:gd name="T5" fmla="*/ 14 h 65"/>
                <a:gd name="T6" fmla="*/ 14 w 126"/>
                <a:gd name="T7" fmla="*/ 28 h 65"/>
                <a:gd name="T8" fmla="*/ 33 w 126"/>
                <a:gd name="T9" fmla="*/ 28 h 65"/>
                <a:gd name="T10" fmla="*/ 33 w 126"/>
                <a:gd name="T11" fmla="*/ 35 h 65"/>
                <a:gd name="T12" fmla="*/ 63 w 126"/>
                <a:gd name="T13" fmla="*/ 65 h 65"/>
                <a:gd name="T14" fmla="*/ 93 w 126"/>
                <a:gd name="T15" fmla="*/ 35 h 65"/>
                <a:gd name="T16" fmla="*/ 93 w 126"/>
                <a:gd name="T17" fmla="*/ 28 h 65"/>
                <a:gd name="T18" fmla="*/ 112 w 126"/>
                <a:gd name="T19" fmla="*/ 28 h 65"/>
                <a:gd name="T20" fmla="*/ 126 w 126"/>
                <a:gd name="T21" fmla="*/ 14 h 65"/>
                <a:gd name="T22" fmla="*/ 112 w 126"/>
                <a:gd name="T2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65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52"/>
                    <a:pt x="46" y="65"/>
                    <a:pt x="63" y="65"/>
                  </a:cubicBezTo>
                  <a:cubicBezTo>
                    <a:pt x="80" y="65"/>
                    <a:pt x="93" y="52"/>
                    <a:pt x="93" y="35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2"/>
            <p:cNvSpPr>
              <a:spLocks/>
            </p:cNvSpPr>
            <p:nvPr/>
          </p:nvSpPr>
          <p:spPr bwMode="auto">
            <a:xfrm>
              <a:off x="5854700" y="2560638"/>
              <a:ext cx="477838" cy="106362"/>
            </a:xfrm>
            <a:custGeom>
              <a:avLst/>
              <a:gdLst>
                <a:gd name="T0" fmla="*/ 112 w 126"/>
                <a:gd name="T1" fmla="*/ 0 h 28"/>
                <a:gd name="T2" fmla="*/ 14 w 126"/>
                <a:gd name="T3" fmla="*/ 0 h 28"/>
                <a:gd name="T4" fmla="*/ 0 w 126"/>
                <a:gd name="T5" fmla="*/ 14 h 28"/>
                <a:gd name="T6" fmla="*/ 14 w 126"/>
                <a:gd name="T7" fmla="*/ 28 h 28"/>
                <a:gd name="T8" fmla="*/ 112 w 126"/>
                <a:gd name="T9" fmla="*/ 28 h 28"/>
                <a:gd name="T10" fmla="*/ 126 w 126"/>
                <a:gd name="T11" fmla="*/ 14 h 28"/>
                <a:gd name="T12" fmla="*/ 112 w 126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8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3"/>
            <p:cNvSpPr>
              <a:spLocks noEditPoints="1"/>
            </p:cNvSpPr>
            <p:nvPr/>
          </p:nvSpPr>
          <p:spPr bwMode="auto">
            <a:xfrm>
              <a:off x="5575300" y="1360488"/>
              <a:ext cx="1038225" cy="1150937"/>
            </a:xfrm>
            <a:custGeom>
              <a:avLst/>
              <a:gdLst>
                <a:gd name="T0" fmla="*/ 137 w 274"/>
                <a:gd name="T1" fmla="*/ 0 h 305"/>
                <a:gd name="T2" fmla="*/ 0 w 274"/>
                <a:gd name="T3" fmla="*/ 137 h 305"/>
                <a:gd name="T4" fmla="*/ 73 w 274"/>
                <a:gd name="T5" fmla="*/ 259 h 305"/>
                <a:gd name="T6" fmla="*/ 73 w 274"/>
                <a:gd name="T7" fmla="*/ 289 h 305"/>
                <a:gd name="T8" fmla="*/ 89 w 274"/>
                <a:gd name="T9" fmla="*/ 305 h 305"/>
                <a:gd name="T10" fmla="*/ 185 w 274"/>
                <a:gd name="T11" fmla="*/ 305 h 305"/>
                <a:gd name="T12" fmla="*/ 201 w 274"/>
                <a:gd name="T13" fmla="*/ 289 h 305"/>
                <a:gd name="T14" fmla="*/ 201 w 274"/>
                <a:gd name="T15" fmla="*/ 259 h 305"/>
                <a:gd name="T16" fmla="*/ 274 w 274"/>
                <a:gd name="T17" fmla="*/ 137 h 305"/>
                <a:gd name="T18" fmla="*/ 137 w 274"/>
                <a:gd name="T19" fmla="*/ 0 h 305"/>
                <a:gd name="T20" fmla="*/ 137 w 274"/>
                <a:gd name="T21" fmla="*/ 60 h 305"/>
                <a:gd name="T22" fmla="*/ 59 w 274"/>
                <a:gd name="T23" fmla="*/ 137 h 305"/>
                <a:gd name="T24" fmla="*/ 45 w 274"/>
                <a:gd name="T25" fmla="*/ 152 h 305"/>
                <a:gd name="T26" fmla="*/ 31 w 274"/>
                <a:gd name="T27" fmla="*/ 137 h 305"/>
                <a:gd name="T28" fmla="*/ 137 w 274"/>
                <a:gd name="T29" fmla="*/ 31 h 305"/>
                <a:gd name="T30" fmla="*/ 151 w 274"/>
                <a:gd name="T31" fmla="*/ 46 h 305"/>
                <a:gd name="T32" fmla="*/ 137 w 274"/>
                <a:gd name="T33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305">
                  <a:moveTo>
                    <a:pt x="137" y="0"/>
                  </a:moveTo>
                  <a:cubicBezTo>
                    <a:pt x="61" y="0"/>
                    <a:pt x="0" y="62"/>
                    <a:pt x="0" y="137"/>
                  </a:cubicBezTo>
                  <a:cubicBezTo>
                    <a:pt x="0" y="190"/>
                    <a:pt x="30" y="236"/>
                    <a:pt x="73" y="259"/>
                  </a:cubicBezTo>
                  <a:cubicBezTo>
                    <a:pt x="73" y="289"/>
                    <a:pt x="73" y="289"/>
                    <a:pt x="73" y="289"/>
                  </a:cubicBezTo>
                  <a:cubicBezTo>
                    <a:pt x="73" y="298"/>
                    <a:pt x="80" y="305"/>
                    <a:pt x="89" y="305"/>
                  </a:cubicBezTo>
                  <a:cubicBezTo>
                    <a:pt x="185" y="305"/>
                    <a:pt x="185" y="305"/>
                    <a:pt x="185" y="305"/>
                  </a:cubicBezTo>
                  <a:cubicBezTo>
                    <a:pt x="194" y="305"/>
                    <a:pt x="201" y="298"/>
                    <a:pt x="201" y="289"/>
                  </a:cubicBezTo>
                  <a:cubicBezTo>
                    <a:pt x="201" y="259"/>
                    <a:pt x="201" y="259"/>
                    <a:pt x="201" y="259"/>
                  </a:cubicBezTo>
                  <a:cubicBezTo>
                    <a:pt x="244" y="236"/>
                    <a:pt x="274" y="190"/>
                    <a:pt x="274" y="137"/>
                  </a:cubicBezTo>
                  <a:cubicBezTo>
                    <a:pt x="274" y="62"/>
                    <a:pt x="213" y="0"/>
                    <a:pt x="137" y="0"/>
                  </a:cubicBezTo>
                  <a:close/>
                  <a:moveTo>
                    <a:pt x="137" y="60"/>
                  </a:moveTo>
                  <a:cubicBezTo>
                    <a:pt x="94" y="60"/>
                    <a:pt x="59" y="95"/>
                    <a:pt x="59" y="137"/>
                  </a:cubicBezTo>
                  <a:cubicBezTo>
                    <a:pt x="59" y="145"/>
                    <a:pt x="53" y="152"/>
                    <a:pt x="45" y="152"/>
                  </a:cubicBezTo>
                  <a:cubicBezTo>
                    <a:pt x="37" y="152"/>
                    <a:pt x="31" y="145"/>
                    <a:pt x="31" y="137"/>
                  </a:cubicBezTo>
                  <a:cubicBezTo>
                    <a:pt x="31" y="79"/>
                    <a:pt x="79" y="31"/>
                    <a:pt x="137" y="31"/>
                  </a:cubicBezTo>
                  <a:cubicBezTo>
                    <a:pt x="145" y="31"/>
                    <a:pt x="151" y="38"/>
                    <a:pt x="151" y="46"/>
                  </a:cubicBezTo>
                  <a:cubicBezTo>
                    <a:pt x="151" y="53"/>
                    <a:pt x="145" y="60"/>
                    <a:pt x="13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388643" y="3257550"/>
            <a:ext cx="823913" cy="1273663"/>
            <a:chOff x="5575300" y="1360488"/>
            <a:chExt cx="1038225" cy="1604962"/>
          </a:xfrm>
          <a:solidFill>
            <a:schemeClr val="bg1">
              <a:lumMod val="75000"/>
            </a:schemeClr>
          </a:solidFill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grpSpPr>
        <p:sp>
          <p:nvSpPr>
            <p:cNvPr id="48" name="Freeform 11"/>
            <p:cNvSpPr>
              <a:spLocks/>
            </p:cNvSpPr>
            <p:nvPr/>
          </p:nvSpPr>
          <p:spPr bwMode="auto">
            <a:xfrm>
              <a:off x="5854700" y="2719388"/>
              <a:ext cx="477838" cy="246062"/>
            </a:xfrm>
            <a:custGeom>
              <a:avLst/>
              <a:gdLst>
                <a:gd name="T0" fmla="*/ 112 w 126"/>
                <a:gd name="T1" fmla="*/ 0 h 65"/>
                <a:gd name="T2" fmla="*/ 14 w 126"/>
                <a:gd name="T3" fmla="*/ 0 h 65"/>
                <a:gd name="T4" fmla="*/ 0 w 126"/>
                <a:gd name="T5" fmla="*/ 14 h 65"/>
                <a:gd name="T6" fmla="*/ 14 w 126"/>
                <a:gd name="T7" fmla="*/ 28 h 65"/>
                <a:gd name="T8" fmla="*/ 33 w 126"/>
                <a:gd name="T9" fmla="*/ 28 h 65"/>
                <a:gd name="T10" fmla="*/ 33 w 126"/>
                <a:gd name="T11" fmla="*/ 35 h 65"/>
                <a:gd name="T12" fmla="*/ 63 w 126"/>
                <a:gd name="T13" fmla="*/ 65 h 65"/>
                <a:gd name="T14" fmla="*/ 93 w 126"/>
                <a:gd name="T15" fmla="*/ 35 h 65"/>
                <a:gd name="T16" fmla="*/ 93 w 126"/>
                <a:gd name="T17" fmla="*/ 28 h 65"/>
                <a:gd name="T18" fmla="*/ 112 w 126"/>
                <a:gd name="T19" fmla="*/ 28 h 65"/>
                <a:gd name="T20" fmla="*/ 126 w 126"/>
                <a:gd name="T21" fmla="*/ 14 h 65"/>
                <a:gd name="T22" fmla="*/ 112 w 126"/>
                <a:gd name="T2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65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52"/>
                    <a:pt x="46" y="65"/>
                    <a:pt x="63" y="65"/>
                  </a:cubicBezTo>
                  <a:cubicBezTo>
                    <a:pt x="80" y="65"/>
                    <a:pt x="93" y="52"/>
                    <a:pt x="93" y="35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2"/>
            <p:cNvSpPr>
              <a:spLocks/>
            </p:cNvSpPr>
            <p:nvPr/>
          </p:nvSpPr>
          <p:spPr bwMode="auto">
            <a:xfrm>
              <a:off x="5854700" y="2560638"/>
              <a:ext cx="477838" cy="106362"/>
            </a:xfrm>
            <a:custGeom>
              <a:avLst/>
              <a:gdLst>
                <a:gd name="T0" fmla="*/ 112 w 126"/>
                <a:gd name="T1" fmla="*/ 0 h 28"/>
                <a:gd name="T2" fmla="*/ 14 w 126"/>
                <a:gd name="T3" fmla="*/ 0 h 28"/>
                <a:gd name="T4" fmla="*/ 0 w 126"/>
                <a:gd name="T5" fmla="*/ 14 h 28"/>
                <a:gd name="T6" fmla="*/ 14 w 126"/>
                <a:gd name="T7" fmla="*/ 28 h 28"/>
                <a:gd name="T8" fmla="*/ 112 w 126"/>
                <a:gd name="T9" fmla="*/ 28 h 28"/>
                <a:gd name="T10" fmla="*/ 126 w 126"/>
                <a:gd name="T11" fmla="*/ 14 h 28"/>
                <a:gd name="T12" fmla="*/ 112 w 126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8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3"/>
            <p:cNvSpPr>
              <a:spLocks noEditPoints="1"/>
            </p:cNvSpPr>
            <p:nvPr/>
          </p:nvSpPr>
          <p:spPr bwMode="auto">
            <a:xfrm>
              <a:off x="5575300" y="1360488"/>
              <a:ext cx="1038225" cy="1150937"/>
            </a:xfrm>
            <a:custGeom>
              <a:avLst/>
              <a:gdLst>
                <a:gd name="T0" fmla="*/ 137 w 274"/>
                <a:gd name="T1" fmla="*/ 0 h 305"/>
                <a:gd name="T2" fmla="*/ 0 w 274"/>
                <a:gd name="T3" fmla="*/ 137 h 305"/>
                <a:gd name="T4" fmla="*/ 73 w 274"/>
                <a:gd name="T5" fmla="*/ 259 h 305"/>
                <a:gd name="T6" fmla="*/ 73 w 274"/>
                <a:gd name="T7" fmla="*/ 289 h 305"/>
                <a:gd name="T8" fmla="*/ 89 w 274"/>
                <a:gd name="T9" fmla="*/ 305 h 305"/>
                <a:gd name="T10" fmla="*/ 185 w 274"/>
                <a:gd name="T11" fmla="*/ 305 h 305"/>
                <a:gd name="T12" fmla="*/ 201 w 274"/>
                <a:gd name="T13" fmla="*/ 289 h 305"/>
                <a:gd name="T14" fmla="*/ 201 w 274"/>
                <a:gd name="T15" fmla="*/ 259 h 305"/>
                <a:gd name="T16" fmla="*/ 274 w 274"/>
                <a:gd name="T17" fmla="*/ 137 h 305"/>
                <a:gd name="T18" fmla="*/ 137 w 274"/>
                <a:gd name="T19" fmla="*/ 0 h 305"/>
                <a:gd name="T20" fmla="*/ 137 w 274"/>
                <a:gd name="T21" fmla="*/ 60 h 305"/>
                <a:gd name="T22" fmla="*/ 59 w 274"/>
                <a:gd name="T23" fmla="*/ 137 h 305"/>
                <a:gd name="T24" fmla="*/ 45 w 274"/>
                <a:gd name="T25" fmla="*/ 152 h 305"/>
                <a:gd name="T26" fmla="*/ 31 w 274"/>
                <a:gd name="T27" fmla="*/ 137 h 305"/>
                <a:gd name="T28" fmla="*/ 137 w 274"/>
                <a:gd name="T29" fmla="*/ 31 h 305"/>
                <a:gd name="T30" fmla="*/ 151 w 274"/>
                <a:gd name="T31" fmla="*/ 46 h 305"/>
                <a:gd name="T32" fmla="*/ 137 w 274"/>
                <a:gd name="T33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305">
                  <a:moveTo>
                    <a:pt x="137" y="0"/>
                  </a:moveTo>
                  <a:cubicBezTo>
                    <a:pt x="61" y="0"/>
                    <a:pt x="0" y="62"/>
                    <a:pt x="0" y="137"/>
                  </a:cubicBezTo>
                  <a:cubicBezTo>
                    <a:pt x="0" y="190"/>
                    <a:pt x="30" y="236"/>
                    <a:pt x="73" y="259"/>
                  </a:cubicBezTo>
                  <a:cubicBezTo>
                    <a:pt x="73" y="289"/>
                    <a:pt x="73" y="289"/>
                    <a:pt x="73" y="289"/>
                  </a:cubicBezTo>
                  <a:cubicBezTo>
                    <a:pt x="73" y="298"/>
                    <a:pt x="80" y="305"/>
                    <a:pt x="89" y="305"/>
                  </a:cubicBezTo>
                  <a:cubicBezTo>
                    <a:pt x="185" y="305"/>
                    <a:pt x="185" y="305"/>
                    <a:pt x="185" y="305"/>
                  </a:cubicBezTo>
                  <a:cubicBezTo>
                    <a:pt x="194" y="305"/>
                    <a:pt x="201" y="298"/>
                    <a:pt x="201" y="289"/>
                  </a:cubicBezTo>
                  <a:cubicBezTo>
                    <a:pt x="201" y="259"/>
                    <a:pt x="201" y="259"/>
                    <a:pt x="201" y="259"/>
                  </a:cubicBezTo>
                  <a:cubicBezTo>
                    <a:pt x="244" y="236"/>
                    <a:pt x="274" y="190"/>
                    <a:pt x="274" y="137"/>
                  </a:cubicBezTo>
                  <a:cubicBezTo>
                    <a:pt x="274" y="62"/>
                    <a:pt x="213" y="0"/>
                    <a:pt x="137" y="0"/>
                  </a:cubicBezTo>
                  <a:close/>
                  <a:moveTo>
                    <a:pt x="137" y="60"/>
                  </a:moveTo>
                  <a:cubicBezTo>
                    <a:pt x="94" y="60"/>
                    <a:pt x="59" y="95"/>
                    <a:pt x="59" y="137"/>
                  </a:cubicBezTo>
                  <a:cubicBezTo>
                    <a:pt x="59" y="145"/>
                    <a:pt x="53" y="152"/>
                    <a:pt x="45" y="152"/>
                  </a:cubicBezTo>
                  <a:cubicBezTo>
                    <a:pt x="37" y="152"/>
                    <a:pt x="31" y="145"/>
                    <a:pt x="31" y="137"/>
                  </a:cubicBezTo>
                  <a:cubicBezTo>
                    <a:pt x="31" y="79"/>
                    <a:pt x="79" y="31"/>
                    <a:pt x="137" y="31"/>
                  </a:cubicBezTo>
                  <a:cubicBezTo>
                    <a:pt x="145" y="31"/>
                    <a:pt x="151" y="38"/>
                    <a:pt x="151" y="46"/>
                  </a:cubicBezTo>
                  <a:cubicBezTo>
                    <a:pt x="151" y="53"/>
                    <a:pt x="145" y="60"/>
                    <a:pt x="13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-114300" y="4685070"/>
            <a:ext cx="5798344" cy="68472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5272087" y="4485045"/>
            <a:ext cx="823913" cy="1273663"/>
            <a:chOff x="5575300" y="1360488"/>
            <a:chExt cx="1038225" cy="1604962"/>
          </a:xfrm>
          <a:solidFill>
            <a:schemeClr val="bg1">
              <a:lumMod val="50000"/>
            </a:schemeClr>
          </a:solidFill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grpSpPr>
        <p:sp>
          <p:nvSpPr>
            <p:cNvPr id="53" name="Freeform 11"/>
            <p:cNvSpPr>
              <a:spLocks/>
            </p:cNvSpPr>
            <p:nvPr/>
          </p:nvSpPr>
          <p:spPr bwMode="auto">
            <a:xfrm>
              <a:off x="5854700" y="2719388"/>
              <a:ext cx="477838" cy="246062"/>
            </a:xfrm>
            <a:custGeom>
              <a:avLst/>
              <a:gdLst>
                <a:gd name="T0" fmla="*/ 112 w 126"/>
                <a:gd name="T1" fmla="*/ 0 h 65"/>
                <a:gd name="T2" fmla="*/ 14 w 126"/>
                <a:gd name="T3" fmla="*/ 0 h 65"/>
                <a:gd name="T4" fmla="*/ 0 w 126"/>
                <a:gd name="T5" fmla="*/ 14 h 65"/>
                <a:gd name="T6" fmla="*/ 14 w 126"/>
                <a:gd name="T7" fmla="*/ 28 h 65"/>
                <a:gd name="T8" fmla="*/ 33 w 126"/>
                <a:gd name="T9" fmla="*/ 28 h 65"/>
                <a:gd name="T10" fmla="*/ 33 w 126"/>
                <a:gd name="T11" fmla="*/ 35 h 65"/>
                <a:gd name="T12" fmla="*/ 63 w 126"/>
                <a:gd name="T13" fmla="*/ 65 h 65"/>
                <a:gd name="T14" fmla="*/ 93 w 126"/>
                <a:gd name="T15" fmla="*/ 35 h 65"/>
                <a:gd name="T16" fmla="*/ 93 w 126"/>
                <a:gd name="T17" fmla="*/ 28 h 65"/>
                <a:gd name="T18" fmla="*/ 112 w 126"/>
                <a:gd name="T19" fmla="*/ 28 h 65"/>
                <a:gd name="T20" fmla="*/ 126 w 126"/>
                <a:gd name="T21" fmla="*/ 14 h 65"/>
                <a:gd name="T22" fmla="*/ 112 w 126"/>
                <a:gd name="T2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65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52"/>
                    <a:pt x="46" y="65"/>
                    <a:pt x="63" y="65"/>
                  </a:cubicBezTo>
                  <a:cubicBezTo>
                    <a:pt x="80" y="65"/>
                    <a:pt x="93" y="52"/>
                    <a:pt x="93" y="35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2"/>
            <p:cNvSpPr>
              <a:spLocks/>
            </p:cNvSpPr>
            <p:nvPr/>
          </p:nvSpPr>
          <p:spPr bwMode="auto">
            <a:xfrm>
              <a:off x="5854700" y="2560638"/>
              <a:ext cx="477838" cy="106362"/>
            </a:xfrm>
            <a:custGeom>
              <a:avLst/>
              <a:gdLst>
                <a:gd name="T0" fmla="*/ 112 w 126"/>
                <a:gd name="T1" fmla="*/ 0 h 28"/>
                <a:gd name="T2" fmla="*/ 14 w 126"/>
                <a:gd name="T3" fmla="*/ 0 h 28"/>
                <a:gd name="T4" fmla="*/ 0 w 126"/>
                <a:gd name="T5" fmla="*/ 14 h 28"/>
                <a:gd name="T6" fmla="*/ 14 w 126"/>
                <a:gd name="T7" fmla="*/ 28 h 28"/>
                <a:gd name="T8" fmla="*/ 112 w 126"/>
                <a:gd name="T9" fmla="*/ 28 h 28"/>
                <a:gd name="T10" fmla="*/ 126 w 126"/>
                <a:gd name="T11" fmla="*/ 14 h 28"/>
                <a:gd name="T12" fmla="*/ 112 w 126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8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3"/>
            <p:cNvSpPr>
              <a:spLocks noEditPoints="1"/>
            </p:cNvSpPr>
            <p:nvPr/>
          </p:nvSpPr>
          <p:spPr bwMode="auto">
            <a:xfrm>
              <a:off x="5575300" y="1360488"/>
              <a:ext cx="1038225" cy="1150937"/>
            </a:xfrm>
            <a:custGeom>
              <a:avLst/>
              <a:gdLst>
                <a:gd name="T0" fmla="*/ 137 w 274"/>
                <a:gd name="T1" fmla="*/ 0 h 305"/>
                <a:gd name="T2" fmla="*/ 0 w 274"/>
                <a:gd name="T3" fmla="*/ 137 h 305"/>
                <a:gd name="T4" fmla="*/ 73 w 274"/>
                <a:gd name="T5" fmla="*/ 259 h 305"/>
                <a:gd name="T6" fmla="*/ 73 w 274"/>
                <a:gd name="T7" fmla="*/ 289 h 305"/>
                <a:gd name="T8" fmla="*/ 89 w 274"/>
                <a:gd name="T9" fmla="*/ 305 h 305"/>
                <a:gd name="T10" fmla="*/ 185 w 274"/>
                <a:gd name="T11" fmla="*/ 305 h 305"/>
                <a:gd name="T12" fmla="*/ 201 w 274"/>
                <a:gd name="T13" fmla="*/ 289 h 305"/>
                <a:gd name="T14" fmla="*/ 201 w 274"/>
                <a:gd name="T15" fmla="*/ 259 h 305"/>
                <a:gd name="T16" fmla="*/ 274 w 274"/>
                <a:gd name="T17" fmla="*/ 137 h 305"/>
                <a:gd name="T18" fmla="*/ 137 w 274"/>
                <a:gd name="T19" fmla="*/ 0 h 305"/>
                <a:gd name="T20" fmla="*/ 137 w 274"/>
                <a:gd name="T21" fmla="*/ 60 h 305"/>
                <a:gd name="T22" fmla="*/ 59 w 274"/>
                <a:gd name="T23" fmla="*/ 137 h 305"/>
                <a:gd name="T24" fmla="*/ 45 w 274"/>
                <a:gd name="T25" fmla="*/ 152 h 305"/>
                <a:gd name="T26" fmla="*/ 31 w 274"/>
                <a:gd name="T27" fmla="*/ 137 h 305"/>
                <a:gd name="T28" fmla="*/ 137 w 274"/>
                <a:gd name="T29" fmla="*/ 31 h 305"/>
                <a:gd name="T30" fmla="*/ 151 w 274"/>
                <a:gd name="T31" fmla="*/ 46 h 305"/>
                <a:gd name="T32" fmla="*/ 137 w 274"/>
                <a:gd name="T33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305">
                  <a:moveTo>
                    <a:pt x="137" y="0"/>
                  </a:moveTo>
                  <a:cubicBezTo>
                    <a:pt x="61" y="0"/>
                    <a:pt x="0" y="62"/>
                    <a:pt x="0" y="137"/>
                  </a:cubicBezTo>
                  <a:cubicBezTo>
                    <a:pt x="0" y="190"/>
                    <a:pt x="30" y="236"/>
                    <a:pt x="73" y="259"/>
                  </a:cubicBezTo>
                  <a:cubicBezTo>
                    <a:pt x="73" y="289"/>
                    <a:pt x="73" y="289"/>
                    <a:pt x="73" y="289"/>
                  </a:cubicBezTo>
                  <a:cubicBezTo>
                    <a:pt x="73" y="298"/>
                    <a:pt x="80" y="305"/>
                    <a:pt x="89" y="305"/>
                  </a:cubicBezTo>
                  <a:cubicBezTo>
                    <a:pt x="185" y="305"/>
                    <a:pt x="185" y="305"/>
                    <a:pt x="185" y="305"/>
                  </a:cubicBezTo>
                  <a:cubicBezTo>
                    <a:pt x="194" y="305"/>
                    <a:pt x="201" y="298"/>
                    <a:pt x="201" y="289"/>
                  </a:cubicBezTo>
                  <a:cubicBezTo>
                    <a:pt x="201" y="259"/>
                    <a:pt x="201" y="259"/>
                    <a:pt x="201" y="259"/>
                  </a:cubicBezTo>
                  <a:cubicBezTo>
                    <a:pt x="244" y="236"/>
                    <a:pt x="274" y="190"/>
                    <a:pt x="274" y="137"/>
                  </a:cubicBezTo>
                  <a:cubicBezTo>
                    <a:pt x="274" y="62"/>
                    <a:pt x="213" y="0"/>
                    <a:pt x="137" y="0"/>
                  </a:cubicBezTo>
                  <a:close/>
                  <a:moveTo>
                    <a:pt x="137" y="60"/>
                  </a:moveTo>
                  <a:cubicBezTo>
                    <a:pt x="94" y="60"/>
                    <a:pt x="59" y="95"/>
                    <a:pt x="59" y="137"/>
                  </a:cubicBezTo>
                  <a:cubicBezTo>
                    <a:pt x="59" y="145"/>
                    <a:pt x="53" y="152"/>
                    <a:pt x="45" y="152"/>
                  </a:cubicBezTo>
                  <a:cubicBezTo>
                    <a:pt x="37" y="152"/>
                    <a:pt x="31" y="145"/>
                    <a:pt x="31" y="137"/>
                  </a:cubicBezTo>
                  <a:cubicBezTo>
                    <a:pt x="31" y="79"/>
                    <a:pt x="79" y="31"/>
                    <a:pt x="137" y="31"/>
                  </a:cubicBezTo>
                  <a:cubicBezTo>
                    <a:pt x="145" y="31"/>
                    <a:pt x="151" y="38"/>
                    <a:pt x="151" y="46"/>
                  </a:cubicBezTo>
                  <a:cubicBezTo>
                    <a:pt x="151" y="53"/>
                    <a:pt x="145" y="60"/>
                    <a:pt x="13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6" name="Rounded Rectangle 55"/>
          <p:cNvSpPr/>
          <p:nvPr/>
        </p:nvSpPr>
        <p:spPr>
          <a:xfrm>
            <a:off x="6941342" y="2971290"/>
            <a:ext cx="5403057" cy="68472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/>
          <p:cNvGrpSpPr/>
          <p:nvPr/>
        </p:nvGrpSpPr>
        <p:grpSpPr>
          <a:xfrm>
            <a:off x="6434136" y="2771265"/>
            <a:ext cx="823913" cy="1273663"/>
            <a:chOff x="5575300" y="1360488"/>
            <a:chExt cx="1038225" cy="1604962"/>
          </a:xfrm>
          <a:solidFill>
            <a:schemeClr val="bg1">
              <a:lumMod val="85000"/>
            </a:schemeClr>
          </a:solidFill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grpSpPr>
        <p:sp>
          <p:nvSpPr>
            <p:cNvPr id="58" name="Freeform 11"/>
            <p:cNvSpPr>
              <a:spLocks/>
            </p:cNvSpPr>
            <p:nvPr/>
          </p:nvSpPr>
          <p:spPr bwMode="auto">
            <a:xfrm>
              <a:off x="5854700" y="2719388"/>
              <a:ext cx="477838" cy="246062"/>
            </a:xfrm>
            <a:custGeom>
              <a:avLst/>
              <a:gdLst>
                <a:gd name="T0" fmla="*/ 112 w 126"/>
                <a:gd name="T1" fmla="*/ 0 h 65"/>
                <a:gd name="T2" fmla="*/ 14 w 126"/>
                <a:gd name="T3" fmla="*/ 0 h 65"/>
                <a:gd name="T4" fmla="*/ 0 w 126"/>
                <a:gd name="T5" fmla="*/ 14 h 65"/>
                <a:gd name="T6" fmla="*/ 14 w 126"/>
                <a:gd name="T7" fmla="*/ 28 h 65"/>
                <a:gd name="T8" fmla="*/ 33 w 126"/>
                <a:gd name="T9" fmla="*/ 28 h 65"/>
                <a:gd name="T10" fmla="*/ 33 w 126"/>
                <a:gd name="T11" fmla="*/ 35 h 65"/>
                <a:gd name="T12" fmla="*/ 63 w 126"/>
                <a:gd name="T13" fmla="*/ 65 h 65"/>
                <a:gd name="T14" fmla="*/ 93 w 126"/>
                <a:gd name="T15" fmla="*/ 35 h 65"/>
                <a:gd name="T16" fmla="*/ 93 w 126"/>
                <a:gd name="T17" fmla="*/ 28 h 65"/>
                <a:gd name="T18" fmla="*/ 112 w 126"/>
                <a:gd name="T19" fmla="*/ 28 h 65"/>
                <a:gd name="T20" fmla="*/ 126 w 126"/>
                <a:gd name="T21" fmla="*/ 14 h 65"/>
                <a:gd name="T22" fmla="*/ 112 w 126"/>
                <a:gd name="T2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65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52"/>
                    <a:pt x="46" y="65"/>
                    <a:pt x="63" y="65"/>
                  </a:cubicBezTo>
                  <a:cubicBezTo>
                    <a:pt x="80" y="65"/>
                    <a:pt x="93" y="52"/>
                    <a:pt x="93" y="35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2"/>
            <p:cNvSpPr>
              <a:spLocks/>
            </p:cNvSpPr>
            <p:nvPr/>
          </p:nvSpPr>
          <p:spPr bwMode="auto">
            <a:xfrm>
              <a:off x="5854700" y="2560638"/>
              <a:ext cx="477838" cy="106362"/>
            </a:xfrm>
            <a:custGeom>
              <a:avLst/>
              <a:gdLst>
                <a:gd name="T0" fmla="*/ 112 w 126"/>
                <a:gd name="T1" fmla="*/ 0 h 28"/>
                <a:gd name="T2" fmla="*/ 14 w 126"/>
                <a:gd name="T3" fmla="*/ 0 h 28"/>
                <a:gd name="T4" fmla="*/ 0 w 126"/>
                <a:gd name="T5" fmla="*/ 14 h 28"/>
                <a:gd name="T6" fmla="*/ 14 w 126"/>
                <a:gd name="T7" fmla="*/ 28 h 28"/>
                <a:gd name="T8" fmla="*/ 112 w 126"/>
                <a:gd name="T9" fmla="*/ 28 h 28"/>
                <a:gd name="T10" fmla="*/ 126 w 126"/>
                <a:gd name="T11" fmla="*/ 14 h 28"/>
                <a:gd name="T12" fmla="*/ 112 w 126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8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3"/>
            <p:cNvSpPr>
              <a:spLocks noEditPoints="1"/>
            </p:cNvSpPr>
            <p:nvPr/>
          </p:nvSpPr>
          <p:spPr bwMode="auto">
            <a:xfrm>
              <a:off x="5575300" y="1360488"/>
              <a:ext cx="1038225" cy="1150937"/>
            </a:xfrm>
            <a:custGeom>
              <a:avLst/>
              <a:gdLst>
                <a:gd name="T0" fmla="*/ 137 w 274"/>
                <a:gd name="T1" fmla="*/ 0 h 305"/>
                <a:gd name="T2" fmla="*/ 0 w 274"/>
                <a:gd name="T3" fmla="*/ 137 h 305"/>
                <a:gd name="T4" fmla="*/ 73 w 274"/>
                <a:gd name="T5" fmla="*/ 259 h 305"/>
                <a:gd name="T6" fmla="*/ 73 w 274"/>
                <a:gd name="T7" fmla="*/ 289 h 305"/>
                <a:gd name="T8" fmla="*/ 89 w 274"/>
                <a:gd name="T9" fmla="*/ 305 h 305"/>
                <a:gd name="T10" fmla="*/ 185 w 274"/>
                <a:gd name="T11" fmla="*/ 305 h 305"/>
                <a:gd name="T12" fmla="*/ 201 w 274"/>
                <a:gd name="T13" fmla="*/ 289 h 305"/>
                <a:gd name="T14" fmla="*/ 201 w 274"/>
                <a:gd name="T15" fmla="*/ 259 h 305"/>
                <a:gd name="T16" fmla="*/ 274 w 274"/>
                <a:gd name="T17" fmla="*/ 137 h 305"/>
                <a:gd name="T18" fmla="*/ 137 w 274"/>
                <a:gd name="T19" fmla="*/ 0 h 305"/>
                <a:gd name="T20" fmla="*/ 137 w 274"/>
                <a:gd name="T21" fmla="*/ 60 h 305"/>
                <a:gd name="T22" fmla="*/ 59 w 274"/>
                <a:gd name="T23" fmla="*/ 137 h 305"/>
                <a:gd name="T24" fmla="*/ 45 w 274"/>
                <a:gd name="T25" fmla="*/ 152 h 305"/>
                <a:gd name="T26" fmla="*/ 31 w 274"/>
                <a:gd name="T27" fmla="*/ 137 h 305"/>
                <a:gd name="T28" fmla="*/ 137 w 274"/>
                <a:gd name="T29" fmla="*/ 31 h 305"/>
                <a:gd name="T30" fmla="*/ 151 w 274"/>
                <a:gd name="T31" fmla="*/ 46 h 305"/>
                <a:gd name="T32" fmla="*/ 137 w 274"/>
                <a:gd name="T33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305">
                  <a:moveTo>
                    <a:pt x="137" y="0"/>
                  </a:moveTo>
                  <a:cubicBezTo>
                    <a:pt x="61" y="0"/>
                    <a:pt x="0" y="62"/>
                    <a:pt x="0" y="137"/>
                  </a:cubicBezTo>
                  <a:cubicBezTo>
                    <a:pt x="0" y="190"/>
                    <a:pt x="30" y="236"/>
                    <a:pt x="73" y="259"/>
                  </a:cubicBezTo>
                  <a:cubicBezTo>
                    <a:pt x="73" y="289"/>
                    <a:pt x="73" y="289"/>
                    <a:pt x="73" y="289"/>
                  </a:cubicBezTo>
                  <a:cubicBezTo>
                    <a:pt x="73" y="298"/>
                    <a:pt x="80" y="305"/>
                    <a:pt x="89" y="305"/>
                  </a:cubicBezTo>
                  <a:cubicBezTo>
                    <a:pt x="185" y="305"/>
                    <a:pt x="185" y="305"/>
                    <a:pt x="185" y="305"/>
                  </a:cubicBezTo>
                  <a:cubicBezTo>
                    <a:pt x="194" y="305"/>
                    <a:pt x="201" y="298"/>
                    <a:pt x="201" y="289"/>
                  </a:cubicBezTo>
                  <a:cubicBezTo>
                    <a:pt x="201" y="259"/>
                    <a:pt x="201" y="259"/>
                    <a:pt x="201" y="259"/>
                  </a:cubicBezTo>
                  <a:cubicBezTo>
                    <a:pt x="244" y="236"/>
                    <a:pt x="274" y="190"/>
                    <a:pt x="274" y="137"/>
                  </a:cubicBezTo>
                  <a:cubicBezTo>
                    <a:pt x="274" y="62"/>
                    <a:pt x="213" y="0"/>
                    <a:pt x="137" y="0"/>
                  </a:cubicBezTo>
                  <a:close/>
                  <a:moveTo>
                    <a:pt x="137" y="60"/>
                  </a:moveTo>
                  <a:cubicBezTo>
                    <a:pt x="94" y="60"/>
                    <a:pt x="59" y="95"/>
                    <a:pt x="59" y="137"/>
                  </a:cubicBezTo>
                  <a:cubicBezTo>
                    <a:pt x="59" y="145"/>
                    <a:pt x="53" y="152"/>
                    <a:pt x="45" y="152"/>
                  </a:cubicBezTo>
                  <a:cubicBezTo>
                    <a:pt x="37" y="152"/>
                    <a:pt x="31" y="145"/>
                    <a:pt x="31" y="137"/>
                  </a:cubicBezTo>
                  <a:cubicBezTo>
                    <a:pt x="31" y="79"/>
                    <a:pt x="79" y="31"/>
                    <a:pt x="137" y="31"/>
                  </a:cubicBezTo>
                  <a:cubicBezTo>
                    <a:pt x="145" y="31"/>
                    <a:pt x="151" y="38"/>
                    <a:pt x="151" y="46"/>
                  </a:cubicBezTo>
                  <a:cubicBezTo>
                    <a:pt x="151" y="53"/>
                    <a:pt x="145" y="60"/>
                    <a:pt x="13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1" name="Rounded Rectangle 60"/>
          <p:cNvSpPr/>
          <p:nvPr/>
        </p:nvSpPr>
        <p:spPr>
          <a:xfrm>
            <a:off x="8237988" y="4203503"/>
            <a:ext cx="4106411" cy="68472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7730782" y="4003478"/>
            <a:ext cx="823913" cy="1273663"/>
            <a:chOff x="5575300" y="1360488"/>
            <a:chExt cx="1038225" cy="1604962"/>
          </a:xfrm>
          <a:solidFill>
            <a:schemeClr val="bg1">
              <a:lumMod val="65000"/>
            </a:schemeClr>
          </a:solidFill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grpSpPr>
        <p:sp>
          <p:nvSpPr>
            <p:cNvPr id="63" name="Freeform 11"/>
            <p:cNvSpPr>
              <a:spLocks/>
            </p:cNvSpPr>
            <p:nvPr/>
          </p:nvSpPr>
          <p:spPr bwMode="auto">
            <a:xfrm>
              <a:off x="5854700" y="2719388"/>
              <a:ext cx="477838" cy="246062"/>
            </a:xfrm>
            <a:custGeom>
              <a:avLst/>
              <a:gdLst>
                <a:gd name="T0" fmla="*/ 112 w 126"/>
                <a:gd name="T1" fmla="*/ 0 h 65"/>
                <a:gd name="T2" fmla="*/ 14 w 126"/>
                <a:gd name="T3" fmla="*/ 0 h 65"/>
                <a:gd name="T4" fmla="*/ 0 w 126"/>
                <a:gd name="T5" fmla="*/ 14 h 65"/>
                <a:gd name="T6" fmla="*/ 14 w 126"/>
                <a:gd name="T7" fmla="*/ 28 h 65"/>
                <a:gd name="T8" fmla="*/ 33 w 126"/>
                <a:gd name="T9" fmla="*/ 28 h 65"/>
                <a:gd name="T10" fmla="*/ 33 w 126"/>
                <a:gd name="T11" fmla="*/ 35 h 65"/>
                <a:gd name="T12" fmla="*/ 63 w 126"/>
                <a:gd name="T13" fmla="*/ 65 h 65"/>
                <a:gd name="T14" fmla="*/ 93 w 126"/>
                <a:gd name="T15" fmla="*/ 35 h 65"/>
                <a:gd name="T16" fmla="*/ 93 w 126"/>
                <a:gd name="T17" fmla="*/ 28 h 65"/>
                <a:gd name="T18" fmla="*/ 112 w 126"/>
                <a:gd name="T19" fmla="*/ 28 h 65"/>
                <a:gd name="T20" fmla="*/ 126 w 126"/>
                <a:gd name="T21" fmla="*/ 14 h 65"/>
                <a:gd name="T22" fmla="*/ 112 w 126"/>
                <a:gd name="T2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65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52"/>
                    <a:pt x="46" y="65"/>
                    <a:pt x="63" y="65"/>
                  </a:cubicBezTo>
                  <a:cubicBezTo>
                    <a:pt x="80" y="65"/>
                    <a:pt x="93" y="52"/>
                    <a:pt x="93" y="35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2"/>
            <p:cNvSpPr>
              <a:spLocks/>
            </p:cNvSpPr>
            <p:nvPr/>
          </p:nvSpPr>
          <p:spPr bwMode="auto">
            <a:xfrm>
              <a:off x="5854700" y="2560638"/>
              <a:ext cx="477838" cy="106362"/>
            </a:xfrm>
            <a:custGeom>
              <a:avLst/>
              <a:gdLst>
                <a:gd name="T0" fmla="*/ 112 w 126"/>
                <a:gd name="T1" fmla="*/ 0 h 28"/>
                <a:gd name="T2" fmla="*/ 14 w 126"/>
                <a:gd name="T3" fmla="*/ 0 h 28"/>
                <a:gd name="T4" fmla="*/ 0 w 126"/>
                <a:gd name="T5" fmla="*/ 14 h 28"/>
                <a:gd name="T6" fmla="*/ 14 w 126"/>
                <a:gd name="T7" fmla="*/ 28 h 28"/>
                <a:gd name="T8" fmla="*/ 112 w 126"/>
                <a:gd name="T9" fmla="*/ 28 h 28"/>
                <a:gd name="T10" fmla="*/ 126 w 126"/>
                <a:gd name="T11" fmla="*/ 14 h 28"/>
                <a:gd name="T12" fmla="*/ 112 w 126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8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3"/>
            <p:cNvSpPr>
              <a:spLocks noEditPoints="1"/>
            </p:cNvSpPr>
            <p:nvPr/>
          </p:nvSpPr>
          <p:spPr bwMode="auto">
            <a:xfrm>
              <a:off x="5575300" y="1360488"/>
              <a:ext cx="1038225" cy="1150937"/>
            </a:xfrm>
            <a:custGeom>
              <a:avLst/>
              <a:gdLst>
                <a:gd name="T0" fmla="*/ 137 w 274"/>
                <a:gd name="T1" fmla="*/ 0 h 305"/>
                <a:gd name="T2" fmla="*/ 0 w 274"/>
                <a:gd name="T3" fmla="*/ 137 h 305"/>
                <a:gd name="T4" fmla="*/ 73 w 274"/>
                <a:gd name="T5" fmla="*/ 259 h 305"/>
                <a:gd name="T6" fmla="*/ 73 w 274"/>
                <a:gd name="T7" fmla="*/ 289 h 305"/>
                <a:gd name="T8" fmla="*/ 89 w 274"/>
                <a:gd name="T9" fmla="*/ 305 h 305"/>
                <a:gd name="T10" fmla="*/ 185 w 274"/>
                <a:gd name="T11" fmla="*/ 305 h 305"/>
                <a:gd name="T12" fmla="*/ 201 w 274"/>
                <a:gd name="T13" fmla="*/ 289 h 305"/>
                <a:gd name="T14" fmla="*/ 201 w 274"/>
                <a:gd name="T15" fmla="*/ 259 h 305"/>
                <a:gd name="T16" fmla="*/ 274 w 274"/>
                <a:gd name="T17" fmla="*/ 137 h 305"/>
                <a:gd name="T18" fmla="*/ 137 w 274"/>
                <a:gd name="T19" fmla="*/ 0 h 305"/>
                <a:gd name="T20" fmla="*/ 137 w 274"/>
                <a:gd name="T21" fmla="*/ 60 h 305"/>
                <a:gd name="T22" fmla="*/ 59 w 274"/>
                <a:gd name="T23" fmla="*/ 137 h 305"/>
                <a:gd name="T24" fmla="*/ 45 w 274"/>
                <a:gd name="T25" fmla="*/ 152 h 305"/>
                <a:gd name="T26" fmla="*/ 31 w 274"/>
                <a:gd name="T27" fmla="*/ 137 h 305"/>
                <a:gd name="T28" fmla="*/ 137 w 274"/>
                <a:gd name="T29" fmla="*/ 31 h 305"/>
                <a:gd name="T30" fmla="*/ 151 w 274"/>
                <a:gd name="T31" fmla="*/ 46 h 305"/>
                <a:gd name="T32" fmla="*/ 137 w 274"/>
                <a:gd name="T33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305">
                  <a:moveTo>
                    <a:pt x="137" y="0"/>
                  </a:moveTo>
                  <a:cubicBezTo>
                    <a:pt x="61" y="0"/>
                    <a:pt x="0" y="62"/>
                    <a:pt x="0" y="137"/>
                  </a:cubicBezTo>
                  <a:cubicBezTo>
                    <a:pt x="0" y="190"/>
                    <a:pt x="30" y="236"/>
                    <a:pt x="73" y="259"/>
                  </a:cubicBezTo>
                  <a:cubicBezTo>
                    <a:pt x="73" y="289"/>
                    <a:pt x="73" y="289"/>
                    <a:pt x="73" y="289"/>
                  </a:cubicBezTo>
                  <a:cubicBezTo>
                    <a:pt x="73" y="298"/>
                    <a:pt x="80" y="305"/>
                    <a:pt x="89" y="305"/>
                  </a:cubicBezTo>
                  <a:cubicBezTo>
                    <a:pt x="185" y="305"/>
                    <a:pt x="185" y="305"/>
                    <a:pt x="185" y="305"/>
                  </a:cubicBezTo>
                  <a:cubicBezTo>
                    <a:pt x="194" y="305"/>
                    <a:pt x="201" y="298"/>
                    <a:pt x="201" y="289"/>
                  </a:cubicBezTo>
                  <a:cubicBezTo>
                    <a:pt x="201" y="259"/>
                    <a:pt x="201" y="259"/>
                    <a:pt x="201" y="259"/>
                  </a:cubicBezTo>
                  <a:cubicBezTo>
                    <a:pt x="244" y="236"/>
                    <a:pt x="274" y="190"/>
                    <a:pt x="274" y="137"/>
                  </a:cubicBezTo>
                  <a:cubicBezTo>
                    <a:pt x="274" y="62"/>
                    <a:pt x="213" y="0"/>
                    <a:pt x="137" y="0"/>
                  </a:cubicBezTo>
                  <a:close/>
                  <a:moveTo>
                    <a:pt x="137" y="60"/>
                  </a:moveTo>
                  <a:cubicBezTo>
                    <a:pt x="94" y="60"/>
                    <a:pt x="59" y="95"/>
                    <a:pt x="59" y="137"/>
                  </a:cubicBezTo>
                  <a:cubicBezTo>
                    <a:pt x="59" y="145"/>
                    <a:pt x="53" y="152"/>
                    <a:pt x="45" y="152"/>
                  </a:cubicBezTo>
                  <a:cubicBezTo>
                    <a:pt x="37" y="152"/>
                    <a:pt x="31" y="145"/>
                    <a:pt x="31" y="137"/>
                  </a:cubicBezTo>
                  <a:cubicBezTo>
                    <a:pt x="31" y="79"/>
                    <a:pt x="79" y="31"/>
                    <a:pt x="137" y="31"/>
                  </a:cubicBezTo>
                  <a:cubicBezTo>
                    <a:pt x="145" y="31"/>
                    <a:pt x="151" y="38"/>
                    <a:pt x="151" y="46"/>
                  </a:cubicBezTo>
                  <a:cubicBezTo>
                    <a:pt x="151" y="53"/>
                    <a:pt x="145" y="60"/>
                    <a:pt x="13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Rounded Rectangle 65"/>
          <p:cNvSpPr/>
          <p:nvPr/>
        </p:nvSpPr>
        <p:spPr>
          <a:xfrm>
            <a:off x="7334250" y="5380348"/>
            <a:ext cx="5010149" cy="68472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6827044" y="5180323"/>
            <a:ext cx="823913" cy="1273663"/>
            <a:chOff x="5575300" y="1360488"/>
            <a:chExt cx="1038225" cy="1604962"/>
          </a:xfrm>
          <a:solidFill>
            <a:schemeClr val="tx1">
              <a:lumMod val="65000"/>
              <a:lumOff val="35000"/>
            </a:schemeClr>
          </a:solidFill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grpSpPr>
        <p:sp>
          <p:nvSpPr>
            <p:cNvPr id="68" name="Freeform 11"/>
            <p:cNvSpPr>
              <a:spLocks/>
            </p:cNvSpPr>
            <p:nvPr/>
          </p:nvSpPr>
          <p:spPr bwMode="auto">
            <a:xfrm>
              <a:off x="5854700" y="2719388"/>
              <a:ext cx="477838" cy="246062"/>
            </a:xfrm>
            <a:custGeom>
              <a:avLst/>
              <a:gdLst>
                <a:gd name="T0" fmla="*/ 112 w 126"/>
                <a:gd name="T1" fmla="*/ 0 h 65"/>
                <a:gd name="T2" fmla="*/ 14 w 126"/>
                <a:gd name="T3" fmla="*/ 0 h 65"/>
                <a:gd name="T4" fmla="*/ 0 w 126"/>
                <a:gd name="T5" fmla="*/ 14 h 65"/>
                <a:gd name="T6" fmla="*/ 14 w 126"/>
                <a:gd name="T7" fmla="*/ 28 h 65"/>
                <a:gd name="T8" fmla="*/ 33 w 126"/>
                <a:gd name="T9" fmla="*/ 28 h 65"/>
                <a:gd name="T10" fmla="*/ 33 w 126"/>
                <a:gd name="T11" fmla="*/ 35 h 65"/>
                <a:gd name="T12" fmla="*/ 63 w 126"/>
                <a:gd name="T13" fmla="*/ 65 h 65"/>
                <a:gd name="T14" fmla="*/ 93 w 126"/>
                <a:gd name="T15" fmla="*/ 35 h 65"/>
                <a:gd name="T16" fmla="*/ 93 w 126"/>
                <a:gd name="T17" fmla="*/ 28 h 65"/>
                <a:gd name="T18" fmla="*/ 112 w 126"/>
                <a:gd name="T19" fmla="*/ 28 h 65"/>
                <a:gd name="T20" fmla="*/ 126 w 126"/>
                <a:gd name="T21" fmla="*/ 14 h 65"/>
                <a:gd name="T22" fmla="*/ 112 w 126"/>
                <a:gd name="T2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65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52"/>
                    <a:pt x="46" y="65"/>
                    <a:pt x="63" y="65"/>
                  </a:cubicBezTo>
                  <a:cubicBezTo>
                    <a:pt x="80" y="65"/>
                    <a:pt x="93" y="52"/>
                    <a:pt x="93" y="35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2"/>
            <p:cNvSpPr>
              <a:spLocks/>
            </p:cNvSpPr>
            <p:nvPr/>
          </p:nvSpPr>
          <p:spPr bwMode="auto">
            <a:xfrm>
              <a:off x="5854700" y="2560638"/>
              <a:ext cx="477838" cy="106362"/>
            </a:xfrm>
            <a:custGeom>
              <a:avLst/>
              <a:gdLst>
                <a:gd name="T0" fmla="*/ 112 w 126"/>
                <a:gd name="T1" fmla="*/ 0 h 28"/>
                <a:gd name="T2" fmla="*/ 14 w 126"/>
                <a:gd name="T3" fmla="*/ 0 h 28"/>
                <a:gd name="T4" fmla="*/ 0 w 126"/>
                <a:gd name="T5" fmla="*/ 14 h 28"/>
                <a:gd name="T6" fmla="*/ 14 w 126"/>
                <a:gd name="T7" fmla="*/ 28 h 28"/>
                <a:gd name="T8" fmla="*/ 112 w 126"/>
                <a:gd name="T9" fmla="*/ 28 h 28"/>
                <a:gd name="T10" fmla="*/ 126 w 126"/>
                <a:gd name="T11" fmla="*/ 14 h 28"/>
                <a:gd name="T12" fmla="*/ 112 w 126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8">
                  <a:moveTo>
                    <a:pt x="11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8"/>
                    <a:pt x="14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20" y="28"/>
                    <a:pt x="126" y="22"/>
                    <a:pt x="126" y="14"/>
                  </a:cubicBezTo>
                  <a:cubicBezTo>
                    <a:pt x="126" y="6"/>
                    <a:pt x="120" y="0"/>
                    <a:pt x="1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3"/>
            <p:cNvSpPr>
              <a:spLocks noEditPoints="1"/>
            </p:cNvSpPr>
            <p:nvPr/>
          </p:nvSpPr>
          <p:spPr bwMode="auto">
            <a:xfrm>
              <a:off x="5575300" y="1360488"/>
              <a:ext cx="1038225" cy="1150937"/>
            </a:xfrm>
            <a:custGeom>
              <a:avLst/>
              <a:gdLst>
                <a:gd name="T0" fmla="*/ 137 w 274"/>
                <a:gd name="T1" fmla="*/ 0 h 305"/>
                <a:gd name="T2" fmla="*/ 0 w 274"/>
                <a:gd name="T3" fmla="*/ 137 h 305"/>
                <a:gd name="T4" fmla="*/ 73 w 274"/>
                <a:gd name="T5" fmla="*/ 259 h 305"/>
                <a:gd name="T6" fmla="*/ 73 w 274"/>
                <a:gd name="T7" fmla="*/ 289 h 305"/>
                <a:gd name="T8" fmla="*/ 89 w 274"/>
                <a:gd name="T9" fmla="*/ 305 h 305"/>
                <a:gd name="T10" fmla="*/ 185 w 274"/>
                <a:gd name="T11" fmla="*/ 305 h 305"/>
                <a:gd name="T12" fmla="*/ 201 w 274"/>
                <a:gd name="T13" fmla="*/ 289 h 305"/>
                <a:gd name="T14" fmla="*/ 201 w 274"/>
                <a:gd name="T15" fmla="*/ 259 h 305"/>
                <a:gd name="T16" fmla="*/ 274 w 274"/>
                <a:gd name="T17" fmla="*/ 137 h 305"/>
                <a:gd name="T18" fmla="*/ 137 w 274"/>
                <a:gd name="T19" fmla="*/ 0 h 305"/>
                <a:gd name="T20" fmla="*/ 137 w 274"/>
                <a:gd name="T21" fmla="*/ 60 h 305"/>
                <a:gd name="T22" fmla="*/ 59 w 274"/>
                <a:gd name="T23" fmla="*/ 137 h 305"/>
                <a:gd name="T24" fmla="*/ 45 w 274"/>
                <a:gd name="T25" fmla="*/ 152 h 305"/>
                <a:gd name="T26" fmla="*/ 31 w 274"/>
                <a:gd name="T27" fmla="*/ 137 h 305"/>
                <a:gd name="T28" fmla="*/ 137 w 274"/>
                <a:gd name="T29" fmla="*/ 31 h 305"/>
                <a:gd name="T30" fmla="*/ 151 w 274"/>
                <a:gd name="T31" fmla="*/ 46 h 305"/>
                <a:gd name="T32" fmla="*/ 137 w 274"/>
                <a:gd name="T33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305">
                  <a:moveTo>
                    <a:pt x="137" y="0"/>
                  </a:moveTo>
                  <a:cubicBezTo>
                    <a:pt x="61" y="0"/>
                    <a:pt x="0" y="62"/>
                    <a:pt x="0" y="137"/>
                  </a:cubicBezTo>
                  <a:cubicBezTo>
                    <a:pt x="0" y="190"/>
                    <a:pt x="30" y="236"/>
                    <a:pt x="73" y="259"/>
                  </a:cubicBezTo>
                  <a:cubicBezTo>
                    <a:pt x="73" y="289"/>
                    <a:pt x="73" y="289"/>
                    <a:pt x="73" y="289"/>
                  </a:cubicBezTo>
                  <a:cubicBezTo>
                    <a:pt x="73" y="298"/>
                    <a:pt x="80" y="305"/>
                    <a:pt x="89" y="305"/>
                  </a:cubicBezTo>
                  <a:cubicBezTo>
                    <a:pt x="185" y="305"/>
                    <a:pt x="185" y="305"/>
                    <a:pt x="185" y="305"/>
                  </a:cubicBezTo>
                  <a:cubicBezTo>
                    <a:pt x="194" y="305"/>
                    <a:pt x="201" y="298"/>
                    <a:pt x="201" y="289"/>
                  </a:cubicBezTo>
                  <a:cubicBezTo>
                    <a:pt x="201" y="259"/>
                    <a:pt x="201" y="259"/>
                    <a:pt x="201" y="259"/>
                  </a:cubicBezTo>
                  <a:cubicBezTo>
                    <a:pt x="244" y="236"/>
                    <a:pt x="274" y="190"/>
                    <a:pt x="274" y="137"/>
                  </a:cubicBezTo>
                  <a:cubicBezTo>
                    <a:pt x="274" y="62"/>
                    <a:pt x="213" y="0"/>
                    <a:pt x="137" y="0"/>
                  </a:cubicBezTo>
                  <a:close/>
                  <a:moveTo>
                    <a:pt x="137" y="60"/>
                  </a:moveTo>
                  <a:cubicBezTo>
                    <a:pt x="94" y="60"/>
                    <a:pt x="59" y="95"/>
                    <a:pt x="59" y="137"/>
                  </a:cubicBezTo>
                  <a:cubicBezTo>
                    <a:pt x="59" y="145"/>
                    <a:pt x="53" y="152"/>
                    <a:pt x="45" y="152"/>
                  </a:cubicBezTo>
                  <a:cubicBezTo>
                    <a:pt x="37" y="152"/>
                    <a:pt x="31" y="145"/>
                    <a:pt x="31" y="137"/>
                  </a:cubicBezTo>
                  <a:cubicBezTo>
                    <a:pt x="31" y="79"/>
                    <a:pt x="79" y="31"/>
                    <a:pt x="137" y="31"/>
                  </a:cubicBezTo>
                  <a:cubicBezTo>
                    <a:pt x="145" y="31"/>
                    <a:pt x="151" y="38"/>
                    <a:pt x="151" y="46"/>
                  </a:cubicBezTo>
                  <a:cubicBezTo>
                    <a:pt x="151" y="53"/>
                    <a:pt x="145" y="60"/>
                    <a:pt x="13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1" name="Rectangle 70"/>
          <p:cNvSpPr/>
          <p:nvPr>
            <p:custDataLst>
              <p:tags r:id="rId1"/>
            </p:custDataLst>
          </p:nvPr>
        </p:nvSpPr>
        <p:spPr>
          <a:xfrm>
            <a:off x="927672" y="3569103"/>
            <a:ext cx="340985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itchFamily="34" charset="0"/>
              </a:rPr>
              <a:t>Lorem Ipsum is simply dummy text of the printing and typesetting industry. </a:t>
            </a:r>
          </a:p>
        </p:txBody>
      </p:sp>
      <p:sp>
        <p:nvSpPr>
          <p:cNvPr id="72" name="Rectangle 71"/>
          <p:cNvSpPr/>
          <p:nvPr>
            <p:custDataLst>
              <p:tags r:id="rId2"/>
            </p:custDataLst>
          </p:nvPr>
        </p:nvSpPr>
        <p:spPr>
          <a:xfrm>
            <a:off x="1798609" y="4792850"/>
            <a:ext cx="340985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itchFamily="34" charset="0"/>
              </a:rPr>
              <a:t>Lorem Ipsum is simply dummy text of the printing and typesetting industry. </a:t>
            </a:r>
          </a:p>
        </p:txBody>
      </p:sp>
      <p:sp>
        <p:nvSpPr>
          <p:cNvPr id="73" name="Rectangle 72"/>
          <p:cNvSpPr/>
          <p:nvPr>
            <p:custDataLst>
              <p:tags r:id="rId3"/>
            </p:custDataLst>
          </p:nvPr>
        </p:nvSpPr>
        <p:spPr>
          <a:xfrm>
            <a:off x="7238371" y="3082817"/>
            <a:ext cx="340985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itchFamily="34" charset="0"/>
              </a:rPr>
              <a:t>Lorem Ipsum is simply dummy text of the printing and typesetting industry. </a:t>
            </a:r>
          </a:p>
        </p:txBody>
      </p:sp>
      <p:sp>
        <p:nvSpPr>
          <p:cNvPr id="74" name="Rectangle 73"/>
          <p:cNvSpPr/>
          <p:nvPr>
            <p:custDataLst>
              <p:tags r:id="rId4"/>
            </p:custDataLst>
          </p:nvPr>
        </p:nvSpPr>
        <p:spPr>
          <a:xfrm>
            <a:off x="8586265" y="4315030"/>
            <a:ext cx="340985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itchFamily="34" charset="0"/>
              </a:rPr>
              <a:t>Lorem Ipsum is simply dummy text of the printing and typesetting industry. </a:t>
            </a:r>
          </a:p>
        </p:txBody>
      </p:sp>
      <p:sp>
        <p:nvSpPr>
          <p:cNvPr id="75" name="Rectangle 74"/>
          <p:cNvSpPr/>
          <p:nvPr>
            <p:custDataLst>
              <p:tags r:id="rId5"/>
            </p:custDataLst>
          </p:nvPr>
        </p:nvSpPr>
        <p:spPr>
          <a:xfrm>
            <a:off x="7650957" y="5492174"/>
            <a:ext cx="340985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itchFamily="34" charset="0"/>
              </a:rPr>
              <a:t>Lorem Ipsum is simply dummy text of the printing and typesetting industry. </a:t>
            </a:r>
          </a:p>
        </p:txBody>
      </p:sp>
      <p:sp>
        <p:nvSpPr>
          <p:cNvPr id="76" name="Rectangle 75"/>
          <p:cNvSpPr/>
          <p:nvPr>
            <p:custDataLst>
              <p:tags r:id="rId6"/>
            </p:custDataLst>
          </p:nvPr>
        </p:nvSpPr>
        <p:spPr>
          <a:xfrm>
            <a:off x="4443407" y="3569102"/>
            <a:ext cx="713125" cy="461665"/>
          </a:xfrm>
          <a:prstGeom prst="rect">
            <a:avLst/>
          </a:prstGeom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 Light" pitchFamily="34" charset="0"/>
              </a:rPr>
              <a:t>02</a:t>
            </a:r>
            <a:endParaRPr lang="en-US" sz="2400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77" name="Rectangle 76"/>
          <p:cNvSpPr/>
          <p:nvPr>
            <p:custDataLst>
              <p:tags r:id="rId7"/>
            </p:custDataLst>
          </p:nvPr>
        </p:nvSpPr>
        <p:spPr>
          <a:xfrm>
            <a:off x="5326851" y="4734964"/>
            <a:ext cx="713125" cy="461665"/>
          </a:xfrm>
          <a:prstGeom prst="rect">
            <a:avLst/>
          </a:prstGeom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 Light" pitchFamily="34" charset="0"/>
              </a:rPr>
              <a:t>04</a:t>
            </a:r>
            <a:endParaRPr lang="en-US" sz="2400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78" name="Rectangle 77"/>
          <p:cNvSpPr/>
          <p:nvPr>
            <p:custDataLst>
              <p:tags r:id="rId8"/>
            </p:custDataLst>
          </p:nvPr>
        </p:nvSpPr>
        <p:spPr>
          <a:xfrm>
            <a:off x="6488900" y="3074644"/>
            <a:ext cx="713125" cy="461665"/>
          </a:xfrm>
          <a:prstGeom prst="rect">
            <a:avLst/>
          </a:prstGeom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 Light" pitchFamily="34" charset="0"/>
              </a:rPr>
              <a:t>01</a:t>
            </a:r>
            <a:endParaRPr lang="en-US" sz="2400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79" name="Rectangle 78"/>
          <p:cNvSpPr/>
          <p:nvPr>
            <p:custDataLst>
              <p:tags r:id="rId9"/>
            </p:custDataLst>
          </p:nvPr>
        </p:nvSpPr>
        <p:spPr>
          <a:xfrm>
            <a:off x="7785546" y="4262470"/>
            <a:ext cx="713125" cy="461665"/>
          </a:xfrm>
          <a:prstGeom prst="rect">
            <a:avLst/>
          </a:prstGeom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 Light" pitchFamily="34" charset="0"/>
              </a:rPr>
              <a:t>03</a:t>
            </a:r>
            <a:endParaRPr lang="en-US" sz="2400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80" name="Rectangle 79"/>
          <p:cNvSpPr/>
          <p:nvPr>
            <p:custDataLst>
              <p:tags r:id="rId10"/>
            </p:custDataLst>
          </p:nvPr>
        </p:nvSpPr>
        <p:spPr>
          <a:xfrm>
            <a:off x="6881808" y="5430240"/>
            <a:ext cx="713125" cy="461665"/>
          </a:xfrm>
          <a:prstGeom prst="rect">
            <a:avLst/>
          </a:prstGeom>
          <a:effectLst>
            <a:outerShdw blurRad="25400" dist="38100" dir="2400000" algn="ctr" rotWithShape="0">
              <a:srgbClr val="000000">
                <a:alpha val="10000"/>
              </a:srgb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libri Light" pitchFamily="34" charset="0"/>
              </a:rPr>
              <a:t>05</a:t>
            </a:r>
            <a:endParaRPr lang="en-US" sz="2400" dirty="0">
              <a:solidFill>
                <a:schemeClr val="bg1"/>
              </a:solidFill>
              <a:latin typeface="Calibri Light" pitchFamily="34" charset="0"/>
            </a:endParaRPr>
          </a:p>
        </p:txBody>
      </p:sp>
      <p:sp>
        <p:nvSpPr>
          <p:cNvPr id="81" name="Rectangle 80"/>
          <p:cNvSpPr/>
          <p:nvPr>
            <p:custDataLst>
              <p:tags r:id="rId11"/>
            </p:custDataLst>
          </p:nvPr>
        </p:nvSpPr>
        <p:spPr>
          <a:xfrm>
            <a:off x="409236" y="1992604"/>
            <a:ext cx="4747296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200" dirty="0" err="1">
                <a:solidFill>
                  <a:srgbClr val="D2527F"/>
                </a:solidFill>
                <a:latin typeface="Calibri Light" pitchFamily="34" charset="0"/>
              </a:rPr>
              <a:t>Lorem</a:t>
            </a:r>
            <a:r>
              <a:rPr lang="en-US" sz="1200" dirty="0">
                <a:solidFill>
                  <a:srgbClr val="D2527F"/>
                </a:solidFill>
                <a:latin typeface="Calibri Light" pitchFamily="34" charset="0"/>
              </a:rPr>
              <a:t> </a:t>
            </a:r>
            <a:r>
              <a:rPr lang="en-US" sz="1200" dirty="0" err="1">
                <a:solidFill>
                  <a:srgbClr val="D2527F"/>
                </a:solidFill>
                <a:latin typeface="Calibri Light" pitchFamily="34" charset="0"/>
              </a:rPr>
              <a:t>Ipsum</a:t>
            </a:r>
            <a:r>
              <a:rPr lang="en-US" sz="1200" dirty="0">
                <a:solidFill>
                  <a:srgbClr val="D2527F"/>
                </a:solidFill>
                <a:latin typeface="Calibri Light" pitchFamily="34" charset="0"/>
              </a:rPr>
              <a:t> is simply dummy text of the printing and typesetting industry. Lorem Ipsum has been the industry standard dummy text ever since the </a:t>
            </a:r>
            <a:r>
              <a:rPr lang="en-US" sz="1200" dirty="0" smtClean="0">
                <a:solidFill>
                  <a:srgbClr val="D2527F"/>
                </a:solidFill>
                <a:latin typeface="Calibri Light" pitchFamily="34" charset="0"/>
              </a:rPr>
              <a:t>1500s.</a:t>
            </a:r>
            <a:endParaRPr lang="en-US" sz="1200" dirty="0">
              <a:solidFill>
                <a:srgbClr val="D2527F"/>
              </a:solidFill>
              <a:latin typeface="Calibri Light" pitchFamily="34" charset="0"/>
            </a:endParaRPr>
          </a:p>
        </p:txBody>
      </p:sp>
      <p:sp>
        <p:nvSpPr>
          <p:cNvPr id="82" name="Rectangle 81"/>
          <p:cNvSpPr/>
          <p:nvPr>
            <p:custDataLst>
              <p:tags r:id="rId12"/>
            </p:custDataLst>
          </p:nvPr>
        </p:nvSpPr>
        <p:spPr>
          <a:xfrm>
            <a:off x="6306805" y="2119022"/>
            <a:ext cx="2373648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DC769A"/>
                </a:solidFill>
                <a:latin typeface="Calibri Light" pitchFamily="34" charset="0"/>
              </a:rPr>
              <a:t>FINAL CONCEPT</a:t>
            </a:r>
            <a:endParaRPr lang="en-US" sz="2000" b="1" dirty="0">
              <a:solidFill>
                <a:srgbClr val="DC769A"/>
              </a:solidFill>
              <a:latin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6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9C5BC040-4907-425B-A497-9EEB6F078BC5}"/>
</file>

<file path=customXml/itemProps2.xml><?xml version="1.0" encoding="utf-8"?>
<ds:datastoreItem xmlns:ds="http://schemas.openxmlformats.org/officeDocument/2006/customXml" ds:itemID="{4BAD7F83-8A84-453E-B651-B87A00959FA9}"/>
</file>

<file path=customXml/itemProps3.xml><?xml version="1.0" encoding="utf-8"?>
<ds:datastoreItem xmlns:ds="http://schemas.openxmlformats.org/officeDocument/2006/customXml" ds:itemID="{18973633-662F-45E3-8B91-3FE0AEE05E24}"/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107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Ellis</cp:lastModifiedBy>
  <cp:revision>102</cp:revision>
  <dcterms:created xsi:type="dcterms:W3CDTF">2014-12-04T10:07:10Z</dcterms:created>
  <dcterms:modified xsi:type="dcterms:W3CDTF">2015-12-02T12:22:54Z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