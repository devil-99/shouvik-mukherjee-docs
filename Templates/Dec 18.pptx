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ags/tag1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385" userDrawn="1">
          <p15:clr>
            <a:srgbClr val="A4A3A4"/>
          </p15:clr>
        </p15:guide>
        <p15:guide id="5" pos="5375" userDrawn="1">
          <p15:clr>
            <a:srgbClr val="A4A3A4"/>
          </p15:clr>
        </p15:guide>
        <p15:guide id="6" orient="horz" pos="346" userDrawn="1">
          <p15:clr>
            <a:srgbClr val="A4A3A4"/>
          </p15:clr>
        </p15:guide>
        <p15:guide id="7" orient="horz" pos="39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0001"/>
    <a:srgbClr val="A6A6A6"/>
    <a:srgbClr val="A9041A"/>
    <a:srgbClr val="AD10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96" y="804"/>
      </p:cViewPr>
      <p:guideLst>
        <p:guide orient="horz" pos="2183"/>
        <p:guide pos="2880"/>
        <p:guide pos="385"/>
        <p:guide pos="5375"/>
        <p:guide orient="horz" pos="346"/>
        <p:guide orient="horz" pos="39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7BD71-F229-45F8-B34C-8027A569B314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CFDA-1FC0-4EEA-B1C4-01613148D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8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0796"/>
            <a:ext cx="7886700" cy="360099"/>
          </a:xfrm>
        </p:spPr>
        <p:txBody>
          <a:bodyPr lIns="0" tIns="0" rIns="0" bIns="0">
            <a:spAutoFit/>
          </a:bodyPr>
          <a:lstStyle>
            <a:lvl1pPr algn="ctr">
              <a:defRPr sz="2600" cap="all" baseline="0"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7BD71-F229-45F8-B34C-8027A569B314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CFDA-1FC0-4EEA-B1C4-01613148D52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628650" y="995078"/>
            <a:ext cx="7886700" cy="207749"/>
          </a:xfr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5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123951" y="3048000"/>
            <a:ext cx="2181225" cy="220980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25690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0796"/>
            <a:ext cx="7886700" cy="360099"/>
          </a:xfrm>
        </p:spPr>
        <p:txBody>
          <a:bodyPr lIns="0" tIns="0" rIns="0" bIns="0">
            <a:spAutoFit/>
          </a:bodyPr>
          <a:lstStyle>
            <a:lvl1pPr algn="ctr">
              <a:defRPr sz="2600" cap="all" baseline="0"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7BD71-F229-45F8-B34C-8027A569B314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CFDA-1FC0-4EEA-B1C4-01613148D52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628650" y="995078"/>
            <a:ext cx="7886700" cy="207749"/>
          </a:xfr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15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58758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7BD71-F229-45F8-B34C-8027A569B314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CFDA-1FC0-4EEA-B1C4-01613148D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1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r="8333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0000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3A07BD71-F229-45F8-B34C-8027A569B314}" type="datetimeFigureOut">
              <a:rPr lang="en-US" smtClean="0"/>
              <a:pPr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9B5CFDA-1FC0-4EEA-B1C4-01613148D5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4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3" r:id="rId3"/>
    <p:sldLayoutId id="2147483667" r:id="rId4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2800" dirty="0"/>
              <a:t>TIMELINE PROJECT PLANNING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 fontScale="925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/>
              <a:t>6 Months </a:t>
            </a:r>
          </a:p>
        </p:txBody>
      </p:sp>
      <p:sp>
        <p:nvSpPr>
          <p:cNvPr id="17" name="Freeform 5"/>
          <p:cNvSpPr>
            <a:spLocks/>
          </p:cNvSpPr>
          <p:nvPr/>
        </p:nvSpPr>
        <p:spPr bwMode="auto">
          <a:xfrm>
            <a:off x="5795008" y="2678189"/>
            <a:ext cx="1361380" cy="1060319"/>
          </a:xfrm>
          <a:custGeom>
            <a:avLst/>
            <a:gdLst>
              <a:gd name="T0" fmla="*/ 0 w 828"/>
              <a:gd name="T1" fmla="*/ 296 h 644"/>
              <a:gd name="T2" fmla="*/ 111 w 828"/>
              <a:gd name="T3" fmla="*/ 328 h 644"/>
              <a:gd name="T4" fmla="*/ 111 w 828"/>
              <a:gd name="T5" fmla="*/ 453 h 644"/>
              <a:gd name="T6" fmla="*/ 691 w 828"/>
              <a:gd name="T7" fmla="*/ 644 h 644"/>
              <a:gd name="T8" fmla="*/ 828 w 828"/>
              <a:gd name="T9" fmla="*/ 618 h 644"/>
              <a:gd name="T10" fmla="*/ 824 w 828"/>
              <a:gd name="T11" fmla="*/ 490 h 644"/>
              <a:gd name="T12" fmla="*/ 0 w 828"/>
              <a:gd name="T13" fmla="*/ 29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8" h="644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8" y="618"/>
                  <a:pt x="828" y="618"/>
                  <a:pt x="828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6"/>
          <p:cNvSpPr>
            <a:spLocks/>
          </p:cNvSpPr>
          <p:nvPr/>
        </p:nvSpPr>
        <p:spPr bwMode="auto">
          <a:xfrm>
            <a:off x="7077126" y="3249718"/>
            <a:ext cx="1360685" cy="1060319"/>
          </a:xfrm>
          <a:custGeom>
            <a:avLst/>
            <a:gdLst>
              <a:gd name="T0" fmla="*/ 0 w 828"/>
              <a:gd name="T1" fmla="*/ 346 h 644"/>
              <a:gd name="T2" fmla="*/ 111 w 828"/>
              <a:gd name="T3" fmla="*/ 314 h 644"/>
              <a:gd name="T4" fmla="*/ 112 w 828"/>
              <a:gd name="T5" fmla="*/ 190 h 644"/>
              <a:gd name="T6" fmla="*/ 692 w 828"/>
              <a:gd name="T7" fmla="*/ 0 h 644"/>
              <a:gd name="T8" fmla="*/ 828 w 828"/>
              <a:gd name="T9" fmla="*/ 27 h 644"/>
              <a:gd name="T10" fmla="*/ 825 w 828"/>
              <a:gd name="T11" fmla="*/ 156 h 644"/>
              <a:gd name="T12" fmla="*/ 0 w 828"/>
              <a:gd name="T13" fmla="*/ 34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8" h="644">
                <a:moveTo>
                  <a:pt x="0" y="346"/>
                </a:moveTo>
                <a:cubicBezTo>
                  <a:pt x="111" y="314"/>
                  <a:pt x="111" y="314"/>
                  <a:pt x="111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2" y="0"/>
                </a:cubicBezTo>
                <a:cubicBezTo>
                  <a:pt x="828" y="27"/>
                  <a:pt x="828" y="27"/>
                  <a:pt x="828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7"/>
          <p:cNvSpPr>
            <a:spLocks/>
          </p:cNvSpPr>
          <p:nvPr/>
        </p:nvSpPr>
        <p:spPr bwMode="auto">
          <a:xfrm>
            <a:off x="682533" y="2678189"/>
            <a:ext cx="1359294" cy="1060319"/>
          </a:xfrm>
          <a:custGeom>
            <a:avLst/>
            <a:gdLst>
              <a:gd name="T0" fmla="*/ 0 w 827"/>
              <a:gd name="T1" fmla="*/ 296 h 644"/>
              <a:gd name="T2" fmla="*/ 111 w 827"/>
              <a:gd name="T3" fmla="*/ 328 h 644"/>
              <a:gd name="T4" fmla="*/ 111 w 827"/>
              <a:gd name="T5" fmla="*/ 453 h 644"/>
              <a:gd name="T6" fmla="*/ 691 w 827"/>
              <a:gd name="T7" fmla="*/ 644 h 644"/>
              <a:gd name="T8" fmla="*/ 827 w 827"/>
              <a:gd name="T9" fmla="*/ 618 h 644"/>
              <a:gd name="T10" fmla="*/ 824 w 827"/>
              <a:gd name="T11" fmla="*/ 490 h 644"/>
              <a:gd name="T12" fmla="*/ 0 w 827"/>
              <a:gd name="T13" fmla="*/ 29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644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7" y="618"/>
                  <a:pt x="827" y="618"/>
                  <a:pt x="827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8"/>
          <p:cNvSpPr>
            <a:spLocks/>
          </p:cNvSpPr>
          <p:nvPr/>
        </p:nvSpPr>
        <p:spPr bwMode="auto">
          <a:xfrm>
            <a:off x="1962563" y="3249718"/>
            <a:ext cx="1362770" cy="1060319"/>
          </a:xfrm>
          <a:custGeom>
            <a:avLst/>
            <a:gdLst>
              <a:gd name="T0" fmla="*/ 0 w 829"/>
              <a:gd name="T1" fmla="*/ 346 h 644"/>
              <a:gd name="T2" fmla="*/ 112 w 829"/>
              <a:gd name="T3" fmla="*/ 314 h 644"/>
              <a:gd name="T4" fmla="*/ 112 w 829"/>
              <a:gd name="T5" fmla="*/ 190 h 644"/>
              <a:gd name="T6" fmla="*/ 693 w 829"/>
              <a:gd name="T7" fmla="*/ 0 h 644"/>
              <a:gd name="T8" fmla="*/ 829 w 829"/>
              <a:gd name="T9" fmla="*/ 27 h 644"/>
              <a:gd name="T10" fmla="*/ 825 w 829"/>
              <a:gd name="T11" fmla="*/ 156 h 644"/>
              <a:gd name="T12" fmla="*/ 0 w 829"/>
              <a:gd name="T13" fmla="*/ 34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9" h="644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9"/>
          <p:cNvSpPr>
            <a:spLocks/>
          </p:cNvSpPr>
          <p:nvPr/>
        </p:nvSpPr>
        <p:spPr bwMode="auto">
          <a:xfrm>
            <a:off x="3248159" y="2678189"/>
            <a:ext cx="1358599" cy="1060319"/>
          </a:xfrm>
          <a:custGeom>
            <a:avLst/>
            <a:gdLst>
              <a:gd name="T0" fmla="*/ 0 w 827"/>
              <a:gd name="T1" fmla="*/ 296 h 644"/>
              <a:gd name="T2" fmla="*/ 111 w 827"/>
              <a:gd name="T3" fmla="*/ 328 h 644"/>
              <a:gd name="T4" fmla="*/ 111 w 827"/>
              <a:gd name="T5" fmla="*/ 453 h 644"/>
              <a:gd name="T6" fmla="*/ 691 w 827"/>
              <a:gd name="T7" fmla="*/ 644 h 644"/>
              <a:gd name="T8" fmla="*/ 827 w 827"/>
              <a:gd name="T9" fmla="*/ 618 h 644"/>
              <a:gd name="T10" fmla="*/ 824 w 827"/>
              <a:gd name="T11" fmla="*/ 490 h 644"/>
              <a:gd name="T12" fmla="*/ 0 w 827"/>
              <a:gd name="T13" fmla="*/ 29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644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7" y="618"/>
                  <a:pt x="827" y="618"/>
                  <a:pt x="827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0"/>
          <p:cNvSpPr>
            <a:spLocks/>
          </p:cNvSpPr>
          <p:nvPr/>
        </p:nvSpPr>
        <p:spPr bwMode="auto">
          <a:xfrm>
            <a:off x="4528188" y="3249718"/>
            <a:ext cx="1362770" cy="1060319"/>
          </a:xfrm>
          <a:custGeom>
            <a:avLst/>
            <a:gdLst>
              <a:gd name="T0" fmla="*/ 0 w 829"/>
              <a:gd name="T1" fmla="*/ 346 h 644"/>
              <a:gd name="T2" fmla="*/ 112 w 829"/>
              <a:gd name="T3" fmla="*/ 314 h 644"/>
              <a:gd name="T4" fmla="*/ 112 w 829"/>
              <a:gd name="T5" fmla="*/ 190 h 644"/>
              <a:gd name="T6" fmla="*/ 693 w 829"/>
              <a:gd name="T7" fmla="*/ 0 h 644"/>
              <a:gd name="T8" fmla="*/ 829 w 829"/>
              <a:gd name="T9" fmla="*/ 27 h 644"/>
              <a:gd name="T10" fmla="*/ 825 w 829"/>
              <a:gd name="T11" fmla="*/ 156 h 644"/>
              <a:gd name="T12" fmla="*/ 0 w 829"/>
              <a:gd name="T13" fmla="*/ 346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9" h="644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Oval 12"/>
          <p:cNvSpPr>
            <a:spLocks noChangeArrowheads="1"/>
          </p:cNvSpPr>
          <p:nvPr/>
        </p:nvSpPr>
        <p:spPr bwMode="auto">
          <a:xfrm>
            <a:off x="733291" y="3524358"/>
            <a:ext cx="866333" cy="867723"/>
          </a:xfrm>
          <a:prstGeom prst="ellipse">
            <a:avLst/>
          </a:prstGeom>
          <a:solidFill>
            <a:schemeClr val="bg1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6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Oval 11"/>
          <p:cNvSpPr>
            <a:spLocks noChangeArrowheads="1"/>
          </p:cNvSpPr>
          <p:nvPr/>
        </p:nvSpPr>
        <p:spPr bwMode="auto">
          <a:xfrm>
            <a:off x="818812" y="3609877"/>
            <a:ext cx="695291" cy="696682"/>
          </a:xfrm>
          <a:prstGeom prst="ellipse">
            <a:avLst/>
          </a:prstGeom>
          <a:solidFill>
            <a:schemeClr val="tx2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Oval 14"/>
          <p:cNvSpPr>
            <a:spLocks noChangeArrowheads="1"/>
          </p:cNvSpPr>
          <p:nvPr/>
        </p:nvSpPr>
        <p:spPr bwMode="auto">
          <a:xfrm>
            <a:off x="2048086" y="2575981"/>
            <a:ext cx="864247" cy="866333"/>
          </a:xfrm>
          <a:prstGeom prst="ellipse">
            <a:avLst/>
          </a:prstGeom>
          <a:solidFill>
            <a:schemeClr val="bg1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6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Oval 13"/>
          <p:cNvSpPr>
            <a:spLocks noChangeArrowheads="1"/>
          </p:cNvSpPr>
          <p:nvPr/>
        </p:nvSpPr>
        <p:spPr bwMode="auto">
          <a:xfrm>
            <a:off x="2132214" y="2660109"/>
            <a:ext cx="694596" cy="698072"/>
          </a:xfrm>
          <a:prstGeom prst="ellipse">
            <a:avLst/>
          </a:prstGeom>
          <a:solidFill>
            <a:schemeClr val="tx2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Oval 16"/>
          <p:cNvSpPr>
            <a:spLocks noChangeArrowheads="1"/>
          </p:cNvSpPr>
          <p:nvPr/>
        </p:nvSpPr>
        <p:spPr bwMode="auto">
          <a:xfrm>
            <a:off x="3284314" y="3524358"/>
            <a:ext cx="864247" cy="867723"/>
          </a:xfrm>
          <a:prstGeom prst="ellipse">
            <a:avLst/>
          </a:prstGeom>
          <a:solidFill>
            <a:schemeClr val="bg1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6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Oval 15"/>
          <p:cNvSpPr>
            <a:spLocks noChangeArrowheads="1"/>
          </p:cNvSpPr>
          <p:nvPr/>
        </p:nvSpPr>
        <p:spPr bwMode="auto">
          <a:xfrm>
            <a:off x="3367749" y="3609877"/>
            <a:ext cx="695291" cy="696682"/>
          </a:xfrm>
          <a:prstGeom prst="ellipse">
            <a:avLst/>
          </a:prstGeom>
          <a:solidFill>
            <a:schemeClr val="tx2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Oval 18"/>
          <p:cNvSpPr>
            <a:spLocks noChangeArrowheads="1"/>
          </p:cNvSpPr>
          <p:nvPr/>
        </p:nvSpPr>
        <p:spPr bwMode="auto">
          <a:xfrm>
            <a:off x="4606757" y="2575981"/>
            <a:ext cx="866333" cy="866333"/>
          </a:xfrm>
          <a:prstGeom prst="ellipse">
            <a:avLst/>
          </a:prstGeom>
          <a:solidFill>
            <a:schemeClr val="bg1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6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Oval 17"/>
          <p:cNvSpPr>
            <a:spLocks noChangeArrowheads="1"/>
          </p:cNvSpPr>
          <p:nvPr/>
        </p:nvSpPr>
        <p:spPr bwMode="auto">
          <a:xfrm>
            <a:off x="4692278" y="2660109"/>
            <a:ext cx="695291" cy="698072"/>
          </a:xfrm>
          <a:prstGeom prst="ellipse">
            <a:avLst/>
          </a:prstGeom>
          <a:solidFill>
            <a:schemeClr val="tx2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Oval 20"/>
          <p:cNvSpPr>
            <a:spLocks noChangeArrowheads="1"/>
          </p:cNvSpPr>
          <p:nvPr/>
        </p:nvSpPr>
        <p:spPr bwMode="auto">
          <a:xfrm>
            <a:off x="5844375" y="3524358"/>
            <a:ext cx="866333" cy="867723"/>
          </a:xfrm>
          <a:prstGeom prst="ellipse">
            <a:avLst/>
          </a:prstGeom>
          <a:solidFill>
            <a:schemeClr val="bg1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6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Oval 19"/>
          <p:cNvSpPr>
            <a:spLocks noChangeArrowheads="1"/>
          </p:cNvSpPr>
          <p:nvPr/>
        </p:nvSpPr>
        <p:spPr bwMode="auto">
          <a:xfrm>
            <a:off x="5929896" y="3609877"/>
            <a:ext cx="695291" cy="696682"/>
          </a:xfrm>
          <a:prstGeom prst="ellipse">
            <a:avLst/>
          </a:prstGeom>
          <a:solidFill>
            <a:schemeClr val="tx2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Oval 22"/>
          <p:cNvSpPr>
            <a:spLocks noChangeArrowheads="1"/>
          </p:cNvSpPr>
          <p:nvPr/>
        </p:nvSpPr>
        <p:spPr bwMode="auto">
          <a:xfrm>
            <a:off x="7156390" y="2575981"/>
            <a:ext cx="864247" cy="866333"/>
          </a:xfrm>
          <a:prstGeom prst="ellipse">
            <a:avLst/>
          </a:prstGeom>
          <a:solidFill>
            <a:schemeClr val="bg1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6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Oval 21"/>
          <p:cNvSpPr>
            <a:spLocks noChangeArrowheads="1"/>
          </p:cNvSpPr>
          <p:nvPr/>
        </p:nvSpPr>
        <p:spPr bwMode="auto">
          <a:xfrm>
            <a:off x="7239824" y="2660109"/>
            <a:ext cx="695291" cy="698072"/>
          </a:xfrm>
          <a:prstGeom prst="ellipse">
            <a:avLst/>
          </a:prstGeom>
          <a:solidFill>
            <a:schemeClr val="tx2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4" name="Group 63"/>
          <p:cNvGrpSpPr/>
          <p:nvPr/>
        </p:nvGrpSpPr>
        <p:grpSpPr>
          <a:xfrm>
            <a:off x="960276" y="2803760"/>
            <a:ext cx="842408" cy="353112"/>
            <a:chOff x="972105" y="2748731"/>
            <a:chExt cx="842408" cy="353112"/>
          </a:xfrm>
        </p:grpSpPr>
        <p:cxnSp>
          <p:nvCxnSpPr>
            <p:cNvPr id="47" name="Straight Connector 46"/>
            <p:cNvCxnSpPr/>
            <p:nvPr/>
          </p:nvCxnSpPr>
          <p:spPr>
            <a:xfrm>
              <a:off x="972105" y="2748731"/>
              <a:ext cx="247252" cy="353112"/>
            </a:xfrm>
            <a:prstGeom prst="line">
              <a:avLst/>
            </a:prstGeom>
            <a:ln w="12700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972105" y="2751113"/>
              <a:ext cx="84240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/>
          <p:cNvSpPr txBox="1"/>
          <p:nvPr/>
        </p:nvSpPr>
        <p:spPr>
          <a:xfrm>
            <a:off x="928132" y="2056522"/>
            <a:ext cx="60837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JAN-FEB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132" y="2271456"/>
            <a:ext cx="117193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</a:rPr>
              <a:t>Lorem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Ipsum</a:t>
            </a:r>
            <a:r>
              <a:rPr lang="en-US" sz="1000" dirty="0">
                <a:solidFill>
                  <a:schemeClr val="bg1"/>
                </a:solidFill>
              </a:rPr>
              <a:t> is simply dummy text of the </a:t>
            </a:r>
            <a:r>
              <a:rPr lang="en-US" sz="1000" dirty="0" smtClean="0">
                <a:solidFill>
                  <a:schemeClr val="bg1"/>
                </a:solidFill>
              </a:rPr>
              <a:t>typesetting </a:t>
            </a:r>
            <a:r>
              <a:rPr lang="en-US" sz="1000" dirty="0">
                <a:solidFill>
                  <a:schemeClr val="bg1"/>
                </a:solidFill>
              </a:rPr>
              <a:t>industry. </a:t>
            </a:r>
          </a:p>
        </p:txBody>
      </p:sp>
      <p:grpSp>
        <p:nvGrpSpPr>
          <p:cNvPr id="63" name="Group 62"/>
          <p:cNvGrpSpPr/>
          <p:nvPr/>
        </p:nvGrpSpPr>
        <p:grpSpPr>
          <a:xfrm flipV="1">
            <a:off x="2179374" y="3821389"/>
            <a:ext cx="842408" cy="353112"/>
            <a:chOff x="2093342" y="4252922"/>
            <a:chExt cx="842408" cy="353112"/>
          </a:xfrm>
        </p:grpSpPr>
        <p:cxnSp>
          <p:nvCxnSpPr>
            <p:cNvPr id="61" name="Straight Connector 60"/>
            <p:cNvCxnSpPr/>
            <p:nvPr/>
          </p:nvCxnSpPr>
          <p:spPr>
            <a:xfrm>
              <a:off x="2093342" y="4252922"/>
              <a:ext cx="247252" cy="353112"/>
            </a:xfrm>
            <a:prstGeom prst="line">
              <a:avLst/>
            </a:prstGeom>
            <a:ln w="12700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2093342" y="4255304"/>
              <a:ext cx="84240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/>
          <p:cNvGrpSpPr/>
          <p:nvPr/>
        </p:nvGrpSpPr>
        <p:grpSpPr>
          <a:xfrm>
            <a:off x="3477967" y="2803760"/>
            <a:ext cx="842408" cy="353112"/>
            <a:chOff x="972105" y="2748731"/>
            <a:chExt cx="842408" cy="353112"/>
          </a:xfrm>
        </p:grpSpPr>
        <p:cxnSp>
          <p:nvCxnSpPr>
            <p:cNvPr id="66" name="Straight Connector 65"/>
            <p:cNvCxnSpPr/>
            <p:nvPr/>
          </p:nvCxnSpPr>
          <p:spPr>
            <a:xfrm>
              <a:off x="972105" y="2748731"/>
              <a:ext cx="247252" cy="353112"/>
            </a:xfrm>
            <a:prstGeom prst="line">
              <a:avLst/>
            </a:prstGeom>
            <a:ln w="12700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H="1">
              <a:off x="972105" y="2751113"/>
              <a:ext cx="84240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/>
          <p:cNvGrpSpPr/>
          <p:nvPr/>
        </p:nvGrpSpPr>
        <p:grpSpPr>
          <a:xfrm flipV="1">
            <a:off x="4697065" y="3821389"/>
            <a:ext cx="842408" cy="353112"/>
            <a:chOff x="2093342" y="4252922"/>
            <a:chExt cx="842408" cy="353112"/>
          </a:xfrm>
        </p:grpSpPr>
        <p:cxnSp>
          <p:nvCxnSpPr>
            <p:cNvPr id="69" name="Straight Connector 68"/>
            <p:cNvCxnSpPr/>
            <p:nvPr/>
          </p:nvCxnSpPr>
          <p:spPr>
            <a:xfrm>
              <a:off x="2093342" y="4252922"/>
              <a:ext cx="247252" cy="353112"/>
            </a:xfrm>
            <a:prstGeom prst="line">
              <a:avLst/>
            </a:prstGeom>
            <a:ln w="12700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H="1">
              <a:off x="2093342" y="4255304"/>
              <a:ext cx="84240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/>
          <p:cNvGrpSpPr/>
          <p:nvPr/>
        </p:nvGrpSpPr>
        <p:grpSpPr>
          <a:xfrm>
            <a:off x="6038287" y="2803760"/>
            <a:ext cx="842408" cy="353112"/>
            <a:chOff x="972105" y="2748731"/>
            <a:chExt cx="842408" cy="353112"/>
          </a:xfrm>
        </p:grpSpPr>
        <p:cxnSp>
          <p:nvCxnSpPr>
            <p:cNvPr id="72" name="Straight Connector 71"/>
            <p:cNvCxnSpPr/>
            <p:nvPr/>
          </p:nvCxnSpPr>
          <p:spPr>
            <a:xfrm>
              <a:off x="972105" y="2748731"/>
              <a:ext cx="247252" cy="353112"/>
            </a:xfrm>
            <a:prstGeom prst="line">
              <a:avLst/>
            </a:prstGeom>
            <a:ln w="12700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flipH="1">
              <a:off x="972105" y="2751113"/>
              <a:ext cx="84240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 flipV="1">
            <a:off x="7257385" y="3821389"/>
            <a:ext cx="842408" cy="353112"/>
            <a:chOff x="2093342" y="4252922"/>
            <a:chExt cx="842408" cy="353112"/>
          </a:xfrm>
        </p:grpSpPr>
        <p:cxnSp>
          <p:nvCxnSpPr>
            <p:cNvPr id="75" name="Straight Connector 74"/>
            <p:cNvCxnSpPr/>
            <p:nvPr/>
          </p:nvCxnSpPr>
          <p:spPr>
            <a:xfrm>
              <a:off x="2093342" y="4252922"/>
              <a:ext cx="247252" cy="353112"/>
            </a:xfrm>
            <a:prstGeom prst="line">
              <a:avLst/>
            </a:prstGeom>
            <a:ln w="12700"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H="1">
              <a:off x="2093342" y="4255304"/>
              <a:ext cx="84240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TextBox 76"/>
          <p:cNvSpPr txBox="1"/>
          <p:nvPr/>
        </p:nvSpPr>
        <p:spPr>
          <a:xfrm>
            <a:off x="2179376" y="4235780"/>
            <a:ext cx="72776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MAR-APR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79374" y="4450714"/>
            <a:ext cx="117193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Lorem Ipsum is simply dummy text of the typesetting industry.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487985" y="2056522"/>
            <a:ext cx="69390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MAY-JUN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87983" y="2271456"/>
            <a:ext cx="117193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Lorem Ipsum is simply dummy text of the typesetting industry.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739227" y="4235780"/>
            <a:ext cx="64293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JUL-AUG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39225" y="4450714"/>
            <a:ext cx="117193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Lorem Ipsum is simply dummy text of the typesetting industry.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038287" y="2056522"/>
            <a:ext cx="62927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SEP-OCT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38287" y="2271456"/>
            <a:ext cx="117193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Lorem Ipsum is simply dummy text of the typesetting industry.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289531" y="4235780"/>
            <a:ext cx="6669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NOV-SEP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89529" y="4450714"/>
            <a:ext cx="117193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Lorem Ipsum is simply dummy text of the typesetting industry. </a:t>
            </a:r>
            <a:endParaRPr lang="en-US" sz="1000" dirty="0">
              <a:solidFill>
                <a:schemeClr val="bg1"/>
              </a:solidFill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7444592" y="2865476"/>
            <a:ext cx="285750" cy="287338"/>
            <a:chOff x="10455275" y="2498725"/>
            <a:chExt cx="285750" cy="287338"/>
          </a:xfrm>
          <a:solidFill>
            <a:schemeClr val="bg1"/>
          </a:solidFill>
        </p:grpSpPr>
        <p:sp>
          <p:nvSpPr>
            <p:cNvPr id="89" name="Freeform 214"/>
            <p:cNvSpPr>
              <a:spLocks noEditPoints="1"/>
            </p:cNvSpPr>
            <p:nvPr/>
          </p:nvSpPr>
          <p:spPr bwMode="auto">
            <a:xfrm>
              <a:off x="10455275" y="2593975"/>
              <a:ext cx="285750" cy="192088"/>
            </a:xfrm>
            <a:custGeom>
              <a:avLst/>
              <a:gdLst>
                <a:gd name="T0" fmla="*/ 812 w 903"/>
                <a:gd name="T1" fmla="*/ 30 h 601"/>
                <a:gd name="T2" fmla="*/ 512 w 903"/>
                <a:gd name="T3" fmla="*/ 571 h 601"/>
                <a:gd name="T4" fmla="*/ 602 w 903"/>
                <a:gd name="T5" fmla="*/ 571 h 601"/>
                <a:gd name="T6" fmla="*/ 301 w 903"/>
                <a:gd name="T7" fmla="*/ 210 h 601"/>
                <a:gd name="T8" fmla="*/ 301 w 903"/>
                <a:gd name="T9" fmla="*/ 571 h 601"/>
                <a:gd name="T10" fmla="*/ 181 w 903"/>
                <a:gd name="T11" fmla="*/ 421 h 601"/>
                <a:gd name="T12" fmla="*/ 888 w 903"/>
                <a:gd name="T13" fmla="*/ 571 h 601"/>
                <a:gd name="T14" fmla="*/ 842 w 903"/>
                <a:gd name="T15" fmla="*/ 12 h 601"/>
                <a:gd name="T16" fmla="*/ 838 w 903"/>
                <a:gd name="T17" fmla="*/ 5 h 601"/>
                <a:gd name="T18" fmla="*/ 830 w 903"/>
                <a:gd name="T19" fmla="*/ 0 h 601"/>
                <a:gd name="T20" fmla="*/ 704 w 903"/>
                <a:gd name="T21" fmla="*/ 0 h 601"/>
                <a:gd name="T22" fmla="*/ 696 w 903"/>
                <a:gd name="T23" fmla="*/ 5 h 601"/>
                <a:gd name="T24" fmla="*/ 692 w 903"/>
                <a:gd name="T25" fmla="*/ 12 h 601"/>
                <a:gd name="T26" fmla="*/ 632 w 903"/>
                <a:gd name="T27" fmla="*/ 571 h 601"/>
                <a:gd name="T28" fmla="*/ 631 w 903"/>
                <a:gd name="T29" fmla="*/ 280 h 601"/>
                <a:gd name="T30" fmla="*/ 626 w 903"/>
                <a:gd name="T31" fmla="*/ 274 h 601"/>
                <a:gd name="T32" fmla="*/ 617 w 903"/>
                <a:gd name="T33" fmla="*/ 270 h 601"/>
                <a:gd name="T34" fmla="*/ 491 w 903"/>
                <a:gd name="T35" fmla="*/ 271 h 601"/>
                <a:gd name="T36" fmla="*/ 484 w 903"/>
                <a:gd name="T37" fmla="*/ 278 h 601"/>
                <a:gd name="T38" fmla="*/ 482 w 903"/>
                <a:gd name="T39" fmla="*/ 285 h 601"/>
                <a:gd name="T40" fmla="*/ 421 w 903"/>
                <a:gd name="T41" fmla="*/ 195 h 601"/>
                <a:gd name="T42" fmla="*/ 419 w 903"/>
                <a:gd name="T43" fmla="*/ 187 h 601"/>
                <a:gd name="T44" fmla="*/ 412 w 903"/>
                <a:gd name="T45" fmla="*/ 181 h 601"/>
                <a:gd name="T46" fmla="*/ 286 w 903"/>
                <a:gd name="T47" fmla="*/ 180 h 601"/>
                <a:gd name="T48" fmla="*/ 277 w 903"/>
                <a:gd name="T49" fmla="*/ 184 h 601"/>
                <a:gd name="T50" fmla="*/ 272 w 903"/>
                <a:gd name="T51" fmla="*/ 190 h 601"/>
                <a:gd name="T52" fmla="*/ 271 w 903"/>
                <a:gd name="T53" fmla="*/ 571 h 601"/>
                <a:gd name="T54" fmla="*/ 211 w 903"/>
                <a:gd name="T55" fmla="*/ 403 h 601"/>
                <a:gd name="T56" fmla="*/ 207 w 903"/>
                <a:gd name="T57" fmla="*/ 396 h 601"/>
                <a:gd name="T58" fmla="*/ 199 w 903"/>
                <a:gd name="T59" fmla="*/ 391 h 601"/>
                <a:gd name="T60" fmla="*/ 73 w 903"/>
                <a:gd name="T61" fmla="*/ 391 h 601"/>
                <a:gd name="T62" fmla="*/ 65 w 903"/>
                <a:gd name="T63" fmla="*/ 396 h 601"/>
                <a:gd name="T64" fmla="*/ 61 w 903"/>
                <a:gd name="T65" fmla="*/ 403 h 601"/>
                <a:gd name="T66" fmla="*/ 16 w 903"/>
                <a:gd name="T67" fmla="*/ 571 h 601"/>
                <a:gd name="T68" fmla="*/ 7 w 903"/>
                <a:gd name="T69" fmla="*/ 573 h 601"/>
                <a:gd name="T70" fmla="*/ 2 w 903"/>
                <a:gd name="T71" fmla="*/ 581 h 601"/>
                <a:gd name="T72" fmla="*/ 1 w 903"/>
                <a:gd name="T73" fmla="*/ 590 h 601"/>
                <a:gd name="T74" fmla="*/ 5 w 903"/>
                <a:gd name="T75" fmla="*/ 597 h 601"/>
                <a:gd name="T76" fmla="*/ 13 w 903"/>
                <a:gd name="T77" fmla="*/ 601 h 601"/>
                <a:gd name="T78" fmla="*/ 196 w 903"/>
                <a:gd name="T79" fmla="*/ 601 h 601"/>
                <a:gd name="T80" fmla="*/ 497 w 903"/>
                <a:gd name="T81" fmla="*/ 601 h 601"/>
                <a:gd name="T82" fmla="*/ 827 w 903"/>
                <a:gd name="T83" fmla="*/ 601 h 601"/>
                <a:gd name="T84" fmla="*/ 893 w 903"/>
                <a:gd name="T85" fmla="*/ 600 h 601"/>
                <a:gd name="T86" fmla="*/ 900 w 903"/>
                <a:gd name="T87" fmla="*/ 595 h 601"/>
                <a:gd name="T88" fmla="*/ 903 w 903"/>
                <a:gd name="T89" fmla="*/ 586 h 601"/>
                <a:gd name="T90" fmla="*/ 900 w 903"/>
                <a:gd name="T91" fmla="*/ 578 h 601"/>
                <a:gd name="T92" fmla="*/ 893 w 903"/>
                <a:gd name="T93" fmla="*/ 572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03" h="601">
                  <a:moveTo>
                    <a:pt x="722" y="571"/>
                  </a:moveTo>
                  <a:lnTo>
                    <a:pt x="722" y="30"/>
                  </a:lnTo>
                  <a:lnTo>
                    <a:pt x="812" y="30"/>
                  </a:lnTo>
                  <a:lnTo>
                    <a:pt x="812" y="571"/>
                  </a:lnTo>
                  <a:lnTo>
                    <a:pt x="722" y="571"/>
                  </a:lnTo>
                  <a:close/>
                  <a:moveTo>
                    <a:pt x="512" y="571"/>
                  </a:moveTo>
                  <a:lnTo>
                    <a:pt x="512" y="300"/>
                  </a:lnTo>
                  <a:lnTo>
                    <a:pt x="602" y="300"/>
                  </a:lnTo>
                  <a:lnTo>
                    <a:pt x="602" y="571"/>
                  </a:lnTo>
                  <a:lnTo>
                    <a:pt x="512" y="571"/>
                  </a:lnTo>
                  <a:close/>
                  <a:moveTo>
                    <a:pt x="301" y="571"/>
                  </a:moveTo>
                  <a:lnTo>
                    <a:pt x="301" y="210"/>
                  </a:lnTo>
                  <a:lnTo>
                    <a:pt x="391" y="210"/>
                  </a:lnTo>
                  <a:lnTo>
                    <a:pt x="391" y="571"/>
                  </a:lnTo>
                  <a:lnTo>
                    <a:pt x="301" y="571"/>
                  </a:lnTo>
                  <a:close/>
                  <a:moveTo>
                    <a:pt x="91" y="571"/>
                  </a:moveTo>
                  <a:lnTo>
                    <a:pt x="91" y="421"/>
                  </a:lnTo>
                  <a:lnTo>
                    <a:pt x="181" y="421"/>
                  </a:lnTo>
                  <a:lnTo>
                    <a:pt x="181" y="571"/>
                  </a:lnTo>
                  <a:lnTo>
                    <a:pt x="91" y="571"/>
                  </a:lnTo>
                  <a:close/>
                  <a:moveTo>
                    <a:pt x="888" y="571"/>
                  </a:moveTo>
                  <a:lnTo>
                    <a:pt x="842" y="571"/>
                  </a:lnTo>
                  <a:lnTo>
                    <a:pt x="842" y="15"/>
                  </a:lnTo>
                  <a:lnTo>
                    <a:pt x="842" y="12"/>
                  </a:lnTo>
                  <a:lnTo>
                    <a:pt x="841" y="9"/>
                  </a:lnTo>
                  <a:lnTo>
                    <a:pt x="840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3" y="1"/>
                  </a:lnTo>
                  <a:lnTo>
                    <a:pt x="830" y="0"/>
                  </a:lnTo>
                  <a:lnTo>
                    <a:pt x="827" y="0"/>
                  </a:lnTo>
                  <a:lnTo>
                    <a:pt x="707" y="0"/>
                  </a:lnTo>
                  <a:lnTo>
                    <a:pt x="704" y="0"/>
                  </a:lnTo>
                  <a:lnTo>
                    <a:pt x="702" y="1"/>
                  </a:lnTo>
                  <a:lnTo>
                    <a:pt x="698" y="3"/>
                  </a:lnTo>
                  <a:lnTo>
                    <a:pt x="696" y="5"/>
                  </a:lnTo>
                  <a:lnTo>
                    <a:pt x="694" y="7"/>
                  </a:lnTo>
                  <a:lnTo>
                    <a:pt x="693" y="9"/>
                  </a:lnTo>
                  <a:lnTo>
                    <a:pt x="692" y="12"/>
                  </a:lnTo>
                  <a:lnTo>
                    <a:pt x="692" y="15"/>
                  </a:lnTo>
                  <a:lnTo>
                    <a:pt x="692" y="571"/>
                  </a:lnTo>
                  <a:lnTo>
                    <a:pt x="632" y="571"/>
                  </a:lnTo>
                  <a:lnTo>
                    <a:pt x="632" y="285"/>
                  </a:lnTo>
                  <a:lnTo>
                    <a:pt x="632" y="283"/>
                  </a:lnTo>
                  <a:lnTo>
                    <a:pt x="631" y="280"/>
                  </a:lnTo>
                  <a:lnTo>
                    <a:pt x="630" y="278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2" y="271"/>
                  </a:lnTo>
                  <a:lnTo>
                    <a:pt x="620" y="271"/>
                  </a:lnTo>
                  <a:lnTo>
                    <a:pt x="617" y="270"/>
                  </a:lnTo>
                  <a:lnTo>
                    <a:pt x="497" y="270"/>
                  </a:lnTo>
                  <a:lnTo>
                    <a:pt x="494" y="271"/>
                  </a:lnTo>
                  <a:lnTo>
                    <a:pt x="491" y="271"/>
                  </a:lnTo>
                  <a:lnTo>
                    <a:pt x="488" y="274"/>
                  </a:lnTo>
                  <a:lnTo>
                    <a:pt x="486" y="275"/>
                  </a:lnTo>
                  <a:lnTo>
                    <a:pt x="484" y="278"/>
                  </a:lnTo>
                  <a:lnTo>
                    <a:pt x="483" y="280"/>
                  </a:lnTo>
                  <a:lnTo>
                    <a:pt x="482" y="283"/>
                  </a:lnTo>
                  <a:lnTo>
                    <a:pt x="482" y="285"/>
                  </a:lnTo>
                  <a:lnTo>
                    <a:pt x="482" y="571"/>
                  </a:lnTo>
                  <a:lnTo>
                    <a:pt x="421" y="571"/>
                  </a:lnTo>
                  <a:lnTo>
                    <a:pt x="421" y="195"/>
                  </a:lnTo>
                  <a:lnTo>
                    <a:pt x="421" y="192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4"/>
                  </a:lnTo>
                  <a:lnTo>
                    <a:pt x="412" y="181"/>
                  </a:lnTo>
                  <a:lnTo>
                    <a:pt x="409" y="180"/>
                  </a:lnTo>
                  <a:lnTo>
                    <a:pt x="406" y="180"/>
                  </a:lnTo>
                  <a:lnTo>
                    <a:pt x="286" y="180"/>
                  </a:lnTo>
                  <a:lnTo>
                    <a:pt x="283" y="180"/>
                  </a:lnTo>
                  <a:lnTo>
                    <a:pt x="281" y="181"/>
                  </a:lnTo>
                  <a:lnTo>
                    <a:pt x="277" y="184"/>
                  </a:lnTo>
                  <a:lnTo>
                    <a:pt x="275" y="185"/>
                  </a:lnTo>
                  <a:lnTo>
                    <a:pt x="274" y="187"/>
                  </a:lnTo>
                  <a:lnTo>
                    <a:pt x="272" y="190"/>
                  </a:lnTo>
                  <a:lnTo>
                    <a:pt x="271" y="192"/>
                  </a:lnTo>
                  <a:lnTo>
                    <a:pt x="271" y="195"/>
                  </a:lnTo>
                  <a:lnTo>
                    <a:pt x="271" y="571"/>
                  </a:lnTo>
                  <a:lnTo>
                    <a:pt x="211" y="571"/>
                  </a:lnTo>
                  <a:lnTo>
                    <a:pt x="211" y="406"/>
                  </a:lnTo>
                  <a:lnTo>
                    <a:pt x="211" y="403"/>
                  </a:lnTo>
                  <a:lnTo>
                    <a:pt x="210" y="400"/>
                  </a:lnTo>
                  <a:lnTo>
                    <a:pt x="209" y="398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2"/>
                  </a:lnTo>
                  <a:lnTo>
                    <a:pt x="199" y="391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1"/>
                  </a:lnTo>
                  <a:lnTo>
                    <a:pt x="70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8"/>
                  </a:lnTo>
                  <a:lnTo>
                    <a:pt x="62" y="400"/>
                  </a:lnTo>
                  <a:lnTo>
                    <a:pt x="61" y="403"/>
                  </a:lnTo>
                  <a:lnTo>
                    <a:pt x="61" y="406"/>
                  </a:lnTo>
                  <a:lnTo>
                    <a:pt x="61" y="571"/>
                  </a:lnTo>
                  <a:lnTo>
                    <a:pt x="16" y="571"/>
                  </a:lnTo>
                  <a:lnTo>
                    <a:pt x="13" y="571"/>
                  </a:lnTo>
                  <a:lnTo>
                    <a:pt x="10" y="572"/>
                  </a:lnTo>
                  <a:lnTo>
                    <a:pt x="7" y="573"/>
                  </a:lnTo>
                  <a:lnTo>
                    <a:pt x="5" y="576"/>
                  </a:lnTo>
                  <a:lnTo>
                    <a:pt x="3" y="578"/>
                  </a:lnTo>
                  <a:lnTo>
                    <a:pt x="2" y="581"/>
                  </a:lnTo>
                  <a:lnTo>
                    <a:pt x="1" y="583"/>
                  </a:lnTo>
                  <a:lnTo>
                    <a:pt x="0" y="586"/>
                  </a:lnTo>
                  <a:lnTo>
                    <a:pt x="1" y="590"/>
                  </a:lnTo>
                  <a:lnTo>
                    <a:pt x="2" y="593"/>
                  </a:lnTo>
                  <a:lnTo>
                    <a:pt x="3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10" y="600"/>
                  </a:lnTo>
                  <a:lnTo>
                    <a:pt x="13" y="601"/>
                  </a:lnTo>
                  <a:lnTo>
                    <a:pt x="16" y="601"/>
                  </a:lnTo>
                  <a:lnTo>
                    <a:pt x="76" y="601"/>
                  </a:lnTo>
                  <a:lnTo>
                    <a:pt x="196" y="601"/>
                  </a:lnTo>
                  <a:lnTo>
                    <a:pt x="286" y="601"/>
                  </a:lnTo>
                  <a:lnTo>
                    <a:pt x="406" y="601"/>
                  </a:lnTo>
                  <a:lnTo>
                    <a:pt x="497" y="601"/>
                  </a:lnTo>
                  <a:lnTo>
                    <a:pt x="617" y="601"/>
                  </a:lnTo>
                  <a:lnTo>
                    <a:pt x="707" y="601"/>
                  </a:lnTo>
                  <a:lnTo>
                    <a:pt x="827" y="601"/>
                  </a:lnTo>
                  <a:lnTo>
                    <a:pt x="888" y="601"/>
                  </a:lnTo>
                  <a:lnTo>
                    <a:pt x="890" y="601"/>
                  </a:lnTo>
                  <a:lnTo>
                    <a:pt x="893" y="600"/>
                  </a:lnTo>
                  <a:lnTo>
                    <a:pt x="896" y="599"/>
                  </a:lnTo>
                  <a:lnTo>
                    <a:pt x="898" y="597"/>
                  </a:lnTo>
                  <a:lnTo>
                    <a:pt x="900" y="595"/>
                  </a:lnTo>
                  <a:lnTo>
                    <a:pt x="901" y="593"/>
                  </a:lnTo>
                  <a:lnTo>
                    <a:pt x="902" y="590"/>
                  </a:lnTo>
                  <a:lnTo>
                    <a:pt x="903" y="586"/>
                  </a:lnTo>
                  <a:lnTo>
                    <a:pt x="902" y="583"/>
                  </a:lnTo>
                  <a:lnTo>
                    <a:pt x="901" y="581"/>
                  </a:lnTo>
                  <a:lnTo>
                    <a:pt x="900" y="578"/>
                  </a:lnTo>
                  <a:lnTo>
                    <a:pt x="898" y="576"/>
                  </a:lnTo>
                  <a:lnTo>
                    <a:pt x="896" y="573"/>
                  </a:lnTo>
                  <a:lnTo>
                    <a:pt x="893" y="572"/>
                  </a:lnTo>
                  <a:lnTo>
                    <a:pt x="890" y="571"/>
                  </a:lnTo>
                  <a:lnTo>
                    <a:pt x="888" y="5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215"/>
            <p:cNvSpPr>
              <a:spLocks noEditPoints="1"/>
            </p:cNvSpPr>
            <p:nvPr/>
          </p:nvSpPr>
          <p:spPr bwMode="auto">
            <a:xfrm>
              <a:off x="10474325" y="2498725"/>
              <a:ext cx="252413" cy="157163"/>
            </a:xfrm>
            <a:custGeom>
              <a:avLst/>
              <a:gdLst>
                <a:gd name="T0" fmla="*/ 83 w 796"/>
                <a:gd name="T1" fmla="*/ 417 h 496"/>
                <a:gd name="T2" fmla="*/ 89 w 796"/>
                <a:gd name="T3" fmla="*/ 431 h 496"/>
                <a:gd name="T4" fmla="*/ 76 w 796"/>
                <a:gd name="T5" fmla="*/ 461 h 496"/>
                <a:gd name="T6" fmla="*/ 43 w 796"/>
                <a:gd name="T7" fmla="*/ 461 h 496"/>
                <a:gd name="T8" fmla="*/ 30 w 796"/>
                <a:gd name="T9" fmla="*/ 430 h 496"/>
                <a:gd name="T10" fmla="*/ 54 w 796"/>
                <a:gd name="T11" fmla="*/ 407 h 496"/>
                <a:gd name="T12" fmla="*/ 302 w 796"/>
                <a:gd name="T13" fmla="*/ 216 h 496"/>
                <a:gd name="T14" fmla="*/ 315 w 796"/>
                <a:gd name="T15" fmla="*/ 247 h 496"/>
                <a:gd name="T16" fmla="*/ 291 w 796"/>
                <a:gd name="T17" fmla="*/ 270 h 496"/>
                <a:gd name="T18" fmla="*/ 260 w 796"/>
                <a:gd name="T19" fmla="*/ 257 h 496"/>
                <a:gd name="T20" fmla="*/ 260 w 796"/>
                <a:gd name="T21" fmla="*/ 224 h 496"/>
                <a:gd name="T22" fmla="*/ 511 w 796"/>
                <a:gd name="T23" fmla="*/ 301 h 496"/>
                <a:gd name="T24" fmla="*/ 530 w 796"/>
                <a:gd name="T25" fmla="*/ 308 h 496"/>
                <a:gd name="T26" fmla="*/ 541 w 796"/>
                <a:gd name="T27" fmla="*/ 331 h 496"/>
                <a:gd name="T28" fmla="*/ 523 w 796"/>
                <a:gd name="T29" fmla="*/ 359 h 496"/>
                <a:gd name="T30" fmla="*/ 490 w 796"/>
                <a:gd name="T31" fmla="*/ 353 h 496"/>
                <a:gd name="T32" fmla="*/ 483 w 796"/>
                <a:gd name="T33" fmla="*/ 320 h 496"/>
                <a:gd name="T34" fmla="*/ 511 w 796"/>
                <a:gd name="T35" fmla="*/ 301 h 496"/>
                <a:gd name="T36" fmla="*/ 757 w 796"/>
                <a:gd name="T37" fmla="*/ 39 h 496"/>
                <a:gd name="T38" fmla="*/ 764 w 796"/>
                <a:gd name="T39" fmla="*/ 72 h 496"/>
                <a:gd name="T40" fmla="*/ 736 w 796"/>
                <a:gd name="T41" fmla="*/ 90 h 496"/>
                <a:gd name="T42" fmla="*/ 708 w 796"/>
                <a:gd name="T43" fmla="*/ 72 h 496"/>
                <a:gd name="T44" fmla="*/ 716 w 796"/>
                <a:gd name="T45" fmla="*/ 39 h 496"/>
                <a:gd name="T46" fmla="*/ 60 w 796"/>
                <a:gd name="T47" fmla="*/ 496 h 496"/>
                <a:gd name="T48" fmla="*/ 93 w 796"/>
                <a:gd name="T49" fmla="*/ 487 h 496"/>
                <a:gd name="T50" fmla="*/ 115 w 796"/>
                <a:gd name="T51" fmla="*/ 460 h 496"/>
                <a:gd name="T52" fmla="*/ 118 w 796"/>
                <a:gd name="T53" fmla="*/ 422 h 496"/>
                <a:gd name="T54" fmla="*/ 276 w 796"/>
                <a:gd name="T55" fmla="*/ 300 h 496"/>
                <a:gd name="T56" fmla="*/ 318 w 796"/>
                <a:gd name="T57" fmla="*/ 291 h 496"/>
                <a:gd name="T58" fmla="*/ 451 w 796"/>
                <a:gd name="T59" fmla="*/ 331 h 496"/>
                <a:gd name="T60" fmla="*/ 461 w 796"/>
                <a:gd name="T61" fmla="*/ 365 h 496"/>
                <a:gd name="T62" fmla="*/ 487 w 796"/>
                <a:gd name="T63" fmla="*/ 387 h 496"/>
                <a:gd name="T64" fmla="*/ 523 w 796"/>
                <a:gd name="T65" fmla="*/ 390 h 496"/>
                <a:gd name="T66" fmla="*/ 554 w 796"/>
                <a:gd name="T67" fmla="*/ 373 h 496"/>
                <a:gd name="T68" fmla="*/ 570 w 796"/>
                <a:gd name="T69" fmla="*/ 343 h 496"/>
                <a:gd name="T70" fmla="*/ 559 w 796"/>
                <a:gd name="T71" fmla="*/ 296 h 496"/>
                <a:gd name="T72" fmla="*/ 742 w 796"/>
                <a:gd name="T73" fmla="*/ 120 h 496"/>
                <a:gd name="T74" fmla="*/ 775 w 796"/>
                <a:gd name="T75" fmla="*/ 106 h 496"/>
                <a:gd name="T76" fmla="*/ 794 w 796"/>
                <a:gd name="T77" fmla="*/ 79 h 496"/>
                <a:gd name="T78" fmla="*/ 794 w 796"/>
                <a:gd name="T79" fmla="*/ 43 h 496"/>
                <a:gd name="T80" fmla="*/ 775 w 796"/>
                <a:gd name="T81" fmla="*/ 14 h 496"/>
                <a:gd name="T82" fmla="*/ 742 w 796"/>
                <a:gd name="T83" fmla="*/ 0 h 496"/>
                <a:gd name="T84" fmla="*/ 708 w 796"/>
                <a:gd name="T85" fmla="*/ 8 h 496"/>
                <a:gd name="T86" fmla="*/ 683 w 796"/>
                <a:gd name="T87" fmla="*/ 31 h 496"/>
                <a:gd name="T88" fmla="*/ 677 w 796"/>
                <a:gd name="T89" fmla="*/ 70 h 496"/>
                <a:gd name="T90" fmla="*/ 524 w 796"/>
                <a:gd name="T91" fmla="*/ 272 h 496"/>
                <a:gd name="T92" fmla="*/ 483 w 796"/>
                <a:gd name="T93" fmla="*/ 278 h 496"/>
                <a:gd name="T94" fmla="*/ 345 w 796"/>
                <a:gd name="T95" fmla="*/ 245 h 496"/>
                <a:gd name="T96" fmla="*/ 339 w 796"/>
                <a:gd name="T97" fmla="*/ 212 h 496"/>
                <a:gd name="T98" fmla="*/ 314 w 796"/>
                <a:gd name="T99" fmla="*/ 188 h 496"/>
                <a:gd name="T100" fmla="*/ 280 w 796"/>
                <a:gd name="T101" fmla="*/ 181 h 496"/>
                <a:gd name="T102" fmla="*/ 247 w 796"/>
                <a:gd name="T103" fmla="*/ 194 h 496"/>
                <a:gd name="T104" fmla="*/ 228 w 796"/>
                <a:gd name="T105" fmla="*/ 223 h 496"/>
                <a:gd name="T106" fmla="*/ 229 w 796"/>
                <a:gd name="T107" fmla="*/ 262 h 496"/>
                <a:gd name="T108" fmla="*/ 60 w 796"/>
                <a:gd name="T109" fmla="*/ 376 h 496"/>
                <a:gd name="T110" fmla="*/ 26 w 796"/>
                <a:gd name="T111" fmla="*/ 387 h 496"/>
                <a:gd name="T112" fmla="*/ 4 w 796"/>
                <a:gd name="T113" fmla="*/ 413 h 496"/>
                <a:gd name="T114" fmla="*/ 1 w 796"/>
                <a:gd name="T115" fmla="*/ 448 h 496"/>
                <a:gd name="T116" fmla="*/ 17 w 796"/>
                <a:gd name="T117" fmla="*/ 479 h 496"/>
                <a:gd name="T118" fmla="*/ 47 w 796"/>
                <a:gd name="T119" fmla="*/ 495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96" h="496">
                  <a:moveTo>
                    <a:pt x="60" y="406"/>
                  </a:moveTo>
                  <a:lnTo>
                    <a:pt x="66" y="407"/>
                  </a:lnTo>
                  <a:lnTo>
                    <a:pt x="73" y="410"/>
                  </a:lnTo>
                  <a:lnTo>
                    <a:pt x="78" y="413"/>
                  </a:lnTo>
                  <a:lnTo>
                    <a:pt x="83" y="417"/>
                  </a:lnTo>
                  <a:lnTo>
                    <a:pt x="83" y="417"/>
                  </a:lnTo>
                  <a:lnTo>
                    <a:pt x="83" y="417"/>
                  </a:lnTo>
                  <a:lnTo>
                    <a:pt x="83" y="417"/>
                  </a:lnTo>
                  <a:lnTo>
                    <a:pt x="83" y="417"/>
                  </a:lnTo>
                  <a:lnTo>
                    <a:pt x="86" y="421"/>
                  </a:lnTo>
                  <a:lnTo>
                    <a:pt x="88" y="426"/>
                  </a:lnTo>
                  <a:lnTo>
                    <a:pt x="89" y="431"/>
                  </a:lnTo>
                  <a:lnTo>
                    <a:pt x="90" y="436"/>
                  </a:lnTo>
                  <a:lnTo>
                    <a:pt x="89" y="443"/>
                  </a:lnTo>
                  <a:lnTo>
                    <a:pt x="88" y="448"/>
                  </a:lnTo>
                  <a:lnTo>
                    <a:pt x="85" y="453"/>
                  </a:lnTo>
                  <a:lnTo>
                    <a:pt x="81" y="458"/>
                  </a:lnTo>
                  <a:lnTo>
                    <a:pt x="76" y="461"/>
                  </a:lnTo>
                  <a:lnTo>
                    <a:pt x="72" y="464"/>
                  </a:lnTo>
                  <a:lnTo>
                    <a:pt x="65" y="466"/>
                  </a:lnTo>
                  <a:lnTo>
                    <a:pt x="60" y="466"/>
                  </a:lnTo>
                  <a:lnTo>
                    <a:pt x="54" y="466"/>
                  </a:lnTo>
                  <a:lnTo>
                    <a:pt x="48" y="464"/>
                  </a:lnTo>
                  <a:lnTo>
                    <a:pt x="43" y="461"/>
                  </a:lnTo>
                  <a:lnTo>
                    <a:pt x="39" y="458"/>
                  </a:lnTo>
                  <a:lnTo>
                    <a:pt x="34" y="453"/>
                  </a:lnTo>
                  <a:lnTo>
                    <a:pt x="32" y="448"/>
                  </a:lnTo>
                  <a:lnTo>
                    <a:pt x="30" y="443"/>
                  </a:lnTo>
                  <a:lnTo>
                    <a:pt x="30" y="436"/>
                  </a:lnTo>
                  <a:lnTo>
                    <a:pt x="30" y="430"/>
                  </a:lnTo>
                  <a:lnTo>
                    <a:pt x="32" y="425"/>
                  </a:lnTo>
                  <a:lnTo>
                    <a:pt x="34" y="419"/>
                  </a:lnTo>
                  <a:lnTo>
                    <a:pt x="39" y="415"/>
                  </a:lnTo>
                  <a:lnTo>
                    <a:pt x="43" y="412"/>
                  </a:lnTo>
                  <a:lnTo>
                    <a:pt x="48" y="409"/>
                  </a:lnTo>
                  <a:lnTo>
                    <a:pt x="54" y="407"/>
                  </a:lnTo>
                  <a:lnTo>
                    <a:pt x="60" y="406"/>
                  </a:lnTo>
                  <a:lnTo>
                    <a:pt x="60" y="406"/>
                  </a:lnTo>
                  <a:close/>
                  <a:moveTo>
                    <a:pt x="285" y="211"/>
                  </a:moveTo>
                  <a:lnTo>
                    <a:pt x="291" y="211"/>
                  </a:lnTo>
                  <a:lnTo>
                    <a:pt x="297" y="214"/>
                  </a:lnTo>
                  <a:lnTo>
                    <a:pt x="302" y="216"/>
                  </a:lnTo>
                  <a:lnTo>
                    <a:pt x="306" y="220"/>
                  </a:lnTo>
                  <a:lnTo>
                    <a:pt x="311" y="224"/>
                  </a:lnTo>
                  <a:lnTo>
                    <a:pt x="313" y="230"/>
                  </a:lnTo>
                  <a:lnTo>
                    <a:pt x="315" y="235"/>
                  </a:lnTo>
                  <a:lnTo>
                    <a:pt x="315" y="241"/>
                  </a:lnTo>
                  <a:lnTo>
                    <a:pt x="315" y="247"/>
                  </a:lnTo>
                  <a:lnTo>
                    <a:pt x="313" y="253"/>
                  </a:lnTo>
                  <a:lnTo>
                    <a:pt x="311" y="257"/>
                  </a:lnTo>
                  <a:lnTo>
                    <a:pt x="306" y="262"/>
                  </a:lnTo>
                  <a:lnTo>
                    <a:pt x="302" y="266"/>
                  </a:lnTo>
                  <a:lnTo>
                    <a:pt x="297" y="268"/>
                  </a:lnTo>
                  <a:lnTo>
                    <a:pt x="291" y="270"/>
                  </a:lnTo>
                  <a:lnTo>
                    <a:pt x="285" y="271"/>
                  </a:lnTo>
                  <a:lnTo>
                    <a:pt x="280" y="270"/>
                  </a:lnTo>
                  <a:lnTo>
                    <a:pt x="273" y="268"/>
                  </a:lnTo>
                  <a:lnTo>
                    <a:pt x="269" y="266"/>
                  </a:lnTo>
                  <a:lnTo>
                    <a:pt x="264" y="262"/>
                  </a:lnTo>
                  <a:lnTo>
                    <a:pt x="260" y="257"/>
                  </a:lnTo>
                  <a:lnTo>
                    <a:pt x="257" y="253"/>
                  </a:lnTo>
                  <a:lnTo>
                    <a:pt x="256" y="247"/>
                  </a:lnTo>
                  <a:lnTo>
                    <a:pt x="255" y="241"/>
                  </a:lnTo>
                  <a:lnTo>
                    <a:pt x="256" y="235"/>
                  </a:lnTo>
                  <a:lnTo>
                    <a:pt x="257" y="230"/>
                  </a:lnTo>
                  <a:lnTo>
                    <a:pt x="260" y="224"/>
                  </a:lnTo>
                  <a:lnTo>
                    <a:pt x="264" y="220"/>
                  </a:lnTo>
                  <a:lnTo>
                    <a:pt x="269" y="216"/>
                  </a:lnTo>
                  <a:lnTo>
                    <a:pt x="273" y="214"/>
                  </a:lnTo>
                  <a:lnTo>
                    <a:pt x="280" y="211"/>
                  </a:lnTo>
                  <a:lnTo>
                    <a:pt x="285" y="211"/>
                  </a:lnTo>
                  <a:close/>
                  <a:moveTo>
                    <a:pt x="511" y="301"/>
                  </a:moveTo>
                  <a:lnTo>
                    <a:pt x="516" y="301"/>
                  </a:lnTo>
                  <a:lnTo>
                    <a:pt x="521" y="302"/>
                  </a:lnTo>
                  <a:lnTo>
                    <a:pt x="526" y="306"/>
                  </a:lnTo>
                  <a:lnTo>
                    <a:pt x="530" y="308"/>
                  </a:lnTo>
                  <a:lnTo>
                    <a:pt x="530" y="308"/>
                  </a:lnTo>
                  <a:lnTo>
                    <a:pt x="530" y="308"/>
                  </a:lnTo>
                  <a:lnTo>
                    <a:pt x="530" y="308"/>
                  </a:lnTo>
                  <a:lnTo>
                    <a:pt x="530" y="308"/>
                  </a:lnTo>
                  <a:lnTo>
                    <a:pt x="535" y="313"/>
                  </a:lnTo>
                  <a:lnTo>
                    <a:pt x="538" y="319"/>
                  </a:lnTo>
                  <a:lnTo>
                    <a:pt x="540" y="325"/>
                  </a:lnTo>
                  <a:lnTo>
                    <a:pt x="541" y="331"/>
                  </a:lnTo>
                  <a:lnTo>
                    <a:pt x="540" y="337"/>
                  </a:lnTo>
                  <a:lnTo>
                    <a:pt x="539" y="343"/>
                  </a:lnTo>
                  <a:lnTo>
                    <a:pt x="536" y="347"/>
                  </a:lnTo>
                  <a:lnTo>
                    <a:pt x="532" y="353"/>
                  </a:lnTo>
                  <a:lnTo>
                    <a:pt x="527" y="356"/>
                  </a:lnTo>
                  <a:lnTo>
                    <a:pt x="523" y="359"/>
                  </a:lnTo>
                  <a:lnTo>
                    <a:pt x="516" y="360"/>
                  </a:lnTo>
                  <a:lnTo>
                    <a:pt x="511" y="361"/>
                  </a:lnTo>
                  <a:lnTo>
                    <a:pt x="505" y="360"/>
                  </a:lnTo>
                  <a:lnTo>
                    <a:pt x="499" y="359"/>
                  </a:lnTo>
                  <a:lnTo>
                    <a:pt x="494" y="356"/>
                  </a:lnTo>
                  <a:lnTo>
                    <a:pt x="490" y="353"/>
                  </a:lnTo>
                  <a:lnTo>
                    <a:pt x="486" y="349"/>
                  </a:lnTo>
                  <a:lnTo>
                    <a:pt x="483" y="343"/>
                  </a:lnTo>
                  <a:lnTo>
                    <a:pt x="481" y="337"/>
                  </a:lnTo>
                  <a:lnTo>
                    <a:pt x="481" y="331"/>
                  </a:lnTo>
                  <a:lnTo>
                    <a:pt x="481" y="325"/>
                  </a:lnTo>
                  <a:lnTo>
                    <a:pt x="483" y="320"/>
                  </a:lnTo>
                  <a:lnTo>
                    <a:pt x="486" y="314"/>
                  </a:lnTo>
                  <a:lnTo>
                    <a:pt x="490" y="310"/>
                  </a:lnTo>
                  <a:lnTo>
                    <a:pt x="494" y="307"/>
                  </a:lnTo>
                  <a:lnTo>
                    <a:pt x="499" y="304"/>
                  </a:lnTo>
                  <a:lnTo>
                    <a:pt x="505" y="301"/>
                  </a:lnTo>
                  <a:lnTo>
                    <a:pt x="511" y="301"/>
                  </a:lnTo>
                  <a:lnTo>
                    <a:pt x="511" y="301"/>
                  </a:lnTo>
                  <a:close/>
                  <a:moveTo>
                    <a:pt x="736" y="30"/>
                  </a:moveTo>
                  <a:lnTo>
                    <a:pt x="742" y="31"/>
                  </a:lnTo>
                  <a:lnTo>
                    <a:pt x="748" y="33"/>
                  </a:lnTo>
                  <a:lnTo>
                    <a:pt x="753" y="36"/>
                  </a:lnTo>
                  <a:lnTo>
                    <a:pt x="757" y="39"/>
                  </a:lnTo>
                  <a:lnTo>
                    <a:pt x="762" y="43"/>
                  </a:lnTo>
                  <a:lnTo>
                    <a:pt x="764" y="49"/>
                  </a:lnTo>
                  <a:lnTo>
                    <a:pt x="766" y="55"/>
                  </a:lnTo>
                  <a:lnTo>
                    <a:pt x="766" y="60"/>
                  </a:lnTo>
                  <a:lnTo>
                    <a:pt x="766" y="67"/>
                  </a:lnTo>
                  <a:lnTo>
                    <a:pt x="764" y="72"/>
                  </a:lnTo>
                  <a:lnTo>
                    <a:pt x="762" y="78"/>
                  </a:lnTo>
                  <a:lnTo>
                    <a:pt x="757" y="82"/>
                  </a:lnTo>
                  <a:lnTo>
                    <a:pt x="753" y="85"/>
                  </a:lnTo>
                  <a:lnTo>
                    <a:pt x="748" y="88"/>
                  </a:lnTo>
                  <a:lnTo>
                    <a:pt x="742" y="90"/>
                  </a:lnTo>
                  <a:lnTo>
                    <a:pt x="736" y="90"/>
                  </a:lnTo>
                  <a:lnTo>
                    <a:pt x="731" y="90"/>
                  </a:lnTo>
                  <a:lnTo>
                    <a:pt x="724" y="88"/>
                  </a:lnTo>
                  <a:lnTo>
                    <a:pt x="720" y="85"/>
                  </a:lnTo>
                  <a:lnTo>
                    <a:pt x="716" y="82"/>
                  </a:lnTo>
                  <a:lnTo>
                    <a:pt x="711" y="78"/>
                  </a:lnTo>
                  <a:lnTo>
                    <a:pt x="708" y="72"/>
                  </a:lnTo>
                  <a:lnTo>
                    <a:pt x="707" y="67"/>
                  </a:lnTo>
                  <a:lnTo>
                    <a:pt x="706" y="60"/>
                  </a:lnTo>
                  <a:lnTo>
                    <a:pt x="707" y="55"/>
                  </a:lnTo>
                  <a:lnTo>
                    <a:pt x="708" y="49"/>
                  </a:lnTo>
                  <a:lnTo>
                    <a:pt x="711" y="43"/>
                  </a:lnTo>
                  <a:lnTo>
                    <a:pt x="716" y="39"/>
                  </a:lnTo>
                  <a:lnTo>
                    <a:pt x="720" y="36"/>
                  </a:lnTo>
                  <a:lnTo>
                    <a:pt x="724" y="33"/>
                  </a:lnTo>
                  <a:lnTo>
                    <a:pt x="731" y="31"/>
                  </a:lnTo>
                  <a:lnTo>
                    <a:pt x="736" y="30"/>
                  </a:lnTo>
                  <a:lnTo>
                    <a:pt x="736" y="30"/>
                  </a:lnTo>
                  <a:close/>
                  <a:moveTo>
                    <a:pt x="60" y="496"/>
                  </a:moveTo>
                  <a:lnTo>
                    <a:pt x="66" y="496"/>
                  </a:lnTo>
                  <a:lnTo>
                    <a:pt x="72" y="495"/>
                  </a:lnTo>
                  <a:lnTo>
                    <a:pt x="77" y="494"/>
                  </a:lnTo>
                  <a:lnTo>
                    <a:pt x="84" y="492"/>
                  </a:lnTo>
                  <a:lnTo>
                    <a:pt x="89" y="489"/>
                  </a:lnTo>
                  <a:lnTo>
                    <a:pt x="93" y="487"/>
                  </a:lnTo>
                  <a:lnTo>
                    <a:pt x="98" y="482"/>
                  </a:lnTo>
                  <a:lnTo>
                    <a:pt x="102" y="479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3" y="465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8"/>
                  </a:lnTo>
                  <a:lnTo>
                    <a:pt x="120" y="443"/>
                  </a:lnTo>
                  <a:lnTo>
                    <a:pt x="120" y="436"/>
                  </a:lnTo>
                  <a:lnTo>
                    <a:pt x="119" y="429"/>
                  </a:lnTo>
                  <a:lnTo>
                    <a:pt x="118" y="422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1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6" y="300"/>
                  </a:lnTo>
                  <a:lnTo>
                    <a:pt x="285" y="301"/>
                  </a:lnTo>
                  <a:lnTo>
                    <a:pt x="292" y="300"/>
                  </a:lnTo>
                  <a:lnTo>
                    <a:pt x="300" y="299"/>
                  </a:lnTo>
                  <a:lnTo>
                    <a:pt x="306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6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1"/>
                  </a:lnTo>
                  <a:lnTo>
                    <a:pt x="451" y="338"/>
                  </a:lnTo>
                  <a:lnTo>
                    <a:pt x="452" y="343"/>
                  </a:lnTo>
                  <a:lnTo>
                    <a:pt x="453" y="350"/>
                  </a:lnTo>
                  <a:lnTo>
                    <a:pt x="455" y="355"/>
                  </a:lnTo>
                  <a:lnTo>
                    <a:pt x="457" y="360"/>
                  </a:lnTo>
                  <a:lnTo>
                    <a:pt x="461" y="365"/>
                  </a:lnTo>
                  <a:lnTo>
                    <a:pt x="464" y="370"/>
                  </a:lnTo>
                  <a:lnTo>
                    <a:pt x="468" y="374"/>
                  </a:lnTo>
                  <a:lnTo>
                    <a:pt x="472" y="377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7" y="387"/>
                  </a:lnTo>
                  <a:lnTo>
                    <a:pt x="493" y="388"/>
                  </a:lnTo>
                  <a:lnTo>
                    <a:pt x="498" y="390"/>
                  </a:lnTo>
                  <a:lnTo>
                    <a:pt x="505" y="391"/>
                  </a:lnTo>
                  <a:lnTo>
                    <a:pt x="511" y="391"/>
                  </a:lnTo>
                  <a:lnTo>
                    <a:pt x="517" y="391"/>
                  </a:lnTo>
                  <a:lnTo>
                    <a:pt x="523" y="390"/>
                  </a:lnTo>
                  <a:lnTo>
                    <a:pt x="529" y="388"/>
                  </a:lnTo>
                  <a:lnTo>
                    <a:pt x="535" y="387"/>
                  </a:lnTo>
                  <a:lnTo>
                    <a:pt x="540" y="384"/>
                  </a:lnTo>
                  <a:lnTo>
                    <a:pt x="544" y="381"/>
                  </a:lnTo>
                  <a:lnTo>
                    <a:pt x="550" y="377"/>
                  </a:lnTo>
                  <a:lnTo>
                    <a:pt x="554" y="373"/>
                  </a:lnTo>
                  <a:lnTo>
                    <a:pt x="557" y="370"/>
                  </a:lnTo>
                  <a:lnTo>
                    <a:pt x="560" y="365"/>
                  </a:lnTo>
                  <a:lnTo>
                    <a:pt x="564" y="360"/>
                  </a:lnTo>
                  <a:lnTo>
                    <a:pt x="567" y="355"/>
                  </a:lnTo>
                  <a:lnTo>
                    <a:pt x="568" y="350"/>
                  </a:lnTo>
                  <a:lnTo>
                    <a:pt x="570" y="343"/>
                  </a:lnTo>
                  <a:lnTo>
                    <a:pt x="571" y="338"/>
                  </a:lnTo>
                  <a:lnTo>
                    <a:pt x="571" y="331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59" y="296"/>
                  </a:lnTo>
                  <a:lnTo>
                    <a:pt x="710" y="115"/>
                  </a:lnTo>
                  <a:lnTo>
                    <a:pt x="717" y="117"/>
                  </a:lnTo>
                  <a:lnTo>
                    <a:pt x="723" y="119"/>
                  </a:lnTo>
                  <a:lnTo>
                    <a:pt x="730" y="120"/>
                  </a:lnTo>
                  <a:lnTo>
                    <a:pt x="736" y="120"/>
                  </a:lnTo>
                  <a:lnTo>
                    <a:pt x="742" y="120"/>
                  </a:lnTo>
                  <a:lnTo>
                    <a:pt x="749" y="119"/>
                  </a:lnTo>
                  <a:lnTo>
                    <a:pt x="754" y="118"/>
                  </a:lnTo>
                  <a:lnTo>
                    <a:pt x="760" y="116"/>
                  </a:lnTo>
                  <a:lnTo>
                    <a:pt x="765" y="114"/>
                  </a:lnTo>
                  <a:lnTo>
                    <a:pt x="770" y="111"/>
                  </a:lnTo>
                  <a:lnTo>
                    <a:pt x="775" y="106"/>
                  </a:lnTo>
                  <a:lnTo>
                    <a:pt x="779" y="103"/>
                  </a:lnTo>
                  <a:lnTo>
                    <a:pt x="783" y="99"/>
                  </a:lnTo>
                  <a:lnTo>
                    <a:pt x="786" y="95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4" y="79"/>
                  </a:lnTo>
                  <a:lnTo>
                    <a:pt x="795" y="73"/>
                  </a:lnTo>
                  <a:lnTo>
                    <a:pt x="796" y="67"/>
                  </a:lnTo>
                  <a:lnTo>
                    <a:pt x="796" y="60"/>
                  </a:lnTo>
                  <a:lnTo>
                    <a:pt x="796" y="54"/>
                  </a:lnTo>
                  <a:lnTo>
                    <a:pt x="795" y="49"/>
                  </a:lnTo>
                  <a:lnTo>
                    <a:pt x="794" y="43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6" y="27"/>
                  </a:lnTo>
                  <a:lnTo>
                    <a:pt x="783" y="23"/>
                  </a:lnTo>
                  <a:lnTo>
                    <a:pt x="779" y="19"/>
                  </a:lnTo>
                  <a:lnTo>
                    <a:pt x="775" y="14"/>
                  </a:lnTo>
                  <a:lnTo>
                    <a:pt x="770" y="11"/>
                  </a:lnTo>
                  <a:lnTo>
                    <a:pt x="765" y="8"/>
                  </a:lnTo>
                  <a:lnTo>
                    <a:pt x="760" y="5"/>
                  </a:lnTo>
                  <a:lnTo>
                    <a:pt x="754" y="4"/>
                  </a:lnTo>
                  <a:lnTo>
                    <a:pt x="749" y="1"/>
                  </a:lnTo>
                  <a:lnTo>
                    <a:pt x="742" y="0"/>
                  </a:lnTo>
                  <a:lnTo>
                    <a:pt x="736" y="0"/>
                  </a:lnTo>
                  <a:lnTo>
                    <a:pt x="731" y="0"/>
                  </a:lnTo>
                  <a:lnTo>
                    <a:pt x="724" y="1"/>
                  </a:lnTo>
                  <a:lnTo>
                    <a:pt x="719" y="4"/>
                  </a:lnTo>
                  <a:lnTo>
                    <a:pt x="712" y="5"/>
                  </a:lnTo>
                  <a:lnTo>
                    <a:pt x="708" y="8"/>
                  </a:lnTo>
                  <a:lnTo>
                    <a:pt x="703" y="11"/>
                  </a:lnTo>
                  <a:lnTo>
                    <a:pt x="698" y="14"/>
                  </a:lnTo>
                  <a:lnTo>
                    <a:pt x="694" y="19"/>
                  </a:lnTo>
                  <a:lnTo>
                    <a:pt x="690" y="22"/>
                  </a:lnTo>
                  <a:lnTo>
                    <a:pt x="687" y="27"/>
                  </a:lnTo>
                  <a:lnTo>
                    <a:pt x="683" y="31"/>
                  </a:lnTo>
                  <a:lnTo>
                    <a:pt x="681" y="37"/>
                  </a:lnTo>
                  <a:lnTo>
                    <a:pt x="679" y="43"/>
                  </a:lnTo>
                  <a:lnTo>
                    <a:pt x="677" y="49"/>
                  </a:lnTo>
                  <a:lnTo>
                    <a:pt x="676" y="54"/>
                  </a:lnTo>
                  <a:lnTo>
                    <a:pt x="676" y="60"/>
                  </a:lnTo>
                  <a:lnTo>
                    <a:pt x="677" y="70"/>
                  </a:lnTo>
                  <a:lnTo>
                    <a:pt x="679" y="80"/>
                  </a:lnTo>
                  <a:lnTo>
                    <a:pt x="682" y="88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0" y="275"/>
                  </a:lnTo>
                  <a:lnTo>
                    <a:pt x="524" y="272"/>
                  </a:lnTo>
                  <a:lnTo>
                    <a:pt x="517" y="271"/>
                  </a:lnTo>
                  <a:lnTo>
                    <a:pt x="511" y="271"/>
                  </a:lnTo>
                  <a:lnTo>
                    <a:pt x="504" y="271"/>
                  </a:lnTo>
                  <a:lnTo>
                    <a:pt x="496" y="272"/>
                  </a:lnTo>
                  <a:lnTo>
                    <a:pt x="490" y="275"/>
                  </a:lnTo>
                  <a:lnTo>
                    <a:pt x="483" y="278"/>
                  </a:lnTo>
                  <a:lnTo>
                    <a:pt x="478" y="281"/>
                  </a:lnTo>
                  <a:lnTo>
                    <a:pt x="472" y="285"/>
                  </a:lnTo>
                  <a:lnTo>
                    <a:pt x="467" y="291"/>
                  </a:lnTo>
                  <a:lnTo>
                    <a:pt x="463" y="296"/>
                  </a:lnTo>
                  <a:lnTo>
                    <a:pt x="345" y="249"/>
                  </a:lnTo>
                  <a:lnTo>
                    <a:pt x="345" y="245"/>
                  </a:lnTo>
                  <a:lnTo>
                    <a:pt x="345" y="241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2"/>
                  </a:lnTo>
                  <a:lnTo>
                    <a:pt x="335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2"/>
                  </a:lnTo>
                  <a:lnTo>
                    <a:pt x="291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2"/>
                  </a:lnTo>
                  <a:lnTo>
                    <a:pt x="268" y="184"/>
                  </a:lnTo>
                  <a:lnTo>
                    <a:pt x="261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7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2" y="212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1"/>
                  </a:lnTo>
                  <a:lnTo>
                    <a:pt x="226" y="248"/>
                  </a:lnTo>
                  <a:lnTo>
                    <a:pt x="227" y="255"/>
                  </a:lnTo>
                  <a:lnTo>
                    <a:pt x="229" y="262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3"/>
                  </a:lnTo>
                  <a:lnTo>
                    <a:pt x="78" y="380"/>
                  </a:lnTo>
                  <a:lnTo>
                    <a:pt x="69" y="377"/>
                  </a:lnTo>
                  <a:lnTo>
                    <a:pt x="60" y="376"/>
                  </a:lnTo>
                  <a:lnTo>
                    <a:pt x="54" y="376"/>
                  </a:lnTo>
                  <a:lnTo>
                    <a:pt x="47" y="377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4"/>
                  </a:lnTo>
                  <a:lnTo>
                    <a:pt x="26" y="387"/>
                  </a:lnTo>
                  <a:lnTo>
                    <a:pt x="21" y="390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10" y="403"/>
                  </a:lnTo>
                  <a:lnTo>
                    <a:pt x="6" y="407"/>
                  </a:lnTo>
                  <a:lnTo>
                    <a:pt x="4" y="413"/>
                  </a:lnTo>
                  <a:lnTo>
                    <a:pt x="2" y="418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6"/>
                  </a:lnTo>
                  <a:lnTo>
                    <a:pt x="0" y="443"/>
                  </a:lnTo>
                  <a:lnTo>
                    <a:pt x="1" y="448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5"/>
                  </a:lnTo>
                  <a:lnTo>
                    <a:pt x="10" y="470"/>
                  </a:lnTo>
                  <a:lnTo>
                    <a:pt x="13" y="475"/>
                  </a:lnTo>
                  <a:lnTo>
                    <a:pt x="17" y="479"/>
                  </a:lnTo>
                  <a:lnTo>
                    <a:pt x="21" y="482"/>
                  </a:lnTo>
                  <a:lnTo>
                    <a:pt x="26" y="487"/>
                  </a:lnTo>
                  <a:lnTo>
                    <a:pt x="31" y="489"/>
                  </a:lnTo>
                  <a:lnTo>
                    <a:pt x="36" y="492"/>
                  </a:lnTo>
                  <a:lnTo>
                    <a:pt x="42" y="494"/>
                  </a:lnTo>
                  <a:lnTo>
                    <a:pt x="47" y="495"/>
                  </a:lnTo>
                  <a:lnTo>
                    <a:pt x="54" y="496"/>
                  </a:lnTo>
                  <a:lnTo>
                    <a:pt x="60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1" name="Group 90"/>
          <p:cNvGrpSpPr>
            <a:grpSpLocks noChangeAspect="1"/>
          </p:cNvGrpSpPr>
          <p:nvPr/>
        </p:nvGrpSpPr>
        <p:grpSpPr>
          <a:xfrm>
            <a:off x="1022455" y="3814218"/>
            <a:ext cx="288000" cy="288000"/>
            <a:chOff x="11045825" y="2247900"/>
            <a:chExt cx="258763" cy="258763"/>
          </a:xfrm>
          <a:solidFill>
            <a:schemeClr val="bg1"/>
          </a:solidFill>
        </p:grpSpPr>
        <p:sp>
          <p:nvSpPr>
            <p:cNvPr id="92" name="Freeform 207"/>
            <p:cNvSpPr>
              <a:spLocks/>
            </p:cNvSpPr>
            <p:nvPr/>
          </p:nvSpPr>
          <p:spPr bwMode="auto">
            <a:xfrm>
              <a:off x="11155363" y="2478088"/>
              <a:ext cx="38100" cy="9525"/>
            </a:xfrm>
            <a:custGeom>
              <a:avLst/>
              <a:gdLst>
                <a:gd name="T0" fmla="*/ 105 w 120"/>
                <a:gd name="T1" fmla="*/ 0 h 30"/>
                <a:gd name="T2" fmla="*/ 15 w 120"/>
                <a:gd name="T3" fmla="*/ 0 h 30"/>
                <a:gd name="T4" fmla="*/ 12 w 120"/>
                <a:gd name="T5" fmla="*/ 0 h 30"/>
                <a:gd name="T6" fmla="*/ 9 w 120"/>
                <a:gd name="T7" fmla="*/ 1 h 30"/>
                <a:gd name="T8" fmla="*/ 7 w 120"/>
                <a:gd name="T9" fmla="*/ 2 h 30"/>
                <a:gd name="T10" fmla="*/ 5 w 120"/>
                <a:gd name="T11" fmla="*/ 4 h 30"/>
                <a:gd name="T12" fmla="*/ 2 w 120"/>
                <a:gd name="T13" fmla="*/ 6 h 30"/>
                <a:gd name="T14" fmla="*/ 1 w 120"/>
                <a:gd name="T15" fmla="*/ 8 h 30"/>
                <a:gd name="T16" fmla="*/ 0 w 120"/>
                <a:gd name="T17" fmla="*/ 11 h 30"/>
                <a:gd name="T18" fmla="*/ 0 w 120"/>
                <a:gd name="T19" fmla="*/ 15 h 30"/>
                <a:gd name="T20" fmla="*/ 0 w 120"/>
                <a:gd name="T21" fmla="*/ 18 h 30"/>
                <a:gd name="T22" fmla="*/ 1 w 120"/>
                <a:gd name="T23" fmla="*/ 20 h 30"/>
                <a:gd name="T24" fmla="*/ 2 w 120"/>
                <a:gd name="T25" fmla="*/ 23 h 30"/>
                <a:gd name="T26" fmla="*/ 5 w 120"/>
                <a:gd name="T27" fmla="*/ 25 h 30"/>
                <a:gd name="T28" fmla="*/ 7 w 120"/>
                <a:gd name="T29" fmla="*/ 26 h 30"/>
                <a:gd name="T30" fmla="*/ 9 w 120"/>
                <a:gd name="T31" fmla="*/ 29 h 30"/>
                <a:gd name="T32" fmla="*/ 12 w 120"/>
                <a:gd name="T33" fmla="*/ 29 h 30"/>
                <a:gd name="T34" fmla="*/ 15 w 120"/>
                <a:gd name="T35" fmla="*/ 30 h 30"/>
                <a:gd name="T36" fmla="*/ 105 w 120"/>
                <a:gd name="T37" fmla="*/ 30 h 30"/>
                <a:gd name="T38" fmla="*/ 109 w 120"/>
                <a:gd name="T39" fmla="*/ 29 h 30"/>
                <a:gd name="T40" fmla="*/ 111 w 120"/>
                <a:gd name="T41" fmla="*/ 29 h 30"/>
                <a:gd name="T42" fmla="*/ 114 w 120"/>
                <a:gd name="T43" fmla="*/ 26 h 30"/>
                <a:gd name="T44" fmla="*/ 116 w 120"/>
                <a:gd name="T45" fmla="*/ 25 h 30"/>
                <a:gd name="T46" fmla="*/ 118 w 120"/>
                <a:gd name="T47" fmla="*/ 23 h 30"/>
                <a:gd name="T48" fmla="*/ 119 w 120"/>
                <a:gd name="T49" fmla="*/ 20 h 30"/>
                <a:gd name="T50" fmla="*/ 120 w 120"/>
                <a:gd name="T51" fmla="*/ 18 h 30"/>
                <a:gd name="T52" fmla="*/ 120 w 120"/>
                <a:gd name="T53" fmla="*/ 15 h 30"/>
                <a:gd name="T54" fmla="*/ 120 w 120"/>
                <a:gd name="T55" fmla="*/ 11 h 30"/>
                <a:gd name="T56" fmla="*/ 119 w 120"/>
                <a:gd name="T57" fmla="*/ 8 h 30"/>
                <a:gd name="T58" fmla="*/ 118 w 120"/>
                <a:gd name="T59" fmla="*/ 6 h 30"/>
                <a:gd name="T60" fmla="*/ 116 w 120"/>
                <a:gd name="T61" fmla="*/ 4 h 30"/>
                <a:gd name="T62" fmla="*/ 114 w 120"/>
                <a:gd name="T63" fmla="*/ 2 h 30"/>
                <a:gd name="T64" fmla="*/ 111 w 120"/>
                <a:gd name="T65" fmla="*/ 1 h 30"/>
                <a:gd name="T66" fmla="*/ 109 w 120"/>
                <a:gd name="T67" fmla="*/ 0 h 30"/>
                <a:gd name="T68" fmla="*/ 105 w 120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0" h="30">
                  <a:moveTo>
                    <a:pt x="105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1" y="20"/>
                  </a:lnTo>
                  <a:lnTo>
                    <a:pt x="2" y="23"/>
                  </a:lnTo>
                  <a:lnTo>
                    <a:pt x="5" y="25"/>
                  </a:lnTo>
                  <a:lnTo>
                    <a:pt x="7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5" y="30"/>
                  </a:lnTo>
                  <a:lnTo>
                    <a:pt x="105" y="30"/>
                  </a:lnTo>
                  <a:lnTo>
                    <a:pt x="109" y="29"/>
                  </a:lnTo>
                  <a:lnTo>
                    <a:pt x="111" y="29"/>
                  </a:lnTo>
                  <a:lnTo>
                    <a:pt x="114" y="26"/>
                  </a:lnTo>
                  <a:lnTo>
                    <a:pt x="116" y="25"/>
                  </a:lnTo>
                  <a:lnTo>
                    <a:pt x="118" y="23"/>
                  </a:lnTo>
                  <a:lnTo>
                    <a:pt x="119" y="20"/>
                  </a:lnTo>
                  <a:lnTo>
                    <a:pt x="120" y="18"/>
                  </a:lnTo>
                  <a:lnTo>
                    <a:pt x="120" y="15"/>
                  </a:lnTo>
                  <a:lnTo>
                    <a:pt x="120" y="11"/>
                  </a:lnTo>
                  <a:lnTo>
                    <a:pt x="119" y="8"/>
                  </a:lnTo>
                  <a:lnTo>
                    <a:pt x="118" y="6"/>
                  </a:lnTo>
                  <a:lnTo>
                    <a:pt x="116" y="4"/>
                  </a:lnTo>
                  <a:lnTo>
                    <a:pt x="114" y="2"/>
                  </a:lnTo>
                  <a:lnTo>
                    <a:pt x="111" y="1"/>
                  </a:lnTo>
                  <a:lnTo>
                    <a:pt x="109" y="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208"/>
            <p:cNvSpPr>
              <a:spLocks/>
            </p:cNvSpPr>
            <p:nvPr/>
          </p:nvSpPr>
          <p:spPr bwMode="auto">
            <a:xfrm>
              <a:off x="11164888" y="2497138"/>
              <a:ext cx="19050" cy="9525"/>
            </a:xfrm>
            <a:custGeom>
              <a:avLst/>
              <a:gdLst>
                <a:gd name="T0" fmla="*/ 45 w 60"/>
                <a:gd name="T1" fmla="*/ 0 h 30"/>
                <a:gd name="T2" fmla="*/ 15 w 60"/>
                <a:gd name="T3" fmla="*/ 0 h 30"/>
                <a:gd name="T4" fmla="*/ 12 w 60"/>
                <a:gd name="T5" fmla="*/ 0 h 30"/>
                <a:gd name="T6" fmla="*/ 9 w 60"/>
                <a:gd name="T7" fmla="*/ 1 h 30"/>
                <a:gd name="T8" fmla="*/ 7 w 60"/>
                <a:gd name="T9" fmla="*/ 2 h 30"/>
                <a:gd name="T10" fmla="*/ 5 w 60"/>
                <a:gd name="T11" fmla="*/ 4 h 30"/>
                <a:gd name="T12" fmla="*/ 3 w 60"/>
                <a:gd name="T13" fmla="*/ 6 h 30"/>
                <a:gd name="T14" fmla="*/ 1 w 60"/>
                <a:gd name="T15" fmla="*/ 8 h 30"/>
                <a:gd name="T16" fmla="*/ 0 w 60"/>
                <a:gd name="T17" fmla="*/ 12 h 30"/>
                <a:gd name="T18" fmla="*/ 0 w 60"/>
                <a:gd name="T19" fmla="*/ 15 h 30"/>
                <a:gd name="T20" fmla="*/ 0 w 60"/>
                <a:gd name="T21" fmla="*/ 18 h 30"/>
                <a:gd name="T22" fmla="*/ 1 w 60"/>
                <a:gd name="T23" fmla="*/ 20 h 30"/>
                <a:gd name="T24" fmla="*/ 3 w 60"/>
                <a:gd name="T25" fmla="*/ 23 h 30"/>
                <a:gd name="T26" fmla="*/ 5 w 60"/>
                <a:gd name="T27" fmla="*/ 25 h 30"/>
                <a:gd name="T28" fmla="*/ 7 w 60"/>
                <a:gd name="T29" fmla="*/ 28 h 30"/>
                <a:gd name="T30" fmla="*/ 9 w 60"/>
                <a:gd name="T31" fmla="*/ 29 h 30"/>
                <a:gd name="T32" fmla="*/ 12 w 60"/>
                <a:gd name="T33" fmla="*/ 30 h 30"/>
                <a:gd name="T34" fmla="*/ 15 w 60"/>
                <a:gd name="T35" fmla="*/ 30 h 30"/>
                <a:gd name="T36" fmla="*/ 45 w 60"/>
                <a:gd name="T37" fmla="*/ 30 h 30"/>
                <a:gd name="T38" fmla="*/ 49 w 60"/>
                <a:gd name="T39" fmla="*/ 30 h 30"/>
                <a:gd name="T40" fmla="*/ 51 w 60"/>
                <a:gd name="T41" fmla="*/ 29 h 30"/>
                <a:gd name="T42" fmla="*/ 54 w 60"/>
                <a:gd name="T43" fmla="*/ 28 h 30"/>
                <a:gd name="T44" fmla="*/ 56 w 60"/>
                <a:gd name="T45" fmla="*/ 25 h 30"/>
                <a:gd name="T46" fmla="*/ 57 w 60"/>
                <a:gd name="T47" fmla="*/ 23 h 30"/>
                <a:gd name="T48" fmla="*/ 59 w 60"/>
                <a:gd name="T49" fmla="*/ 20 h 30"/>
                <a:gd name="T50" fmla="*/ 60 w 60"/>
                <a:gd name="T51" fmla="*/ 18 h 30"/>
                <a:gd name="T52" fmla="*/ 60 w 60"/>
                <a:gd name="T53" fmla="*/ 15 h 30"/>
                <a:gd name="T54" fmla="*/ 60 w 60"/>
                <a:gd name="T55" fmla="*/ 12 h 30"/>
                <a:gd name="T56" fmla="*/ 59 w 60"/>
                <a:gd name="T57" fmla="*/ 8 h 30"/>
                <a:gd name="T58" fmla="*/ 57 w 60"/>
                <a:gd name="T59" fmla="*/ 6 h 30"/>
                <a:gd name="T60" fmla="*/ 56 w 60"/>
                <a:gd name="T61" fmla="*/ 4 h 30"/>
                <a:gd name="T62" fmla="*/ 54 w 60"/>
                <a:gd name="T63" fmla="*/ 2 h 30"/>
                <a:gd name="T64" fmla="*/ 51 w 60"/>
                <a:gd name="T65" fmla="*/ 1 h 30"/>
                <a:gd name="T66" fmla="*/ 49 w 60"/>
                <a:gd name="T67" fmla="*/ 0 h 30"/>
                <a:gd name="T68" fmla="*/ 45 w 60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" h="30">
                  <a:moveTo>
                    <a:pt x="45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1" y="20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8"/>
                  </a:lnTo>
                  <a:lnTo>
                    <a:pt x="9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45" y="30"/>
                  </a:lnTo>
                  <a:lnTo>
                    <a:pt x="49" y="30"/>
                  </a:lnTo>
                  <a:lnTo>
                    <a:pt x="51" y="29"/>
                  </a:lnTo>
                  <a:lnTo>
                    <a:pt x="54" y="28"/>
                  </a:lnTo>
                  <a:lnTo>
                    <a:pt x="56" y="25"/>
                  </a:lnTo>
                  <a:lnTo>
                    <a:pt x="57" y="23"/>
                  </a:lnTo>
                  <a:lnTo>
                    <a:pt x="59" y="20"/>
                  </a:lnTo>
                  <a:lnTo>
                    <a:pt x="60" y="18"/>
                  </a:lnTo>
                  <a:lnTo>
                    <a:pt x="60" y="15"/>
                  </a:lnTo>
                  <a:lnTo>
                    <a:pt x="60" y="12"/>
                  </a:lnTo>
                  <a:lnTo>
                    <a:pt x="59" y="8"/>
                  </a:lnTo>
                  <a:lnTo>
                    <a:pt x="57" y="6"/>
                  </a:lnTo>
                  <a:lnTo>
                    <a:pt x="56" y="4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209"/>
            <p:cNvSpPr>
              <a:spLocks noEditPoints="1"/>
            </p:cNvSpPr>
            <p:nvPr/>
          </p:nvSpPr>
          <p:spPr bwMode="auto">
            <a:xfrm>
              <a:off x="11093450" y="2290763"/>
              <a:ext cx="163513" cy="177800"/>
            </a:xfrm>
            <a:custGeom>
              <a:avLst/>
              <a:gdLst>
                <a:gd name="T0" fmla="*/ 303 w 512"/>
                <a:gd name="T1" fmla="*/ 484 h 558"/>
                <a:gd name="T2" fmla="*/ 211 w 512"/>
                <a:gd name="T3" fmla="*/ 489 h 558"/>
                <a:gd name="T4" fmla="*/ 200 w 512"/>
                <a:gd name="T5" fmla="*/ 475 h 558"/>
                <a:gd name="T6" fmla="*/ 131 w 512"/>
                <a:gd name="T7" fmla="*/ 444 h 558"/>
                <a:gd name="T8" fmla="*/ 77 w 512"/>
                <a:gd name="T9" fmla="*/ 395 h 558"/>
                <a:gd name="T10" fmla="*/ 43 w 512"/>
                <a:gd name="T11" fmla="*/ 330 h 558"/>
                <a:gd name="T12" fmla="*/ 30 w 512"/>
                <a:gd name="T13" fmla="*/ 256 h 558"/>
                <a:gd name="T14" fmla="*/ 35 w 512"/>
                <a:gd name="T15" fmla="*/ 211 h 558"/>
                <a:gd name="T16" fmla="*/ 48 w 512"/>
                <a:gd name="T17" fmla="*/ 168 h 558"/>
                <a:gd name="T18" fmla="*/ 97 w 512"/>
                <a:gd name="T19" fmla="*/ 97 h 558"/>
                <a:gd name="T20" fmla="*/ 168 w 512"/>
                <a:gd name="T21" fmla="*/ 48 h 558"/>
                <a:gd name="T22" fmla="*/ 210 w 512"/>
                <a:gd name="T23" fmla="*/ 35 h 558"/>
                <a:gd name="T24" fmla="*/ 256 w 512"/>
                <a:gd name="T25" fmla="*/ 30 h 558"/>
                <a:gd name="T26" fmla="*/ 301 w 512"/>
                <a:gd name="T27" fmla="*/ 35 h 558"/>
                <a:gd name="T28" fmla="*/ 344 w 512"/>
                <a:gd name="T29" fmla="*/ 48 h 558"/>
                <a:gd name="T30" fmla="*/ 416 w 512"/>
                <a:gd name="T31" fmla="*/ 97 h 558"/>
                <a:gd name="T32" fmla="*/ 464 w 512"/>
                <a:gd name="T33" fmla="*/ 168 h 558"/>
                <a:gd name="T34" fmla="*/ 477 w 512"/>
                <a:gd name="T35" fmla="*/ 211 h 558"/>
                <a:gd name="T36" fmla="*/ 482 w 512"/>
                <a:gd name="T37" fmla="*/ 256 h 558"/>
                <a:gd name="T38" fmla="*/ 470 w 512"/>
                <a:gd name="T39" fmla="*/ 330 h 558"/>
                <a:gd name="T40" fmla="*/ 434 w 512"/>
                <a:gd name="T41" fmla="*/ 395 h 558"/>
                <a:gd name="T42" fmla="*/ 381 w 512"/>
                <a:gd name="T43" fmla="*/ 444 h 558"/>
                <a:gd name="T44" fmla="*/ 312 w 512"/>
                <a:gd name="T45" fmla="*/ 475 h 558"/>
                <a:gd name="T46" fmla="*/ 218 w 512"/>
                <a:gd name="T47" fmla="*/ 3 h 558"/>
                <a:gd name="T48" fmla="*/ 168 w 512"/>
                <a:gd name="T49" fmla="*/ 16 h 558"/>
                <a:gd name="T50" fmla="*/ 123 w 512"/>
                <a:gd name="T51" fmla="*/ 38 h 558"/>
                <a:gd name="T52" fmla="*/ 84 w 512"/>
                <a:gd name="T53" fmla="*/ 67 h 558"/>
                <a:gd name="T54" fmla="*/ 52 w 512"/>
                <a:gd name="T55" fmla="*/ 103 h 558"/>
                <a:gd name="T56" fmla="*/ 26 w 512"/>
                <a:gd name="T57" fmla="*/ 146 h 558"/>
                <a:gd name="T58" fmla="*/ 9 w 512"/>
                <a:gd name="T59" fmla="*/ 192 h 558"/>
                <a:gd name="T60" fmla="*/ 0 w 512"/>
                <a:gd name="T61" fmla="*/ 243 h 558"/>
                <a:gd name="T62" fmla="*/ 8 w 512"/>
                <a:gd name="T63" fmla="*/ 317 h 558"/>
                <a:gd name="T64" fmla="*/ 39 w 512"/>
                <a:gd name="T65" fmla="*/ 391 h 558"/>
                <a:gd name="T66" fmla="*/ 91 w 512"/>
                <a:gd name="T67" fmla="*/ 451 h 558"/>
                <a:gd name="T68" fmla="*/ 161 w 512"/>
                <a:gd name="T69" fmla="*/ 493 h 558"/>
                <a:gd name="T70" fmla="*/ 182 w 512"/>
                <a:gd name="T71" fmla="*/ 548 h 558"/>
                <a:gd name="T72" fmla="*/ 190 w 512"/>
                <a:gd name="T73" fmla="*/ 557 h 558"/>
                <a:gd name="T74" fmla="*/ 320 w 512"/>
                <a:gd name="T75" fmla="*/ 557 h 558"/>
                <a:gd name="T76" fmla="*/ 329 w 512"/>
                <a:gd name="T77" fmla="*/ 550 h 558"/>
                <a:gd name="T78" fmla="*/ 331 w 512"/>
                <a:gd name="T79" fmla="*/ 501 h 558"/>
                <a:gd name="T80" fmla="*/ 404 w 512"/>
                <a:gd name="T81" fmla="*/ 464 h 558"/>
                <a:gd name="T82" fmla="*/ 462 w 512"/>
                <a:gd name="T83" fmla="*/ 409 h 558"/>
                <a:gd name="T84" fmla="*/ 499 w 512"/>
                <a:gd name="T85" fmla="*/ 338 h 558"/>
                <a:gd name="T86" fmla="*/ 512 w 512"/>
                <a:gd name="T87" fmla="*/ 256 h 558"/>
                <a:gd name="T88" fmla="*/ 507 w 512"/>
                <a:gd name="T89" fmla="*/ 205 h 558"/>
                <a:gd name="T90" fmla="*/ 492 w 512"/>
                <a:gd name="T91" fmla="*/ 157 h 558"/>
                <a:gd name="T92" fmla="*/ 469 w 512"/>
                <a:gd name="T93" fmla="*/ 114 h 558"/>
                <a:gd name="T94" fmla="*/ 437 w 512"/>
                <a:gd name="T95" fmla="*/ 75 h 558"/>
                <a:gd name="T96" fmla="*/ 399 w 512"/>
                <a:gd name="T97" fmla="*/ 44 h 558"/>
                <a:gd name="T98" fmla="*/ 356 w 512"/>
                <a:gd name="T99" fmla="*/ 20 h 558"/>
                <a:gd name="T100" fmla="*/ 308 w 512"/>
                <a:gd name="T101" fmla="*/ 5 h 558"/>
                <a:gd name="T102" fmla="*/ 256 w 512"/>
                <a:gd name="T103" fmla="*/ 0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12" h="558">
                  <a:moveTo>
                    <a:pt x="312" y="475"/>
                  </a:moveTo>
                  <a:lnTo>
                    <a:pt x="308" y="476"/>
                  </a:lnTo>
                  <a:lnTo>
                    <a:pt x="305" y="480"/>
                  </a:lnTo>
                  <a:lnTo>
                    <a:pt x="303" y="484"/>
                  </a:lnTo>
                  <a:lnTo>
                    <a:pt x="301" y="489"/>
                  </a:lnTo>
                  <a:lnTo>
                    <a:pt x="301" y="528"/>
                  </a:lnTo>
                  <a:lnTo>
                    <a:pt x="211" y="528"/>
                  </a:lnTo>
                  <a:lnTo>
                    <a:pt x="211" y="489"/>
                  </a:lnTo>
                  <a:lnTo>
                    <a:pt x="210" y="484"/>
                  </a:lnTo>
                  <a:lnTo>
                    <a:pt x="208" y="480"/>
                  </a:lnTo>
                  <a:lnTo>
                    <a:pt x="204" y="476"/>
                  </a:lnTo>
                  <a:lnTo>
                    <a:pt x="200" y="475"/>
                  </a:lnTo>
                  <a:lnTo>
                    <a:pt x="181" y="469"/>
                  </a:lnTo>
                  <a:lnTo>
                    <a:pt x="164" y="462"/>
                  </a:lnTo>
                  <a:lnTo>
                    <a:pt x="147" y="454"/>
                  </a:lnTo>
                  <a:lnTo>
                    <a:pt x="131" y="444"/>
                  </a:lnTo>
                  <a:lnTo>
                    <a:pt x="116" y="433"/>
                  </a:lnTo>
                  <a:lnTo>
                    <a:pt x="102" y="421"/>
                  </a:lnTo>
                  <a:lnTo>
                    <a:pt x="89" y="409"/>
                  </a:lnTo>
                  <a:lnTo>
                    <a:pt x="77" y="395"/>
                  </a:lnTo>
                  <a:lnTo>
                    <a:pt x="67" y="380"/>
                  </a:lnTo>
                  <a:lnTo>
                    <a:pt x="58" y="364"/>
                  </a:lnTo>
                  <a:lnTo>
                    <a:pt x="49" y="347"/>
                  </a:lnTo>
                  <a:lnTo>
                    <a:pt x="43" y="330"/>
                  </a:lnTo>
                  <a:lnTo>
                    <a:pt x="38" y="312"/>
                  </a:lnTo>
                  <a:lnTo>
                    <a:pt x="33" y="294"/>
                  </a:lnTo>
                  <a:lnTo>
                    <a:pt x="31" y="276"/>
                  </a:lnTo>
                  <a:lnTo>
                    <a:pt x="30" y="256"/>
                  </a:lnTo>
                  <a:lnTo>
                    <a:pt x="31" y="245"/>
                  </a:lnTo>
                  <a:lnTo>
                    <a:pt x="31" y="233"/>
                  </a:lnTo>
                  <a:lnTo>
                    <a:pt x="33" y="222"/>
                  </a:lnTo>
                  <a:lnTo>
                    <a:pt x="35" y="211"/>
                  </a:lnTo>
                  <a:lnTo>
                    <a:pt x="38" y="199"/>
                  </a:lnTo>
                  <a:lnTo>
                    <a:pt x="41" y="189"/>
                  </a:lnTo>
                  <a:lnTo>
                    <a:pt x="44" y="179"/>
                  </a:lnTo>
                  <a:lnTo>
                    <a:pt x="48" y="168"/>
                  </a:lnTo>
                  <a:lnTo>
                    <a:pt x="58" y="149"/>
                  </a:lnTo>
                  <a:lnTo>
                    <a:pt x="69" y="130"/>
                  </a:lnTo>
                  <a:lnTo>
                    <a:pt x="82" y="113"/>
                  </a:lnTo>
                  <a:lnTo>
                    <a:pt x="97" y="97"/>
                  </a:lnTo>
                  <a:lnTo>
                    <a:pt x="113" y="83"/>
                  </a:lnTo>
                  <a:lnTo>
                    <a:pt x="130" y="69"/>
                  </a:lnTo>
                  <a:lnTo>
                    <a:pt x="149" y="58"/>
                  </a:lnTo>
                  <a:lnTo>
                    <a:pt x="168" y="48"/>
                  </a:lnTo>
                  <a:lnTo>
                    <a:pt x="178" y="44"/>
                  </a:lnTo>
                  <a:lnTo>
                    <a:pt x="189" y="41"/>
                  </a:lnTo>
                  <a:lnTo>
                    <a:pt x="200" y="38"/>
                  </a:lnTo>
                  <a:lnTo>
                    <a:pt x="210" y="35"/>
                  </a:lnTo>
                  <a:lnTo>
                    <a:pt x="222" y="33"/>
                  </a:lnTo>
                  <a:lnTo>
                    <a:pt x="233" y="32"/>
                  </a:lnTo>
                  <a:lnTo>
                    <a:pt x="245" y="31"/>
                  </a:lnTo>
                  <a:lnTo>
                    <a:pt x="256" y="30"/>
                  </a:lnTo>
                  <a:lnTo>
                    <a:pt x="268" y="31"/>
                  </a:lnTo>
                  <a:lnTo>
                    <a:pt x="279" y="31"/>
                  </a:lnTo>
                  <a:lnTo>
                    <a:pt x="291" y="33"/>
                  </a:lnTo>
                  <a:lnTo>
                    <a:pt x="301" y="35"/>
                  </a:lnTo>
                  <a:lnTo>
                    <a:pt x="312" y="38"/>
                  </a:lnTo>
                  <a:lnTo>
                    <a:pt x="323" y="41"/>
                  </a:lnTo>
                  <a:lnTo>
                    <a:pt x="334" y="44"/>
                  </a:lnTo>
                  <a:lnTo>
                    <a:pt x="344" y="48"/>
                  </a:lnTo>
                  <a:lnTo>
                    <a:pt x="364" y="58"/>
                  </a:lnTo>
                  <a:lnTo>
                    <a:pt x="382" y="69"/>
                  </a:lnTo>
                  <a:lnTo>
                    <a:pt x="400" y="83"/>
                  </a:lnTo>
                  <a:lnTo>
                    <a:pt x="416" y="97"/>
                  </a:lnTo>
                  <a:lnTo>
                    <a:pt x="430" y="113"/>
                  </a:lnTo>
                  <a:lnTo>
                    <a:pt x="443" y="130"/>
                  </a:lnTo>
                  <a:lnTo>
                    <a:pt x="455" y="149"/>
                  </a:lnTo>
                  <a:lnTo>
                    <a:pt x="464" y="168"/>
                  </a:lnTo>
                  <a:lnTo>
                    <a:pt x="468" y="179"/>
                  </a:lnTo>
                  <a:lnTo>
                    <a:pt x="472" y="189"/>
                  </a:lnTo>
                  <a:lnTo>
                    <a:pt x="475" y="199"/>
                  </a:lnTo>
                  <a:lnTo>
                    <a:pt x="477" y="211"/>
                  </a:lnTo>
                  <a:lnTo>
                    <a:pt x="479" y="222"/>
                  </a:lnTo>
                  <a:lnTo>
                    <a:pt x="481" y="233"/>
                  </a:lnTo>
                  <a:lnTo>
                    <a:pt x="482" y="245"/>
                  </a:lnTo>
                  <a:lnTo>
                    <a:pt x="482" y="256"/>
                  </a:lnTo>
                  <a:lnTo>
                    <a:pt x="482" y="276"/>
                  </a:lnTo>
                  <a:lnTo>
                    <a:pt x="478" y="294"/>
                  </a:lnTo>
                  <a:lnTo>
                    <a:pt x="475" y="312"/>
                  </a:lnTo>
                  <a:lnTo>
                    <a:pt x="470" y="330"/>
                  </a:lnTo>
                  <a:lnTo>
                    <a:pt x="462" y="347"/>
                  </a:lnTo>
                  <a:lnTo>
                    <a:pt x="455" y="364"/>
                  </a:lnTo>
                  <a:lnTo>
                    <a:pt x="445" y="380"/>
                  </a:lnTo>
                  <a:lnTo>
                    <a:pt x="434" y="395"/>
                  </a:lnTo>
                  <a:lnTo>
                    <a:pt x="423" y="409"/>
                  </a:lnTo>
                  <a:lnTo>
                    <a:pt x="410" y="421"/>
                  </a:lnTo>
                  <a:lnTo>
                    <a:pt x="396" y="433"/>
                  </a:lnTo>
                  <a:lnTo>
                    <a:pt x="381" y="444"/>
                  </a:lnTo>
                  <a:lnTo>
                    <a:pt x="365" y="454"/>
                  </a:lnTo>
                  <a:lnTo>
                    <a:pt x="349" y="462"/>
                  </a:lnTo>
                  <a:lnTo>
                    <a:pt x="331" y="469"/>
                  </a:lnTo>
                  <a:lnTo>
                    <a:pt x="312" y="475"/>
                  </a:lnTo>
                  <a:close/>
                  <a:moveTo>
                    <a:pt x="256" y="0"/>
                  </a:moveTo>
                  <a:lnTo>
                    <a:pt x="244" y="1"/>
                  </a:lnTo>
                  <a:lnTo>
                    <a:pt x="230" y="2"/>
                  </a:lnTo>
                  <a:lnTo>
                    <a:pt x="218" y="3"/>
                  </a:lnTo>
                  <a:lnTo>
                    <a:pt x="205" y="5"/>
                  </a:lnTo>
                  <a:lnTo>
                    <a:pt x="192" y="9"/>
                  </a:lnTo>
                  <a:lnTo>
                    <a:pt x="180" y="12"/>
                  </a:lnTo>
                  <a:lnTo>
                    <a:pt x="168" y="16"/>
                  </a:lnTo>
                  <a:lnTo>
                    <a:pt x="157" y="20"/>
                  </a:lnTo>
                  <a:lnTo>
                    <a:pt x="145" y="26"/>
                  </a:lnTo>
                  <a:lnTo>
                    <a:pt x="134" y="31"/>
                  </a:lnTo>
                  <a:lnTo>
                    <a:pt x="123" y="38"/>
                  </a:lnTo>
                  <a:lnTo>
                    <a:pt x="113" y="44"/>
                  </a:lnTo>
                  <a:lnTo>
                    <a:pt x="103" y="52"/>
                  </a:lnTo>
                  <a:lnTo>
                    <a:pt x="93" y="59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5"/>
                  </a:lnTo>
                  <a:lnTo>
                    <a:pt x="59" y="93"/>
                  </a:lnTo>
                  <a:lnTo>
                    <a:pt x="52" y="103"/>
                  </a:lnTo>
                  <a:lnTo>
                    <a:pt x="44" y="114"/>
                  </a:lnTo>
                  <a:lnTo>
                    <a:pt x="38" y="123"/>
                  </a:lnTo>
                  <a:lnTo>
                    <a:pt x="31" y="134"/>
                  </a:lnTo>
                  <a:lnTo>
                    <a:pt x="26" y="146"/>
                  </a:lnTo>
                  <a:lnTo>
                    <a:pt x="20" y="157"/>
                  </a:lnTo>
                  <a:lnTo>
                    <a:pt x="16" y="168"/>
                  </a:lnTo>
                  <a:lnTo>
                    <a:pt x="12" y="180"/>
                  </a:lnTo>
                  <a:lnTo>
                    <a:pt x="9" y="192"/>
                  </a:lnTo>
                  <a:lnTo>
                    <a:pt x="5" y="205"/>
                  </a:lnTo>
                  <a:lnTo>
                    <a:pt x="3" y="218"/>
                  </a:lnTo>
                  <a:lnTo>
                    <a:pt x="1" y="231"/>
                  </a:lnTo>
                  <a:lnTo>
                    <a:pt x="0" y="243"/>
                  </a:lnTo>
                  <a:lnTo>
                    <a:pt x="0" y="256"/>
                  </a:lnTo>
                  <a:lnTo>
                    <a:pt x="1" y="277"/>
                  </a:lnTo>
                  <a:lnTo>
                    <a:pt x="3" y="298"/>
                  </a:lnTo>
                  <a:lnTo>
                    <a:pt x="8" y="317"/>
                  </a:lnTo>
                  <a:lnTo>
                    <a:pt x="13" y="338"/>
                  </a:lnTo>
                  <a:lnTo>
                    <a:pt x="20" y="356"/>
                  </a:lnTo>
                  <a:lnTo>
                    <a:pt x="29" y="374"/>
                  </a:lnTo>
                  <a:lnTo>
                    <a:pt x="39" y="391"/>
                  </a:lnTo>
                  <a:lnTo>
                    <a:pt x="50" y="409"/>
                  </a:lnTo>
                  <a:lnTo>
                    <a:pt x="63" y="424"/>
                  </a:lnTo>
                  <a:lnTo>
                    <a:pt x="77" y="439"/>
                  </a:lnTo>
                  <a:lnTo>
                    <a:pt x="91" y="451"/>
                  </a:lnTo>
                  <a:lnTo>
                    <a:pt x="107" y="464"/>
                  </a:lnTo>
                  <a:lnTo>
                    <a:pt x="124" y="475"/>
                  </a:lnTo>
                  <a:lnTo>
                    <a:pt x="143" y="485"/>
                  </a:lnTo>
                  <a:lnTo>
                    <a:pt x="161" y="493"/>
                  </a:lnTo>
                  <a:lnTo>
                    <a:pt x="181" y="501"/>
                  </a:lnTo>
                  <a:lnTo>
                    <a:pt x="181" y="543"/>
                  </a:lnTo>
                  <a:lnTo>
                    <a:pt x="181" y="545"/>
                  </a:lnTo>
                  <a:lnTo>
                    <a:pt x="182" y="548"/>
                  </a:lnTo>
                  <a:lnTo>
                    <a:pt x="183" y="550"/>
                  </a:lnTo>
                  <a:lnTo>
                    <a:pt x="186" y="553"/>
                  </a:lnTo>
                  <a:lnTo>
                    <a:pt x="188" y="554"/>
                  </a:lnTo>
                  <a:lnTo>
                    <a:pt x="190" y="557"/>
                  </a:lnTo>
                  <a:lnTo>
                    <a:pt x="193" y="557"/>
                  </a:lnTo>
                  <a:lnTo>
                    <a:pt x="196" y="558"/>
                  </a:lnTo>
                  <a:lnTo>
                    <a:pt x="316" y="558"/>
                  </a:lnTo>
                  <a:lnTo>
                    <a:pt x="320" y="557"/>
                  </a:lnTo>
                  <a:lnTo>
                    <a:pt x="322" y="557"/>
                  </a:lnTo>
                  <a:lnTo>
                    <a:pt x="325" y="554"/>
                  </a:lnTo>
                  <a:lnTo>
                    <a:pt x="327" y="553"/>
                  </a:lnTo>
                  <a:lnTo>
                    <a:pt x="329" y="550"/>
                  </a:lnTo>
                  <a:lnTo>
                    <a:pt x="330" y="548"/>
                  </a:lnTo>
                  <a:lnTo>
                    <a:pt x="331" y="545"/>
                  </a:lnTo>
                  <a:lnTo>
                    <a:pt x="331" y="543"/>
                  </a:lnTo>
                  <a:lnTo>
                    <a:pt x="331" y="501"/>
                  </a:lnTo>
                  <a:lnTo>
                    <a:pt x="351" y="493"/>
                  </a:lnTo>
                  <a:lnTo>
                    <a:pt x="370" y="485"/>
                  </a:lnTo>
                  <a:lnTo>
                    <a:pt x="388" y="475"/>
                  </a:lnTo>
                  <a:lnTo>
                    <a:pt x="404" y="464"/>
                  </a:lnTo>
                  <a:lnTo>
                    <a:pt x="420" y="451"/>
                  </a:lnTo>
                  <a:lnTo>
                    <a:pt x="436" y="439"/>
                  </a:lnTo>
                  <a:lnTo>
                    <a:pt x="449" y="424"/>
                  </a:lnTo>
                  <a:lnTo>
                    <a:pt x="462" y="409"/>
                  </a:lnTo>
                  <a:lnTo>
                    <a:pt x="473" y="391"/>
                  </a:lnTo>
                  <a:lnTo>
                    <a:pt x="483" y="374"/>
                  </a:lnTo>
                  <a:lnTo>
                    <a:pt x="491" y="356"/>
                  </a:lnTo>
                  <a:lnTo>
                    <a:pt x="499" y="338"/>
                  </a:lnTo>
                  <a:lnTo>
                    <a:pt x="504" y="317"/>
                  </a:lnTo>
                  <a:lnTo>
                    <a:pt x="508" y="298"/>
                  </a:lnTo>
                  <a:lnTo>
                    <a:pt x="512" y="277"/>
                  </a:lnTo>
                  <a:lnTo>
                    <a:pt x="512" y="256"/>
                  </a:lnTo>
                  <a:lnTo>
                    <a:pt x="512" y="243"/>
                  </a:lnTo>
                  <a:lnTo>
                    <a:pt x="511" y="231"/>
                  </a:lnTo>
                  <a:lnTo>
                    <a:pt x="510" y="218"/>
                  </a:lnTo>
                  <a:lnTo>
                    <a:pt x="507" y="205"/>
                  </a:lnTo>
                  <a:lnTo>
                    <a:pt x="504" y="192"/>
                  </a:lnTo>
                  <a:lnTo>
                    <a:pt x="501" y="180"/>
                  </a:lnTo>
                  <a:lnTo>
                    <a:pt x="497" y="168"/>
                  </a:lnTo>
                  <a:lnTo>
                    <a:pt x="492" y="157"/>
                  </a:lnTo>
                  <a:lnTo>
                    <a:pt x="487" y="146"/>
                  </a:lnTo>
                  <a:lnTo>
                    <a:pt x="482" y="134"/>
                  </a:lnTo>
                  <a:lnTo>
                    <a:pt x="475" y="123"/>
                  </a:lnTo>
                  <a:lnTo>
                    <a:pt x="469" y="114"/>
                  </a:lnTo>
                  <a:lnTo>
                    <a:pt x="461" y="103"/>
                  </a:lnTo>
                  <a:lnTo>
                    <a:pt x="454" y="93"/>
                  </a:lnTo>
                  <a:lnTo>
                    <a:pt x="445" y="85"/>
                  </a:lnTo>
                  <a:lnTo>
                    <a:pt x="437" y="75"/>
                  </a:lnTo>
                  <a:lnTo>
                    <a:pt x="428" y="67"/>
                  </a:lnTo>
                  <a:lnTo>
                    <a:pt x="418" y="59"/>
                  </a:lnTo>
                  <a:lnTo>
                    <a:pt x="409" y="52"/>
                  </a:lnTo>
                  <a:lnTo>
                    <a:pt x="399" y="44"/>
                  </a:lnTo>
                  <a:lnTo>
                    <a:pt x="388" y="38"/>
                  </a:lnTo>
                  <a:lnTo>
                    <a:pt x="378" y="31"/>
                  </a:lnTo>
                  <a:lnTo>
                    <a:pt x="367" y="26"/>
                  </a:lnTo>
                  <a:lnTo>
                    <a:pt x="356" y="20"/>
                  </a:lnTo>
                  <a:lnTo>
                    <a:pt x="344" y="16"/>
                  </a:lnTo>
                  <a:lnTo>
                    <a:pt x="333" y="12"/>
                  </a:lnTo>
                  <a:lnTo>
                    <a:pt x="320" y="9"/>
                  </a:lnTo>
                  <a:lnTo>
                    <a:pt x="308" y="5"/>
                  </a:lnTo>
                  <a:lnTo>
                    <a:pt x="295" y="3"/>
                  </a:lnTo>
                  <a:lnTo>
                    <a:pt x="282" y="2"/>
                  </a:lnTo>
                  <a:lnTo>
                    <a:pt x="269" y="1"/>
                  </a:lnTo>
                  <a:lnTo>
                    <a:pt x="25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210"/>
            <p:cNvSpPr>
              <a:spLocks/>
            </p:cNvSpPr>
            <p:nvPr/>
          </p:nvSpPr>
          <p:spPr bwMode="auto">
            <a:xfrm>
              <a:off x="11045825" y="2363788"/>
              <a:ext cx="28575" cy="9525"/>
            </a:xfrm>
            <a:custGeom>
              <a:avLst/>
              <a:gdLst>
                <a:gd name="T0" fmla="*/ 75 w 90"/>
                <a:gd name="T1" fmla="*/ 0 h 30"/>
                <a:gd name="T2" fmla="*/ 15 w 90"/>
                <a:gd name="T3" fmla="*/ 0 h 30"/>
                <a:gd name="T4" fmla="*/ 12 w 90"/>
                <a:gd name="T5" fmla="*/ 0 h 30"/>
                <a:gd name="T6" fmla="*/ 9 w 90"/>
                <a:gd name="T7" fmla="*/ 1 h 30"/>
                <a:gd name="T8" fmla="*/ 6 w 90"/>
                <a:gd name="T9" fmla="*/ 2 h 30"/>
                <a:gd name="T10" fmla="*/ 4 w 90"/>
                <a:gd name="T11" fmla="*/ 5 h 30"/>
                <a:gd name="T12" fmla="*/ 2 w 90"/>
                <a:gd name="T13" fmla="*/ 7 h 30"/>
                <a:gd name="T14" fmla="*/ 1 w 90"/>
                <a:gd name="T15" fmla="*/ 9 h 30"/>
                <a:gd name="T16" fmla="*/ 0 w 90"/>
                <a:gd name="T17" fmla="*/ 12 h 30"/>
                <a:gd name="T18" fmla="*/ 0 w 90"/>
                <a:gd name="T19" fmla="*/ 15 h 30"/>
                <a:gd name="T20" fmla="*/ 0 w 90"/>
                <a:gd name="T21" fmla="*/ 19 h 30"/>
                <a:gd name="T22" fmla="*/ 1 w 90"/>
                <a:gd name="T23" fmla="*/ 21 h 30"/>
                <a:gd name="T24" fmla="*/ 2 w 90"/>
                <a:gd name="T25" fmla="*/ 24 h 30"/>
                <a:gd name="T26" fmla="*/ 4 w 90"/>
                <a:gd name="T27" fmla="*/ 26 h 30"/>
                <a:gd name="T28" fmla="*/ 6 w 90"/>
                <a:gd name="T29" fmla="*/ 28 h 30"/>
                <a:gd name="T30" fmla="*/ 9 w 90"/>
                <a:gd name="T31" fmla="*/ 29 h 30"/>
                <a:gd name="T32" fmla="*/ 12 w 90"/>
                <a:gd name="T33" fmla="*/ 30 h 30"/>
                <a:gd name="T34" fmla="*/ 15 w 90"/>
                <a:gd name="T35" fmla="*/ 30 h 30"/>
                <a:gd name="T36" fmla="*/ 75 w 90"/>
                <a:gd name="T37" fmla="*/ 30 h 30"/>
                <a:gd name="T38" fmla="*/ 78 w 90"/>
                <a:gd name="T39" fmla="*/ 30 h 30"/>
                <a:gd name="T40" fmla="*/ 80 w 90"/>
                <a:gd name="T41" fmla="*/ 29 h 30"/>
                <a:gd name="T42" fmla="*/ 84 w 90"/>
                <a:gd name="T43" fmla="*/ 27 h 30"/>
                <a:gd name="T44" fmla="*/ 86 w 90"/>
                <a:gd name="T45" fmla="*/ 26 h 30"/>
                <a:gd name="T46" fmla="*/ 88 w 90"/>
                <a:gd name="T47" fmla="*/ 24 h 30"/>
                <a:gd name="T48" fmla="*/ 89 w 90"/>
                <a:gd name="T49" fmla="*/ 21 h 30"/>
                <a:gd name="T50" fmla="*/ 90 w 90"/>
                <a:gd name="T51" fmla="*/ 19 h 30"/>
                <a:gd name="T52" fmla="*/ 90 w 90"/>
                <a:gd name="T53" fmla="*/ 15 h 30"/>
                <a:gd name="T54" fmla="*/ 90 w 90"/>
                <a:gd name="T55" fmla="*/ 12 h 30"/>
                <a:gd name="T56" fmla="*/ 89 w 90"/>
                <a:gd name="T57" fmla="*/ 9 h 30"/>
                <a:gd name="T58" fmla="*/ 88 w 90"/>
                <a:gd name="T59" fmla="*/ 7 h 30"/>
                <a:gd name="T60" fmla="*/ 86 w 90"/>
                <a:gd name="T61" fmla="*/ 5 h 30"/>
                <a:gd name="T62" fmla="*/ 84 w 90"/>
                <a:gd name="T63" fmla="*/ 2 h 30"/>
                <a:gd name="T64" fmla="*/ 80 w 90"/>
                <a:gd name="T65" fmla="*/ 1 h 30"/>
                <a:gd name="T66" fmla="*/ 78 w 90"/>
                <a:gd name="T67" fmla="*/ 0 h 30"/>
                <a:gd name="T68" fmla="*/ 75 w 90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0" h="30">
                  <a:moveTo>
                    <a:pt x="75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" y="21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8"/>
                  </a:lnTo>
                  <a:lnTo>
                    <a:pt x="9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75" y="30"/>
                  </a:lnTo>
                  <a:lnTo>
                    <a:pt x="78" y="30"/>
                  </a:lnTo>
                  <a:lnTo>
                    <a:pt x="80" y="29"/>
                  </a:lnTo>
                  <a:lnTo>
                    <a:pt x="84" y="27"/>
                  </a:lnTo>
                  <a:lnTo>
                    <a:pt x="86" y="26"/>
                  </a:lnTo>
                  <a:lnTo>
                    <a:pt x="88" y="24"/>
                  </a:lnTo>
                  <a:lnTo>
                    <a:pt x="89" y="21"/>
                  </a:lnTo>
                  <a:lnTo>
                    <a:pt x="90" y="19"/>
                  </a:lnTo>
                  <a:lnTo>
                    <a:pt x="90" y="15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211"/>
            <p:cNvSpPr>
              <a:spLocks/>
            </p:cNvSpPr>
            <p:nvPr/>
          </p:nvSpPr>
          <p:spPr bwMode="auto">
            <a:xfrm>
              <a:off x="11074400" y="2276475"/>
              <a:ext cx="33338" cy="33338"/>
            </a:xfrm>
            <a:custGeom>
              <a:avLst/>
              <a:gdLst>
                <a:gd name="T0" fmla="*/ 90 w 105"/>
                <a:gd name="T1" fmla="*/ 105 h 105"/>
                <a:gd name="T2" fmla="*/ 93 w 105"/>
                <a:gd name="T3" fmla="*/ 105 h 105"/>
                <a:gd name="T4" fmla="*/ 97 w 105"/>
                <a:gd name="T5" fmla="*/ 104 h 105"/>
                <a:gd name="T6" fmla="*/ 99 w 105"/>
                <a:gd name="T7" fmla="*/ 103 h 105"/>
                <a:gd name="T8" fmla="*/ 101 w 105"/>
                <a:gd name="T9" fmla="*/ 101 h 105"/>
                <a:gd name="T10" fmla="*/ 103 w 105"/>
                <a:gd name="T11" fmla="*/ 99 h 105"/>
                <a:gd name="T12" fmla="*/ 104 w 105"/>
                <a:gd name="T13" fmla="*/ 97 h 105"/>
                <a:gd name="T14" fmla="*/ 105 w 105"/>
                <a:gd name="T15" fmla="*/ 93 h 105"/>
                <a:gd name="T16" fmla="*/ 105 w 105"/>
                <a:gd name="T17" fmla="*/ 90 h 105"/>
                <a:gd name="T18" fmla="*/ 105 w 105"/>
                <a:gd name="T19" fmla="*/ 88 h 105"/>
                <a:gd name="T20" fmla="*/ 104 w 105"/>
                <a:gd name="T21" fmla="*/ 85 h 105"/>
                <a:gd name="T22" fmla="*/ 103 w 105"/>
                <a:gd name="T23" fmla="*/ 83 h 105"/>
                <a:gd name="T24" fmla="*/ 101 w 105"/>
                <a:gd name="T25" fmla="*/ 79 h 105"/>
                <a:gd name="T26" fmla="*/ 26 w 105"/>
                <a:gd name="T27" fmla="*/ 4 h 105"/>
                <a:gd name="T28" fmla="*/ 24 w 105"/>
                <a:gd name="T29" fmla="*/ 2 h 105"/>
                <a:gd name="T30" fmla="*/ 20 w 105"/>
                <a:gd name="T31" fmla="*/ 1 h 105"/>
                <a:gd name="T32" fmla="*/ 18 w 105"/>
                <a:gd name="T33" fmla="*/ 0 h 105"/>
                <a:gd name="T34" fmla="*/ 15 w 105"/>
                <a:gd name="T35" fmla="*/ 0 h 105"/>
                <a:gd name="T36" fmla="*/ 12 w 105"/>
                <a:gd name="T37" fmla="*/ 0 h 105"/>
                <a:gd name="T38" fmla="*/ 10 w 105"/>
                <a:gd name="T39" fmla="*/ 1 h 105"/>
                <a:gd name="T40" fmla="*/ 6 w 105"/>
                <a:gd name="T41" fmla="*/ 3 h 105"/>
                <a:gd name="T42" fmla="*/ 4 w 105"/>
                <a:gd name="T43" fmla="*/ 4 h 105"/>
                <a:gd name="T44" fmla="*/ 2 w 105"/>
                <a:gd name="T45" fmla="*/ 6 h 105"/>
                <a:gd name="T46" fmla="*/ 1 w 105"/>
                <a:gd name="T47" fmla="*/ 10 h 105"/>
                <a:gd name="T48" fmla="*/ 0 w 105"/>
                <a:gd name="T49" fmla="*/ 13 h 105"/>
                <a:gd name="T50" fmla="*/ 0 w 105"/>
                <a:gd name="T51" fmla="*/ 15 h 105"/>
                <a:gd name="T52" fmla="*/ 0 w 105"/>
                <a:gd name="T53" fmla="*/ 18 h 105"/>
                <a:gd name="T54" fmla="*/ 1 w 105"/>
                <a:gd name="T55" fmla="*/ 21 h 105"/>
                <a:gd name="T56" fmla="*/ 2 w 105"/>
                <a:gd name="T57" fmla="*/ 24 h 105"/>
                <a:gd name="T58" fmla="*/ 4 w 105"/>
                <a:gd name="T59" fmla="*/ 26 h 105"/>
                <a:gd name="T60" fmla="*/ 79 w 105"/>
                <a:gd name="T61" fmla="*/ 101 h 105"/>
                <a:gd name="T62" fmla="*/ 83 w 105"/>
                <a:gd name="T63" fmla="*/ 103 h 105"/>
                <a:gd name="T64" fmla="*/ 85 w 105"/>
                <a:gd name="T65" fmla="*/ 104 h 105"/>
                <a:gd name="T66" fmla="*/ 88 w 105"/>
                <a:gd name="T67" fmla="*/ 105 h 105"/>
                <a:gd name="T68" fmla="*/ 90 w 105"/>
                <a:gd name="T6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5" h="105">
                  <a:moveTo>
                    <a:pt x="90" y="105"/>
                  </a:moveTo>
                  <a:lnTo>
                    <a:pt x="93" y="105"/>
                  </a:lnTo>
                  <a:lnTo>
                    <a:pt x="97" y="104"/>
                  </a:lnTo>
                  <a:lnTo>
                    <a:pt x="99" y="103"/>
                  </a:lnTo>
                  <a:lnTo>
                    <a:pt x="101" y="101"/>
                  </a:lnTo>
                  <a:lnTo>
                    <a:pt x="103" y="99"/>
                  </a:lnTo>
                  <a:lnTo>
                    <a:pt x="104" y="97"/>
                  </a:lnTo>
                  <a:lnTo>
                    <a:pt x="105" y="93"/>
                  </a:lnTo>
                  <a:lnTo>
                    <a:pt x="105" y="90"/>
                  </a:lnTo>
                  <a:lnTo>
                    <a:pt x="105" y="88"/>
                  </a:lnTo>
                  <a:lnTo>
                    <a:pt x="104" y="85"/>
                  </a:lnTo>
                  <a:lnTo>
                    <a:pt x="103" y="83"/>
                  </a:lnTo>
                  <a:lnTo>
                    <a:pt x="101" y="79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0" y="1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3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79" y="101"/>
                  </a:lnTo>
                  <a:lnTo>
                    <a:pt x="83" y="103"/>
                  </a:lnTo>
                  <a:lnTo>
                    <a:pt x="85" y="104"/>
                  </a:lnTo>
                  <a:lnTo>
                    <a:pt x="88" y="105"/>
                  </a:lnTo>
                  <a:lnTo>
                    <a:pt x="9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212"/>
            <p:cNvSpPr>
              <a:spLocks/>
            </p:cNvSpPr>
            <p:nvPr/>
          </p:nvSpPr>
          <p:spPr bwMode="auto">
            <a:xfrm>
              <a:off x="11169650" y="2247900"/>
              <a:ext cx="9525" cy="28575"/>
            </a:xfrm>
            <a:custGeom>
              <a:avLst/>
              <a:gdLst>
                <a:gd name="T0" fmla="*/ 15 w 30"/>
                <a:gd name="T1" fmla="*/ 90 h 90"/>
                <a:gd name="T2" fmla="*/ 19 w 30"/>
                <a:gd name="T3" fmla="*/ 90 h 90"/>
                <a:gd name="T4" fmla="*/ 21 w 30"/>
                <a:gd name="T5" fmla="*/ 89 h 90"/>
                <a:gd name="T6" fmla="*/ 24 w 30"/>
                <a:gd name="T7" fmla="*/ 88 h 90"/>
                <a:gd name="T8" fmla="*/ 26 w 30"/>
                <a:gd name="T9" fmla="*/ 86 h 90"/>
                <a:gd name="T10" fmla="*/ 27 w 30"/>
                <a:gd name="T11" fmla="*/ 84 h 90"/>
                <a:gd name="T12" fmla="*/ 29 w 30"/>
                <a:gd name="T13" fmla="*/ 81 h 90"/>
                <a:gd name="T14" fmla="*/ 30 w 30"/>
                <a:gd name="T15" fmla="*/ 78 h 90"/>
                <a:gd name="T16" fmla="*/ 30 w 30"/>
                <a:gd name="T17" fmla="*/ 75 h 90"/>
                <a:gd name="T18" fmla="*/ 30 w 30"/>
                <a:gd name="T19" fmla="*/ 15 h 90"/>
                <a:gd name="T20" fmla="*/ 30 w 30"/>
                <a:gd name="T21" fmla="*/ 12 h 90"/>
                <a:gd name="T22" fmla="*/ 29 w 30"/>
                <a:gd name="T23" fmla="*/ 10 h 90"/>
                <a:gd name="T24" fmla="*/ 27 w 30"/>
                <a:gd name="T25" fmla="*/ 6 h 90"/>
                <a:gd name="T26" fmla="*/ 26 w 30"/>
                <a:gd name="T27" fmla="*/ 4 h 90"/>
                <a:gd name="T28" fmla="*/ 24 w 30"/>
                <a:gd name="T29" fmla="*/ 2 h 90"/>
                <a:gd name="T30" fmla="*/ 21 w 30"/>
                <a:gd name="T31" fmla="*/ 1 h 90"/>
                <a:gd name="T32" fmla="*/ 19 w 30"/>
                <a:gd name="T33" fmla="*/ 0 h 90"/>
                <a:gd name="T34" fmla="*/ 15 w 30"/>
                <a:gd name="T35" fmla="*/ 0 h 90"/>
                <a:gd name="T36" fmla="*/ 12 w 30"/>
                <a:gd name="T37" fmla="*/ 0 h 90"/>
                <a:gd name="T38" fmla="*/ 9 w 30"/>
                <a:gd name="T39" fmla="*/ 1 h 90"/>
                <a:gd name="T40" fmla="*/ 7 w 30"/>
                <a:gd name="T41" fmla="*/ 2 h 90"/>
                <a:gd name="T42" fmla="*/ 5 w 30"/>
                <a:gd name="T43" fmla="*/ 4 h 90"/>
                <a:gd name="T44" fmla="*/ 3 w 30"/>
                <a:gd name="T45" fmla="*/ 6 h 90"/>
                <a:gd name="T46" fmla="*/ 1 w 30"/>
                <a:gd name="T47" fmla="*/ 10 h 90"/>
                <a:gd name="T48" fmla="*/ 0 w 30"/>
                <a:gd name="T49" fmla="*/ 12 h 90"/>
                <a:gd name="T50" fmla="*/ 0 w 30"/>
                <a:gd name="T51" fmla="*/ 15 h 90"/>
                <a:gd name="T52" fmla="*/ 0 w 30"/>
                <a:gd name="T53" fmla="*/ 75 h 90"/>
                <a:gd name="T54" fmla="*/ 0 w 30"/>
                <a:gd name="T55" fmla="*/ 78 h 90"/>
                <a:gd name="T56" fmla="*/ 1 w 30"/>
                <a:gd name="T57" fmla="*/ 81 h 90"/>
                <a:gd name="T58" fmla="*/ 3 w 30"/>
                <a:gd name="T59" fmla="*/ 84 h 90"/>
                <a:gd name="T60" fmla="*/ 5 w 30"/>
                <a:gd name="T61" fmla="*/ 86 h 90"/>
                <a:gd name="T62" fmla="*/ 7 w 30"/>
                <a:gd name="T63" fmla="*/ 88 h 90"/>
                <a:gd name="T64" fmla="*/ 9 w 30"/>
                <a:gd name="T65" fmla="*/ 89 h 90"/>
                <a:gd name="T66" fmla="*/ 12 w 30"/>
                <a:gd name="T67" fmla="*/ 90 h 90"/>
                <a:gd name="T68" fmla="*/ 15 w 30"/>
                <a:gd name="T6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0" h="90">
                  <a:moveTo>
                    <a:pt x="15" y="90"/>
                  </a:moveTo>
                  <a:lnTo>
                    <a:pt x="19" y="90"/>
                  </a:lnTo>
                  <a:lnTo>
                    <a:pt x="21" y="89"/>
                  </a:lnTo>
                  <a:lnTo>
                    <a:pt x="24" y="88"/>
                  </a:lnTo>
                  <a:lnTo>
                    <a:pt x="26" y="86"/>
                  </a:lnTo>
                  <a:lnTo>
                    <a:pt x="27" y="84"/>
                  </a:lnTo>
                  <a:lnTo>
                    <a:pt x="29" y="81"/>
                  </a:lnTo>
                  <a:lnTo>
                    <a:pt x="30" y="78"/>
                  </a:lnTo>
                  <a:lnTo>
                    <a:pt x="30" y="75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10"/>
                  </a:lnTo>
                  <a:lnTo>
                    <a:pt x="27" y="6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1" y="81"/>
                  </a:lnTo>
                  <a:lnTo>
                    <a:pt x="3" y="84"/>
                  </a:lnTo>
                  <a:lnTo>
                    <a:pt x="5" y="86"/>
                  </a:lnTo>
                  <a:lnTo>
                    <a:pt x="7" y="88"/>
                  </a:lnTo>
                  <a:lnTo>
                    <a:pt x="9" y="89"/>
                  </a:lnTo>
                  <a:lnTo>
                    <a:pt x="12" y="90"/>
                  </a:lnTo>
                  <a:lnTo>
                    <a:pt x="15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213"/>
            <p:cNvSpPr>
              <a:spLocks/>
            </p:cNvSpPr>
            <p:nvPr/>
          </p:nvSpPr>
          <p:spPr bwMode="auto">
            <a:xfrm>
              <a:off x="11242675" y="2276475"/>
              <a:ext cx="33338" cy="33338"/>
            </a:xfrm>
            <a:custGeom>
              <a:avLst/>
              <a:gdLst>
                <a:gd name="T0" fmla="*/ 100 w 106"/>
                <a:gd name="T1" fmla="*/ 4 h 105"/>
                <a:gd name="T2" fmla="*/ 98 w 106"/>
                <a:gd name="T3" fmla="*/ 2 h 105"/>
                <a:gd name="T4" fmla="*/ 96 w 106"/>
                <a:gd name="T5" fmla="*/ 1 h 105"/>
                <a:gd name="T6" fmla="*/ 93 w 106"/>
                <a:gd name="T7" fmla="*/ 0 h 105"/>
                <a:gd name="T8" fmla="*/ 90 w 106"/>
                <a:gd name="T9" fmla="*/ 0 h 105"/>
                <a:gd name="T10" fmla="*/ 88 w 106"/>
                <a:gd name="T11" fmla="*/ 0 h 105"/>
                <a:gd name="T12" fmla="*/ 84 w 106"/>
                <a:gd name="T13" fmla="*/ 1 h 105"/>
                <a:gd name="T14" fmla="*/ 82 w 106"/>
                <a:gd name="T15" fmla="*/ 3 h 105"/>
                <a:gd name="T16" fmla="*/ 80 w 106"/>
                <a:gd name="T17" fmla="*/ 4 h 105"/>
                <a:gd name="T18" fmla="*/ 4 w 106"/>
                <a:gd name="T19" fmla="*/ 79 h 105"/>
                <a:gd name="T20" fmla="*/ 3 w 106"/>
                <a:gd name="T21" fmla="*/ 83 h 105"/>
                <a:gd name="T22" fmla="*/ 1 w 106"/>
                <a:gd name="T23" fmla="*/ 85 h 105"/>
                <a:gd name="T24" fmla="*/ 0 w 106"/>
                <a:gd name="T25" fmla="*/ 88 h 105"/>
                <a:gd name="T26" fmla="*/ 0 w 106"/>
                <a:gd name="T27" fmla="*/ 90 h 105"/>
                <a:gd name="T28" fmla="*/ 0 w 106"/>
                <a:gd name="T29" fmla="*/ 93 h 105"/>
                <a:gd name="T30" fmla="*/ 1 w 106"/>
                <a:gd name="T31" fmla="*/ 97 h 105"/>
                <a:gd name="T32" fmla="*/ 3 w 106"/>
                <a:gd name="T33" fmla="*/ 99 h 105"/>
                <a:gd name="T34" fmla="*/ 4 w 106"/>
                <a:gd name="T35" fmla="*/ 101 h 105"/>
                <a:gd name="T36" fmla="*/ 7 w 106"/>
                <a:gd name="T37" fmla="*/ 103 h 105"/>
                <a:gd name="T38" fmla="*/ 9 w 106"/>
                <a:gd name="T39" fmla="*/ 104 h 105"/>
                <a:gd name="T40" fmla="*/ 12 w 106"/>
                <a:gd name="T41" fmla="*/ 105 h 105"/>
                <a:gd name="T42" fmla="*/ 15 w 106"/>
                <a:gd name="T43" fmla="*/ 105 h 105"/>
                <a:gd name="T44" fmla="*/ 18 w 106"/>
                <a:gd name="T45" fmla="*/ 105 h 105"/>
                <a:gd name="T46" fmla="*/ 21 w 106"/>
                <a:gd name="T47" fmla="*/ 104 h 105"/>
                <a:gd name="T48" fmla="*/ 23 w 106"/>
                <a:gd name="T49" fmla="*/ 103 h 105"/>
                <a:gd name="T50" fmla="*/ 25 w 106"/>
                <a:gd name="T51" fmla="*/ 101 h 105"/>
                <a:gd name="T52" fmla="*/ 100 w 106"/>
                <a:gd name="T53" fmla="*/ 26 h 105"/>
                <a:gd name="T54" fmla="*/ 103 w 106"/>
                <a:gd name="T55" fmla="*/ 24 h 105"/>
                <a:gd name="T56" fmla="*/ 105 w 106"/>
                <a:gd name="T57" fmla="*/ 21 h 105"/>
                <a:gd name="T58" fmla="*/ 105 w 106"/>
                <a:gd name="T59" fmla="*/ 18 h 105"/>
                <a:gd name="T60" fmla="*/ 106 w 106"/>
                <a:gd name="T61" fmla="*/ 15 h 105"/>
                <a:gd name="T62" fmla="*/ 105 w 106"/>
                <a:gd name="T63" fmla="*/ 13 h 105"/>
                <a:gd name="T64" fmla="*/ 105 w 106"/>
                <a:gd name="T65" fmla="*/ 10 h 105"/>
                <a:gd name="T66" fmla="*/ 103 w 106"/>
                <a:gd name="T67" fmla="*/ 6 h 105"/>
                <a:gd name="T68" fmla="*/ 100 w 106"/>
                <a:gd name="T69" fmla="*/ 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6" h="105">
                  <a:moveTo>
                    <a:pt x="100" y="4"/>
                  </a:moveTo>
                  <a:lnTo>
                    <a:pt x="98" y="2"/>
                  </a:lnTo>
                  <a:lnTo>
                    <a:pt x="96" y="1"/>
                  </a:lnTo>
                  <a:lnTo>
                    <a:pt x="93" y="0"/>
                  </a:lnTo>
                  <a:lnTo>
                    <a:pt x="90" y="0"/>
                  </a:lnTo>
                  <a:lnTo>
                    <a:pt x="88" y="0"/>
                  </a:lnTo>
                  <a:lnTo>
                    <a:pt x="84" y="1"/>
                  </a:lnTo>
                  <a:lnTo>
                    <a:pt x="82" y="3"/>
                  </a:lnTo>
                  <a:lnTo>
                    <a:pt x="80" y="4"/>
                  </a:lnTo>
                  <a:lnTo>
                    <a:pt x="4" y="79"/>
                  </a:lnTo>
                  <a:lnTo>
                    <a:pt x="3" y="83"/>
                  </a:lnTo>
                  <a:lnTo>
                    <a:pt x="1" y="85"/>
                  </a:lnTo>
                  <a:lnTo>
                    <a:pt x="0" y="88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1" y="97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7" y="103"/>
                  </a:lnTo>
                  <a:lnTo>
                    <a:pt x="9" y="104"/>
                  </a:lnTo>
                  <a:lnTo>
                    <a:pt x="12" y="105"/>
                  </a:lnTo>
                  <a:lnTo>
                    <a:pt x="15" y="105"/>
                  </a:lnTo>
                  <a:lnTo>
                    <a:pt x="18" y="105"/>
                  </a:lnTo>
                  <a:lnTo>
                    <a:pt x="21" y="104"/>
                  </a:lnTo>
                  <a:lnTo>
                    <a:pt x="23" y="103"/>
                  </a:lnTo>
                  <a:lnTo>
                    <a:pt x="25" y="101"/>
                  </a:lnTo>
                  <a:lnTo>
                    <a:pt x="100" y="26"/>
                  </a:lnTo>
                  <a:lnTo>
                    <a:pt x="103" y="24"/>
                  </a:lnTo>
                  <a:lnTo>
                    <a:pt x="105" y="21"/>
                  </a:lnTo>
                  <a:lnTo>
                    <a:pt x="105" y="18"/>
                  </a:lnTo>
                  <a:lnTo>
                    <a:pt x="106" y="15"/>
                  </a:lnTo>
                  <a:lnTo>
                    <a:pt x="105" y="13"/>
                  </a:lnTo>
                  <a:lnTo>
                    <a:pt x="105" y="10"/>
                  </a:lnTo>
                  <a:lnTo>
                    <a:pt x="103" y="6"/>
                  </a:lnTo>
                  <a:lnTo>
                    <a:pt x="10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214"/>
            <p:cNvSpPr>
              <a:spLocks/>
            </p:cNvSpPr>
            <p:nvPr/>
          </p:nvSpPr>
          <p:spPr bwMode="auto">
            <a:xfrm>
              <a:off x="11276013" y="2363788"/>
              <a:ext cx="28575" cy="9525"/>
            </a:xfrm>
            <a:custGeom>
              <a:avLst/>
              <a:gdLst>
                <a:gd name="T0" fmla="*/ 75 w 90"/>
                <a:gd name="T1" fmla="*/ 0 h 30"/>
                <a:gd name="T2" fmla="*/ 15 w 90"/>
                <a:gd name="T3" fmla="*/ 0 h 30"/>
                <a:gd name="T4" fmla="*/ 12 w 90"/>
                <a:gd name="T5" fmla="*/ 0 h 30"/>
                <a:gd name="T6" fmla="*/ 8 w 90"/>
                <a:gd name="T7" fmla="*/ 1 h 30"/>
                <a:gd name="T8" fmla="*/ 6 w 90"/>
                <a:gd name="T9" fmla="*/ 2 h 30"/>
                <a:gd name="T10" fmla="*/ 4 w 90"/>
                <a:gd name="T11" fmla="*/ 5 h 30"/>
                <a:gd name="T12" fmla="*/ 2 w 90"/>
                <a:gd name="T13" fmla="*/ 7 h 30"/>
                <a:gd name="T14" fmla="*/ 1 w 90"/>
                <a:gd name="T15" fmla="*/ 9 h 30"/>
                <a:gd name="T16" fmla="*/ 0 w 90"/>
                <a:gd name="T17" fmla="*/ 12 h 30"/>
                <a:gd name="T18" fmla="*/ 0 w 90"/>
                <a:gd name="T19" fmla="*/ 15 h 30"/>
                <a:gd name="T20" fmla="*/ 0 w 90"/>
                <a:gd name="T21" fmla="*/ 19 h 30"/>
                <a:gd name="T22" fmla="*/ 1 w 90"/>
                <a:gd name="T23" fmla="*/ 21 h 30"/>
                <a:gd name="T24" fmla="*/ 2 w 90"/>
                <a:gd name="T25" fmla="*/ 24 h 30"/>
                <a:gd name="T26" fmla="*/ 4 w 90"/>
                <a:gd name="T27" fmla="*/ 26 h 30"/>
                <a:gd name="T28" fmla="*/ 6 w 90"/>
                <a:gd name="T29" fmla="*/ 28 h 30"/>
                <a:gd name="T30" fmla="*/ 8 w 90"/>
                <a:gd name="T31" fmla="*/ 29 h 30"/>
                <a:gd name="T32" fmla="*/ 12 w 90"/>
                <a:gd name="T33" fmla="*/ 30 h 30"/>
                <a:gd name="T34" fmla="*/ 15 w 90"/>
                <a:gd name="T35" fmla="*/ 30 h 30"/>
                <a:gd name="T36" fmla="*/ 75 w 90"/>
                <a:gd name="T37" fmla="*/ 30 h 30"/>
                <a:gd name="T38" fmla="*/ 78 w 90"/>
                <a:gd name="T39" fmla="*/ 30 h 30"/>
                <a:gd name="T40" fmla="*/ 80 w 90"/>
                <a:gd name="T41" fmla="*/ 29 h 30"/>
                <a:gd name="T42" fmla="*/ 83 w 90"/>
                <a:gd name="T43" fmla="*/ 27 h 30"/>
                <a:gd name="T44" fmla="*/ 86 w 90"/>
                <a:gd name="T45" fmla="*/ 26 h 30"/>
                <a:gd name="T46" fmla="*/ 87 w 90"/>
                <a:gd name="T47" fmla="*/ 24 h 30"/>
                <a:gd name="T48" fmla="*/ 89 w 90"/>
                <a:gd name="T49" fmla="*/ 21 h 30"/>
                <a:gd name="T50" fmla="*/ 89 w 90"/>
                <a:gd name="T51" fmla="*/ 19 h 30"/>
                <a:gd name="T52" fmla="*/ 90 w 90"/>
                <a:gd name="T53" fmla="*/ 15 h 30"/>
                <a:gd name="T54" fmla="*/ 89 w 90"/>
                <a:gd name="T55" fmla="*/ 12 h 30"/>
                <a:gd name="T56" fmla="*/ 89 w 90"/>
                <a:gd name="T57" fmla="*/ 9 h 30"/>
                <a:gd name="T58" fmla="*/ 87 w 90"/>
                <a:gd name="T59" fmla="*/ 7 h 30"/>
                <a:gd name="T60" fmla="*/ 86 w 90"/>
                <a:gd name="T61" fmla="*/ 5 h 30"/>
                <a:gd name="T62" fmla="*/ 83 w 90"/>
                <a:gd name="T63" fmla="*/ 2 h 30"/>
                <a:gd name="T64" fmla="*/ 80 w 90"/>
                <a:gd name="T65" fmla="*/ 1 h 30"/>
                <a:gd name="T66" fmla="*/ 77 w 90"/>
                <a:gd name="T67" fmla="*/ 0 h 30"/>
                <a:gd name="T68" fmla="*/ 75 w 90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0" h="30">
                  <a:moveTo>
                    <a:pt x="75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6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" y="21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8"/>
                  </a:lnTo>
                  <a:lnTo>
                    <a:pt x="8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75" y="30"/>
                  </a:lnTo>
                  <a:lnTo>
                    <a:pt x="78" y="30"/>
                  </a:lnTo>
                  <a:lnTo>
                    <a:pt x="80" y="29"/>
                  </a:lnTo>
                  <a:lnTo>
                    <a:pt x="83" y="27"/>
                  </a:lnTo>
                  <a:lnTo>
                    <a:pt x="86" y="26"/>
                  </a:lnTo>
                  <a:lnTo>
                    <a:pt x="87" y="24"/>
                  </a:lnTo>
                  <a:lnTo>
                    <a:pt x="89" y="21"/>
                  </a:lnTo>
                  <a:lnTo>
                    <a:pt x="89" y="19"/>
                  </a:lnTo>
                  <a:lnTo>
                    <a:pt x="90" y="15"/>
                  </a:lnTo>
                  <a:lnTo>
                    <a:pt x="89" y="12"/>
                  </a:lnTo>
                  <a:lnTo>
                    <a:pt x="89" y="9"/>
                  </a:lnTo>
                  <a:lnTo>
                    <a:pt x="87" y="7"/>
                  </a:lnTo>
                  <a:lnTo>
                    <a:pt x="86" y="5"/>
                  </a:lnTo>
                  <a:lnTo>
                    <a:pt x="83" y="2"/>
                  </a:lnTo>
                  <a:lnTo>
                    <a:pt x="80" y="1"/>
                  </a:lnTo>
                  <a:lnTo>
                    <a:pt x="77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0" name="Group 99"/>
          <p:cNvGrpSpPr>
            <a:grpSpLocks noChangeAspect="1"/>
          </p:cNvGrpSpPr>
          <p:nvPr/>
        </p:nvGrpSpPr>
        <p:grpSpPr>
          <a:xfrm>
            <a:off x="2333071" y="2865145"/>
            <a:ext cx="292882" cy="288000"/>
            <a:chOff x="314325" y="2508251"/>
            <a:chExt cx="285750" cy="280987"/>
          </a:xfrm>
          <a:solidFill>
            <a:schemeClr val="bg1"/>
          </a:solidFill>
        </p:grpSpPr>
        <p:sp>
          <p:nvSpPr>
            <p:cNvPr id="101" name="Freeform 158"/>
            <p:cNvSpPr>
              <a:spLocks/>
            </p:cNvSpPr>
            <p:nvPr/>
          </p:nvSpPr>
          <p:spPr bwMode="auto">
            <a:xfrm>
              <a:off x="314325" y="2508251"/>
              <a:ext cx="214313" cy="195263"/>
            </a:xfrm>
            <a:custGeom>
              <a:avLst/>
              <a:gdLst>
                <a:gd name="T0" fmla="*/ 383 w 674"/>
                <a:gd name="T1" fmla="*/ 32 h 615"/>
                <a:gd name="T2" fmla="*/ 442 w 674"/>
                <a:gd name="T3" fmla="*/ 45 h 615"/>
                <a:gd name="T4" fmla="*/ 495 w 674"/>
                <a:gd name="T5" fmla="*/ 65 h 615"/>
                <a:gd name="T6" fmla="*/ 544 w 674"/>
                <a:gd name="T7" fmla="*/ 94 h 615"/>
                <a:gd name="T8" fmla="*/ 583 w 674"/>
                <a:gd name="T9" fmla="*/ 129 h 615"/>
                <a:gd name="T10" fmla="*/ 613 w 674"/>
                <a:gd name="T11" fmla="*/ 170 h 615"/>
                <a:gd name="T12" fmla="*/ 635 w 674"/>
                <a:gd name="T13" fmla="*/ 215 h 615"/>
                <a:gd name="T14" fmla="*/ 643 w 674"/>
                <a:gd name="T15" fmla="*/ 264 h 615"/>
                <a:gd name="T16" fmla="*/ 672 w 674"/>
                <a:gd name="T17" fmla="*/ 249 h 615"/>
                <a:gd name="T18" fmla="*/ 659 w 674"/>
                <a:gd name="T19" fmla="*/ 194 h 615"/>
                <a:gd name="T20" fmla="*/ 633 w 674"/>
                <a:gd name="T21" fmla="*/ 144 h 615"/>
                <a:gd name="T22" fmla="*/ 597 w 674"/>
                <a:gd name="T23" fmla="*/ 100 h 615"/>
                <a:gd name="T24" fmla="*/ 551 w 674"/>
                <a:gd name="T25" fmla="*/ 63 h 615"/>
                <a:gd name="T26" fmla="*/ 498 w 674"/>
                <a:gd name="T27" fmla="*/ 33 h 615"/>
                <a:gd name="T28" fmla="*/ 437 w 674"/>
                <a:gd name="T29" fmla="*/ 11 h 615"/>
                <a:gd name="T30" fmla="*/ 371 w 674"/>
                <a:gd name="T31" fmla="*/ 1 h 615"/>
                <a:gd name="T32" fmla="*/ 303 w 674"/>
                <a:gd name="T33" fmla="*/ 1 h 615"/>
                <a:gd name="T34" fmla="*/ 236 w 674"/>
                <a:gd name="T35" fmla="*/ 11 h 615"/>
                <a:gd name="T36" fmla="*/ 177 w 674"/>
                <a:gd name="T37" fmla="*/ 33 h 615"/>
                <a:gd name="T38" fmla="*/ 123 w 674"/>
                <a:gd name="T39" fmla="*/ 63 h 615"/>
                <a:gd name="T40" fmla="*/ 77 w 674"/>
                <a:gd name="T41" fmla="*/ 100 h 615"/>
                <a:gd name="T42" fmla="*/ 41 w 674"/>
                <a:gd name="T43" fmla="*/ 145 h 615"/>
                <a:gd name="T44" fmla="*/ 15 w 674"/>
                <a:gd name="T45" fmla="*/ 194 h 615"/>
                <a:gd name="T46" fmla="*/ 2 w 674"/>
                <a:gd name="T47" fmla="*/ 249 h 615"/>
                <a:gd name="T48" fmla="*/ 1 w 674"/>
                <a:gd name="T49" fmla="*/ 305 h 615"/>
                <a:gd name="T50" fmla="*/ 13 w 674"/>
                <a:gd name="T51" fmla="*/ 357 h 615"/>
                <a:gd name="T52" fmla="*/ 34 w 674"/>
                <a:gd name="T53" fmla="*/ 406 h 615"/>
                <a:gd name="T54" fmla="*/ 66 w 674"/>
                <a:gd name="T55" fmla="*/ 449 h 615"/>
                <a:gd name="T56" fmla="*/ 15 w 674"/>
                <a:gd name="T57" fmla="*/ 597 h 615"/>
                <a:gd name="T58" fmla="*/ 21 w 674"/>
                <a:gd name="T59" fmla="*/ 612 h 615"/>
                <a:gd name="T60" fmla="*/ 33 w 674"/>
                <a:gd name="T61" fmla="*/ 615 h 615"/>
                <a:gd name="T62" fmla="*/ 254 w 674"/>
                <a:gd name="T63" fmla="*/ 549 h 615"/>
                <a:gd name="T64" fmla="*/ 273 w 674"/>
                <a:gd name="T65" fmla="*/ 522 h 615"/>
                <a:gd name="T66" fmla="*/ 225 w 674"/>
                <a:gd name="T67" fmla="*/ 510 h 615"/>
                <a:gd name="T68" fmla="*/ 120 w 674"/>
                <a:gd name="T69" fmla="*/ 467 h 615"/>
                <a:gd name="T70" fmla="*/ 105 w 674"/>
                <a:gd name="T71" fmla="*/ 445 h 615"/>
                <a:gd name="T72" fmla="*/ 71 w 674"/>
                <a:gd name="T73" fmla="*/ 407 h 615"/>
                <a:gd name="T74" fmla="*/ 47 w 674"/>
                <a:gd name="T75" fmla="*/ 364 h 615"/>
                <a:gd name="T76" fmla="*/ 33 w 674"/>
                <a:gd name="T77" fmla="*/ 315 h 615"/>
                <a:gd name="T78" fmla="*/ 30 w 674"/>
                <a:gd name="T79" fmla="*/ 264 h 615"/>
                <a:gd name="T80" fmla="*/ 40 w 674"/>
                <a:gd name="T81" fmla="*/ 215 h 615"/>
                <a:gd name="T82" fmla="*/ 60 w 674"/>
                <a:gd name="T83" fmla="*/ 170 h 615"/>
                <a:gd name="T84" fmla="*/ 91 w 674"/>
                <a:gd name="T85" fmla="*/ 129 h 615"/>
                <a:gd name="T86" fmla="*/ 131 w 674"/>
                <a:gd name="T87" fmla="*/ 94 h 615"/>
                <a:gd name="T88" fmla="*/ 178 w 674"/>
                <a:gd name="T89" fmla="*/ 65 h 615"/>
                <a:gd name="T90" fmla="*/ 231 w 674"/>
                <a:gd name="T91" fmla="*/ 45 h 615"/>
                <a:gd name="T92" fmla="*/ 290 w 674"/>
                <a:gd name="T93" fmla="*/ 32 h 615"/>
                <a:gd name="T94" fmla="*/ 337 w 674"/>
                <a:gd name="T95" fmla="*/ 30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74" h="615">
                  <a:moveTo>
                    <a:pt x="337" y="30"/>
                  </a:moveTo>
                  <a:lnTo>
                    <a:pt x="353" y="30"/>
                  </a:lnTo>
                  <a:lnTo>
                    <a:pt x="368" y="31"/>
                  </a:lnTo>
                  <a:lnTo>
                    <a:pt x="383" y="32"/>
                  </a:lnTo>
                  <a:lnTo>
                    <a:pt x="399" y="34"/>
                  </a:lnTo>
                  <a:lnTo>
                    <a:pt x="413" y="37"/>
                  </a:lnTo>
                  <a:lnTo>
                    <a:pt x="428" y="40"/>
                  </a:lnTo>
                  <a:lnTo>
                    <a:pt x="442" y="45"/>
                  </a:lnTo>
                  <a:lnTo>
                    <a:pt x="456" y="49"/>
                  </a:lnTo>
                  <a:lnTo>
                    <a:pt x="470" y="54"/>
                  </a:lnTo>
                  <a:lnTo>
                    <a:pt x="483" y="60"/>
                  </a:lnTo>
                  <a:lnTo>
                    <a:pt x="495" y="65"/>
                  </a:lnTo>
                  <a:lnTo>
                    <a:pt x="508" y="71"/>
                  </a:lnTo>
                  <a:lnTo>
                    <a:pt x="520" y="79"/>
                  </a:lnTo>
                  <a:lnTo>
                    <a:pt x="532" y="86"/>
                  </a:lnTo>
                  <a:lnTo>
                    <a:pt x="544" y="94"/>
                  </a:lnTo>
                  <a:lnTo>
                    <a:pt x="554" y="102"/>
                  </a:lnTo>
                  <a:lnTo>
                    <a:pt x="564" y="111"/>
                  </a:lnTo>
                  <a:lnTo>
                    <a:pt x="574" y="120"/>
                  </a:lnTo>
                  <a:lnTo>
                    <a:pt x="583" y="129"/>
                  </a:lnTo>
                  <a:lnTo>
                    <a:pt x="592" y="139"/>
                  </a:lnTo>
                  <a:lnTo>
                    <a:pt x="599" y="148"/>
                  </a:lnTo>
                  <a:lnTo>
                    <a:pt x="607" y="159"/>
                  </a:lnTo>
                  <a:lnTo>
                    <a:pt x="613" y="170"/>
                  </a:lnTo>
                  <a:lnTo>
                    <a:pt x="620" y="181"/>
                  </a:lnTo>
                  <a:lnTo>
                    <a:pt x="625" y="192"/>
                  </a:lnTo>
                  <a:lnTo>
                    <a:pt x="630" y="203"/>
                  </a:lnTo>
                  <a:lnTo>
                    <a:pt x="635" y="215"/>
                  </a:lnTo>
                  <a:lnTo>
                    <a:pt x="638" y="228"/>
                  </a:lnTo>
                  <a:lnTo>
                    <a:pt x="640" y="239"/>
                  </a:lnTo>
                  <a:lnTo>
                    <a:pt x="642" y="251"/>
                  </a:lnTo>
                  <a:lnTo>
                    <a:pt x="643" y="264"/>
                  </a:lnTo>
                  <a:lnTo>
                    <a:pt x="644" y="277"/>
                  </a:lnTo>
                  <a:lnTo>
                    <a:pt x="674" y="277"/>
                  </a:lnTo>
                  <a:lnTo>
                    <a:pt x="673" y="263"/>
                  </a:lnTo>
                  <a:lnTo>
                    <a:pt x="672" y="249"/>
                  </a:lnTo>
                  <a:lnTo>
                    <a:pt x="670" y="235"/>
                  </a:lnTo>
                  <a:lnTo>
                    <a:pt x="667" y="221"/>
                  </a:lnTo>
                  <a:lnTo>
                    <a:pt x="663" y="207"/>
                  </a:lnTo>
                  <a:lnTo>
                    <a:pt x="659" y="194"/>
                  </a:lnTo>
                  <a:lnTo>
                    <a:pt x="654" y="182"/>
                  </a:lnTo>
                  <a:lnTo>
                    <a:pt x="647" y="169"/>
                  </a:lnTo>
                  <a:lnTo>
                    <a:pt x="641" y="157"/>
                  </a:lnTo>
                  <a:lnTo>
                    <a:pt x="633" y="144"/>
                  </a:lnTo>
                  <a:lnTo>
                    <a:pt x="625" y="133"/>
                  </a:lnTo>
                  <a:lnTo>
                    <a:pt x="616" y="122"/>
                  </a:lnTo>
                  <a:lnTo>
                    <a:pt x="607" y="111"/>
                  </a:lnTo>
                  <a:lnTo>
                    <a:pt x="597" y="100"/>
                  </a:lnTo>
                  <a:lnTo>
                    <a:pt x="586" y="91"/>
                  </a:lnTo>
                  <a:lnTo>
                    <a:pt x="575" y="81"/>
                  </a:lnTo>
                  <a:lnTo>
                    <a:pt x="563" y="71"/>
                  </a:lnTo>
                  <a:lnTo>
                    <a:pt x="551" y="63"/>
                  </a:lnTo>
                  <a:lnTo>
                    <a:pt x="538" y="54"/>
                  </a:lnTo>
                  <a:lnTo>
                    <a:pt x="525" y="47"/>
                  </a:lnTo>
                  <a:lnTo>
                    <a:pt x="511" y="39"/>
                  </a:lnTo>
                  <a:lnTo>
                    <a:pt x="498" y="33"/>
                  </a:lnTo>
                  <a:lnTo>
                    <a:pt x="483" y="26"/>
                  </a:lnTo>
                  <a:lnTo>
                    <a:pt x="468" y="21"/>
                  </a:lnTo>
                  <a:lnTo>
                    <a:pt x="453" y="16"/>
                  </a:lnTo>
                  <a:lnTo>
                    <a:pt x="437" y="11"/>
                  </a:lnTo>
                  <a:lnTo>
                    <a:pt x="421" y="8"/>
                  </a:lnTo>
                  <a:lnTo>
                    <a:pt x="404" y="5"/>
                  </a:lnTo>
                  <a:lnTo>
                    <a:pt x="388" y="3"/>
                  </a:lnTo>
                  <a:lnTo>
                    <a:pt x="371" y="1"/>
                  </a:lnTo>
                  <a:lnTo>
                    <a:pt x="354" y="0"/>
                  </a:lnTo>
                  <a:lnTo>
                    <a:pt x="337" y="0"/>
                  </a:lnTo>
                  <a:lnTo>
                    <a:pt x="320" y="0"/>
                  </a:lnTo>
                  <a:lnTo>
                    <a:pt x="303" y="1"/>
                  </a:lnTo>
                  <a:lnTo>
                    <a:pt x="286" y="3"/>
                  </a:lnTo>
                  <a:lnTo>
                    <a:pt x="269" y="5"/>
                  </a:lnTo>
                  <a:lnTo>
                    <a:pt x="253" y="8"/>
                  </a:lnTo>
                  <a:lnTo>
                    <a:pt x="236" y="11"/>
                  </a:lnTo>
                  <a:lnTo>
                    <a:pt x="221" y="16"/>
                  </a:lnTo>
                  <a:lnTo>
                    <a:pt x="205" y="21"/>
                  </a:lnTo>
                  <a:lnTo>
                    <a:pt x="190" y="26"/>
                  </a:lnTo>
                  <a:lnTo>
                    <a:pt x="177" y="33"/>
                  </a:lnTo>
                  <a:lnTo>
                    <a:pt x="163" y="39"/>
                  </a:lnTo>
                  <a:lnTo>
                    <a:pt x="149" y="47"/>
                  </a:lnTo>
                  <a:lnTo>
                    <a:pt x="136" y="54"/>
                  </a:lnTo>
                  <a:lnTo>
                    <a:pt x="123" y="63"/>
                  </a:lnTo>
                  <a:lnTo>
                    <a:pt x="110" y="71"/>
                  </a:lnTo>
                  <a:lnTo>
                    <a:pt x="98" y="81"/>
                  </a:lnTo>
                  <a:lnTo>
                    <a:pt x="88" y="91"/>
                  </a:lnTo>
                  <a:lnTo>
                    <a:pt x="77" y="100"/>
                  </a:lnTo>
                  <a:lnTo>
                    <a:pt x="67" y="111"/>
                  </a:lnTo>
                  <a:lnTo>
                    <a:pt x="58" y="122"/>
                  </a:lnTo>
                  <a:lnTo>
                    <a:pt x="49" y="133"/>
                  </a:lnTo>
                  <a:lnTo>
                    <a:pt x="41" y="145"/>
                  </a:lnTo>
                  <a:lnTo>
                    <a:pt x="33" y="157"/>
                  </a:lnTo>
                  <a:lnTo>
                    <a:pt x="27" y="169"/>
                  </a:lnTo>
                  <a:lnTo>
                    <a:pt x="20" y="182"/>
                  </a:lnTo>
                  <a:lnTo>
                    <a:pt x="15" y="194"/>
                  </a:lnTo>
                  <a:lnTo>
                    <a:pt x="11" y="207"/>
                  </a:lnTo>
                  <a:lnTo>
                    <a:pt x="6" y="221"/>
                  </a:lnTo>
                  <a:lnTo>
                    <a:pt x="4" y="235"/>
                  </a:lnTo>
                  <a:lnTo>
                    <a:pt x="2" y="249"/>
                  </a:lnTo>
                  <a:lnTo>
                    <a:pt x="0" y="263"/>
                  </a:lnTo>
                  <a:lnTo>
                    <a:pt x="0" y="277"/>
                  </a:lnTo>
                  <a:lnTo>
                    <a:pt x="0" y="291"/>
                  </a:lnTo>
                  <a:lnTo>
                    <a:pt x="1" y="305"/>
                  </a:lnTo>
                  <a:lnTo>
                    <a:pt x="3" y="319"/>
                  </a:lnTo>
                  <a:lnTo>
                    <a:pt x="5" y="331"/>
                  </a:lnTo>
                  <a:lnTo>
                    <a:pt x="9" y="344"/>
                  </a:lnTo>
                  <a:lnTo>
                    <a:pt x="13" y="357"/>
                  </a:lnTo>
                  <a:lnTo>
                    <a:pt x="17" y="370"/>
                  </a:lnTo>
                  <a:lnTo>
                    <a:pt x="22" y="383"/>
                  </a:lnTo>
                  <a:lnTo>
                    <a:pt x="28" y="395"/>
                  </a:lnTo>
                  <a:lnTo>
                    <a:pt x="34" y="406"/>
                  </a:lnTo>
                  <a:lnTo>
                    <a:pt x="42" y="417"/>
                  </a:lnTo>
                  <a:lnTo>
                    <a:pt x="49" y="429"/>
                  </a:lnTo>
                  <a:lnTo>
                    <a:pt x="58" y="440"/>
                  </a:lnTo>
                  <a:lnTo>
                    <a:pt x="66" y="449"/>
                  </a:lnTo>
                  <a:lnTo>
                    <a:pt x="76" y="459"/>
                  </a:lnTo>
                  <a:lnTo>
                    <a:pt x="86" y="468"/>
                  </a:lnTo>
                  <a:lnTo>
                    <a:pt x="17" y="593"/>
                  </a:lnTo>
                  <a:lnTo>
                    <a:pt x="15" y="597"/>
                  </a:lnTo>
                  <a:lnTo>
                    <a:pt x="15" y="601"/>
                  </a:lnTo>
                  <a:lnTo>
                    <a:pt x="16" y="606"/>
                  </a:lnTo>
                  <a:lnTo>
                    <a:pt x="18" y="610"/>
                  </a:lnTo>
                  <a:lnTo>
                    <a:pt x="21" y="612"/>
                  </a:lnTo>
                  <a:lnTo>
                    <a:pt x="24" y="614"/>
                  </a:lnTo>
                  <a:lnTo>
                    <a:pt x="27" y="615"/>
                  </a:lnTo>
                  <a:lnTo>
                    <a:pt x="30" y="615"/>
                  </a:lnTo>
                  <a:lnTo>
                    <a:pt x="33" y="615"/>
                  </a:lnTo>
                  <a:lnTo>
                    <a:pt x="35" y="614"/>
                  </a:lnTo>
                  <a:lnTo>
                    <a:pt x="226" y="540"/>
                  </a:lnTo>
                  <a:lnTo>
                    <a:pt x="239" y="544"/>
                  </a:lnTo>
                  <a:lnTo>
                    <a:pt x="254" y="549"/>
                  </a:lnTo>
                  <a:lnTo>
                    <a:pt x="269" y="552"/>
                  </a:lnTo>
                  <a:lnTo>
                    <a:pt x="284" y="555"/>
                  </a:lnTo>
                  <a:lnTo>
                    <a:pt x="288" y="525"/>
                  </a:lnTo>
                  <a:lnTo>
                    <a:pt x="273" y="522"/>
                  </a:lnTo>
                  <a:lnTo>
                    <a:pt x="257" y="519"/>
                  </a:lnTo>
                  <a:lnTo>
                    <a:pt x="242" y="514"/>
                  </a:lnTo>
                  <a:lnTo>
                    <a:pt x="230" y="510"/>
                  </a:lnTo>
                  <a:lnTo>
                    <a:pt x="225" y="510"/>
                  </a:lnTo>
                  <a:lnTo>
                    <a:pt x="219" y="511"/>
                  </a:lnTo>
                  <a:lnTo>
                    <a:pt x="63" y="571"/>
                  </a:lnTo>
                  <a:lnTo>
                    <a:pt x="119" y="472"/>
                  </a:lnTo>
                  <a:lnTo>
                    <a:pt x="120" y="467"/>
                  </a:lnTo>
                  <a:lnTo>
                    <a:pt x="120" y="462"/>
                  </a:lnTo>
                  <a:lnTo>
                    <a:pt x="118" y="457"/>
                  </a:lnTo>
                  <a:lnTo>
                    <a:pt x="114" y="453"/>
                  </a:lnTo>
                  <a:lnTo>
                    <a:pt x="105" y="445"/>
                  </a:lnTo>
                  <a:lnTo>
                    <a:pt x="95" y="436"/>
                  </a:lnTo>
                  <a:lnTo>
                    <a:pt x="87" y="427"/>
                  </a:lnTo>
                  <a:lnTo>
                    <a:pt x="78" y="417"/>
                  </a:lnTo>
                  <a:lnTo>
                    <a:pt x="71" y="407"/>
                  </a:lnTo>
                  <a:lnTo>
                    <a:pt x="64" y="397"/>
                  </a:lnTo>
                  <a:lnTo>
                    <a:pt x="58" y="386"/>
                  </a:lnTo>
                  <a:lnTo>
                    <a:pt x="51" y="375"/>
                  </a:lnTo>
                  <a:lnTo>
                    <a:pt x="47" y="364"/>
                  </a:lnTo>
                  <a:lnTo>
                    <a:pt x="43" y="352"/>
                  </a:lnTo>
                  <a:lnTo>
                    <a:pt x="39" y="340"/>
                  </a:lnTo>
                  <a:lnTo>
                    <a:pt x="35" y="328"/>
                  </a:lnTo>
                  <a:lnTo>
                    <a:pt x="33" y="315"/>
                  </a:lnTo>
                  <a:lnTo>
                    <a:pt x="31" y="303"/>
                  </a:lnTo>
                  <a:lnTo>
                    <a:pt x="30" y="290"/>
                  </a:lnTo>
                  <a:lnTo>
                    <a:pt x="30" y="277"/>
                  </a:lnTo>
                  <a:lnTo>
                    <a:pt x="30" y="264"/>
                  </a:lnTo>
                  <a:lnTo>
                    <a:pt x="32" y="251"/>
                  </a:lnTo>
                  <a:lnTo>
                    <a:pt x="33" y="239"/>
                  </a:lnTo>
                  <a:lnTo>
                    <a:pt x="36" y="227"/>
                  </a:lnTo>
                  <a:lnTo>
                    <a:pt x="40" y="215"/>
                  </a:lnTo>
                  <a:lnTo>
                    <a:pt x="44" y="203"/>
                  </a:lnTo>
                  <a:lnTo>
                    <a:pt x="48" y="192"/>
                  </a:lnTo>
                  <a:lnTo>
                    <a:pt x="55" y="181"/>
                  </a:lnTo>
                  <a:lnTo>
                    <a:pt x="60" y="170"/>
                  </a:lnTo>
                  <a:lnTo>
                    <a:pt x="67" y="159"/>
                  </a:lnTo>
                  <a:lnTo>
                    <a:pt x="75" y="148"/>
                  </a:lnTo>
                  <a:lnTo>
                    <a:pt x="82" y="139"/>
                  </a:lnTo>
                  <a:lnTo>
                    <a:pt x="91" y="129"/>
                  </a:lnTo>
                  <a:lnTo>
                    <a:pt x="101" y="120"/>
                  </a:lnTo>
                  <a:lnTo>
                    <a:pt x="110" y="111"/>
                  </a:lnTo>
                  <a:lnTo>
                    <a:pt x="120" y="102"/>
                  </a:lnTo>
                  <a:lnTo>
                    <a:pt x="131" y="94"/>
                  </a:lnTo>
                  <a:lnTo>
                    <a:pt x="142" y="86"/>
                  </a:lnTo>
                  <a:lnTo>
                    <a:pt x="153" y="79"/>
                  </a:lnTo>
                  <a:lnTo>
                    <a:pt x="166" y="71"/>
                  </a:lnTo>
                  <a:lnTo>
                    <a:pt x="178" y="65"/>
                  </a:lnTo>
                  <a:lnTo>
                    <a:pt x="190" y="60"/>
                  </a:lnTo>
                  <a:lnTo>
                    <a:pt x="204" y="54"/>
                  </a:lnTo>
                  <a:lnTo>
                    <a:pt x="217" y="49"/>
                  </a:lnTo>
                  <a:lnTo>
                    <a:pt x="231" y="45"/>
                  </a:lnTo>
                  <a:lnTo>
                    <a:pt x="246" y="40"/>
                  </a:lnTo>
                  <a:lnTo>
                    <a:pt x="260" y="37"/>
                  </a:lnTo>
                  <a:lnTo>
                    <a:pt x="275" y="34"/>
                  </a:lnTo>
                  <a:lnTo>
                    <a:pt x="290" y="32"/>
                  </a:lnTo>
                  <a:lnTo>
                    <a:pt x="306" y="31"/>
                  </a:lnTo>
                  <a:lnTo>
                    <a:pt x="321" y="30"/>
                  </a:lnTo>
                  <a:lnTo>
                    <a:pt x="337" y="30"/>
                  </a:lnTo>
                  <a:lnTo>
                    <a:pt x="33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59"/>
            <p:cNvSpPr>
              <a:spLocks noEditPoints="1"/>
            </p:cNvSpPr>
            <p:nvPr/>
          </p:nvSpPr>
          <p:spPr bwMode="auto">
            <a:xfrm>
              <a:off x="422275" y="2620963"/>
              <a:ext cx="177800" cy="168275"/>
            </a:xfrm>
            <a:custGeom>
              <a:avLst/>
              <a:gdLst>
                <a:gd name="T0" fmla="*/ 377 w 560"/>
                <a:gd name="T1" fmla="*/ 437 h 527"/>
                <a:gd name="T2" fmla="*/ 336 w 560"/>
                <a:gd name="T3" fmla="*/ 451 h 527"/>
                <a:gd name="T4" fmla="*/ 285 w 560"/>
                <a:gd name="T5" fmla="*/ 459 h 527"/>
                <a:gd name="T6" fmla="*/ 248 w 560"/>
                <a:gd name="T7" fmla="*/ 458 h 527"/>
                <a:gd name="T8" fmla="*/ 179 w 560"/>
                <a:gd name="T9" fmla="*/ 442 h 527"/>
                <a:gd name="T10" fmla="*/ 102 w 560"/>
                <a:gd name="T11" fmla="*/ 395 h 527"/>
                <a:gd name="T12" fmla="*/ 59 w 560"/>
                <a:gd name="T13" fmla="*/ 345 h 527"/>
                <a:gd name="T14" fmla="*/ 41 w 560"/>
                <a:gd name="T15" fmla="*/ 306 h 527"/>
                <a:gd name="T16" fmla="*/ 31 w 560"/>
                <a:gd name="T17" fmla="*/ 265 h 527"/>
                <a:gd name="T18" fmla="*/ 31 w 560"/>
                <a:gd name="T19" fmla="*/ 221 h 527"/>
                <a:gd name="T20" fmla="*/ 41 w 560"/>
                <a:gd name="T21" fmla="*/ 180 h 527"/>
                <a:gd name="T22" fmla="*/ 60 w 560"/>
                <a:gd name="T23" fmla="*/ 143 h 527"/>
                <a:gd name="T24" fmla="*/ 104 w 560"/>
                <a:gd name="T25" fmla="*/ 93 h 527"/>
                <a:gd name="T26" fmla="*/ 183 w 560"/>
                <a:gd name="T27" fmla="*/ 47 h 527"/>
                <a:gd name="T28" fmla="*/ 255 w 560"/>
                <a:gd name="T29" fmla="*/ 31 h 527"/>
                <a:gd name="T30" fmla="*/ 305 w 560"/>
                <a:gd name="T31" fmla="*/ 31 h 527"/>
                <a:gd name="T32" fmla="*/ 376 w 560"/>
                <a:gd name="T33" fmla="*/ 47 h 527"/>
                <a:gd name="T34" fmla="*/ 456 w 560"/>
                <a:gd name="T35" fmla="*/ 93 h 527"/>
                <a:gd name="T36" fmla="*/ 499 w 560"/>
                <a:gd name="T37" fmla="*/ 143 h 527"/>
                <a:gd name="T38" fmla="*/ 518 w 560"/>
                <a:gd name="T39" fmla="*/ 180 h 527"/>
                <a:gd name="T40" fmla="*/ 529 w 560"/>
                <a:gd name="T41" fmla="*/ 221 h 527"/>
                <a:gd name="T42" fmla="*/ 529 w 560"/>
                <a:gd name="T43" fmla="*/ 262 h 527"/>
                <a:gd name="T44" fmla="*/ 520 w 560"/>
                <a:gd name="T45" fmla="*/ 301 h 527"/>
                <a:gd name="T46" fmla="*/ 502 w 560"/>
                <a:gd name="T47" fmla="*/ 336 h 527"/>
                <a:gd name="T48" fmla="*/ 476 w 560"/>
                <a:gd name="T49" fmla="*/ 367 h 527"/>
                <a:gd name="T50" fmla="*/ 455 w 560"/>
                <a:gd name="T51" fmla="*/ 391 h 527"/>
                <a:gd name="T52" fmla="*/ 386 w 560"/>
                <a:gd name="T53" fmla="*/ 437 h 527"/>
                <a:gd name="T54" fmla="*/ 512 w 560"/>
                <a:gd name="T55" fmla="*/ 373 h 527"/>
                <a:gd name="T56" fmla="*/ 536 w 560"/>
                <a:gd name="T57" fmla="*/ 336 h 527"/>
                <a:gd name="T58" fmla="*/ 552 w 560"/>
                <a:gd name="T59" fmla="*/ 297 h 527"/>
                <a:gd name="T60" fmla="*/ 560 w 560"/>
                <a:gd name="T61" fmla="*/ 254 h 527"/>
                <a:gd name="T62" fmla="*/ 557 w 560"/>
                <a:gd name="T63" fmla="*/ 206 h 527"/>
                <a:gd name="T64" fmla="*/ 543 w 560"/>
                <a:gd name="T65" fmla="*/ 160 h 527"/>
                <a:gd name="T66" fmla="*/ 519 w 560"/>
                <a:gd name="T67" fmla="*/ 118 h 527"/>
                <a:gd name="T68" fmla="*/ 486 w 560"/>
                <a:gd name="T69" fmla="*/ 81 h 527"/>
                <a:gd name="T70" fmla="*/ 447 w 560"/>
                <a:gd name="T71" fmla="*/ 48 h 527"/>
                <a:gd name="T72" fmla="*/ 401 w 560"/>
                <a:gd name="T73" fmla="*/ 24 h 527"/>
                <a:gd name="T74" fmla="*/ 349 w 560"/>
                <a:gd name="T75" fmla="*/ 8 h 527"/>
                <a:gd name="T76" fmla="*/ 295 w 560"/>
                <a:gd name="T77" fmla="*/ 0 h 527"/>
                <a:gd name="T78" fmla="*/ 238 w 560"/>
                <a:gd name="T79" fmla="*/ 2 h 527"/>
                <a:gd name="T80" fmla="*/ 184 w 560"/>
                <a:gd name="T81" fmla="*/ 15 h 527"/>
                <a:gd name="T82" fmla="*/ 136 w 560"/>
                <a:gd name="T83" fmla="*/ 36 h 527"/>
                <a:gd name="T84" fmla="*/ 92 w 560"/>
                <a:gd name="T85" fmla="*/ 63 h 527"/>
                <a:gd name="T86" fmla="*/ 56 w 560"/>
                <a:gd name="T87" fmla="*/ 99 h 527"/>
                <a:gd name="T88" fmla="*/ 28 w 560"/>
                <a:gd name="T89" fmla="*/ 138 h 527"/>
                <a:gd name="T90" fmla="*/ 9 w 560"/>
                <a:gd name="T91" fmla="*/ 182 h 527"/>
                <a:gd name="T92" fmla="*/ 0 w 560"/>
                <a:gd name="T93" fmla="*/ 230 h 527"/>
                <a:gd name="T94" fmla="*/ 4 w 560"/>
                <a:gd name="T95" fmla="*/ 280 h 527"/>
                <a:gd name="T96" fmla="*/ 16 w 560"/>
                <a:gd name="T97" fmla="*/ 327 h 527"/>
                <a:gd name="T98" fmla="*/ 40 w 560"/>
                <a:gd name="T99" fmla="*/ 369 h 527"/>
                <a:gd name="T100" fmla="*/ 72 w 560"/>
                <a:gd name="T101" fmla="*/ 407 h 527"/>
                <a:gd name="T102" fmla="*/ 111 w 560"/>
                <a:gd name="T103" fmla="*/ 439 h 527"/>
                <a:gd name="T104" fmla="*/ 155 w 560"/>
                <a:gd name="T105" fmla="*/ 465 h 527"/>
                <a:gd name="T106" fmla="*/ 205 w 560"/>
                <a:gd name="T107" fmla="*/ 482 h 527"/>
                <a:gd name="T108" fmla="*/ 258 w 560"/>
                <a:gd name="T109" fmla="*/ 489 h 527"/>
                <a:gd name="T110" fmla="*/ 300 w 560"/>
                <a:gd name="T111" fmla="*/ 488 h 527"/>
                <a:gd name="T112" fmla="*/ 353 w 560"/>
                <a:gd name="T113" fmla="*/ 478 h 527"/>
                <a:gd name="T114" fmla="*/ 527 w 560"/>
                <a:gd name="T115" fmla="*/ 526 h 527"/>
                <a:gd name="T116" fmla="*/ 539 w 560"/>
                <a:gd name="T117" fmla="*/ 524 h 527"/>
                <a:gd name="T118" fmla="*/ 545 w 560"/>
                <a:gd name="T119" fmla="*/ 509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60" h="527">
                  <a:moveTo>
                    <a:pt x="386" y="437"/>
                  </a:moveTo>
                  <a:lnTo>
                    <a:pt x="382" y="437"/>
                  </a:lnTo>
                  <a:lnTo>
                    <a:pt x="380" y="436"/>
                  </a:lnTo>
                  <a:lnTo>
                    <a:pt x="377" y="437"/>
                  </a:lnTo>
                  <a:lnTo>
                    <a:pt x="374" y="438"/>
                  </a:lnTo>
                  <a:lnTo>
                    <a:pt x="362" y="442"/>
                  </a:lnTo>
                  <a:lnTo>
                    <a:pt x="349" y="447"/>
                  </a:lnTo>
                  <a:lnTo>
                    <a:pt x="336" y="451"/>
                  </a:lnTo>
                  <a:lnTo>
                    <a:pt x="323" y="454"/>
                  </a:lnTo>
                  <a:lnTo>
                    <a:pt x="311" y="456"/>
                  </a:lnTo>
                  <a:lnTo>
                    <a:pt x="298" y="458"/>
                  </a:lnTo>
                  <a:lnTo>
                    <a:pt x="285" y="459"/>
                  </a:lnTo>
                  <a:lnTo>
                    <a:pt x="272" y="459"/>
                  </a:lnTo>
                  <a:lnTo>
                    <a:pt x="272" y="459"/>
                  </a:lnTo>
                  <a:lnTo>
                    <a:pt x="259" y="459"/>
                  </a:lnTo>
                  <a:lnTo>
                    <a:pt x="248" y="458"/>
                  </a:lnTo>
                  <a:lnTo>
                    <a:pt x="236" y="457"/>
                  </a:lnTo>
                  <a:lnTo>
                    <a:pt x="224" y="455"/>
                  </a:lnTo>
                  <a:lnTo>
                    <a:pt x="200" y="450"/>
                  </a:lnTo>
                  <a:lnTo>
                    <a:pt x="179" y="442"/>
                  </a:lnTo>
                  <a:lnTo>
                    <a:pt x="158" y="433"/>
                  </a:lnTo>
                  <a:lnTo>
                    <a:pt x="137" y="422"/>
                  </a:lnTo>
                  <a:lnTo>
                    <a:pt x="119" y="409"/>
                  </a:lnTo>
                  <a:lnTo>
                    <a:pt x="102" y="395"/>
                  </a:lnTo>
                  <a:lnTo>
                    <a:pt x="86" y="379"/>
                  </a:lnTo>
                  <a:lnTo>
                    <a:pt x="72" y="363"/>
                  </a:lnTo>
                  <a:lnTo>
                    <a:pt x="66" y="353"/>
                  </a:lnTo>
                  <a:lnTo>
                    <a:pt x="59" y="345"/>
                  </a:lnTo>
                  <a:lnTo>
                    <a:pt x="54" y="335"/>
                  </a:lnTo>
                  <a:lnTo>
                    <a:pt x="50" y="326"/>
                  </a:lnTo>
                  <a:lnTo>
                    <a:pt x="45" y="316"/>
                  </a:lnTo>
                  <a:lnTo>
                    <a:pt x="41" y="306"/>
                  </a:lnTo>
                  <a:lnTo>
                    <a:pt x="38" y="296"/>
                  </a:lnTo>
                  <a:lnTo>
                    <a:pt x="35" y="285"/>
                  </a:lnTo>
                  <a:lnTo>
                    <a:pt x="32" y="275"/>
                  </a:lnTo>
                  <a:lnTo>
                    <a:pt x="31" y="265"/>
                  </a:lnTo>
                  <a:lnTo>
                    <a:pt x="30" y="254"/>
                  </a:lnTo>
                  <a:lnTo>
                    <a:pt x="30" y="242"/>
                  </a:lnTo>
                  <a:lnTo>
                    <a:pt x="30" y="231"/>
                  </a:lnTo>
                  <a:lnTo>
                    <a:pt x="31" y="221"/>
                  </a:lnTo>
                  <a:lnTo>
                    <a:pt x="32" y="211"/>
                  </a:lnTo>
                  <a:lnTo>
                    <a:pt x="35" y="200"/>
                  </a:lnTo>
                  <a:lnTo>
                    <a:pt x="38" y="190"/>
                  </a:lnTo>
                  <a:lnTo>
                    <a:pt x="41" y="180"/>
                  </a:lnTo>
                  <a:lnTo>
                    <a:pt x="45" y="170"/>
                  </a:lnTo>
                  <a:lnTo>
                    <a:pt x="50" y="161"/>
                  </a:lnTo>
                  <a:lnTo>
                    <a:pt x="55" y="151"/>
                  </a:lnTo>
                  <a:lnTo>
                    <a:pt x="60" y="143"/>
                  </a:lnTo>
                  <a:lnTo>
                    <a:pt x="67" y="133"/>
                  </a:lnTo>
                  <a:lnTo>
                    <a:pt x="73" y="124"/>
                  </a:lnTo>
                  <a:lnTo>
                    <a:pt x="88" y="108"/>
                  </a:lnTo>
                  <a:lnTo>
                    <a:pt x="104" y="93"/>
                  </a:lnTo>
                  <a:lnTo>
                    <a:pt x="122" y="79"/>
                  </a:lnTo>
                  <a:lnTo>
                    <a:pt x="142" y="67"/>
                  </a:lnTo>
                  <a:lnTo>
                    <a:pt x="162" y="56"/>
                  </a:lnTo>
                  <a:lnTo>
                    <a:pt x="183" y="47"/>
                  </a:lnTo>
                  <a:lnTo>
                    <a:pt x="207" y="40"/>
                  </a:lnTo>
                  <a:lnTo>
                    <a:pt x="230" y="35"/>
                  </a:lnTo>
                  <a:lnTo>
                    <a:pt x="242" y="32"/>
                  </a:lnTo>
                  <a:lnTo>
                    <a:pt x="255" y="31"/>
                  </a:lnTo>
                  <a:lnTo>
                    <a:pt x="267" y="30"/>
                  </a:lnTo>
                  <a:lnTo>
                    <a:pt x="280" y="30"/>
                  </a:lnTo>
                  <a:lnTo>
                    <a:pt x="292" y="30"/>
                  </a:lnTo>
                  <a:lnTo>
                    <a:pt x="305" y="31"/>
                  </a:lnTo>
                  <a:lnTo>
                    <a:pt x="317" y="32"/>
                  </a:lnTo>
                  <a:lnTo>
                    <a:pt x="330" y="35"/>
                  </a:lnTo>
                  <a:lnTo>
                    <a:pt x="353" y="40"/>
                  </a:lnTo>
                  <a:lnTo>
                    <a:pt x="376" y="47"/>
                  </a:lnTo>
                  <a:lnTo>
                    <a:pt x="398" y="56"/>
                  </a:lnTo>
                  <a:lnTo>
                    <a:pt x="419" y="67"/>
                  </a:lnTo>
                  <a:lnTo>
                    <a:pt x="438" y="79"/>
                  </a:lnTo>
                  <a:lnTo>
                    <a:pt x="456" y="93"/>
                  </a:lnTo>
                  <a:lnTo>
                    <a:pt x="472" y="108"/>
                  </a:lnTo>
                  <a:lnTo>
                    <a:pt x="486" y="124"/>
                  </a:lnTo>
                  <a:lnTo>
                    <a:pt x="494" y="133"/>
                  </a:lnTo>
                  <a:lnTo>
                    <a:pt x="499" y="143"/>
                  </a:lnTo>
                  <a:lnTo>
                    <a:pt x="505" y="151"/>
                  </a:lnTo>
                  <a:lnTo>
                    <a:pt x="510" y="161"/>
                  </a:lnTo>
                  <a:lnTo>
                    <a:pt x="515" y="170"/>
                  </a:lnTo>
                  <a:lnTo>
                    <a:pt x="518" y="180"/>
                  </a:lnTo>
                  <a:lnTo>
                    <a:pt x="521" y="190"/>
                  </a:lnTo>
                  <a:lnTo>
                    <a:pt x="525" y="200"/>
                  </a:lnTo>
                  <a:lnTo>
                    <a:pt x="527" y="211"/>
                  </a:lnTo>
                  <a:lnTo>
                    <a:pt x="529" y="221"/>
                  </a:lnTo>
                  <a:lnTo>
                    <a:pt x="530" y="231"/>
                  </a:lnTo>
                  <a:lnTo>
                    <a:pt x="530" y="242"/>
                  </a:lnTo>
                  <a:lnTo>
                    <a:pt x="530" y="253"/>
                  </a:lnTo>
                  <a:lnTo>
                    <a:pt x="529" y="262"/>
                  </a:lnTo>
                  <a:lnTo>
                    <a:pt x="528" y="272"/>
                  </a:lnTo>
                  <a:lnTo>
                    <a:pt x="526" y="282"/>
                  </a:lnTo>
                  <a:lnTo>
                    <a:pt x="522" y="291"/>
                  </a:lnTo>
                  <a:lnTo>
                    <a:pt x="520" y="301"/>
                  </a:lnTo>
                  <a:lnTo>
                    <a:pt x="516" y="311"/>
                  </a:lnTo>
                  <a:lnTo>
                    <a:pt x="512" y="319"/>
                  </a:lnTo>
                  <a:lnTo>
                    <a:pt x="508" y="328"/>
                  </a:lnTo>
                  <a:lnTo>
                    <a:pt x="502" y="336"/>
                  </a:lnTo>
                  <a:lnTo>
                    <a:pt x="497" y="345"/>
                  </a:lnTo>
                  <a:lnTo>
                    <a:pt x="490" y="352"/>
                  </a:lnTo>
                  <a:lnTo>
                    <a:pt x="483" y="360"/>
                  </a:lnTo>
                  <a:lnTo>
                    <a:pt x="476" y="367"/>
                  </a:lnTo>
                  <a:lnTo>
                    <a:pt x="468" y="375"/>
                  </a:lnTo>
                  <a:lnTo>
                    <a:pt x="459" y="382"/>
                  </a:lnTo>
                  <a:lnTo>
                    <a:pt x="456" y="386"/>
                  </a:lnTo>
                  <a:lnTo>
                    <a:pt x="455" y="391"/>
                  </a:lnTo>
                  <a:lnTo>
                    <a:pt x="454" y="396"/>
                  </a:lnTo>
                  <a:lnTo>
                    <a:pt x="456" y="400"/>
                  </a:lnTo>
                  <a:lnTo>
                    <a:pt x="498" y="483"/>
                  </a:lnTo>
                  <a:lnTo>
                    <a:pt x="386" y="437"/>
                  </a:lnTo>
                  <a:close/>
                  <a:moveTo>
                    <a:pt x="488" y="397"/>
                  </a:moveTo>
                  <a:lnTo>
                    <a:pt x="497" y="390"/>
                  </a:lnTo>
                  <a:lnTo>
                    <a:pt x="504" y="381"/>
                  </a:lnTo>
                  <a:lnTo>
                    <a:pt x="512" y="373"/>
                  </a:lnTo>
                  <a:lnTo>
                    <a:pt x="519" y="364"/>
                  </a:lnTo>
                  <a:lnTo>
                    <a:pt x="526" y="356"/>
                  </a:lnTo>
                  <a:lnTo>
                    <a:pt x="531" y="346"/>
                  </a:lnTo>
                  <a:lnTo>
                    <a:pt x="536" y="336"/>
                  </a:lnTo>
                  <a:lnTo>
                    <a:pt x="542" y="327"/>
                  </a:lnTo>
                  <a:lnTo>
                    <a:pt x="546" y="317"/>
                  </a:lnTo>
                  <a:lnTo>
                    <a:pt x="549" y="307"/>
                  </a:lnTo>
                  <a:lnTo>
                    <a:pt x="552" y="297"/>
                  </a:lnTo>
                  <a:lnTo>
                    <a:pt x="556" y="286"/>
                  </a:lnTo>
                  <a:lnTo>
                    <a:pt x="558" y="275"/>
                  </a:lnTo>
                  <a:lnTo>
                    <a:pt x="559" y="265"/>
                  </a:lnTo>
                  <a:lnTo>
                    <a:pt x="560" y="254"/>
                  </a:lnTo>
                  <a:lnTo>
                    <a:pt x="560" y="242"/>
                  </a:lnTo>
                  <a:lnTo>
                    <a:pt x="560" y="230"/>
                  </a:lnTo>
                  <a:lnTo>
                    <a:pt x="559" y="218"/>
                  </a:lnTo>
                  <a:lnTo>
                    <a:pt x="557" y="206"/>
                  </a:lnTo>
                  <a:lnTo>
                    <a:pt x="555" y="194"/>
                  </a:lnTo>
                  <a:lnTo>
                    <a:pt x="551" y="182"/>
                  </a:lnTo>
                  <a:lnTo>
                    <a:pt x="547" y="171"/>
                  </a:lnTo>
                  <a:lnTo>
                    <a:pt x="543" y="160"/>
                  </a:lnTo>
                  <a:lnTo>
                    <a:pt x="537" y="149"/>
                  </a:lnTo>
                  <a:lnTo>
                    <a:pt x="532" y="138"/>
                  </a:lnTo>
                  <a:lnTo>
                    <a:pt x="526" y="128"/>
                  </a:lnTo>
                  <a:lnTo>
                    <a:pt x="519" y="118"/>
                  </a:lnTo>
                  <a:lnTo>
                    <a:pt x="512" y="108"/>
                  </a:lnTo>
                  <a:lnTo>
                    <a:pt x="503" y="99"/>
                  </a:lnTo>
                  <a:lnTo>
                    <a:pt x="495" y="89"/>
                  </a:lnTo>
                  <a:lnTo>
                    <a:pt x="486" y="81"/>
                  </a:lnTo>
                  <a:lnTo>
                    <a:pt x="476" y="72"/>
                  </a:lnTo>
                  <a:lnTo>
                    <a:pt x="467" y="63"/>
                  </a:lnTo>
                  <a:lnTo>
                    <a:pt x="457" y="56"/>
                  </a:lnTo>
                  <a:lnTo>
                    <a:pt x="447" y="48"/>
                  </a:lnTo>
                  <a:lnTo>
                    <a:pt x="435" y="42"/>
                  </a:lnTo>
                  <a:lnTo>
                    <a:pt x="424" y="36"/>
                  </a:lnTo>
                  <a:lnTo>
                    <a:pt x="412" y="30"/>
                  </a:lnTo>
                  <a:lnTo>
                    <a:pt x="401" y="24"/>
                  </a:lnTo>
                  <a:lnTo>
                    <a:pt x="388" y="20"/>
                  </a:lnTo>
                  <a:lnTo>
                    <a:pt x="375" y="15"/>
                  </a:lnTo>
                  <a:lnTo>
                    <a:pt x="362" y="11"/>
                  </a:lnTo>
                  <a:lnTo>
                    <a:pt x="349" y="8"/>
                  </a:lnTo>
                  <a:lnTo>
                    <a:pt x="335" y="5"/>
                  </a:lnTo>
                  <a:lnTo>
                    <a:pt x="322" y="2"/>
                  </a:lnTo>
                  <a:lnTo>
                    <a:pt x="308" y="1"/>
                  </a:lnTo>
                  <a:lnTo>
                    <a:pt x="295" y="0"/>
                  </a:lnTo>
                  <a:lnTo>
                    <a:pt x="280" y="0"/>
                  </a:lnTo>
                  <a:lnTo>
                    <a:pt x="266" y="0"/>
                  </a:lnTo>
                  <a:lnTo>
                    <a:pt x="252" y="1"/>
                  </a:lnTo>
                  <a:lnTo>
                    <a:pt x="238" y="2"/>
                  </a:lnTo>
                  <a:lnTo>
                    <a:pt x="224" y="5"/>
                  </a:lnTo>
                  <a:lnTo>
                    <a:pt x="211" y="8"/>
                  </a:lnTo>
                  <a:lnTo>
                    <a:pt x="197" y="11"/>
                  </a:lnTo>
                  <a:lnTo>
                    <a:pt x="184" y="15"/>
                  </a:lnTo>
                  <a:lnTo>
                    <a:pt x="173" y="20"/>
                  </a:lnTo>
                  <a:lnTo>
                    <a:pt x="160" y="24"/>
                  </a:lnTo>
                  <a:lnTo>
                    <a:pt x="148" y="30"/>
                  </a:lnTo>
                  <a:lnTo>
                    <a:pt x="136" y="36"/>
                  </a:lnTo>
                  <a:lnTo>
                    <a:pt x="124" y="42"/>
                  </a:lnTo>
                  <a:lnTo>
                    <a:pt x="114" y="48"/>
                  </a:lnTo>
                  <a:lnTo>
                    <a:pt x="103" y="56"/>
                  </a:lnTo>
                  <a:lnTo>
                    <a:pt x="92" y="63"/>
                  </a:lnTo>
                  <a:lnTo>
                    <a:pt x="83" y="72"/>
                  </a:lnTo>
                  <a:lnTo>
                    <a:pt x="73" y="81"/>
                  </a:lnTo>
                  <a:lnTo>
                    <a:pt x="65" y="89"/>
                  </a:lnTo>
                  <a:lnTo>
                    <a:pt x="56" y="99"/>
                  </a:lnTo>
                  <a:lnTo>
                    <a:pt x="48" y="108"/>
                  </a:lnTo>
                  <a:lnTo>
                    <a:pt x="41" y="118"/>
                  </a:lnTo>
                  <a:lnTo>
                    <a:pt x="35" y="128"/>
                  </a:lnTo>
                  <a:lnTo>
                    <a:pt x="28" y="138"/>
                  </a:lnTo>
                  <a:lnTo>
                    <a:pt x="22" y="149"/>
                  </a:lnTo>
                  <a:lnTo>
                    <a:pt x="17" y="160"/>
                  </a:lnTo>
                  <a:lnTo>
                    <a:pt x="13" y="171"/>
                  </a:lnTo>
                  <a:lnTo>
                    <a:pt x="9" y="182"/>
                  </a:lnTo>
                  <a:lnTo>
                    <a:pt x="6" y="194"/>
                  </a:lnTo>
                  <a:lnTo>
                    <a:pt x="4" y="206"/>
                  </a:lnTo>
                  <a:lnTo>
                    <a:pt x="1" y="218"/>
                  </a:lnTo>
                  <a:lnTo>
                    <a:pt x="0" y="230"/>
                  </a:lnTo>
                  <a:lnTo>
                    <a:pt x="0" y="242"/>
                  </a:lnTo>
                  <a:lnTo>
                    <a:pt x="0" y="255"/>
                  </a:lnTo>
                  <a:lnTo>
                    <a:pt x="1" y="267"/>
                  </a:lnTo>
                  <a:lnTo>
                    <a:pt x="4" y="280"/>
                  </a:lnTo>
                  <a:lnTo>
                    <a:pt x="6" y="291"/>
                  </a:lnTo>
                  <a:lnTo>
                    <a:pt x="9" y="303"/>
                  </a:lnTo>
                  <a:lnTo>
                    <a:pt x="12" y="315"/>
                  </a:lnTo>
                  <a:lnTo>
                    <a:pt x="16" y="327"/>
                  </a:lnTo>
                  <a:lnTo>
                    <a:pt x="22" y="337"/>
                  </a:lnTo>
                  <a:lnTo>
                    <a:pt x="27" y="348"/>
                  </a:lnTo>
                  <a:lnTo>
                    <a:pt x="34" y="359"/>
                  </a:lnTo>
                  <a:lnTo>
                    <a:pt x="40" y="369"/>
                  </a:lnTo>
                  <a:lnTo>
                    <a:pt x="47" y="379"/>
                  </a:lnTo>
                  <a:lnTo>
                    <a:pt x="55" y="389"/>
                  </a:lnTo>
                  <a:lnTo>
                    <a:pt x="62" y="398"/>
                  </a:lnTo>
                  <a:lnTo>
                    <a:pt x="72" y="407"/>
                  </a:lnTo>
                  <a:lnTo>
                    <a:pt x="81" y="417"/>
                  </a:lnTo>
                  <a:lnTo>
                    <a:pt x="90" y="424"/>
                  </a:lnTo>
                  <a:lnTo>
                    <a:pt x="100" y="433"/>
                  </a:lnTo>
                  <a:lnTo>
                    <a:pt x="111" y="439"/>
                  </a:lnTo>
                  <a:lnTo>
                    <a:pt x="121" y="447"/>
                  </a:lnTo>
                  <a:lnTo>
                    <a:pt x="132" y="453"/>
                  </a:lnTo>
                  <a:lnTo>
                    <a:pt x="144" y="459"/>
                  </a:lnTo>
                  <a:lnTo>
                    <a:pt x="155" y="465"/>
                  </a:lnTo>
                  <a:lnTo>
                    <a:pt x="167" y="470"/>
                  </a:lnTo>
                  <a:lnTo>
                    <a:pt x="179" y="474"/>
                  </a:lnTo>
                  <a:lnTo>
                    <a:pt x="192" y="478"/>
                  </a:lnTo>
                  <a:lnTo>
                    <a:pt x="205" y="482"/>
                  </a:lnTo>
                  <a:lnTo>
                    <a:pt x="218" y="484"/>
                  </a:lnTo>
                  <a:lnTo>
                    <a:pt x="231" y="486"/>
                  </a:lnTo>
                  <a:lnTo>
                    <a:pt x="244" y="488"/>
                  </a:lnTo>
                  <a:lnTo>
                    <a:pt x="258" y="489"/>
                  </a:lnTo>
                  <a:lnTo>
                    <a:pt x="272" y="489"/>
                  </a:lnTo>
                  <a:lnTo>
                    <a:pt x="272" y="489"/>
                  </a:lnTo>
                  <a:lnTo>
                    <a:pt x="286" y="489"/>
                  </a:lnTo>
                  <a:lnTo>
                    <a:pt x="300" y="488"/>
                  </a:lnTo>
                  <a:lnTo>
                    <a:pt x="314" y="486"/>
                  </a:lnTo>
                  <a:lnTo>
                    <a:pt x="327" y="484"/>
                  </a:lnTo>
                  <a:lnTo>
                    <a:pt x="341" y="481"/>
                  </a:lnTo>
                  <a:lnTo>
                    <a:pt x="353" y="478"/>
                  </a:lnTo>
                  <a:lnTo>
                    <a:pt x="367" y="472"/>
                  </a:lnTo>
                  <a:lnTo>
                    <a:pt x="380" y="468"/>
                  </a:lnTo>
                  <a:lnTo>
                    <a:pt x="525" y="526"/>
                  </a:lnTo>
                  <a:lnTo>
                    <a:pt x="527" y="526"/>
                  </a:lnTo>
                  <a:lnTo>
                    <a:pt x="530" y="527"/>
                  </a:lnTo>
                  <a:lnTo>
                    <a:pt x="533" y="526"/>
                  </a:lnTo>
                  <a:lnTo>
                    <a:pt x="536" y="525"/>
                  </a:lnTo>
                  <a:lnTo>
                    <a:pt x="539" y="524"/>
                  </a:lnTo>
                  <a:lnTo>
                    <a:pt x="541" y="521"/>
                  </a:lnTo>
                  <a:lnTo>
                    <a:pt x="544" y="517"/>
                  </a:lnTo>
                  <a:lnTo>
                    <a:pt x="545" y="513"/>
                  </a:lnTo>
                  <a:lnTo>
                    <a:pt x="545" y="509"/>
                  </a:lnTo>
                  <a:lnTo>
                    <a:pt x="543" y="504"/>
                  </a:lnTo>
                  <a:lnTo>
                    <a:pt x="488" y="3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3" name="Group 102"/>
          <p:cNvGrpSpPr>
            <a:grpSpLocks noChangeAspect="1"/>
          </p:cNvGrpSpPr>
          <p:nvPr/>
        </p:nvGrpSpPr>
        <p:grpSpPr>
          <a:xfrm>
            <a:off x="3572148" y="3814218"/>
            <a:ext cx="286493" cy="288000"/>
            <a:chOff x="1547813" y="3240088"/>
            <a:chExt cx="301626" cy="303213"/>
          </a:xfrm>
          <a:solidFill>
            <a:schemeClr val="bg1"/>
          </a:solidFill>
        </p:grpSpPr>
        <p:sp>
          <p:nvSpPr>
            <p:cNvPr id="104" name="Freeform 61"/>
            <p:cNvSpPr>
              <a:spLocks noEditPoints="1"/>
            </p:cNvSpPr>
            <p:nvPr/>
          </p:nvSpPr>
          <p:spPr bwMode="auto">
            <a:xfrm>
              <a:off x="1611313" y="3392488"/>
              <a:ext cx="85725" cy="87313"/>
            </a:xfrm>
            <a:custGeom>
              <a:avLst/>
              <a:gdLst>
                <a:gd name="T0" fmla="*/ 92 w 218"/>
                <a:gd name="T1" fmla="*/ 191 h 219"/>
                <a:gd name="T2" fmla="*/ 70 w 218"/>
                <a:gd name="T3" fmla="*/ 183 h 219"/>
                <a:gd name="T4" fmla="*/ 50 w 218"/>
                <a:gd name="T5" fmla="*/ 168 h 219"/>
                <a:gd name="T6" fmla="*/ 35 w 218"/>
                <a:gd name="T7" fmla="*/ 149 h 219"/>
                <a:gd name="T8" fmla="*/ 27 w 218"/>
                <a:gd name="T9" fmla="*/ 125 h 219"/>
                <a:gd name="T10" fmla="*/ 26 w 218"/>
                <a:gd name="T11" fmla="*/ 101 h 219"/>
                <a:gd name="T12" fmla="*/ 32 w 218"/>
                <a:gd name="T13" fmla="*/ 77 h 219"/>
                <a:gd name="T14" fmla="*/ 45 w 218"/>
                <a:gd name="T15" fmla="*/ 56 h 219"/>
                <a:gd name="T16" fmla="*/ 62 w 218"/>
                <a:gd name="T17" fmla="*/ 40 h 219"/>
                <a:gd name="T18" fmla="*/ 85 w 218"/>
                <a:gd name="T19" fmla="*/ 29 h 219"/>
                <a:gd name="T20" fmla="*/ 109 w 218"/>
                <a:gd name="T21" fmla="*/ 26 h 219"/>
                <a:gd name="T22" fmla="*/ 134 w 218"/>
                <a:gd name="T23" fmla="*/ 29 h 219"/>
                <a:gd name="T24" fmla="*/ 155 w 218"/>
                <a:gd name="T25" fmla="*/ 40 h 219"/>
                <a:gd name="T26" fmla="*/ 174 w 218"/>
                <a:gd name="T27" fmla="*/ 56 h 219"/>
                <a:gd name="T28" fmla="*/ 186 w 218"/>
                <a:gd name="T29" fmla="*/ 77 h 219"/>
                <a:gd name="T30" fmla="*/ 192 w 218"/>
                <a:gd name="T31" fmla="*/ 101 h 219"/>
                <a:gd name="T32" fmla="*/ 191 w 218"/>
                <a:gd name="T33" fmla="*/ 125 h 219"/>
                <a:gd name="T34" fmla="*/ 182 w 218"/>
                <a:gd name="T35" fmla="*/ 149 h 219"/>
                <a:gd name="T36" fmla="*/ 168 w 218"/>
                <a:gd name="T37" fmla="*/ 168 h 219"/>
                <a:gd name="T38" fmla="*/ 149 w 218"/>
                <a:gd name="T39" fmla="*/ 183 h 219"/>
                <a:gd name="T40" fmla="*/ 125 w 218"/>
                <a:gd name="T41" fmla="*/ 191 h 219"/>
                <a:gd name="T42" fmla="*/ 109 w 218"/>
                <a:gd name="T43" fmla="*/ 0 h 219"/>
                <a:gd name="T44" fmla="*/ 77 w 218"/>
                <a:gd name="T45" fmla="*/ 4 h 219"/>
                <a:gd name="T46" fmla="*/ 48 w 218"/>
                <a:gd name="T47" fmla="*/ 18 h 219"/>
                <a:gd name="T48" fmla="*/ 25 w 218"/>
                <a:gd name="T49" fmla="*/ 40 h 219"/>
                <a:gd name="T50" fmla="*/ 8 w 218"/>
                <a:gd name="T51" fmla="*/ 66 h 219"/>
                <a:gd name="T52" fmla="*/ 1 w 218"/>
                <a:gd name="T53" fmla="*/ 98 h 219"/>
                <a:gd name="T54" fmla="*/ 2 w 218"/>
                <a:gd name="T55" fmla="*/ 131 h 219"/>
                <a:gd name="T56" fmla="*/ 13 w 218"/>
                <a:gd name="T57" fmla="*/ 161 h 219"/>
                <a:gd name="T58" fmla="*/ 32 w 218"/>
                <a:gd name="T59" fmla="*/ 187 h 219"/>
                <a:gd name="T60" fmla="*/ 57 w 218"/>
                <a:gd name="T61" fmla="*/ 205 h 219"/>
                <a:gd name="T62" fmla="*/ 87 w 218"/>
                <a:gd name="T63" fmla="*/ 217 h 219"/>
                <a:gd name="T64" fmla="*/ 120 w 218"/>
                <a:gd name="T65" fmla="*/ 218 h 219"/>
                <a:gd name="T66" fmla="*/ 151 w 218"/>
                <a:gd name="T67" fmla="*/ 210 h 219"/>
                <a:gd name="T68" fmla="*/ 178 w 218"/>
                <a:gd name="T69" fmla="*/ 193 h 219"/>
                <a:gd name="T70" fmla="*/ 200 w 218"/>
                <a:gd name="T71" fmla="*/ 171 h 219"/>
                <a:gd name="T72" fmla="*/ 213 w 218"/>
                <a:gd name="T73" fmla="*/ 142 h 219"/>
                <a:gd name="T74" fmla="*/ 218 w 218"/>
                <a:gd name="T75" fmla="*/ 109 h 219"/>
                <a:gd name="T76" fmla="*/ 213 w 218"/>
                <a:gd name="T77" fmla="*/ 77 h 219"/>
                <a:gd name="T78" fmla="*/ 200 w 218"/>
                <a:gd name="T79" fmla="*/ 48 h 219"/>
                <a:gd name="T80" fmla="*/ 178 w 218"/>
                <a:gd name="T81" fmla="*/ 25 h 219"/>
                <a:gd name="T82" fmla="*/ 151 w 218"/>
                <a:gd name="T83" fmla="*/ 8 h 219"/>
                <a:gd name="T84" fmla="*/ 120 w 218"/>
                <a:gd name="T85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8" h="219">
                  <a:moveTo>
                    <a:pt x="109" y="193"/>
                  </a:moveTo>
                  <a:lnTo>
                    <a:pt x="101" y="193"/>
                  </a:lnTo>
                  <a:lnTo>
                    <a:pt x="92" y="191"/>
                  </a:lnTo>
                  <a:lnTo>
                    <a:pt x="85" y="190"/>
                  </a:lnTo>
                  <a:lnTo>
                    <a:pt x="76" y="187"/>
                  </a:lnTo>
                  <a:lnTo>
                    <a:pt x="70" y="183"/>
                  </a:lnTo>
                  <a:lnTo>
                    <a:pt x="62" y="179"/>
                  </a:lnTo>
                  <a:lnTo>
                    <a:pt x="56" y="174"/>
                  </a:lnTo>
                  <a:lnTo>
                    <a:pt x="50" y="168"/>
                  </a:lnTo>
                  <a:lnTo>
                    <a:pt x="45" y="162"/>
                  </a:lnTo>
                  <a:lnTo>
                    <a:pt x="40" y="156"/>
                  </a:lnTo>
                  <a:lnTo>
                    <a:pt x="35" y="149"/>
                  </a:lnTo>
                  <a:lnTo>
                    <a:pt x="32" y="142"/>
                  </a:lnTo>
                  <a:lnTo>
                    <a:pt x="29" y="134"/>
                  </a:lnTo>
                  <a:lnTo>
                    <a:pt x="27" y="125"/>
                  </a:lnTo>
                  <a:lnTo>
                    <a:pt x="26" y="118"/>
                  </a:lnTo>
                  <a:lnTo>
                    <a:pt x="26" y="109"/>
                  </a:lnTo>
                  <a:lnTo>
                    <a:pt x="26" y="101"/>
                  </a:lnTo>
                  <a:lnTo>
                    <a:pt x="27" y="92"/>
                  </a:lnTo>
                  <a:lnTo>
                    <a:pt x="29" y="85"/>
                  </a:lnTo>
                  <a:lnTo>
                    <a:pt x="32" y="77"/>
                  </a:lnTo>
                  <a:lnTo>
                    <a:pt x="35" y="70"/>
                  </a:lnTo>
                  <a:lnTo>
                    <a:pt x="40" y="62"/>
                  </a:lnTo>
                  <a:lnTo>
                    <a:pt x="45" y="56"/>
                  </a:lnTo>
                  <a:lnTo>
                    <a:pt x="50" y="50"/>
                  </a:lnTo>
                  <a:lnTo>
                    <a:pt x="56" y="45"/>
                  </a:lnTo>
                  <a:lnTo>
                    <a:pt x="62" y="40"/>
                  </a:lnTo>
                  <a:lnTo>
                    <a:pt x="70" y="35"/>
                  </a:lnTo>
                  <a:lnTo>
                    <a:pt x="76" y="32"/>
                  </a:lnTo>
                  <a:lnTo>
                    <a:pt x="85" y="29"/>
                  </a:lnTo>
                  <a:lnTo>
                    <a:pt x="92" y="27"/>
                  </a:lnTo>
                  <a:lnTo>
                    <a:pt x="101" y="26"/>
                  </a:lnTo>
                  <a:lnTo>
                    <a:pt x="109" y="26"/>
                  </a:lnTo>
                  <a:lnTo>
                    <a:pt x="118" y="26"/>
                  </a:lnTo>
                  <a:lnTo>
                    <a:pt x="125" y="27"/>
                  </a:lnTo>
                  <a:lnTo>
                    <a:pt x="134" y="29"/>
                  </a:lnTo>
                  <a:lnTo>
                    <a:pt x="142" y="32"/>
                  </a:lnTo>
                  <a:lnTo>
                    <a:pt x="149" y="35"/>
                  </a:lnTo>
                  <a:lnTo>
                    <a:pt x="155" y="40"/>
                  </a:lnTo>
                  <a:lnTo>
                    <a:pt x="162" y="45"/>
                  </a:lnTo>
                  <a:lnTo>
                    <a:pt x="168" y="50"/>
                  </a:lnTo>
                  <a:lnTo>
                    <a:pt x="174" y="56"/>
                  </a:lnTo>
                  <a:lnTo>
                    <a:pt x="178" y="62"/>
                  </a:lnTo>
                  <a:lnTo>
                    <a:pt x="182" y="70"/>
                  </a:lnTo>
                  <a:lnTo>
                    <a:pt x="186" y="77"/>
                  </a:lnTo>
                  <a:lnTo>
                    <a:pt x="189" y="85"/>
                  </a:lnTo>
                  <a:lnTo>
                    <a:pt x="191" y="92"/>
                  </a:lnTo>
                  <a:lnTo>
                    <a:pt x="192" y="101"/>
                  </a:lnTo>
                  <a:lnTo>
                    <a:pt x="193" y="109"/>
                  </a:lnTo>
                  <a:lnTo>
                    <a:pt x="192" y="118"/>
                  </a:lnTo>
                  <a:lnTo>
                    <a:pt x="191" y="125"/>
                  </a:lnTo>
                  <a:lnTo>
                    <a:pt x="189" y="134"/>
                  </a:lnTo>
                  <a:lnTo>
                    <a:pt x="186" y="142"/>
                  </a:lnTo>
                  <a:lnTo>
                    <a:pt x="182" y="149"/>
                  </a:lnTo>
                  <a:lnTo>
                    <a:pt x="178" y="156"/>
                  </a:lnTo>
                  <a:lnTo>
                    <a:pt x="174" y="162"/>
                  </a:lnTo>
                  <a:lnTo>
                    <a:pt x="168" y="168"/>
                  </a:lnTo>
                  <a:lnTo>
                    <a:pt x="162" y="174"/>
                  </a:lnTo>
                  <a:lnTo>
                    <a:pt x="155" y="179"/>
                  </a:lnTo>
                  <a:lnTo>
                    <a:pt x="149" y="183"/>
                  </a:lnTo>
                  <a:lnTo>
                    <a:pt x="142" y="187"/>
                  </a:lnTo>
                  <a:lnTo>
                    <a:pt x="134" y="190"/>
                  </a:lnTo>
                  <a:lnTo>
                    <a:pt x="125" y="191"/>
                  </a:lnTo>
                  <a:lnTo>
                    <a:pt x="118" y="193"/>
                  </a:lnTo>
                  <a:lnTo>
                    <a:pt x="109" y="193"/>
                  </a:lnTo>
                  <a:close/>
                  <a:moveTo>
                    <a:pt x="109" y="0"/>
                  </a:moveTo>
                  <a:lnTo>
                    <a:pt x="98" y="0"/>
                  </a:lnTo>
                  <a:lnTo>
                    <a:pt x="87" y="2"/>
                  </a:lnTo>
                  <a:lnTo>
                    <a:pt x="77" y="4"/>
                  </a:lnTo>
                  <a:lnTo>
                    <a:pt x="66" y="8"/>
                  </a:lnTo>
                  <a:lnTo>
                    <a:pt x="57" y="13"/>
                  </a:lnTo>
                  <a:lnTo>
                    <a:pt x="48" y="18"/>
                  </a:lnTo>
                  <a:lnTo>
                    <a:pt x="40" y="25"/>
                  </a:lnTo>
                  <a:lnTo>
                    <a:pt x="32" y="32"/>
                  </a:lnTo>
                  <a:lnTo>
                    <a:pt x="25" y="40"/>
                  </a:lnTo>
                  <a:lnTo>
                    <a:pt x="19" y="48"/>
                  </a:lnTo>
                  <a:lnTo>
                    <a:pt x="13" y="57"/>
                  </a:lnTo>
                  <a:lnTo>
                    <a:pt x="8" y="66"/>
                  </a:lnTo>
                  <a:lnTo>
                    <a:pt x="5" y="77"/>
                  </a:lnTo>
                  <a:lnTo>
                    <a:pt x="2" y="87"/>
                  </a:lnTo>
                  <a:lnTo>
                    <a:pt x="1" y="98"/>
                  </a:lnTo>
                  <a:lnTo>
                    <a:pt x="0" y="109"/>
                  </a:lnTo>
                  <a:lnTo>
                    <a:pt x="1" y="120"/>
                  </a:lnTo>
                  <a:lnTo>
                    <a:pt x="2" y="131"/>
                  </a:lnTo>
                  <a:lnTo>
                    <a:pt x="5" y="142"/>
                  </a:lnTo>
                  <a:lnTo>
                    <a:pt x="8" y="151"/>
                  </a:lnTo>
                  <a:lnTo>
                    <a:pt x="13" y="161"/>
                  </a:lnTo>
                  <a:lnTo>
                    <a:pt x="19" y="171"/>
                  </a:lnTo>
                  <a:lnTo>
                    <a:pt x="25" y="178"/>
                  </a:lnTo>
                  <a:lnTo>
                    <a:pt x="32" y="187"/>
                  </a:lnTo>
                  <a:lnTo>
                    <a:pt x="40" y="193"/>
                  </a:lnTo>
                  <a:lnTo>
                    <a:pt x="48" y="200"/>
                  </a:lnTo>
                  <a:lnTo>
                    <a:pt x="57" y="205"/>
                  </a:lnTo>
                  <a:lnTo>
                    <a:pt x="66" y="210"/>
                  </a:lnTo>
                  <a:lnTo>
                    <a:pt x="77" y="214"/>
                  </a:lnTo>
                  <a:lnTo>
                    <a:pt x="87" y="217"/>
                  </a:lnTo>
                  <a:lnTo>
                    <a:pt x="98" y="218"/>
                  </a:lnTo>
                  <a:lnTo>
                    <a:pt x="109" y="219"/>
                  </a:lnTo>
                  <a:lnTo>
                    <a:pt x="120" y="218"/>
                  </a:lnTo>
                  <a:lnTo>
                    <a:pt x="131" y="217"/>
                  </a:lnTo>
                  <a:lnTo>
                    <a:pt x="142" y="214"/>
                  </a:lnTo>
                  <a:lnTo>
                    <a:pt x="151" y="210"/>
                  </a:lnTo>
                  <a:lnTo>
                    <a:pt x="161" y="205"/>
                  </a:lnTo>
                  <a:lnTo>
                    <a:pt x="169" y="200"/>
                  </a:lnTo>
                  <a:lnTo>
                    <a:pt x="178" y="193"/>
                  </a:lnTo>
                  <a:lnTo>
                    <a:pt x="187" y="187"/>
                  </a:lnTo>
                  <a:lnTo>
                    <a:pt x="193" y="178"/>
                  </a:lnTo>
                  <a:lnTo>
                    <a:pt x="200" y="171"/>
                  </a:lnTo>
                  <a:lnTo>
                    <a:pt x="205" y="161"/>
                  </a:lnTo>
                  <a:lnTo>
                    <a:pt x="209" y="151"/>
                  </a:lnTo>
                  <a:lnTo>
                    <a:pt x="213" y="142"/>
                  </a:lnTo>
                  <a:lnTo>
                    <a:pt x="216" y="131"/>
                  </a:lnTo>
                  <a:lnTo>
                    <a:pt x="218" y="120"/>
                  </a:lnTo>
                  <a:lnTo>
                    <a:pt x="218" y="109"/>
                  </a:lnTo>
                  <a:lnTo>
                    <a:pt x="218" y="98"/>
                  </a:lnTo>
                  <a:lnTo>
                    <a:pt x="216" y="87"/>
                  </a:lnTo>
                  <a:lnTo>
                    <a:pt x="213" y="77"/>
                  </a:lnTo>
                  <a:lnTo>
                    <a:pt x="209" y="66"/>
                  </a:lnTo>
                  <a:lnTo>
                    <a:pt x="205" y="57"/>
                  </a:lnTo>
                  <a:lnTo>
                    <a:pt x="200" y="48"/>
                  </a:lnTo>
                  <a:lnTo>
                    <a:pt x="193" y="40"/>
                  </a:lnTo>
                  <a:lnTo>
                    <a:pt x="187" y="32"/>
                  </a:lnTo>
                  <a:lnTo>
                    <a:pt x="178" y="25"/>
                  </a:lnTo>
                  <a:lnTo>
                    <a:pt x="169" y="18"/>
                  </a:lnTo>
                  <a:lnTo>
                    <a:pt x="161" y="13"/>
                  </a:lnTo>
                  <a:lnTo>
                    <a:pt x="151" y="8"/>
                  </a:lnTo>
                  <a:lnTo>
                    <a:pt x="142" y="4"/>
                  </a:lnTo>
                  <a:lnTo>
                    <a:pt x="131" y="2"/>
                  </a:lnTo>
                  <a:lnTo>
                    <a:pt x="120" y="0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62"/>
            <p:cNvSpPr>
              <a:spLocks noEditPoints="1"/>
            </p:cNvSpPr>
            <p:nvPr/>
          </p:nvSpPr>
          <p:spPr bwMode="auto">
            <a:xfrm>
              <a:off x="1763713" y="3278188"/>
              <a:ext cx="49213" cy="47625"/>
            </a:xfrm>
            <a:custGeom>
              <a:avLst/>
              <a:gdLst>
                <a:gd name="T0" fmla="*/ 54 w 122"/>
                <a:gd name="T1" fmla="*/ 96 h 121"/>
                <a:gd name="T2" fmla="*/ 41 w 122"/>
                <a:gd name="T3" fmla="*/ 90 h 121"/>
                <a:gd name="T4" fmla="*/ 31 w 122"/>
                <a:gd name="T5" fmla="*/ 81 h 121"/>
                <a:gd name="T6" fmla="*/ 26 w 122"/>
                <a:gd name="T7" fmla="*/ 68 h 121"/>
                <a:gd name="T8" fmla="*/ 26 w 122"/>
                <a:gd name="T9" fmla="*/ 54 h 121"/>
                <a:gd name="T10" fmla="*/ 31 w 122"/>
                <a:gd name="T11" fmla="*/ 41 h 121"/>
                <a:gd name="T12" fmla="*/ 41 w 122"/>
                <a:gd name="T13" fmla="*/ 31 h 121"/>
                <a:gd name="T14" fmla="*/ 54 w 122"/>
                <a:gd name="T15" fmla="*/ 26 h 121"/>
                <a:gd name="T16" fmla="*/ 68 w 122"/>
                <a:gd name="T17" fmla="*/ 26 h 121"/>
                <a:gd name="T18" fmla="*/ 81 w 122"/>
                <a:gd name="T19" fmla="*/ 31 h 121"/>
                <a:gd name="T20" fmla="*/ 90 w 122"/>
                <a:gd name="T21" fmla="*/ 41 h 121"/>
                <a:gd name="T22" fmla="*/ 96 w 122"/>
                <a:gd name="T23" fmla="*/ 54 h 121"/>
                <a:gd name="T24" fmla="*/ 96 w 122"/>
                <a:gd name="T25" fmla="*/ 68 h 121"/>
                <a:gd name="T26" fmla="*/ 90 w 122"/>
                <a:gd name="T27" fmla="*/ 81 h 121"/>
                <a:gd name="T28" fmla="*/ 81 w 122"/>
                <a:gd name="T29" fmla="*/ 90 h 121"/>
                <a:gd name="T30" fmla="*/ 68 w 122"/>
                <a:gd name="T31" fmla="*/ 96 h 121"/>
                <a:gd name="T32" fmla="*/ 61 w 122"/>
                <a:gd name="T33" fmla="*/ 0 h 121"/>
                <a:gd name="T34" fmla="*/ 49 w 122"/>
                <a:gd name="T35" fmla="*/ 1 h 121"/>
                <a:gd name="T36" fmla="*/ 38 w 122"/>
                <a:gd name="T37" fmla="*/ 4 h 121"/>
                <a:gd name="T38" fmla="*/ 27 w 122"/>
                <a:gd name="T39" fmla="*/ 11 h 121"/>
                <a:gd name="T40" fmla="*/ 19 w 122"/>
                <a:gd name="T41" fmla="*/ 18 h 121"/>
                <a:gd name="T42" fmla="*/ 11 w 122"/>
                <a:gd name="T43" fmla="*/ 27 h 121"/>
                <a:gd name="T44" fmla="*/ 5 w 122"/>
                <a:gd name="T45" fmla="*/ 38 h 121"/>
                <a:gd name="T46" fmla="*/ 1 w 122"/>
                <a:gd name="T47" fmla="*/ 48 h 121"/>
                <a:gd name="T48" fmla="*/ 0 w 122"/>
                <a:gd name="T49" fmla="*/ 61 h 121"/>
                <a:gd name="T50" fmla="*/ 1 w 122"/>
                <a:gd name="T51" fmla="*/ 73 h 121"/>
                <a:gd name="T52" fmla="*/ 5 w 122"/>
                <a:gd name="T53" fmla="*/ 85 h 121"/>
                <a:gd name="T54" fmla="*/ 11 w 122"/>
                <a:gd name="T55" fmla="*/ 96 h 121"/>
                <a:gd name="T56" fmla="*/ 19 w 122"/>
                <a:gd name="T57" fmla="*/ 104 h 121"/>
                <a:gd name="T58" fmla="*/ 27 w 122"/>
                <a:gd name="T59" fmla="*/ 112 h 121"/>
                <a:gd name="T60" fmla="*/ 38 w 122"/>
                <a:gd name="T61" fmla="*/ 117 h 121"/>
                <a:gd name="T62" fmla="*/ 49 w 122"/>
                <a:gd name="T63" fmla="*/ 120 h 121"/>
                <a:gd name="T64" fmla="*/ 61 w 122"/>
                <a:gd name="T65" fmla="*/ 121 h 121"/>
                <a:gd name="T66" fmla="*/ 73 w 122"/>
                <a:gd name="T67" fmla="*/ 120 h 121"/>
                <a:gd name="T68" fmla="*/ 85 w 122"/>
                <a:gd name="T69" fmla="*/ 117 h 121"/>
                <a:gd name="T70" fmla="*/ 95 w 122"/>
                <a:gd name="T71" fmla="*/ 112 h 121"/>
                <a:gd name="T72" fmla="*/ 104 w 122"/>
                <a:gd name="T73" fmla="*/ 104 h 121"/>
                <a:gd name="T74" fmla="*/ 112 w 122"/>
                <a:gd name="T75" fmla="*/ 96 h 121"/>
                <a:gd name="T76" fmla="*/ 117 w 122"/>
                <a:gd name="T77" fmla="*/ 85 h 121"/>
                <a:gd name="T78" fmla="*/ 121 w 122"/>
                <a:gd name="T79" fmla="*/ 73 h 121"/>
                <a:gd name="T80" fmla="*/ 122 w 122"/>
                <a:gd name="T81" fmla="*/ 61 h 121"/>
                <a:gd name="T82" fmla="*/ 121 w 122"/>
                <a:gd name="T83" fmla="*/ 48 h 121"/>
                <a:gd name="T84" fmla="*/ 117 w 122"/>
                <a:gd name="T85" fmla="*/ 38 h 121"/>
                <a:gd name="T86" fmla="*/ 112 w 122"/>
                <a:gd name="T87" fmla="*/ 27 h 121"/>
                <a:gd name="T88" fmla="*/ 104 w 122"/>
                <a:gd name="T89" fmla="*/ 18 h 121"/>
                <a:gd name="T90" fmla="*/ 95 w 122"/>
                <a:gd name="T91" fmla="*/ 11 h 121"/>
                <a:gd name="T92" fmla="*/ 85 w 122"/>
                <a:gd name="T93" fmla="*/ 4 h 121"/>
                <a:gd name="T94" fmla="*/ 73 w 122"/>
                <a:gd name="T95" fmla="*/ 1 h 121"/>
                <a:gd name="T96" fmla="*/ 61 w 122"/>
                <a:gd name="T97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121">
                  <a:moveTo>
                    <a:pt x="61" y="97"/>
                  </a:moveTo>
                  <a:lnTo>
                    <a:pt x="54" y="96"/>
                  </a:lnTo>
                  <a:lnTo>
                    <a:pt x="47" y="93"/>
                  </a:lnTo>
                  <a:lnTo>
                    <a:pt x="41" y="90"/>
                  </a:lnTo>
                  <a:lnTo>
                    <a:pt x="36" y="86"/>
                  </a:lnTo>
                  <a:lnTo>
                    <a:pt x="31" y="81"/>
                  </a:lnTo>
                  <a:lnTo>
                    <a:pt x="28" y="75"/>
                  </a:lnTo>
                  <a:lnTo>
                    <a:pt x="26" y="68"/>
                  </a:lnTo>
                  <a:lnTo>
                    <a:pt x="26" y="61"/>
                  </a:lnTo>
                  <a:lnTo>
                    <a:pt x="26" y="54"/>
                  </a:lnTo>
                  <a:lnTo>
                    <a:pt x="28" y="47"/>
                  </a:lnTo>
                  <a:lnTo>
                    <a:pt x="31" y="41"/>
                  </a:lnTo>
                  <a:lnTo>
                    <a:pt x="36" y="35"/>
                  </a:lnTo>
                  <a:lnTo>
                    <a:pt x="41" y="31"/>
                  </a:lnTo>
                  <a:lnTo>
                    <a:pt x="47" y="28"/>
                  </a:lnTo>
                  <a:lnTo>
                    <a:pt x="54" y="26"/>
                  </a:lnTo>
                  <a:lnTo>
                    <a:pt x="61" y="25"/>
                  </a:lnTo>
                  <a:lnTo>
                    <a:pt x="68" y="26"/>
                  </a:lnTo>
                  <a:lnTo>
                    <a:pt x="75" y="28"/>
                  </a:lnTo>
                  <a:lnTo>
                    <a:pt x="81" y="31"/>
                  </a:lnTo>
                  <a:lnTo>
                    <a:pt x="86" y="35"/>
                  </a:lnTo>
                  <a:lnTo>
                    <a:pt x="90" y="41"/>
                  </a:lnTo>
                  <a:lnTo>
                    <a:pt x="94" y="47"/>
                  </a:lnTo>
                  <a:lnTo>
                    <a:pt x="96" y="54"/>
                  </a:lnTo>
                  <a:lnTo>
                    <a:pt x="97" y="61"/>
                  </a:lnTo>
                  <a:lnTo>
                    <a:pt x="96" y="68"/>
                  </a:lnTo>
                  <a:lnTo>
                    <a:pt x="94" y="75"/>
                  </a:lnTo>
                  <a:lnTo>
                    <a:pt x="90" y="81"/>
                  </a:lnTo>
                  <a:lnTo>
                    <a:pt x="86" y="86"/>
                  </a:lnTo>
                  <a:lnTo>
                    <a:pt x="81" y="90"/>
                  </a:lnTo>
                  <a:lnTo>
                    <a:pt x="75" y="93"/>
                  </a:lnTo>
                  <a:lnTo>
                    <a:pt x="68" y="96"/>
                  </a:lnTo>
                  <a:lnTo>
                    <a:pt x="61" y="97"/>
                  </a:lnTo>
                  <a:close/>
                  <a:moveTo>
                    <a:pt x="61" y="0"/>
                  </a:moveTo>
                  <a:lnTo>
                    <a:pt x="55" y="0"/>
                  </a:lnTo>
                  <a:lnTo>
                    <a:pt x="49" y="1"/>
                  </a:lnTo>
                  <a:lnTo>
                    <a:pt x="43" y="2"/>
                  </a:lnTo>
                  <a:lnTo>
                    <a:pt x="38" y="4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3" y="14"/>
                  </a:lnTo>
                  <a:lnTo>
                    <a:pt x="19" y="18"/>
                  </a:lnTo>
                  <a:lnTo>
                    <a:pt x="14" y="23"/>
                  </a:lnTo>
                  <a:lnTo>
                    <a:pt x="11" y="27"/>
                  </a:lnTo>
                  <a:lnTo>
                    <a:pt x="8" y="32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1" y="48"/>
                  </a:lnTo>
                  <a:lnTo>
                    <a:pt x="0" y="55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1" y="73"/>
                  </a:lnTo>
                  <a:lnTo>
                    <a:pt x="3" y="79"/>
                  </a:lnTo>
                  <a:lnTo>
                    <a:pt x="5" y="85"/>
                  </a:lnTo>
                  <a:lnTo>
                    <a:pt x="8" y="90"/>
                  </a:lnTo>
                  <a:lnTo>
                    <a:pt x="11" y="96"/>
                  </a:lnTo>
                  <a:lnTo>
                    <a:pt x="14" y="100"/>
                  </a:lnTo>
                  <a:lnTo>
                    <a:pt x="19" y="104"/>
                  </a:lnTo>
                  <a:lnTo>
                    <a:pt x="23" y="108"/>
                  </a:lnTo>
                  <a:lnTo>
                    <a:pt x="27" y="112"/>
                  </a:lnTo>
                  <a:lnTo>
                    <a:pt x="32" y="115"/>
                  </a:lnTo>
                  <a:lnTo>
                    <a:pt x="38" y="117"/>
                  </a:lnTo>
                  <a:lnTo>
                    <a:pt x="43" y="119"/>
                  </a:lnTo>
                  <a:lnTo>
                    <a:pt x="49" y="120"/>
                  </a:lnTo>
                  <a:lnTo>
                    <a:pt x="55" y="121"/>
                  </a:lnTo>
                  <a:lnTo>
                    <a:pt x="61" y="121"/>
                  </a:lnTo>
                  <a:lnTo>
                    <a:pt x="68" y="121"/>
                  </a:lnTo>
                  <a:lnTo>
                    <a:pt x="73" y="120"/>
                  </a:lnTo>
                  <a:lnTo>
                    <a:pt x="80" y="119"/>
                  </a:lnTo>
                  <a:lnTo>
                    <a:pt x="85" y="117"/>
                  </a:lnTo>
                  <a:lnTo>
                    <a:pt x="90" y="115"/>
                  </a:lnTo>
                  <a:lnTo>
                    <a:pt x="95" y="112"/>
                  </a:lnTo>
                  <a:lnTo>
                    <a:pt x="100" y="108"/>
                  </a:lnTo>
                  <a:lnTo>
                    <a:pt x="104" y="104"/>
                  </a:lnTo>
                  <a:lnTo>
                    <a:pt x="108" y="100"/>
                  </a:lnTo>
                  <a:lnTo>
                    <a:pt x="112" y="96"/>
                  </a:lnTo>
                  <a:lnTo>
                    <a:pt x="115" y="90"/>
                  </a:lnTo>
                  <a:lnTo>
                    <a:pt x="117" y="85"/>
                  </a:lnTo>
                  <a:lnTo>
                    <a:pt x="119" y="79"/>
                  </a:lnTo>
                  <a:lnTo>
                    <a:pt x="121" y="73"/>
                  </a:lnTo>
                  <a:lnTo>
                    <a:pt x="122" y="67"/>
                  </a:lnTo>
                  <a:lnTo>
                    <a:pt x="122" y="61"/>
                  </a:lnTo>
                  <a:lnTo>
                    <a:pt x="122" y="55"/>
                  </a:lnTo>
                  <a:lnTo>
                    <a:pt x="121" y="48"/>
                  </a:lnTo>
                  <a:lnTo>
                    <a:pt x="119" y="43"/>
                  </a:lnTo>
                  <a:lnTo>
                    <a:pt x="117" y="38"/>
                  </a:lnTo>
                  <a:lnTo>
                    <a:pt x="115" y="32"/>
                  </a:lnTo>
                  <a:lnTo>
                    <a:pt x="112" y="27"/>
                  </a:lnTo>
                  <a:lnTo>
                    <a:pt x="108" y="23"/>
                  </a:lnTo>
                  <a:lnTo>
                    <a:pt x="104" y="18"/>
                  </a:lnTo>
                  <a:lnTo>
                    <a:pt x="100" y="14"/>
                  </a:lnTo>
                  <a:lnTo>
                    <a:pt x="95" y="11"/>
                  </a:lnTo>
                  <a:lnTo>
                    <a:pt x="90" y="8"/>
                  </a:lnTo>
                  <a:lnTo>
                    <a:pt x="85" y="4"/>
                  </a:lnTo>
                  <a:lnTo>
                    <a:pt x="80" y="2"/>
                  </a:lnTo>
                  <a:lnTo>
                    <a:pt x="73" y="1"/>
                  </a:lnTo>
                  <a:lnTo>
                    <a:pt x="68" y="0"/>
                  </a:lnTo>
                  <a:lnTo>
                    <a:pt x="6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63"/>
            <p:cNvSpPr>
              <a:spLocks noEditPoints="1"/>
            </p:cNvSpPr>
            <p:nvPr/>
          </p:nvSpPr>
          <p:spPr bwMode="auto">
            <a:xfrm>
              <a:off x="1547813" y="3330576"/>
              <a:ext cx="212725" cy="212725"/>
            </a:xfrm>
            <a:custGeom>
              <a:avLst/>
              <a:gdLst>
                <a:gd name="T0" fmla="*/ 407 w 535"/>
                <a:gd name="T1" fmla="*/ 408 h 536"/>
                <a:gd name="T2" fmla="*/ 367 w 535"/>
                <a:gd name="T3" fmla="*/ 436 h 536"/>
                <a:gd name="T4" fmla="*/ 330 w 535"/>
                <a:gd name="T5" fmla="*/ 452 h 536"/>
                <a:gd name="T6" fmla="*/ 321 w 535"/>
                <a:gd name="T7" fmla="*/ 465 h 536"/>
                <a:gd name="T8" fmla="*/ 217 w 535"/>
                <a:gd name="T9" fmla="*/ 461 h 536"/>
                <a:gd name="T10" fmla="*/ 199 w 535"/>
                <a:gd name="T11" fmla="*/ 449 h 536"/>
                <a:gd name="T12" fmla="*/ 163 w 535"/>
                <a:gd name="T13" fmla="*/ 432 h 536"/>
                <a:gd name="T14" fmla="*/ 134 w 535"/>
                <a:gd name="T15" fmla="*/ 409 h 536"/>
                <a:gd name="T16" fmla="*/ 82 w 535"/>
                <a:gd name="T17" fmla="*/ 433 h 536"/>
                <a:gd name="T18" fmla="*/ 75 w 535"/>
                <a:gd name="T19" fmla="*/ 316 h 536"/>
                <a:gd name="T20" fmla="*/ 72 w 535"/>
                <a:gd name="T21" fmla="*/ 287 h 536"/>
                <a:gd name="T22" fmla="*/ 72 w 535"/>
                <a:gd name="T23" fmla="*/ 246 h 536"/>
                <a:gd name="T24" fmla="*/ 75 w 535"/>
                <a:gd name="T25" fmla="*/ 217 h 536"/>
                <a:gd name="T26" fmla="*/ 82 w 535"/>
                <a:gd name="T27" fmla="*/ 99 h 536"/>
                <a:gd name="T28" fmla="*/ 134 w 535"/>
                <a:gd name="T29" fmla="*/ 124 h 536"/>
                <a:gd name="T30" fmla="*/ 163 w 535"/>
                <a:gd name="T31" fmla="*/ 101 h 536"/>
                <a:gd name="T32" fmla="*/ 199 w 535"/>
                <a:gd name="T33" fmla="*/ 84 h 536"/>
                <a:gd name="T34" fmla="*/ 217 w 535"/>
                <a:gd name="T35" fmla="*/ 72 h 536"/>
                <a:gd name="T36" fmla="*/ 321 w 535"/>
                <a:gd name="T37" fmla="*/ 68 h 536"/>
                <a:gd name="T38" fmla="*/ 330 w 535"/>
                <a:gd name="T39" fmla="*/ 81 h 536"/>
                <a:gd name="T40" fmla="*/ 367 w 535"/>
                <a:gd name="T41" fmla="*/ 97 h 536"/>
                <a:gd name="T42" fmla="*/ 407 w 535"/>
                <a:gd name="T43" fmla="*/ 124 h 536"/>
                <a:gd name="T44" fmla="*/ 505 w 535"/>
                <a:gd name="T45" fmla="*/ 188 h 536"/>
                <a:gd name="T46" fmla="*/ 458 w 535"/>
                <a:gd name="T47" fmla="*/ 221 h 536"/>
                <a:gd name="T48" fmla="*/ 463 w 535"/>
                <a:gd name="T49" fmla="*/ 256 h 536"/>
                <a:gd name="T50" fmla="*/ 461 w 535"/>
                <a:gd name="T51" fmla="*/ 297 h 536"/>
                <a:gd name="T52" fmla="*/ 462 w 535"/>
                <a:gd name="T53" fmla="*/ 319 h 536"/>
                <a:gd name="T54" fmla="*/ 528 w 535"/>
                <a:gd name="T55" fmla="*/ 329 h 536"/>
                <a:gd name="T56" fmla="*/ 489 w 535"/>
                <a:gd name="T57" fmla="*/ 276 h 536"/>
                <a:gd name="T58" fmla="*/ 486 w 535"/>
                <a:gd name="T59" fmla="*/ 238 h 536"/>
                <a:gd name="T60" fmla="*/ 534 w 535"/>
                <a:gd name="T61" fmla="*/ 197 h 536"/>
                <a:gd name="T62" fmla="*/ 467 w 535"/>
                <a:gd name="T63" fmla="*/ 74 h 536"/>
                <a:gd name="T64" fmla="*/ 455 w 535"/>
                <a:gd name="T65" fmla="*/ 70 h 536"/>
                <a:gd name="T66" fmla="*/ 380 w 535"/>
                <a:gd name="T67" fmla="*/ 74 h 536"/>
                <a:gd name="T68" fmla="*/ 346 w 535"/>
                <a:gd name="T69" fmla="*/ 8 h 536"/>
                <a:gd name="T70" fmla="*/ 205 w 535"/>
                <a:gd name="T71" fmla="*/ 0 h 536"/>
                <a:gd name="T72" fmla="*/ 192 w 535"/>
                <a:gd name="T73" fmla="*/ 13 h 536"/>
                <a:gd name="T74" fmla="*/ 143 w 535"/>
                <a:gd name="T75" fmla="*/ 84 h 536"/>
                <a:gd name="T76" fmla="*/ 74 w 535"/>
                <a:gd name="T77" fmla="*/ 70 h 536"/>
                <a:gd name="T78" fmla="*/ 0 w 535"/>
                <a:gd name="T79" fmla="*/ 191 h 536"/>
                <a:gd name="T80" fmla="*/ 49 w 535"/>
                <a:gd name="T81" fmla="*/ 229 h 536"/>
                <a:gd name="T82" fmla="*/ 46 w 535"/>
                <a:gd name="T83" fmla="*/ 266 h 536"/>
                <a:gd name="T84" fmla="*/ 48 w 535"/>
                <a:gd name="T85" fmla="*/ 303 h 536"/>
                <a:gd name="T86" fmla="*/ 0 w 535"/>
                <a:gd name="T87" fmla="*/ 340 h 536"/>
                <a:gd name="T88" fmla="*/ 73 w 535"/>
                <a:gd name="T89" fmla="*/ 463 h 536"/>
                <a:gd name="T90" fmla="*/ 143 w 535"/>
                <a:gd name="T91" fmla="*/ 449 h 536"/>
                <a:gd name="T92" fmla="*/ 192 w 535"/>
                <a:gd name="T93" fmla="*/ 523 h 536"/>
                <a:gd name="T94" fmla="*/ 205 w 535"/>
                <a:gd name="T95" fmla="*/ 536 h 536"/>
                <a:gd name="T96" fmla="*/ 346 w 535"/>
                <a:gd name="T97" fmla="*/ 528 h 536"/>
                <a:gd name="T98" fmla="*/ 364 w 535"/>
                <a:gd name="T99" fmla="*/ 467 h 536"/>
                <a:gd name="T100" fmla="*/ 409 w 535"/>
                <a:gd name="T101" fmla="*/ 437 h 536"/>
                <a:gd name="T102" fmla="*/ 458 w 535"/>
                <a:gd name="T103" fmla="*/ 463 h 536"/>
                <a:gd name="T104" fmla="*/ 467 w 535"/>
                <a:gd name="T105" fmla="*/ 459 h 536"/>
                <a:gd name="T106" fmla="*/ 535 w 535"/>
                <a:gd name="T107" fmla="*/ 335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35" h="536">
                  <a:moveTo>
                    <a:pt x="453" y="433"/>
                  </a:moveTo>
                  <a:lnTo>
                    <a:pt x="414" y="410"/>
                  </a:lnTo>
                  <a:lnTo>
                    <a:pt x="410" y="409"/>
                  </a:lnTo>
                  <a:lnTo>
                    <a:pt x="407" y="408"/>
                  </a:lnTo>
                  <a:lnTo>
                    <a:pt x="403" y="409"/>
                  </a:lnTo>
                  <a:lnTo>
                    <a:pt x="399" y="411"/>
                  </a:lnTo>
                  <a:lnTo>
                    <a:pt x="383" y="424"/>
                  </a:lnTo>
                  <a:lnTo>
                    <a:pt x="367" y="436"/>
                  </a:lnTo>
                  <a:lnTo>
                    <a:pt x="359" y="441"/>
                  </a:lnTo>
                  <a:lnTo>
                    <a:pt x="350" y="446"/>
                  </a:lnTo>
                  <a:lnTo>
                    <a:pt x="340" y="449"/>
                  </a:lnTo>
                  <a:lnTo>
                    <a:pt x="330" y="452"/>
                  </a:lnTo>
                  <a:lnTo>
                    <a:pt x="326" y="454"/>
                  </a:lnTo>
                  <a:lnTo>
                    <a:pt x="323" y="457"/>
                  </a:lnTo>
                  <a:lnTo>
                    <a:pt x="321" y="461"/>
                  </a:lnTo>
                  <a:lnTo>
                    <a:pt x="321" y="465"/>
                  </a:lnTo>
                  <a:lnTo>
                    <a:pt x="321" y="511"/>
                  </a:lnTo>
                  <a:lnTo>
                    <a:pt x="218" y="511"/>
                  </a:lnTo>
                  <a:lnTo>
                    <a:pt x="218" y="465"/>
                  </a:lnTo>
                  <a:lnTo>
                    <a:pt x="217" y="461"/>
                  </a:lnTo>
                  <a:lnTo>
                    <a:pt x="216" y="457"/>
                  </a:lnTo>
                  <a:lnTo>
                    <a:pt x="213" y="454"/>
                  </a:lnTo>
                  <a:lnTo>
                    <a:pt x="208" y="452"/>
                  </a:lnTo>
                  <a:lnTo>
                    <a:pt x="199" y="449"/>
                  </a:lnTo>
                  <a:lnTo>
                    <a:pt x="189" y="446"/>
                  </a:lnTo>
                  <a:lnTo>
                    <a:pt x="180" y="441"/>
                  </a:lnTo>
                  <a:lnTo>
                    <a:pt x="172" y="437"/>
                  </a:lnTo>
                  <a:lnTo>
                    <a:pt x="163" y="432"/>
                  </a:lnTo>
                  <a:lnTo>
                    <a:pt x="155" y="425"/>
                  </a:lnTo>
                  <a:lnTo>
                    <a:pt x="146" y="419"/>
                  </a:lnTo>
                  <a:lnTo>
                    <a:pt x="137" y="411"/>
                  </a:lnTo>
                  <a:lnTo>
                    <a:pt x="134" y="409"/>
                  </a:lnTo>
                  <a:lnTo>
                    <a:pt x="130" y="408"/>
                  </a:lnTo>
                  <a:lnTo>
                    <a:pt x="126" y="409"/>
                  </a:lnTo>
                  <a:lnTo>
                    <a:pt x="122" y="410"/>
                  </a:lnTo>
                  <a:lnTo>
                    <a:pt x="82" y="433"/>
                  </a:lnTo>
                  <a:lnTo>
                    <a:pt x="30" y="344"/>
                  </a:lnTo>
                  <a:lnTo>
                    <a:pt x="70" y="321"/>
                  </a:lnTo>
                  <a:lnTo>
                    <a:pt x="73" y="319"/>
                  </a:lnTo>
                  <a:lnTo>
                    <a:pt x="75" y="316"/>
                  </a:lnTo>
                  <a:lnTo>
                    <a:pt x="75" y="311"/>
                  </a:lnTo>
                  <a:lnTo>
                    <a:pt x="75" y="307"/>
                  </a:lnTo>
                  <a:lnTo>
                    <a:pt x="74" y="297"/>
                  </a:lnTo>
                  <a:lnTo>
                    <a:pt x="72" y="287"/>
                  </a:lnTo>
                  <a:lnTo>
                    <a:pt x="72" y="277"/>
                  </a:lnTo>
                  <a:lnTo>
                    <a:pt x="71" y="266"/>
                  </a:lnTo>
                  <a:lnTo>
                    <a:pt x="72" y="257"/>
                  </a:lnTo>
                  <a:lnTo>
                    <a:pt x="72" y="246"/>
                  </a:lnTo>
                  <a:lnTo>
                    <a:pt x="74" y="236"/>
                  </a:lnTo>
                  <a:lnTo>
                    <a:pt x="75" y="226"/>
                  </a:lnTo>
                  <a:lnTo>
                    <a:pt x="76" y="221"/>
                  </a:lnTo>
                  <a:lnTo>
                    <a:pt x="75" y="217"/>
                  </a:lnTo>
                  <a:lnTo>
                    <a:pt x="73" y="214"/>
                  </a:lnTo>
                  <a:lnTo>
                    <a:pt x="70" y="212"/>
                  </a:lnTo>
                  <a:lnTo>
                    <a:pt x="30" y="188"/>
                  </a:lnTo>
                  <a:lnTo>
                    <a:pt x="82" y="99"/>
                  </a:lnTo>
                  <a:lnTo>
                    <a:pt x="122" y="122"/>
                  </a:lnTo>
                  <a:lnTo>
                    <a:pt x="126" y="124"/>
                  </a:lnTo>
                  <a:lnTo>
                    <a:pt x="130" y="124"/>
                  </a:lnTo>
                  <a:lnTo>
                    <a:pt x="134" y="124"/>
                  </a:lnTo>
                  <a:lnTo>
                    <a:pt x="137" y="121"/>
                  </a:lnTo>
                  <a:lnTo>
                    <a:pt x="146" y="114"/>
                  </a:lnTo>
                  <a:lnTo>
                    <a:pt x="155" y="106"/>
                  </a:lnTo>
                  <a:lnTo>
                    <a:pt x="163" y="101"/>
                  </a:lnTo>
                  <a:lnTo>
                    <a:pt x="172" y="96"/>
                  </a:lnTo>
                  <a:lnTo>
                    <a:pt x="180" y="91"/>
                  </a:lnTo>
                  <a:lnTo>
                    <a:pt x="189" y="87"/>
                  </a:lnTo>
                  <a:lnTo>
                    <a:pt x="199" y="84"/>
                  </a:lnTo>
                  <a:lnTo>
                    <a:pt x="208" y="81"/>
                  </a:lnTo>
                  <a:lnTo>
                    <a:pt x="213" y="78"/>
                  </a:lnTo>
                  <a:lnTo>
                    <a:pt x="215" y="76"/>
                  </a:lnTo>
                  <a:lnTo>
                    <a:pt x="217" y="72"/>
                  </a:lnTo>
                  <a:lnTo>
                    <a:pt x="218" y="68"/>
                  </a:lnTo>
                  <a:lnTo>
                    <a:pt x="218" y="26"/>
                  </a:lnTo>
                  <a:lnTo>
                    <a:pt x="321" y="26"/>
                  </a:lnTo>
                  <a:lnTo>
                    <a:pt x="321" y="68"/>
                  </a:lnTo>
                  <a:lnTo>
                    <a:pt x="321" y="72"/>
                  </a:lnTo>
                  <a:lnTo>
                    <a:pt x="323" y="76"/>
                  </a:lnTo>
                  <a:lnTo>
                    <a:pt x="326" y="78"/>
                  </a:lnTo>
                  <a:lnTo>
                    <a:pt x="330" y="81"/>
                  </a:lnTo>
                  <a:lnTo>
                    <a:pt x="340" y="84"/>
                  </a:lnTo>
                  <a:lnTo>
                    <a:pt x="350" y="87"/>
                  </a:lnTo>
                  <a:lnTo>
                    <a:pt x="360" y="91"/>
                  </a:lnTo>
                  <a:lnTo>
                    <a:pt x="367" y="97"/>
                  </a:lnTo>
                  <a:lnTo>
                    <a:pt x="383" y="107"/>
                  </a:lnTo>
                  <a:lnTo>
                    <a:pt x="399" y="121"/>
                  </a:lnTo>
                  <a:lnTo>
                    <a:pt x="403" y="124"/>
                  </a:lnTo>
                  <a:lnTo>
                    <a:pt x="407" y="124"/>
                  </a:lnTo>
                  <a:lnTo>
                    <a:pt x="410" y="124"/>
                  </a:lnTo>
                  <a:lnTo>
                    <a:pt x="414" y="122"/>
                  </a:lnTo>
                  <a:lnTo>
                    <a:pt x="453" y="99"/>
                  </a:lnTo>
                  <a:lnTo>
                    <a:pt x="505" y="188"/>
                  </a:lnTo>
                  <a:lnTo>
                    <a:pt x="465" y="212"/>
                  </a:lnTo>
                  <a:lnTo>
                    <a:pt x="462" y="214"/>
                  </a:lnTo>
                  <a:lnTo>
                    <a:pt x="460" y="217"/>
                  </a:lnTo>
                  <a:lnTo>
                    <a:pt x="458" y="221"/>
                  </a:lnTo>
                  <a:lnTo>
                    <a:pt x="458" y="226"/>
                  </a:lnTo>
                  <a:lnTo>
                    <a:pt x="461" y="235"/>
                  </a:lnTo>
                  <a:lnTo>
                    <a:pt x="462" y="246"/>
                  </a:lnTo>
                  <a:lnTo>
                    <a:pt x="463" y="256"/>
                  </a:lnTo>
                  <a:lnTo>
                    <a:pt x="463" y="266"/>
                  </a:lnTo>
                  <a:lnTo>
                    <a:pt x="463" y="277"/>
                  </a:lnTo>
                  <a:lnTo>
                    <a:pt x="462" y="287"/>
                  </a:lnTo>
                  <a:lnTo>
                    <a:pt x="461" y="297"/>
                  </a:lnTo>
                  <a:lnTo>
                    <a:pt x="458" y="307"/>
                  </a:lnTo>
                  <a:lnTo>
                    <a:pt x="458" y="311"/>
                  </a:lnTo>
                  <a:lnTo>
                    <a:pt x="460" y="316"/>
                  </a:lnTo>
                  <a:lnTo>
                    <a:pt x="462" y="319"/>
                  </a:lnTo>
                  <a:lnTo>
                    <a:pt x="465" y="321"/>
                  </a:lnTo>
                  <a:lnTo>
                    <a:pt x="505" y="344"/>
                  </a:lnTo>
                  <a:lnTo>
                    <a:pt x="453" y="433"/>
                  </a:lnTo>
                  <a:close/>
                  <a:moveTo>
                    <a:pt x="528" y="329"/>
                  </a:moveTo>
                  <a:lnTo>
                    <a:pt x="485" y="303"/>
                  </a:lnTo>
                  <a:lnTo>
                    <a:pt x="486" y="294"/>
                  </a:lnTo>
                  <a:lnTo>
                    <a:pt x="487" y="285"/>
                  </a:lnTo>
                  <a:lnTo>
                    <a:pt x="489" y="276"/>
                  </a:lnTo>
                  <a:lnTo>
                    <a:pt x="489" y="266"/>
                  </a:lnTo>
                  <a:lnTo>
                    <a:pt x="489" y="257"/>
                  </a:lnTo>
                  <a:lnTo>
                    <a:pt x="487" y="248"/>
                  </a:lnTo>
                  <a:lnTo>
                    <a:pt x="486" y="238"/>
                  </a:lnTo>
                  <a:lnTo>
                    <a:pt x="485" y="229"/>
                  </a:lnTo>
                  <a:lnTo>
                    <a:pt x="528" y="205"/>
                  </a:lnTo>
                  <a:lnTo>
                    <a:pt x="531" y="202"/>
                  </a:lnTo>
                  <a:lnTo>
                    <a:pt x="534" y="197"/>
                  </a:lnTo>
                  <a:lnTo>
                    <a:pt x="535" y="192"/>
                  </a:lnTo>
                  <a:lnTo>
                    <a:pt x="533" y="187"/>
                  </a:lnTo>
                  <a:lnTo>
                    <a:pt x="468" y="76"/>
                  </a:lnTo>
                  <a:lnTo>
                    <a:pt x="467" y="74"/>
                  </a:lnTo>
                  <a:lnTo>
                    <a:pt x="465" y="72"/>
                  </a:lnTo>
                  <a:lnTo>
                    <a:pt x="463" y="71"/>
                  </a:lnTo>
                  <a:lnTo>
                    <a:pt x="461" y="70"/>
                  </a:lnTo>
                  <a:lnTo>
                    <a:pt x="455" y="70"/>
                  </a:lnTo>
                  <a:lnTo>
                    <a:pt x="451" y="71"/>
                  </a:lnTo>
                  <a:lnTo>
                    <a:pt x="409" y="96"/>
                  </a:lnTo>
                  <a:lnTo>
                    <a:pt x="395" y="85"/>
                  </a:lnTo>
                  <a:lnTo>
                    <a:pt x="380" y="74"/>
                  </a:lnTo>
                  <a:lnTo>
                    <a:pt x="364" y="66"/>
                  </a:lnTo>
                  <a:lnTo>
                    <a:pt x="347" y="59"/>
                  </a:lnTo>
                  <a:lnTo>
                    <a:pt x="347" y="13"/>
                  </a:lnTo>
                  <a:lnTo>
                    <a:pt x="346" y="8"/>
                  </a:lnTo>
                  <a:lnTo>
                    <a:pt x="342" y="4"/>
                  </a:lnTo>
                  <a:lnTo>
                    <a:pt x="338" y="1"/>
                  </a:lnTo>
                  <a:lnTo>
                    <a:pt x="334" y="0"/>
                  </a:lnTo>
                  <a:lnTo>
                    <a:pt x="205" y="0"/>
                  </a:lnTo>
                  <a:lnTo>
                    <a:pt x="200" y="1"/>
                  </a:lnTo>
                  <a:lnTo>
                    <a:pt x="196" y="4"/>
                  </a:lnTo>
                  <a:lnTo>
                    <a:pt x="193" y="8"/>
                  </a:lnTo>
                  <a:lnTo>
                    <a:pt x="192" y="13"/>
                  </a:lnTo>
                  <a:lnTo>
                    <a:pt x="192" y="59"/>
                  </a:lnTo>
                  <a:lnTo>
                    <a:pt x="175" y="66"/>
                  </a:lnTo>
                  <a:lnTo>
                    <a:pt x="159" y="73"/>
                  </a:lnTo>
                  <a:lnTo>
                    <a:pt x="143" y="84"/>
                  </a:lnTo>
                  <a:lnTo>
                    <a:pt x="127" y="96"/>
                  </a:lnTo>
                  <a:lnTo>
                    <a:pt x="84" y="71"/>
                  </a:lnTo>
                  <a:lnTo>
                    <a:pt x="78" y="70"/>
                  </a:lnTo>
                  <a:lnTo>
                    <a:pt x="74" y="70"/>
                  </a:lnTo>
                  <a:lnTo>
                    <a:pt x="70" y="72"/>
                  </a:lnTo>
                  <a:lnTo>
                    <a:pt x="67" y="76"/>
                  </a:lnTo>
                  <a:lnTo>
                    <a:pt x="2" y="187"/>
                  </a:lnTo>
                  <a:lnTo>
                    <a:pt x="0" y="191"/>
                  </a:lnTo>
                  <a:lnTo>
                    <a:pt x="0" y="197"/>
                  </a:lnTo>
                  <a:lnTo>
                    <a:pt x="2" y="201"/>
                  </a:lnTo>
                  <a:lnTo>
                    <a:pt x="6" y="205"/>
                  </a:lnTo>
                  <a:lnTo>
                    <a:pt x="49" y="229"/>
                  </a:lnTo>
                  <a:lnTo>
                    <a:pt x="47" y="238"/>
                  </a:lnTo>
                  <a:lnTo>
                    <a:pt x="46" y="248"/>
                  </a:lnTo>
                  <a:lnTo>
                    <a:pt x="46" y="257"/>
                  </a:lnTo>
                  <a:lnTo>
                    <a:pt x="46" y="266"/>
                  </a:lnTo>
                  <a:lnTo>
                    <a:pt x="46" y="276"/>
                  </a:lnTo>
                  <a:lnTo>
                    <a:pt x="46" y="285"/>
                  </a:lnTo>
                  <a:lnTo>
                    <a:pt x="47" y="294"/>
                  </a:lnTo>
                  <a:lnTo>
                    <a:pt x="48" y="303"/>
                  </a:lnTo>
                  <a:lnTo>
                    <a:pt x="6" y="329"/>
                  </a:lnTo>
                  <a:lnTo>
                    <a:pt x="2" y="332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1" y="345"/>
                  </a:lnTo>
                  <a:lnTo>
                    <a:pt x="65" y="457"/>
                  </a:lnTo>
                  <a:lnTo>
                    <a:pt x="69" y="461"/>
                  </a:lnTo>
                  <a:lnTo>
                    <a:pt x="73" y="463"/>
                  </a:lnTo>
                  <a:lnTo>
                    <a:pt x="78" y="463"/>
                  </a:lnTo>
                  <a:lnTo>
                    <a:pt x="83" y="461"/>
                  </a:lnTo>
                  <a:lnTo>
                    <a:pt x="127" y="437"/>
                  </a:lnTo>
                  <a:lnTo>
                    <a:pt x="143" y="449"/>
                  </a:lnTo>
                  <a:lnTo>
                    <a:pt x="159" y="459"/>
                  </a:lnTo>
                  <a:lnTo>
                    <a:pt x="175" y="467"/>
                  </a:lnTo>
                  <a:lnTo>
                    <a:pt x="192" y="474"/>
                  </a:lnTo>
                  <a:lnTo>
                    <a:pt x="192" y="523"/>
                  </a:lnTo>
                  <a:lnTo>
                    <a:pt x="193" y="528"/>
                  </a:lnTo>
                  <a:lnTo>
                    <a:pt x="196" y="533"/>
                  </a:lnTo>
                  <a:lnTo>
                    <a:pt x="200" y="535"/>
                  </a:lnTo>
                  <a:lnTo>
                    <a:pt x="205" y="536"/>
                  </a:lnTo>
                  <a:lnTo>
                    <a:pt x="334" y="536"/>
                  </a:lnTo>
                  <a:lnTo>
                    <a:pt x="338" y="535"/>
                  </a:lnTo>
                  <a:lnTo>
                    <a:pt x="342" y="533"/>
                  </a:lnTo>
                  <a:lnTo>
                    <a:pt x="346" y="528"/>
                  </a:lnTo>
                  <a:lnTo>
                    <a:pt x="347" y="523"/>
                  </a:lnTo>
                  <a:lnTo>
                    <a:pt x="347" y="474"/>
                  </a:lnTo>
                  <a:lnTo>
                    <a:pt x="355" y="470"/>
                  </a:lnTo>
                  <a:lnTo>
                    <a:pt x="364" y="467"/>
                  </a:lnTo>
                  <a:lnTo>
                    <a:pt x="373" y="463"/>
                  </a:lnTo>
                  <a:lnTo>
                    <a:pt x="380" y="459"/>
                  </a:lnTo>
                  <a:lnTo>
                    <a:pt x="395" y="449"/>
                  </a:lnTo>
                  <a:lnTo>
                    <a:pt x="409" y="437"/>
                  </a:lnTo>
                  <a:lnTo>
                    <a:pt x="452" y="461"/>
                  </a:lnTo>
                  <a:lnTo>
                    <a:pt x="454" y="463"/>
                  </a:lnTo>
                  <a:lnTo>
                    <a:pt x="456" y="463"/>
                  </a:lnTo>
                  <a:lnTo>
                    <a:pt x="458" y="463"/>
                  </a:lnTo>
                  <a:lnTo>
                    <a:pt x="462" y="462"/>
                  </a:lnTo>
                  <a:lnTo>
                    <a:pt x="464" y="462"/>
                  </a:lnTo>
                  <a:lnTo>
                    <a:pt x="466" y="461"/>
                  </a:lnTo>
                  <a:lnTo>
                    <a:pt x="467" y="459"/>
                  </a:lnTo>
                  <a:lnTo>
                    <a:pt x="469" y="457"/>
                  </a:lnTo>
                  <a:lnTo>
                    <a:pt x="533" y="345"/>
                  </a:lnTo>
                  <a:lnTo>
                    <a:pt x="535" y="340"/>
                  </a:lnTo>
                  <a:lnTo>
                    <a:pt x="535" y="335"/>
                  </a:lnTo>
                  <a:lnTo>
                    <a:pt x="533" y="332"/>
                  </a:lnTo>
                  <a:lnTo>
                    <a:pt x="528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64"/>
            <p:cNvSpPr>
              <a:spLocks noEditPoints="1"/>
            </p:cNvSpPr>
            <p:nvPr/>
          </p:nvSpPr>
          <p:spPr bwMode="auto">
            <a:xfrm>
              <a:off x="1727201" y="3240088"/>
              <a:ext cx="122238" cy="125413"/>
            </a:xfrm>
            <a:custGeom>
              <a:avLst/>
              <a:gdLst>
                <a:gd name="T0" fmla="*/ 235 w 308"/>
                <a:gd name="T1" fmla="*/ 227 h 315"/>
                <a:gd name="T2" fmla="*/ 223 w 308"/>
                <a:gd name="T3" fmla="*/ 229 h 315"/>
                <a:gd name="T4" fmla="*/ 195 w 308"/>
                <a:gd name="T5" fmla="*/ 248 h 315"/>
                <a:gd name="T6" fmla="*/ 178 w 308"/>
                <a:gd name="T7" fmla="*/ 257 h 315"/>
                <a:gd name="T8" fmla="*/ 176 w 308"/>
                <a:gd name="T9" fmla="*/ 289 h 315"/>
                <a:gd name="T10" fmla="*/ 136 w 308"/>
                <a:gd name="T11" fmla="*/ 260 h 315"/>
                <a:gd name="T12" fmla="*/ 129 w 308"/>
                <a:gd name="T13" fmla="*/ 253 h 315"/>
                <a:gd name="T14" fmla="*/ 95 w 308"/>
                <a:gd name="T15" fmla="*/ 237 h 315"/>
                <a:gd name="T16" fmla="*/ 79 w 308"/>
                <a:gd name="T17" fmla="*/ 226 h 315"/>
                <a:gd name="T18" fmla="*/ 50 w 308"/>
                <a:gd name="T19" fmla="*/ 240 h 315"/>
                <a:gd name="T20" fmla="*/ 55 w 308"/>
                <a:gd name="T21" fmla="*/ 192 h 315"/>
                <a:gd name="T22" fmla="*/ 58 w 308"/>
                <a:gd name="T23" fmla="*/ 180 h 315"/>
                <a:gd name="T24" fmla="*/ 56 w 308"/>
                <a:gd name="T25" fmla="*/ 145 h 315"/>
                <a:gd name="T26" fmla="*/ 57 w 308"/>
                <a:gd name="T27" fmla="*/ 126 h 315"/>
                <a:gd name="T28" fmla="*/ 31 w 308"/>
                <a:gd name="T29" fmla="*/ 108 h 315"/>
                <a:gd name="T30" fmla="*/ 76 w 308"/>
                <a:gd name="T31" fmla="*/ 87 h 315"/>
                <a:gd name="T32" fmla="*/ 87 w 308"/>
                <a:gd name="T33" fmla="*/ 84 h 315"/>
                <a:gd name="T34" fmla="*/ 117 w 308"/>
                <a:gd name="T35" fmla="*/ 66 h 315"/>
                <a:gd name="T36" fmla="*/ 135 w 308"/>
                <a:gd name="T37" fmla="*/ 57 h 315"/>
                <a:gd name="T38" fmla="*/ 137 w 308"/>
                <a:gd name="T39" fmla="*/ 25 h 315"/>
                <a:gd name="T40" fmla="*/ 176 w 308"/>
                <a:gd name="T41" fmla="*/ 53 h 315"/>
                <a:gd name="T42" fmla="*/ 185 w 308"/>
                <a:gd name="T43" fmla="*/ 62 h 315"/>
                <a:gd name="T44" fmla="*/ 215 w 308"/>
                <a:gd name="T45" fmla="*/ 77 h 315"/>
                <a:gd name="T46" fmla="*/ 231 w 308"/>
                <a:gd name="T47" fmla="*/ 88 h 315"/>
                <a:gd name="T48" fmla="*/ 259 w 308"/>
                <a:gd name="T49" fmla="*/ 76 h 315"/>
                <a:gd name="T50" fmla="*/ 254 w 308"/>
                <a:gd name="T51" fmla="*/ 123 h 315"/>
                <a:gd name="T52" fmla="*/ 251 w 308"/>
                <a:gd name="T53" fmla="*/ 134 h 315"/>
                <a:gd name="T54" fmla="*/ 253 w 308"/>
                <a:gd name="T55" fmla="*/ 169 h 315"/>
                <a:gd name="T56" fmla="*/ 252 w 308"/>
                <a:gd name="T57" fmla="*/ 188 h 315"/>
                <a:gd name="T58" fmla="*/ 278 w 308"/>
                <a:gd name="T59" fmla="*/ 207 h 315"/>
                <a:gd name="T60" fmla="*/ 278 w 308"/>
                <a:gd name="T61" fmla="*/ 178 h 315"/>
                <a:gd name="T62" fmla="*/ 279 w 308"/>
                <a:gd name="T63" fmla="*/ 148 h 315"/>
                <a:gd name="T64" fmla="*/ 304 w 308"/>
                <a:gd name="T65" fmla="*/ 123 h 315"/>
                <a:gd name="T66" fmla="*/ 308 w 308"/>
                <a:gd name="T67" fmla="*/ 116 h 315"/>
                <a:gd name="T68" fmla="*/ 275 w 308"/>
                <a:gd name="T69" fmla="*/ 51 h 315"/>
                <a:gd name="T70" fmla="*/ 269 w 308"/>
                <a:gd name="T71" fmla="*/ 46 h 315"/>
                <a:gd name="T72" fmla="*/ 256 w 308"/>
                <a:gd name="T73" fmla="*/ 46 h 315"/>
                <a:gd name="T74" fmla="*/ 218 w 308"/>
                <a:gd name="T75" fmla="*/ 49 h 315"/>
                <a:gd name="T76" fmla="*/ 202 w 308"/>
                <a:gd name="T77" fmla="*/ 13 h 315"/>
                <a:gd name="T78" fmla="*/ 193 w 308"/>
                <a:gd name="T79" fmla="*/ 2 h 315"/>
                <a:gd name="T80" fmla="*/ 119 w 308"/>
                <a:gd name="T81" fmla="*/ 2 h 315"/>
                <a:gd name="T82" fmla="*/ 112 w 308"/>
                <a:gd name="T83" fmla="*/ 13 h 315"/>
                <a:gd name="T84" fmla="*/ 93 w 308"/>
                <a:gd name="T85" fmla="*/ 50 h 315"/>
                <a:gd name="T86" fmla="*/ 52 w 308"/>
                <a:gd name="T87" fmla="*/ 46 h 315"/>
                <a:gd name="T88" fmla="*/ 37 w 308"/>
                <a:gd name="T89" fmla="*/ 47 h 315"/>
                <a:gd name="T90" fmla="*/ 1 w 308"/>
                <a:gd name="T91" fmla="*/ 111 h 315"/>
                <a:gd name="T92" fmla="*/ 3 w 308"/>
                <a:gd name="T93" fmla="*/ 121 h 315"/>
                <a:gd name="T94" fmla="*/ 31 w 308"/>
                <a:gd name="T95" fmla="*/ 138 h 315"/>
                <a:gd name="T96" fmla="*/ 30 w 308"/>
                <a:gd name="T97" fmla="*/ 167 h 315"/>
                <a:gd name="T98" fmla="*/ 4 w 308"/>
                <a:gd name="T99" fmla="*/ 193 h 315"/>
                <a:gd name="T100" fmla="*/ 1 w 308"/>
                <a:gd name="T101" fmla="*/ 199 h 315"/>
                <a:gd name="T102" fmla="*/ 34 w 308"/>
                <a:gd name="T103" fmla="*/ 263 h 315"/>
                <a:gd name="T104" fmla="*/ 46 w 308"/>
                <a:gd name="T105" fmla="*/ 270 h 315"/>
                <a:gd name="T106" fmla="*/ 85 w 308"/>
                <a:gd name="T107" fmla="*/ 259 h 315"/>
                <a:gd name="T108" fmla="*/ 112 w 308"/>
                <a:gd name="T109" fmla="*/ 274 h 315"/>
                <a:gd name="T110" fmla="*/ 116 w 308"/>
                <a:gd name="T111" fmla="*/ 311 h 315"/>
                <a:gd name="T112" fmla="*/ 189 w 308"/>
                <a:gd name="T113" fmla="*/ 315 h 315"/>
                <a:gd name="T114" fmla="*/ 201 w 308"/>
                <a:gd name="T115" fmla="*/ 306 h 315"/>
                <a:gd name="T116" fmla="*/ 210 w 308"/>
                <a:gd name="T117" fmla="*/ 270 h 315"/>
                <a:gd name="T118" fmla="*/ 234 w 308"/>
                <a:gd name="T119" fmla="*/ 255 h 315"/>
                <a:gd name="T120" fmla="*/ 267 w 308"/>
                <a:gd name="T121" fmla="*/ 270 h 315"/>
                <a:gd name="T122" fmla="*/ 307 w 308"/>
                <a:gd name="T123" fmla="*/ 208 h 315"/>
                <a:gd name="T124" fmla="*/ 306 w 308"/>
                <a:gd name="T125" fmla="*/ 194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08" h="315">
                  <a:moveTo>
                    <a:pt x="260" y="240"/>
                  </a:moveTo>
                  <a:lnTo>
                    <a:pt x="239" y="228"/>
                  </a:lnTo>
                  <a:lnTo>
                    <a:pt x="235" y="227"/>
                  </a:lnTo>
                  <a:lnTo>
                    <a:pt x="231" y="226"/>
                  </a:lnTo>
                  <a:lnTo>
                    <a:pt x="227" y="227"/>
                  </a:lnTo>
                  <a:lnTo>
                    <a:pt x="223" y="229"/>
                  </a:lnTo>
                  <a:lnTo>
                    <a:pt x="215" y="237"/>
                  </a:lnTo>
                  <a:lnTo>
                    <a:pt x="205" y="243"/>
                  </a:lnTo>
                  <a:lnTo>
                    <a:pt x="195" y="248"/>
                  </a:lnTo>
                  <a:lnTo>
                    <a:pt x="185" y="253"/>
                  </a:lnTo>
                  <a:lnTo>
                    <a:pt x="181" y="255"/>
                  </a:lnTo>
                  <a:lnTo>
                    <a:pt x="178" y="257"/>
                  </a:lnTo>
                  <a:lnTo>
                    <a:pt x="177" y="260"/>
                  </a:lnTo>
                  <a:lnTo>
                    <a:pt x="176" y="265"/>
                  </a:lnTo>
                  <a:lnTo>
                    <a:pt x="176" y="289"/>
                  </a:lnTo>
                  <a:lnTo>
                    <a:pt x="137" y="289"/>
                  </a:lnTo>
                  <a:lnTo>
                    <a:pt x="137" y="265"/>
                  </a:lnTo>
                  <a:lnTo>
                    <a:pt x="136" y="260"/>
                  </a:lnTo>
                  <a:lnTo>
                    <a:pt x="135" y="257"/>
                  </a:lnTo>
                  <a:lnTo>
                    <a:pt x="132" y="255"/>
                  </a:lnTo>
                  <a:lnTo>
                    <a:pt x="129" y="253"/>
                  </a:lnTo>
                  <a:lnTo>
                    <a:pt x="117" y="248"/>
                  </a:lnTo>
                  <a:lnTo>
                    <a:pt x="105" y="243"/>
                  </a:lnTo>
                  <a:lnTo>
                    <a:pt x="95" y="237"/>
                  </a:lnTo>
                  <a:lnTo>
                    <a:pt x="87" y="229"/>
                  </a:lnTo>
                  <a:lnTo>
                    <a:pt x="84" y="227"/>
                  </a:lnTo>
                  <a:lnTo>
                    <a:pt x="79" y="226"/>
                  </a:lnTo>
                  <a:lnTo>
                    <a:pt x="76" y="227"/>
                  </a:lnTo>
                  <a:lnTo>
                    <a:pt x="72" y="228"/>
                  </a:lnTo>
                  <a:lnTo>
                    <a:pt x="50" y="240"/>
                  </a:lnTo>
                  <a:lnTo>
                    <a:pt x="30" y="207"/>
                  </a:lnTo>
                  <a:lnTo>
                    <a:pt x="51" y="194"/>
                  </a:lnTo>
                  <a:lnTo>
                    <a:pt x="55" y="192"/>
                  </a:lnTo>
                  <a:lnTo>
                    <a:pt x="57" y="188"/>
                  </a:lnTo>
                  <a:lnTo>
                    <a:pt x="58" y="184"/>
                  </a:lnTo>
                  <a:lnTo>
                    <a:pt x="58" y="180"/>
                  </a:lnTo>
                  <a:lnTo>
                    <a:pt x="56" y="168"/>
                  </a:lnTo>
                  <a:lnTo>
                    <a:pt x="55" y="157"/>
                  </a:lnTo>
                  <a:lnTo>
                    <a:pt x="56" y="145"/>
                  </a:lnTo>
                  <a:lnTo>
                    <a:pt x="58" y="134"/>
                  </a:lnTo>
                  <a:lnTo>
                    <a:pt x="58" y="130"/>
                  </a:lnTo>
                  <a:lnTo>
                    <a:pt x="57" y="126"/>
                  </a:lnTo>
                  <a:lnTo>
                    <a:pt x="55" y="123"/>
                  </a:lnTo>
                  <a:lnTo>
                    <a:pt x="51" y="120"/>
                  </a:lnTo>
                  <a:lnTo>
                    <a:pt x="31" y="108"/>
                  </a:lnTo>
                  <a:lnTo>
                    <a:pt x="50" y="73"/>
                  </a:lnTo>
                  <a:lnTo>
                    <a:pt x="72" y="86"/>
                  </a:lnTo>
                  <a:lnTo>
                    <a:pt x="76" y="87"/>
                  </a:lnTo>
                  <a:lnTo>
                    <a:pt x="79" y="87"/>
                  </a:lnTo>
                  <a:lnTo>
                    <a:pt x="84" y="86"/>
                  </a:lnTo>
                  <a:lnTo>
                    <a:pt x="87" y="84"/>
                  </a:lnTo>
                  <a:lnTo>
                    <a:pt x="95" y="78"/>
                  </a:lnTo>
                  <a:lnTo>
                    <a:pt x="105" y="71"/>
                  </a:lnTo>
                  <a:lnTo>
                    <a:pt x="117" y="66"/>
                  </a:lnTo>
                  <a:lnTo>
                    <a:pt x="129" y="62"/>
                  </a:lnTo>
                  <a:lnTo>
                    <a:pt x="132" y="59"/>
                  </a:lnTo>
                  <a:lnTo>
                    <a:pt x="135" y="57"/>
                  </a:lnTo>
                  <a:lnTo>
                    <a:pt x="136" y="53"/>
                  </a:lnTo>
                  <a:lnTo>
                    <a:pt x="137" y="50"/>
                  </a:lnTo>
                  <a:lnTo>
                    <a:pt x="137" y="25"/>
                  </a:lnTo>
                  <a:lnTo>
                    <a:pt x="176" y="25"/>
                  </a:lnTo>
                  <a:lnTo>
                    <a:pt x="176" y="50"/>
                  </a:lnTo>
                  <a:lnTo>
                    <a:pt x="176" y="53"/>
                  </a:lnTo>
                  <a:lnTo>
                    <a:pt x="178" y="57"/>
                  </a:lnTo>
                  <a:lnTo>
                    <a:pt x="181" y="59"/>
                  </a:lnTo>
                  <a:lnTo>
                    <a:pt x="185" y="62"/>
                  </a:lnTo>
                  <a:lnTo>
                    <a:pt x="195" y="66"/>
                  </a:lnTo>
                  <a:lnTo>
                    <a:pt x="205" y="71"/>
                  </a:lnTo>
                  <a:lnTo>
                    <a:pt x="215" y="77"/>
                  </a:lnTo>
                  <a:lnTo>
                    <a:pt x="223" y="84"/>
                  </a:lnTo>
                  <a:lnTo>
                    <a:pt x="227" y="87"/>
                  </a:lnTo>
                  <a:lnTo>
                    <a:pt x="231" y="88"/>
                  </a:lnTo>
                  <a:lnTo>
                    <a:pt x="235" y="88"/>
                  </a:lnTo>
                  <a:lnTo>
                    <a:pt x="239" y="86"/>
                  </a:lnTo>
                  <a:lnTo>
                    <a:pt x="259" y="76"/>
                  </a:lnTo>
                  <a:lnTo>
                    <a:pt x="278" y="108"/>
                  </a:lnTo>
                  <a:lnTo>
                    <a:pt x="258" y="120"/>
                  </a:lnTo>
                  <a:lnTo>
                    <a:pt x="254" y="123"/>
                  </a:lnTo>
                  <a:lnTo>
                    <a:pt x="252" y="126"/>
                  </a:lnTo>
                  <a:lnTo>
                    <a:pt x="251" y="130"/>
                  </a:lnTo>
                  <a:lnTo>
                    <a:pt x="251" y="134"/>
                  </a:lnTo>
                  <a:lnTo>
                    <a:pt x="253" y="145"/>
                  </a:lnTo>
                  <a:lnTo>
                    <a:pt x="254" y="157"/>
                  </a:lnTo>
                  <a:lnTo>
                    <a:pt x="253" y="169"/>
                  </a:lnTo>
                  <a:lnTo>
                    <a:pt x="251" y="180"/>
                  </a:lnTo>
                  <a:lnTo>
                    <a:pt x="251" y="184"/>
                  </a:lnTo>
                  <a:lnTo>
                    <a:pt x="252" y="188"/>
                  </a:lnTo>
                  <a:lnTo>
                    <a:pt x="254" y="192"/>
                  </a:lnTo>
                  <a:lnTo>
                    <a:pt x="258" y="194"/>
                  </a:lnTo>
                  <a:lnTo>
                    <a:pt x="278" y="207"/>
                  </a:lnTo>
                  <a:lnTo>
                    <a:pt x="260" y="240"/>
                  </a:lnTo>
                  <a:close/>
                  <a:moveTo>
                    <a:pt x="302" y="192"/>
                  </a:moveTo>
                  <a:lnTo>
                    <a:pt x="278" y="178"/>
                  </a:lnTo>
                  <a:lnTo>
                    <a:pt x="279" y="167"/>
                  </a:lnTo>
                  <a:lnTo>
                    <a:pt x="279" y="157"/>
                  </a:lnTo>
                  <a:lnTo>
                    <a:pt x="279" y="148"/>
                  </a:lnTo>
                  <a:lnTo>
                    <a:pt x="278" y="138"/>
                  </a:lnTo>
                  <a:lnTo>
                    <a:pt x="302" y="124"/>
                  </a:lnTo>
                  <a:lnTo>
                    <a:pt x="304" y="123"/>
                  </a:lnTo>
                  <a:lnTo>
                    <a:pt x="306" y="121"/>
                  </a:lnTo>
                  <a:lnTo>
                    <a:pt x="307" y="119"/>
                  </a:lnTo>
                  <a:lnTo>
                    <a:pt x="308" y="116"/>
                  </a:lnTo>
                  <a:lnTo>
                    <a:pt x="308" y="111"/>
                  </a:lnTo>
                  <a:lnTo>
                    <a:pt x="306" y="106"/>
                  </a:lnTo>
                  <a:lnTo>
                    <a:pt x="275" y="51"/>
                  </a:lnTo>
                  <a:lnTo>
                    <a:pt x="273" y="49"/>
                  </a:lnTo>
                  <a:lnTo>
                    <a:pt x="271" y="47"/>
                  </a:lnTo>
                  <a:lnTo>
                    <a:pt x="269" y="46"/>
                  </a:lnTo>
                  <a:lnTo>
                    <a:pt x="266" y="44"/>
                  </a:lnTo>
                  <a:lnTo>
                    <a:pt x="262" y="44"/>
                  </a:lnTo>
                  <a:lnTo>
                    <a:pt x="256" y="46"/>
                  </a:lnTo>
                  <a:lnTo>
                    <a:pt x="234" y="59"/>
                  </a:lnTo>
                  <a:lnTo>
                    <a:pt x="226" y="54"/>
                  </a:lnTo>
                  <a:lnTo>
                    <a:pt x="218" y="49"/>
                  </a:lnTo>
                  <a:lnTo>
                    <a:pt x="210" y="44"/>
                  </a:lnTo>
                  <a:lnTo>
                    <a:pt x="202" y="41"/>
                  </a:lnTo>
                  <a:lnTo>
                    <a:pt x="202" y="13"/>
                  </a:lnTo>
                  <a:lnTo>
                    <a:pt x="201" y="8"/>
                  </a:lnTo>
                  <a:lnTo>
                    <a:pt x="197" y="4"/>
                  </a:lnTo>
                  <a:lnTo>
                    <a:pt x="193" y="2"/>
                  </a:lnTo>
                  <a:lnTo>
                    <a:pt x="189" y="0"/>
                  </a:lnTo>
                  <a:lnTo>
                    <a:pt x="124" y="0"/>
                  </a:lnTo>
                  <a:lnTo>
                    <a:pt x="119" y="2"/>
                  </a:lnTo>
                  <a:lnTo>
                    <a:pt x="116" y="4"/>
                  </a:lnTo>
                  <a:lnTo>
                    <a:pt x="113" y="8"/>
                  </a:lnTo>
                  <a:lnTo>
                    <a:pt x="112" y="13"/>
                  </a:lnTo>
                  <a:lnTo>
                    <a:pt x="112" y="41"/>
                  </a:lnTo>
                  <a:lnTo>
                    <a:pt x="102" y="44"/>
                  </a:lnTo>
                  <a:lnTo>
                    <a:pt x="93" y="50"/>
                  </a:lnTo>
                  <a:lnTo>
                    <a:pt x="85" y="54"/>
                  </a:lnTo>
                  <a:lnTo>
                    <a:pt x="77" y="59"/>
                  </a:lnTo>
                  <a:lnTo>
                    <a:pt x="52" y="46"/>
                  </a:lnTo>
                  <a:lnTo>
                    <a:pt x="47" y="44"/>
                  </a:lnTo>
                  <a:lnTo>
                    <a:pt x="43" y="44"/>
                  </a:lnTo>
                  <a:lnTo>
                    <a:pt x="37" y="47"/>
                  </a:lnTo>
                  <a:lnTo>
                    <a:pt x="34" y="51"/>
                  </a:lnTo>
                  <a:lnTo>
                    <a:pt x="2" y="106"/>
                  </a:lnTo>
                  <a:lnTo>
                    <a:pt x="1" y="111"/>
                  </a:lnTo>
                  <a:lnTo>
                    <a:pt x="1" y="116"/>
                  </a:lnTo>
                  <a:lnTo>
                    <a:pt x="2" y="119"/>
                  </a:lnTo>
                  <a:lnTo>
                    <a:pt x="3" y="121"/>
                  </a:lnTo>
                  <a:lnTo>
                    <a:pt x="5" y="123"/>
                  </a:lnTo>
                  <a:lnTo>
                    <a:pt x="7" y="124"/>
                  </a:lnTo>
                  <a:lnTo>
                    <a:pt x="31" y="138"/>
                  </a:lnTo>
                  <a:lnTo>
                    <a:pt x="30" y="148"/>
                  </a:lnTo>
                  <a:lnTo>
                    <a:pt x="29" y="157"/>
                  </a:lnTo>
                  <a:lnTo>
                    <a:pt x="30" y="167"/>
                  </a:lnTo>
                  <a:lnTo>
                    <a:pt x="31" y="178"/>
                  </a:lnTo>
                  <a:lnTo>
                    <a:pt x="6" y="192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2" y="196"/>
                  </a:lnTo>
                  <a:lnTo>
                    <a:pt x="1" y="199"/>
                  </a:lnTo>
                  <a:lnTo>
                    <a:pt x="0" y="203"/>
                  </a:lnTo>
                  <a:lnTo>
                    <a:pt x="2" y="208"/>
                  </a:lnTo>
                  <a:lnTo>
                    <a:pt x="34" y="263"/>
                  </a:lnTo>
                  <a:lnTo>
                    <a:pt x="37" y="268"/>
                  </a:lnTo>
                  <a:lnTo>
                    <a:pt x="42" y="270"/>
                  </a:lnTo>
                  <a:lnTo>
                    <a:pt x="46" y="270"/>
                  </a:lnTo>
                  <a:lnTo>
                    <a:pt x="51" y="269"/>
                  </a:lnTo>
                  <a:lnTo>
                    <a:pt x="77" y="254"/>
                  </a:lnTo>
                  <a:lnTo>
                    <a:pt x="85" y="259"/>
                  </a:lnTo>
                  <a:lnTo>
                    <a:pt x="93" y="266"/>
                  </a:lnTo>
                  <a:lnTo>
                    <a:pt x="102" y="270"/>
                  </a:lnTo>
                  <a:lnTo>
                    <a:pt x="112" y="274"/>
                  </a:lnTo>
                  <a:lnTo>
                    <a:pt x="112" y="302"/>
                  </a:lnTo>
                  <a:lnTo>
                    <a:pt x="113" y="306"/>
                  </a:lnTo>
                  <a:lnTo>
                    <a:pt x="116" y="311"/>
                  </a:lnTo>
                  <a:lnTo>
                    <a:pt x="119" y="314"/>
                  </a:lnTo>
                  <a:lnTo>
                    <a:pt x="124" y="315"/>
                  </a:lnTo>
                  <a:lnTo>
                    <a:pt x="189" y="315"/>
                  </a:lnTo>
                  <a:lnTo>
                    <a:pt x="193" y="314"/>
                  </a:lnTo>
                  <a:lnTo>
                    <a:pt x="197" y="311"/>
                  </a:lnTo>
                  <a:lnTo>
                    <a:pt x="201" y="306"/>
                  </a:lnTo>
                  <a:lnTo>
                    <a:pt x="202" y="302"/>
                  </a:lnTo>
                  <a:lnTo>
                    <a:pt x="202" y="274"/>
                  </a:lnTo>
                  <a:lnTo>
                    <a:pt x="210" y="270"/>
                  </a:lnTo>
                  <a:lnTo>
                    <a:pt x="218" y="266"/>
                  </a:lnTo>
                  <a:lnTo>
                    <a:pt x="226" y="260"/>
                  </a:lnTo>
                  <a:lnTo>
                    <a:pt x="234" y="255"/>
                  </a:lnTo>
                  <a:lnTo>
                    <a:pt x="258" y="268"/>
                  </a:lnTo>
                  <a:lnTo>
                    <a:pt x="262" y="270"/>
                  </a:lnTo>
                  <a:lnTo>
                    <a:pt x="267" y="270"/>
                  </a:lnTo>
                  <a:lnTo>
                    <a:pt x="271" y="268"/>
                  </a:lnTo>
                  <a:lnTo>
                    <a:pt x="275" y="263"/>
                  </a:lnTo>
                  <a:lnTo>
                    <a:pt x="307" y="208"/>
                  </a:lnTo>
                  <a:lnTo>
                    <a:pt x="308" y="202"/>
                  </a:lnTo>
                  <a:lnTo>
                    <a:pt x="308" y="198"/>
                  </a:lnTo>
                  <a:lnTo>
                    <a:pt x="306" y="194"/>
                  </a:lnTo>
                  <a:lnTo>
                    <a:pt x="302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8" name="Group 107"/>
          <p:cNvGrpSpPr>
            <a:grpSpLocks noChangeAspect="1"/>
          </p:cNvGrpSpPr>
          <p:nvPr/>
        </p:nvGrpSpPr>
        <p:grpSpPr>
          <a:xfrm>
            <a:off x="4874826" y="2865145"/>
            <a:ext cx="330190" cy="288000"/>
            <a:chOff x="3173413" y="1952625"/>
            <a:chExt cx="285750" cy="249238"/>
          </a:xfrm>
          <a:solidFill>
            <a:schemeClr val="bg1"/>
          </a:solidFill>
        </p:grpSpPr>
        <p:sp>
          <p:nvSpPr>
            <p:cNvPr id="109" name="Freeform 83"/>
            <p:cNvSpPr>
              <a:spLocks noEditPoints="1"/>
            </p:cNvSpPr>
            <p:nvPr/>
          </p:nvSpPr>
          <p:spPr bwMode="auto">
            <a:xfrm>
              <a:off x="3173413" y="1952625"/>
              <a:ext cx="225425" cy="249238"/>
            </a:xfrm>
            <a:custGeom>
              <a:avLst/>
              <a:gdLst>
                <a:gd name="T0" fmla="*/ 37 w 713"/>
                <a:gd name="T1" fmla="*/ 654 h 786"/>
                <a:gd name="T2" fmla="*/ 60 w 713"/>
                <a:gd name="T3" fmla="*/ 578 h 786"/>
                <a:gd name="T4" fmla="*/ 188 w 713"/>
                <a:gd name="T5" fmla="*/ 520 h 786"/>
                <a:gd name="T6" fmla="*/ 295 w 713"/>
                <a:gd name="T7" fmla="*/ 482 h 786"/>
                <a:gd name="T8" fmla="*/ 299 w 713"/>
                <a:gd name="T9" fmla="*/ 372 h 786"/>
                <a:gd name="T10" fmla="*/ 265 w 713"/>
                <a:gd name="T11" fmla="*/ 342 h 786"/>
                <a:gd name="T12" fmla="*/ 241 w 713"/>
                <a:gd name="T13" fmla="*/ 287 h 786"/>
                <a:gd name="T14" fmla="*/ 235 w 713"/>
                <a:gd name="T15" fmla="*/ 248 h 786"/>
                <a:gd name="T16" fmla="*/ 220 w 713"/>
                <a:gd name="T17" fmla="*/ 237 h 786"/>
                <a:gd name="T18" fmla="*/ 221 w 713"/>
                <a:gd name="T19" fmla="*/ 202 h 786"/>
                <a:gd name="T20" fmla="*/ 235 w 713"/>
                <a:gd name="T21" fmla="*/ 193 h 786"/>
                <a:gd name="T22" fmla="*/ 235 w 713"/>
                <a:gd name="T23" fmla="*/ 164 h 786"/>
                <a:gd name="T24" fmla="*/ 225 w 713"/>
                <a:gd name="T25" fmla="*/ 96 h 786"/>
                <a:gd name="T26" fmla="*/ 246 w 713"/>
                <a:gd name="T27" fmla="*/ 83 h 786"/>
                <a:gd name="T28" fmla="*/ 275 w 713"/>
                <a:gd name="T29" fmla="*/ 79 h 786"/>
                <a:gd name="T30" fmla="*/ 289 w 713"/>
                <a:gd name="T31" fmla="*/ 56 h 786"/>
                <a:gd name="T32" fmla="*/ 345 w 713"/>
                <a:gd name="T33" fmla="*/ 34 h 786"/>
                <a:gd name="T34" fmla="*/ 459 w 713"/>
                <a:gd name="T35" fmla="*/ 42 h 786"/>
                <a:gd name="T36" fmla="*/ 490 w 713"/>
                <a:gd name="T37" fmla="*/ 64 h 786"/>
                <a:gd name="T38" fmla="*/ 493 w 713"/>
                <a:gd name="T39" fmla="*/ 123 h 786"/>
                <a:gd name="T40" fmla="*/ 476 w 713"/>
                <a:gd name="T41" fmla="*/ 189 h 786"/>
                <a:gd name="T42" fmla="*/ 489 w 713"/>
                <a:gd name="T43" fmla="*/ 198 h 786"/>
                <a:gd name="T44" fmla="*/ 493 w 713"/>
                <a:gd name="T45" fmla="*/ 238 h 786"/>
                <a:gd name="T46" fmla="*/ 479 w 713"/>
                <a:gd name="T47" fmla="*/ 248 h 786"/>
                <a:gd name="T48" fmla="*/ 473 w 713"/>
                <a:gd name="T49" fmla="*/ 287 h 786"/>
                <a:gd name="T50" fmla="*/ 453 w 713"/>
                <a:gd name="T51" fmla="*/ 342 h 786"/>
                <a:gd name="T52" fmla="*/ 424 w 713"/>
                <a:gd name="T53" fmla="*/ 372 h 786"/>
                <a:gd name="T54" fmla="*/ 427 w 713"/>
                <a:gd name="T55" fmla="*/ 482 h 786"/>
                <a:gd name="T56" fmla="*/ 531 w 713"/>
                <a:gd name="T57" fmla="*/ 520 h 786"/>
                <a:gd name="T58" fmla="*/ 654 w 713"/>
                <a:gd name="T59" fmla="*/ 578 h 786"/>
                <a:gd name="T60" fmla="*/ 677 w 713"/>
                <a:gd name="T61" fmla="*/ 654 h 786"/>
                <a:gd name="T62" fmla="*/ 30 w 713"/>
                <a:gd name="T63" fmla="*/ 756 h 786"/>
                <a:gd name="T64" fmla="*/ 452 w 713"/>
                <a:gd name="T65" fmla="*/ 387 h 786"/>
                <a:gd name="T66" fmla="*/ 490 w 713"/>
                <a:gd name="T67" fmla="*/ 335 h 786"/>
                <a:gd name="T68" fmla="*/ 504 w 713"/>
                <a:gd name="T69" fmla="*/ 271 h 786"/>
                <a:gd name="T70" fmla="*/ 524 w 713"/>
                <a:gd name="T71" fmla="*/ 238 h 786"/>
                <a:gd name="T72" fmla="*/ 522 w 713"/>
                <a:gd name="T73" fmla="*/ 193 h 786"/>
                <a:gd name="T74" fmla="*/ 523 w 713"/>
                <a:gd name="T75" fmla="*/ 127 h 786"/>
                <a:gd name="T76" fmla="*/ 516 w 713"/>
                <a:gd name="T77" fmla="*/ 49 h 786"/>
                <a:gd name="T78" fmla="*/ 471 w 713"/>
                <a:gd name="T79" fmla="*/ 14 h 786"/>
                <a:gd name="T80" fmla="*/ 385 w 713"/>
                <a:gd name="T81" fmla="*/ 0 h 786"/>
                <a:gd name="T82" fmla="*/ 290 w 713"/>
                <a:gd name="T83" fmla="*/ 19 h 786"/>
                <a:gd name="T84" fmla="*/ 252 w 713"/>
                <a:gd name="T85" fmla="*/ 53 h 786"/>
                <a:gd name="T86" fmla="*/ 211 w 713"/>
                <a:gd name="T87" fmla="*/ 64 h 786"/>
                <a:gd name="T88" fmla="*/ 195 w 713"/>
                <a:gd name="T89" fmla="*/ 95 h 786"/>
                <a:gd name="T90" fmla="*/ 206 w 713"/>
                <a:gd name="T91" fmla="*/ 173 h 786"/>
                <a:gd name="T92" fmla="*/ 192 w 713"/>
                <a:gd name="T93" fmla="*/ 192 h 786"/>
                <a:gd name="T94" fmla="*/ 189 w 713"/>
                <a:gd name="T95" fmla="*/ 237 h 786"/>
                <a:gd name="T96" fmla="*/ 209 w 713"/>
                <a:gd name="T97" fmla="*/ 271 h 786"/>
                <a:gd name="T98" fmla="*/ 226 w 713"/>
                <a:gd name="T99" fmla="*/ 336 h 786"/>
                <a:gd name="T100" fmla="*/ 271 w 713"/>
                <a:gd name="T101" fmla="*/ 388 h 786"/>
                <a:gd name="T102" fmla="*/ 173 w 713"/>
                <a:gd name="T103" fmla="*/ 495 h 786"/>
                <a:gd name="T104" fmla="*/ 51 w 713"/>
                <a:gd name="T105" fmla="*/ 549 h 786"/>
                <a:gd name="T106" fmla="*/ 16 w 713"/>
                <a:gd name="T107" fmla="*/ 596 h 786"/>
                <a:gd name="T108" fmla="*/ 1 w 713"/>
                <a:gd name="T109" fmla="*/ 725 h 786"/>
                <a:gd name="T110" fmla="*/ 3 w 713"/>
                <a:gd name="T111" fmla="*/ 780 h 786"/>
                <a:gd name="T112" fmla="*/ 698 w 713"/>
                <a:gd name="T113" fmla="*/ 786 h 786"/>
                <a:gd name="T114" fmla="*/ 712 w 713"/>
                <a:gd name="T115" fmla="*/ 777 h 786"/>
                <a:gd name="T116" fmla="*/ 711 w 713"/>
                <a:gd name="T117" fmla="*/ 697 h 786"/>
                <a:gd name="T118" fmla="*/ 695 w 713"/>
                <a:gd name="T119" fmla="*/ 586 h 786"/>
                <a:gd name="T120" fmla="*/ 655 w 713"/>
                <a:gd name="T121" fmla="*/ 542 h 786"/>
                <a:gd name="T122" fmla="*/ 512 w 713"/>
                <a:gd name="T123" fmla="*/ 482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3" h="786">
                  <a:moveTo>
                    <a:pt x="30" y="756"/>
                  </a:moveTo>
                  <a:lnTo>
                    <a:pt x="31" y="740"/>
                  </a:lnTo>
                  <a:lnTo>
                    <a:pt x="31" y="722"/>
                  </a:lnTo>
                  <a:lnTo>
                    <a:pt x="32" y="700"/>
                  </a:lnTo>
                  <a:lnTo>
                    <a:pt x="34" y="678"/>
                  </a:lnTo>
                  <a:lnTo>
                    <a:pt x="37" y="654"/>
                  </a:lnTo>
                  <a:lnTo>
                    <a:pt x="40" y="632"/>
                  </a:lnTo>
                  <a:lnTo>
                    <a:pt x="43" y="613"/>
                  </a:lnTo>
                  <a:lnTo>
                    <a:pt x="47" y="595"/>
                  </a:lnTo>
                  <a:lnTo>
                    <a:pt x="51" y="589"/>
                  </a:lnTo>
                  <a:lnTo>
                    <a:pt x="55" y="584"/>
                  </a:lnTo>
                  <a:lnTo>
                    <a:pt x="60" y="578"/>
                  </a:lnTo>
                  <a:lnTo>
                    <a:pt x="68" y="573"/>
                  </a:lnTo>
                  <a:lnTo>
                    <a:pt x="86" y="562"/>
                  </a:lnTo>
                  <a:lnTo>
                    <a:pt x="107" y="551"/>
                  </a:lnTo>
                  <a:lnTo>
                    <a:pt x="133" y="541"/>
                  </a:lnTo>
                  <a:lnTo>
                    <a:pt x="160" y="531"/>
                  </a:lnTo>
                  <a:lnTo>
                    <a:pt x="188" y="520"/>
                  </a:lnTo>
                  <a:lnTo>
                    <a:pt x="216" y="511"/>
                  </a:lnTo>
                  <a:lnTo>
                    <a:pt x="235" y="504"/>
                  </a:lnTo>
                  <a:lnTo>
                    <a:pt x="254" y="498"/>
                  </a:lnTo>
                  <a:lnTo>
                    <a:pt x="273" y="491"/>
                  </a:lnTo>
                  <a:lnTo>
                    <a:pt x="292" y="484"/>
                  </a:lnTo>
                  <a:lnTo>
                    <a:pt x="295" y="482"/>
                  </a:lnTo>
                  <a:lnTo>
                    <a:pt x="298" y="479"/>
                  </a:lnTo>
                  <a:lnTo>
                    <a:pt x="300" y="474"/>
                  </a:lnTo>
                  <a:lnTo>
                    <a:pt x="301" y="470"/>
                  </a:lnTo>
                  <a:lnTo>
                    <a:pt x="301" y="380"/>
                  </a:lnTo>
                  <a:lnTo>
                    <a:pt x="300" y="376"/>
                  </a:lnTo>
                  <a:lnTo>
                    <a:pt x="299" y="372"/>
                  </a:lnTo>
                  <a:lnTo>
                    <a:pt x="296" y="369"/>
                  </a:lnTo>
                  <a:lnTo>
                    <a:pt x="293" y="366"/>
                  </a:lnTo>
                  <a:lnTo>
                    <a:pt x="290" y="365"/>
                  </a:lnTo>
                  <a:lnTo>
                    <a:pt x="283" y="361"/>
                  </a:lnTo>
                  <a:lnTo>
                    <a:pt x="275" y="353"/>
                  </a:lnTo>
                  <a:lnTo>
                    <a:pt x="265" y="342"/>
                  </a:lnTo>
                  <a:lnTo>
                    <a:pt x="261" y="335"/>
                  </a:lnTo>
                  <a:lnTo>
                    <a:pt x="255" y="327"/>
                  </a:lnTo>
                  <a:lnTo>
                    <a:pt x="251" y="319"/>
                  </a:lnTo>
                  <a:lnTo>
                    <a:pt x="247" y="309"/>
                  </a:lnTo>
                  <a:lnTo>
                    <a:pt x="244" y="298"/>
                  </a:lnTo>
                  <a:lnTo>
                    <a:pt x="241" y="287"/>
                  </a:lnTo>
                  <a:lnTo>
                    <a:pt x="239" y="273"/>
                  </a:lnTo>
                  <a:lnTo>
                    <a:pt x="239" y="259"/>
                  </a:lnTo>
                  <a:lnTo>
                    <a:pt x="239" y="256"/>
                  </a:lnTo>
                  <a:lnTo>
                    <a:pt x="238" y="253"/>
                  </a:lnTo>
                  <a:lnTo>
                    <a:pt x="236" y="250"/>
                  </a:lnTo>
                  <a:lnTo>
                    <a:pt x="235" y="248"/>
                  </a:lnTo>
                  <a:lnTo>
                    <a:pt x="233" y="246"/>
                  </a:lnTo>
                  <a:lnTo>
                    <a:pt x="230" y="245"/>
                  </a:lnTo>
                  <a:lnTo>
                    <a:pt x="227" y="244"/>
                  </a:lnTo>
                  <a:lnTo>
                    <a:pt x="224" y="244"/>
                  </a:lnTo>
                  <a:lnTo>
                    <a:pt x="222" y="243"/>
                  </a:lnTo>
                  <a:lnTo>
                    <a:pt x="220" y="237"/>
                  </a:lnTo>
                  <a:lnTo>
                    <a:pt x="218" y="231"/>
                  </a:lnTo>
                  <a:lnTo>
                    <a:pt x="217" y="221"/>
                  </a:lnTo>
                  <a:lnTo>
                    <a:pt x="217" y="216"/>
                  </a:lnTo>
                  <a:lnTo>
                    <a:pt x="218" y="210"/>
                  </a:lnTo>
                  <a:lnTo>
                    <a:pt x="219" y="206"/>
                  </a:lnTo>
                  <a:lnTo>
                    <a:pt x="221" y="202"/>
                  </a:lnTo>
                  <a:lnTo>
                    <a:pt x="222" y="200"/>
                  </a:lnTo>
                  <a:lnTo>
                    <a:pt x="224" y="198"/>
                  </a:lnTo>
                  <a:lnTo>
                    <a:pt x="227" y="198"/>
                  </a:lnTo>
                  <a:lnTo>
                    <a:pt x="230" y="197"/>
                  </a:lnTo>
                  <a:lnTo>
                    <a:pt x="233" y="195"/>
                  </a:lnTo>
                  <a:lnTo>
                    <a:pt x="235" y="193"/>
                  </a:lnTo>
                  <a:lnTo>
                    <a:pt x="236" y="191"/>
                  </a:lnTo>
                  <a:lnTo>
                    <a:pt x="238" y="189"/>
                  </a:lnTo>
                  <a:lnTo>
                    <a:pt x="239" y="186"/>
                  </a:lnTo>
                  <a:lnTo>
                    <a:pt x="239" y="183"/>
                  </a:lnTo>
                  <a:lnTo>
                    <a:pt x="238" y="176"/>
                  </a:lnTo>
                  <a:lnTo>
                    <a:pt x="235" y="164"/>
                  </a:lnTo>
                  <a:lnTo>
                    <a:pt x="231" y="147"/>
                  </a:lnTo>
                  <a:lnTo>
                    <a:pt x="225" y="126"/>
                  </a:lnTo>
                  <a:lnTo>
                    <a:pt x="224" y="114"/>
                  </a:lnTo>
                  <a:lnTo>
                    <a:pt x="224" y="104"/>
                  </a:lnTo>
                  <a:lnTo>
                    <a:pt x="224" y="100"/>
                  </a:lnTo>
                  <a:lnTo>
                    <a:pt x="225" y="96"/>
                  </a:lnTo>
                  <a:lnTo>
                    <a:pt x="227" y="91"/>
                  </a:lnTo>
                  <a:lnTo>
                    <a:pt x="229" y="88"/>
                  </a:lnTo>
                  <a:lnTo>
                    <a:pt x="231" y="87"/>
                  </a:lnTo>
                  <a:lnTo>
                    <a:pt x="233" y="85"/>
                  </a:lnTo>
                  <a:lnTo>
                    <a:pt x="238" y="83"/>
                  </a:lnTo>
                  <a:lnTo>
                    <a:pt x="246" y="83"/>
                  </a:lnTo>
                  <a:lnTo>
                    <a:pt x="252" y="83"/>
                  </a:lnTo>
                  <a:lnTo>
                    <a:pt x="259" y="84"/>
                  </a:lnTo>
                  <a:lnTo>
                    <a:pt x="265" y="84"/>
                  </a:lnTo>
                  <a:lnTo>
                    <a:pt x="270" y="82"/>
                  </a:lnTo>
                  <a:lnTo>
                    <a:pt x="273" y="81"/>
                  </a:lnTo>
                  <a:lnTo>
                    <a:pt x="275" y="79"/>
                  </a:lnTo>
                  <a:lnTo>
                    <a:pt x="276" y="75"/>
                  </a:lnTo>
                  <a:lnTo>
                    <a:pt x="277" y="73"/>
                  </a:lnTo>
                  <a:lnTo>
                    <a:pt x="278" y="68"/>
                  </a:lnTo>
                  <a:lnTo>
                    <a:pt x="281" y="64"/>
                  </a:lnTo>
                  <a:lnTo>
                    <a:pt x="284" y="59"/>
                  </a:lnTo>
                  <a:lnTo>
                    <a:pt x="289" y="56"/>
                  </a:lnTo>
                  <a:lnTo>
                    <a:pt x="293" y="52"/>
                  </a:lnTo>
                  <a:lnTo>
                    <a:pt x="298" y="49"/>
                  </a:lnTo>
                  <a:lnTo>
                    <a:pt x="305" y="45"/>
                  </a:lnTo>
                  <a:lnTo>
                    <a:pt x="312" y="42"/>
                  </a:lnTo>
                  <a:lnTo>
                    <a:pt x="327" y="37"/>
                  </a:lnTo>
                  <a:lnTo>
                    <a:pt x="345" y="34"/>
                  </a:lnTo>
                  <a:lnTo>
                    <a:pt x="365" y="30"/>
                  </a:lnTo>
                  <a:lnTo>
                    <a:pt x="385" y="30"/>
                  </a:lnTo>
                  <a:lnTo>
                    <a:pt x="407" y="30"/>
                  </a:lnTo>
                  <a:lnTo>
                    <a:pt x="426" y="34"/>
                  </a:lnTo>
                  <a:lnTo>
                    <a:pt x="443" y="37"/>
                  </a:lnTo>
                  <a:lnTo>
                    <a:pt x="459" y="42"/>
                  </a:lnTo>
                  <a:lnTo>
                    <a:pt x="466" y="45"/>
                  </a:lnTo>
                  <a:lnTo>
                    <a:pt x="472" y="49"/>
                  </a:lnTo>
                  <a:lnTo>
                    <a:pt x="477" y="52"/>
                  </a:lnTo>
                  <a:lnTo>
                    <a:pt x="483" y="56"/>
                  </a:lnTo>
                  <a:lnTo>
                    <a:pt x="487" y="59"/>
                  </a:lnTo>
                  <a:lnTo>
                    <a:pt x="490" y="64"/>
                  </a:lnTo>
                  <a:lnTo>
                    <a:pt x="492" y="68"/>
                  </a:lnTo>
                  <a:lnTo>
                    <a:pt x="494" y="73"/>
                  </a:lnTo>
                  <a:lnTo>
                    <a:pt x="496" y="85"/>
                  </a:lnTo>
                  <a:lnTo>
                    <a:pt x="497" y="98"/>
                  </a:lnTo>
                  <a:lnTo>
                    <a:pt x="496" y="111"/>
                  </a:lnTo>
                  <a:lnTo>
                    <a:pt x="493" y="123"/>
                  </a:lnTo>
                  <a:lnTo>
                    <a:pt x="487" y="145"/>
                  </a:lnTo>
                  <a:lnTo>
                    <a:pt x="481" y="163"/>
                  </a:lnTo>
                  <a:lnTo>
                    <a:pt x="476" y="175"/>
                  </a:lnTo>
                  <a:lnTo>
                    <a:pt x="474" y="183"/>
                  </a:lnTo>
                  <a:lnTo>
                    <a:pt x="475" y="186"/>
                  </a:lnTo>
                  <a:lnTo>
                    <a:pt x="476" y="189"/>
                  </a:lnTo>
                  <a:lnTo>
                    <a:pt x="477" y="191"/>
                  </a:lnTo>
                  <a:lnTo>
                    <a:pt x="479" y="193"/>
                  </a:lnTo>
                  <a:lnTo>
                    <a:pt x="482" y="195"/>
                  </a:lnTo>
                  <a:lnTo>
                    <a:pt x="484" y="197"/>
                  </a:lnTo>
                  <a:lnTo>
                    <a:pt x="487" y="198"/>
                  </a:lnTo>
                  <a:lnTo>
                    <a:pt x="489" y="198"/>
                  </a:lnTo>
                  <a:lnTo>
                    <a:pt x="491" y="200"/>
                  </a:lnTo>
                  <a:lnTo>
                    <a:pt x="493" y="204"/>
                  </a:lnTo>
                  <a:lnTo>
                    <a:pt x="496" y="210"/>
                  </a:lnTo>
                  <a:lnTo>
                    <a:pt x="497" y="221"/>
                  </a:lnTo>
                  <a:lnTo>
                    <a:pt x="496" y="231"/>
                  </a:lnTo>
                  <a:lnTo>
                    <a:pt x="493" y="238"/>
                  </a:lnTo>
                  <a:lnTo>
                    <a:pt x="491" y="243"/>
                  </a:lnTo>
                  <a:lnTo>
                    <a:pt x="489" y="244"/>
                  </a:lnTo>
                  <a:lnTo>
                    <a:pt x="487" y="244"/>
                  </a:lnTo>
                  <a:lnTo>
                    <a:pt x="484" y="245"/>
                  </a:lnTo>
                  <a:lnTo>
                    <a:pt x="482" y="246"/>
                  </a:lnTo>
                  <a:lnTo>
                    <a:pt x="479" y="248"/>
                  </a:lnTo>
                  <a:lnTo>
                    <a:pt x="477" y="250"/>
                  </a:lnTo>
                  <a:lnTo>
                    <a:pt x="476" y="253"/>
                  </a:lnTo>
                  <a:lnTo>
                    <a:pt x="475" y="256"/>
                  </a:lnTo>
                  <a:lnTo>
                    <a:pt x="474" y="259"/>
                  </a:lnTo>
                  <a:lnTo>
                    <a:pt x="474" y="273"/>
                  </a:lnTo>
                  <a:lnTo>
                    <a:pt x="473" y="287"/>
                  </a:lnTo>
                  <a:lnTo>
                    <a:pt x="471" y="298"/>
                  </a:lnTo>
                  <a:lnTo>
                    <a:pt x="468" y="309"/>
                  </a:lnTo>
                  <a:lnTo>
                    <a:pt x="464" y="319"/>
                  </a:lnTo>
                  <a:lnTo>
                    <a:pt x="460" y="327"/>
                  </a:lnTo>
                  <a:lnTo>
                    <a:pt x="457" y="336"/>
                  </a:lnTo>
                  <a:lnTo>
                    <a:pt x="453" y="342"/>
                  </a:lnTo>
                  <a:lnTo>
                    <a:pt x="444" y="353"/>
                  </a:lnTo>
                  <a:lnTo>
                    <a:pt x="437" y="361"/>
                  </a:lnTo>
                  <a:lnTo>
                    <a:pt x="431" y="365"/>
                  </a:lnTo>
                  <a:lnTo>
                    <a:pt x="429" y="367"/>
                  </a:lnTo>
                  <a:lnTo>
                    <a:pt x="426" y="369"/>
                  </a:lnTo>
                  <a:lnTo>
                    <a:pt x="424" y="372"/>
                  </a:lnTo>
                  <a:lnTo>
                    <a:pt x="423" y="376"/>
                  </a:lnTo>
                  <a:lnTo>
                    <a:pt x="422" y="380"/>
                  </a:lnTo>
                  <a:lnTo>
                    <a:pt x="422" y="470"/>
                  </a:lnTo>
                  <a:lnTo>
                    <a:pt x="423" y="474"/>
                  </a:lnTo>
                  <a:lnTo>
                    <a:pt x="425" y="479"/>
                  </a:lnTo>
                  <a:lnTo>
                    <a:pt x="427" y="482"/>
                  </a:lnTo>
                  <a:lnTo>
                    <a:pt x="431" y="484"/>
                  </a:lnTo>
                  <a:lnTo>
                    <a:pt x="449" y="490"/>
                  </a:lnTo>
                  <a:lnTo>
                    <a:pt x="467" y="497"/>
                  </a:lnTo>
                  <a:lnTo>
                    <a:pt x="485" y="503"/>
                  </a:lnTo>
                  <a:lnTo>
                    <a:pt x="502" y="510"/>
                  </a:lnTo>
                  <a:lnTo>
                    <a:pt x="531" y="520"/>
                  </a:lnTo>
                  <a:lnTo>
                    <a:pt x="559" y="530"/>
                  </a:lnTo>
                  <a:lnTo>
                    <a:pt x="586" y="541"/>
                  </a:lnTo>
                  <a:lnTo>
                    <a:pt x="609" y="551"/>
                  </a:lnTo>
                  <a:lnTo>
                    <a:pt x="631" y="562"/>
                  </a:lnTo>
                  <a:lnTo>
                    <a:pt x="647" y="573"/>
                  </a:lnTo>
                  <a:lnTo>
                    <a:pt x="654" y="578"/>
                  </a:lnTo>
                  <a:lnTo>
                    <a:pt x="660" y="584"/>
                  </a:lnTo>
                  <a:lnTo>
                    <a:pt x="663" y="589"/>
                  </a:lnTo>
                  <a:lnTo>
                    <a:pt x="666" y="595"/>
                  </a:lnTo>
                  <a:lnTo>
                    <a:pt x="670" y="613"/>
                  </a:lnTo>
                  <a:lnTo>
                    <a:pt x="675" y="632"/>
                  </a:lnTo>
                  <a:lnTo>
                    <a:pt x="677" y="654"/>
                  </a:lnTo>
                  <a:lnTo>
                    <a:pt x="679" y="678"/>
                  </a:lnTo>
                  <a:lnTo>
                    <a:pt x="681" y="700"/>
                  </a:lnTo>
                  <a:lnTo>
                    <a:pt x="682" y="722"/>
                  </a:lnTo>
                  <a:lnTo>
                    <a:pt x="682" y="740"/>
                  </a:lnTo>
                  <a:lnTo>
                    <a:pt x="683" y="756"/>
                  </a:lnTo>
                  <a:lnTo>
                    <a:pt x="30" y="756"/>
                  </a:lnTo>
                  <a:close/>
                  <a:moveTo>
                    <a:pt x="512" y="482"/>
                  </a:moveTo>
                  <a:lnTo>
                    <a:pt x="497" y="476"/>
                  </a:lnTo>
                  <a:lnTo>
                    <a:pt x="482" y="471"/>
                  </a:lnTo>
                  <a:lnTo>
                    <a:pt x="467" y="466"/>
                  </a:lnTo>
                  <a:lnTo>
                    <a:pt x="452" y="459"/>
                  </a:lnTo>
                  <a:lnTo>
                    <a:pt x="452" y="387"/>
                  </a:lnTo>
                  <a:lnTo>
                    <a:pt x="458" y="382"/>
                  </a:lnTo>
                  <a:lnTo>
                    <a:pt x="466" y="373"/>
                  </a:lnTo>
                  <a:lnTo>
                    <a:pt x="474" y="364"/>
                  </a:lnTo>
                  <a:lnTo>
                    <a:pt x="483" y="351"/>
                  </a:lnTo>
                  <a:lnTo>
                    <a:pt x="487" y="343"/>
                  </a:lnTo>
                  <a:lnTo>
                    <a:pt x="490" y="335"/>
                  </a:lnTo>
                  <a:lnTo>
                    <a:pt x="493" y="326"/>
                  </a:lnTo>
                  <a:lnTo>
                    <a:pt x="497" y="317"/>
                  </a:lnTo>
                  <a:lnTo>
                    <a:pt x="500" y="306"/>
                  </a:lnTo>
                  <a:lnTo>
                    <a:pt x="502" y="295"/>
                  </a:lnTo>
                  <a:lnTo>
                    <a:pt x="503" y="283"/>
                  </a:lnTo>
                  <a:lnTo>
                    <a:pt x="504" y="271"/>
                  </a:lnTo>
                  <a:lnTo>
                    <a:pt x="508" y="267"/>
                  </a:lnTo>
                  <a:lnTo>
                    <a:pt x="513" y="264"/>
                  </a:lnTo>
                  <a:lnTo>
                    <a:pt x="517" y="259"/>
                  </a:lnTo>
                  <a:lnTo>
                    <a:pt x="519" y="254"/>
                  </a:lnTo>
                  <a:lnTo>
                    <a:pt x="522" y="247"/>
                  </a:lnTo>
                  <a:lnTo>
                    <a:pt x="524" y="238"/>
                  </a:lnTo>
                  <a:lnTo>
                    <a:pt x="527" y="230"/>
                  </a:lnTo>
                  <a:lnTo>
                    <a:pt x="527" y="221"/>
                  </a:lnTo>
                  <a:lnTo>
                    <a:pt x="527" y="213"/>
                  </a:lnTo>
                  <a:lnTo>
                    <a:pt x="526" y="206"/>
                  </a:lnTo>
                  <a:lnTo>
                    <a:pt x="524" y="199"/>
                  </a:lnTo>
                  <a:lnTo>
                    <a:pt x="522" y="193"/>
                  </a:lnTo>
                  <a:lnTo>
                    <a:pt x="519" y="187"/>
                  </a:lnTo>
                  <a:lnTo>
                    <a:pt x="516" y="183"/>
                  </a:lnTo>
                  <a:lnTo>
                    <a:pt x="513" y="177"/>
                  </a:lnTo>
                  <a:lnTo>
                    <a:pt x="508" y="174"/>
                  </a:lnTo>
                  <a:lnTo>
                    <a:pt x="516" y="154"/>
                  </a:lnTo>
                  <a:lnTo>
                    <a:pt x="523" y="127"/>
                  </a:lnTo>
                  <a:lnTo>
                    <a:pt x="526" y="113"/>
                  </a:lnTo>
                  <a:lnTo>
                    <a:pt x="527" y="97"/>
                  </a:lnTo>
                  <a:lnTo>
                    <a:pt x="526" y="82"/>
                  </a:lnTo>
                  <a:lnTo>
                    <a:pt x="523" y="66"/>
                  </a:lnTo>
                  <a:lnTo>
                    <a:pt x="520" y="57"/>
                  </a:lnTo>
                  <a:lnTo>
                    <a:pt x="516" y="49"/>
                  </a:lnTo>
                  <a:lnTo>
                    <a:pt x="511" y="41"/>
                  </a:lnTo>
                  <a:lnTo>
                    <a:pt x="504" y="35"/>
                  </a:lnTo>
                  <a:lnTo>
                    <a:pt x="497" y="29"/>
                  </a:lnTo>
                  <a:lnTo>
                    <a:pt x="489" y="24"/>
                  </a:lnTo>
                  <a:lnTo>
                    <a:pt x="481" y="19"/>
                  </a:lnTo>
                  <a:lnTo>
                    <a:pt x="471" y="14"/>
                  </a:lnTo>
                  <a:lnTo>
                    <a:pt x="461" y="11"/>
                  </a:lnTo>
                  <a:lnTo>
                    <a:pt x="450" y="8"/>
                  </a:lnTo>
                  <a:lnTo>
                    <a:pt x="440" y="6"/>
                  </a:lnTo>
                  <a:lnTo>
                    <a:pt x="429" y="4"/>
                  </a:lnTo>
                  <a:lnTo>
                    <a:pt x="407" y="0"/>
                  </a:lnTo>
                  <a:lnTo>
                    <a:pt x="385" y="0"/>
                  </a:lnTo>
                  <a:lnTo>
                    <a:pt x="366" y="0"/>
                  </a:lnTo>
                  <a:lnTo>
                    <a:pt x="345" y="3"/>
                  </a:lnTo>
                  <a:lnTo>
                    <a:pt x="326" y="7"/>
                  </a:lnTo>
                  <a:lnTo>
                    <a:pt x="308" y="12"/>
                  </a:lnTo>
                  <a:lnTo>
                    <a:pt x="298" y="15"/>
                  </a:lnTo>
                  <a:lnTo>
                    <a:pt x="290" y="19"/>
                  </a:lnTo>
                  <a:lnTo>
                    <a:pt x="282" y="23"/>
                  </a:lnTo>
                  <a:lnTo>
                    <a:pt x="275" y="28"/>
                  </a:lnTo>
                  <a:lnTo>
                    <a:pt x="268" y="34"/>
                  </a:lnTo>
                  <a:lnTo>
                    <a:pt x="262" y="39"/>
                  </a:lnTo>
                  <a:lnTo>
                    <a:pt x="256" y="45"/>
                  </a:lnTo>
                  <a:lnTo>
                    <a:pt x="252" y="53"/>
                  </a:lnTo>
                  <a:lnTo>
                    <a:pt x="244" y="53"/>
                  </a:lnTo>
                  <a:lnTo>
                    <a:pt x="235" y="53"/>
                  </a:lnTo>
                  <a:lnTo>
                    <a:pt x="227" y="55"/>
                  </a:lnTo>
                  <a:lnTo>
                    <a:pt x="221" y="57"/>
                  </a:lnTo>
                  <a:lnTo>
                    <a:pt x="216" y="60"/>
                  </a:lnTo>
                  <a:lnTo>
                    <a:pt x="211" y="64"/>
                  </a:lnTo>
                  <a:lnTo>
                    <a:pt x="208" y="67"/>
                  </a:lnTo>
                  <a:lnTo>
                    <a:pt x="205" y="70"/>
                  </a:lnTo>
                  <a:lnTo>
                    <a:pt x="202" y="75"/>
                  </a:lnTo>
                  <a:lnTo>
                    <a:pt x="199" y="82"/>
                  </a:lnTo>
                  <a:lnTo>
                    <a:pt x="196" y="87"/>
                  </a:lnTo>
                  <a:lnTo>
                    <a:pt x="195" y="95"/>
                  </a:lnTo>
                  <a:lnTo>
                    <a:pt x="194" y="108"/>
                  </a:lnTo>
                  <a:lnTo>
                    <a:pt x="195" y="122"/>
                  </a:lnTo>
                  <a:lnTo>
                    <a:pt x="197" y="137"/>
                  </a:lnTo>
                  <a:lnTo>
                    <a:pt x="200" y="149"/>
                  </a:lnTo>
                  <a:lnTo>
                    <a:pt x="203" y="162"/>
                  </a:lnTo>
                  <a:lnTo>
                    <a:pt x="206" y="173"/>
                  </a:lnTo>
                  <a:lnTo>
                    <a:pt x="206" y="173"/>
                  </a:lnTo>
                  <a:lnTo>
                    <a:pt x="206" y="174"/>
                  </a:lnTo>
                  <a:lnTo>
                    <a:pt x="202" y="177"/>
                  </a:lnTo>
                  <a:lnTo>
                    <a:pt x="199" y="182"/>
                  </a:lnTo>
                  <a:lnTo>
                    <a:pt x="195" y="187"/>
                  </a:lnTo>
                  <a:lnTo>
                    <a:pt x="192" y="192"/>
                  </a:lnTo>
                  <a:lnTo>
                    <a:pt x="190" y="199"/>
                  </a:lnTo>
                  <a:lnTo>
                    <a:pt x="188" y="205"/>
                  </a:lnTo>
                  <a:lnTo>
                    <a:pt x="187" y="213"/>
                  </a:lnTo>
                  <a:lnTo>
                    <a:pt x="187" y="221"/>
                  </a:lnTo>
                  <a:lnTo>
                    <a:pt x="187" y="230"/>
                  </a:lnTo>
                  <a:lnTo>
                    <a:pt x="189" y="237"/>
                  </a:lnTo>
                  <a:lnTo>
                    <a:pt x="190" y="245"/>
                  </a:lnTo>
                  <a:lnTo>
                    <a:pt x="193" y="251"/>
                  </a:lnTo>
                  <a:lnTo>
                    <a:pt x="196" y="258"/>
                  </a:lnTo>
                  <a:lnTo>
                    <a:pt x="200" y="263"/>
                  </a:lnTo>
                  <a:lnTo>
                    <a:pt x="205" y="267"/>
                  </a:lnTo>
                  <a:lnTo>
                    <a:pt x="209" y="271"/>
                  </a:lnTo>
                  <a:lnTo>
                    <a:pt x="210" y="283"/>
                  </a:lnTo>
                  <a:lnTo>
                    <a:pt x="212" y="295"/>
                  </a:lnTo>
                  <a:lnTo>
                    <a:pt x="215" y="307"/>
                  </a:lnTo>
                  <a:lnTo>
                    <a:pt x="218" y="317"/>
                  </a:lnTo>
                  <a:lnTo>
                    <a:pt x="222" y="326"/>
                  </a:lnTo>
                  <a:lnTo>
                    <a:pt x="226" y="336"/>
                  </a:lnTo>
                  <a:lnTo>
                    <a:pt x="231" y="343"/>
                  </a:lnTo>
                  <a:lnTo>
                    <a:pt x="235" y="351"/>
                  </a:lnTo>
                  <a:lnTo>
                    <a:pt x="245" y="365"/>
                  </a:lnTo>
                  <a:lnTo>
                    <a:pt x="254" y="375"/>
                  </a:lnTo>
                  <a:lnTo>
                    <a:pt x="264" y="383"/>
                  </a:lnTo>
                  <a:lnTo>
                    <a:pt x="271" y="388"/>
                  </a:lnTo>
                  <a:lnTo>
                    <a:pt x="271" y="459"/>
                  </a:lnTo>
                  <a:lnTo>
                    <a:pt x="255" y="466"/>
                  </a:lnTo>
                  <a:lnTo>
                    <a:pt x="239" y="471"/>
                  </a:lnTo>
                  <a:lnTo>
                    <a:pt x="222" y="477"/>
                  </a:lnTo>
                  <a:lnTo>
                    <a:pt x="206" y="483"/>
                  </a:lnTo>
                  <a:lnTo>
                    <a:pt x="173" y="495"/>
                  </a:lnTo>
                  <a:lnTo>
                    <a:pt x="140" y="506"/>
                  </a:lnTo>
                  <a:lnTo>
                    <a:pt x="111" y="518"/>
                  </a:lnTo>
                  <a:lnTo>
                    <a:pt x="84" y="530"/>
                  </a:lnTo>
                  <a:lnTo>
                    <a:pt x="71" y="536"/>
                  </a:lnTo>
                  <a:lnTo>
                    <a:pt x="60" y="542"/>
                  </a:lnTo>
                  <a:lnTo>
                    <a:pt x="51" y="549"/>
                  </a:lnTo>
                  <a:lnTo>
                    <a:pt x="42" y="556"/>
                  </a:lnTo>
                  <a:lnTo>
                    <a:pt x="33" y="562"/>
                  </a:lnTo>
                  <a:lnTo>
                    <a:pt x="28" y="570"/>
                  </a:lnTo>
                  <a:lnTo>
                    <a:pt x="23" y="577"/>
                  </a:lnTo>
                  <a:lnTo>
                    <a:pt x="19" y="586"/>
                  </a:lnTo>
                  <a:lnTo>
                    <a:pt x="16" y="596"/>
                  </a:lnTo>
                  <a:lnTo>
                    <a:pt x="13" y="609"/>
                  </a:lnTo>
                  <a:lnTo>
                    <a:pt x="11" y="623"/>
                  </a:lnTo>
                  <a:lnTo>
                    <a:pt x="9" y="637"/>
                  </a:lnTo>
                  <a:lnTo>
                    <a:pt x="6" y="667"/>
                  </a:lnTo>
                  <a:lnTo>
                    <a:pt x="3" y="697"/>
                  </a:lnTo>
                  <a:lnTo>
                    <a:pt x="1" y="725"/>
                  </a:lnTo>
                  <a:lnTo>
                    <a:pt x="1" y="748"/>
                  </a:lnTo>
                  <a:lnTo>
                    <a:pt x="0" y="764"/>
                  </a:lnTo>
                  <a:lnTo>
                    <a:pt x="0" y="771"/>
                  </a:lnTo>
                  <a:lnTo>
                    <a:pt x="1" y="774"/>
                  </a:lnTo>
                  <a:lnTo>
                    <a:pt x="1" y="777"/>
                  </a:lnTo>
                  <a:lnTo>
                    <a:pt x="3" y="780"/>
                  </a:lnTo>
                  <a:lnTo>
                    <a:pt x="4" y="782"/>
                  </a:lnTo>
                  <a:lnTo>
                    <a:pt x="7" y="783"/>
                  </a:lnTo>
                  <a:lnTo>
                    <a:pt x="10" y="785"/>
                  </a:lnTo>
                  <a:lnTo>
                    <a:pt x="12" y="785"/>
                  </a:lnTo>
                  <a:lnTo>
                    <a:pt x="15" y="786"/>
                  </a:lnTo>
                  <a:lnTo>
                    <a:pt x="698" y="786"/>
                  </a:lnTo>
                  <a:lnTo>
                    <a:pt x="701" y="785"/>
                  </a:lnTo>
                  <a:lnTo>
                    <a:pt x="704" y="785"/>
                  </a:lnTo>
                  <a:lnTo>
                    <a:pt x="707" y="783"/>
                  </a:lnTo>
                  <a:lnTo>
                    <a:pt x="709" y="782"/>
                  </a:lnTo>
                  <a:lnTo>
                    <a:pt x="711" y="780"/>
                  </a:lnTo>
                  <a:lnTo>
                    <a:pt x="712" y="777"/>
                  </a:lnTo>
                  <a:lnTo>
                    <a:pt x="713" y="774"/>
                  </a:lnTo>
                  <a:lnTo>
                    <a:pt x="713" y="771"/>
                  </a:lnTo>
                  <a:lnTo>
                    <a:pt x="713" y="764"/>
                  </a:lnTo>
                  <a:lnTo>
                    <a:pt x="713" y="748"/>
                  </a:lnTo>
                  <a:lnTo>
                    <a:pt x="712" y="725"/>
                  </a:lnTo>
                  <a:lnTo>
                    <a:pt x="711" y="697"/>
                  </a:lnTo>
                  <a:lnTo>
                    <a:pt x="709" y="667"/>
                  </a:lnTo>
                  <a:lnTo>
                    <a:pt x="706" y="637"/>
                  </a:lnTo>
                  <a:lnTo>
                    <a:pt x="704" y="623"/>
                  </a:lnTo>
                  <a:lnTo>
                    <a:pt x="700" y="609"/>
                  </a:lnTo>
                  <a:lnTo>
                    <a:pt x="698" y="596"/>
                  </a:lnTo>
                  <a:lnTo>
                    <a:pt x="695" y="586"/>
                  </a:lnTo>
                  <a:lnTo>
                    <a:pt x="691" y="577"/>
                  </a:lnTo>
                  <a:lnTo>
                    <a:pt x="686" y="570"/>
                  </a:lnTo>
                  <a:lnTo>
                    <a:pt x="680" y="562"/>
                  </a:lnTo>
                  <a:lnTo>
                    <a:pt x="672" y="555"/>
                  </a:lnTo>
                  <a:lnTo>
                    <a:pt x="665" y="548"/>
                  </a:lnTo>
                  <a:lnTo>
                    <a:pt x="655" y="542"/>
                  </a:lnTo>
                  <a:lnTo>
                    <a:pt x="645" y="535"/>
                  </a:lnTo>
                  <a:lnTo>
                    <a:pt x="633" y="529"/>
                  </a:lnTo>
                  <a:lnTo>
                    <a:pt x="607" y="517"/>
                  </a:lnTo>
                  <a:lnTo>
                    <a:pt x="578" y="505"/>
                  </a:lnTo>
                  <a:lnTo>
                    <a:pt x="546" y="494"/>
                  </a:lnTo>
                  <a:lnTo>
                    <a:pt x="512" y="4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84"/>
            <p:cNvSpPr>
              <a:spLocks/>
            </p:cNvSpPr>
            <p:nvPr/>
          </p:nvSpPr>
          <p:spPr bwMode="auto">
            <a:xfrm>
              <a:off x="3348038" y="1954213"/>
              <a:ext cx="111125" cy="247650"/>
            </a:xfrm>
            <a:custGeom>
              <a:avLst/>
              <a:gdLst>
                <a:gd name="T0" fmla="*/ 315 w 353"/>
                <a:gd name="T1" fmla="*/ 553 h 782"/>
                <a:gd name="T2" fmla="*/ 265 w 353"/>
                <a:gd name="T3" fmla="*/ 517 h 782"/>
                <a:gd name="T4" fmla="*/ 129 w 353"/>
                <a:gd name="T5" fmla="*/ 458 h 782"/>
                <a:gd name="T6" fmla="*/ 90 w 353"/>
                <a:gd name="T7" fmla="*/ 394 h 782"/>
                <a:gd name="T8" fmla="*/ 124 w 353"/>
                <a:gd name="T9" fmla="*/ 358 h 782"/>
                <a:gd name="T10" fmla="*/ 139 w 353"/>
                <a:gd name="T11" fmla="*/ 321 h 782"/>
                <a:gd name="T12" fmla="*/ 148 w 353"/>
                <a:gd name="T13" fmla="*/ 283 h 782"/>
                <a:gd name="T14" fmla="*/ 162 w 353"/>
                <a:gd name="T15" fmla="*/ 261 h 782"/>
                <a:gd name="T16" fmla="*/ 166 w 353"/>
                <a:gd name="T17" fmla="*/ 228 h 782"/>
                <a:gd name="T18" fmla="*/ 159 w 353"/>
                <a:gd name="T19" fmla="*/ 202 h 782"/>
                <a:gd name="T20" fmla="*/ 148 w 353"/>
                <a:gd name="T21" fmla="*/ 188 h 782"/>
                <a:gd name="T22" fmla="*/ 165 w 353"/>
                <a:gd name="T23" fmla="*/ 122 h 782"/>
                <a:gd name="T24" fmla="*/ 159 w 353"/>
                <a:gd name="T25" fmla="*/ 64 h 782"/>
                <a:gd name="T26" fmla="*/ 129 w 353"/>
                <a:gd name="T27" fmla="*/ 26 h 782"/>
                <a:gd name="T28" fmla="*/ 83 w 353"/>
                <a:gd name="T29" fmla="*/ 3 h 782"/>
                <a:gd name="T30" fmla="*/ 38 w 353"/>
                <a:gd name="T31" fmla="*/ 2 h 782"/>
                <a:gd name="T32" fmla="*/ 5 w 353"/>
                <a:gd name="T33" fmla="*/ 17 h 782"/>
                <a:gd name="T34" fmla="*/ 0 w 353"/>
                <a:gd name="T35" fmla="*/ 27 h 782"/>
                <a:gd name="T36" fmla="*/ 5 w 353"/>
                <a:gd name="T37" fmla="*/ 38 h 782"/>
                <a:gd name="T38" fmla="*/ 15 w 353"/>
                <a:gd name="T39" fmla="*/ 42 h 782"/>
                <a:gd name="T40" fmla="*/ 32 w 353"/>
                <a:gd name="T41" fmla="*/ 35 h 782"/>
                <a:gd name="T42" fmla="*/ 65 w 353"/>
                <a:gd name="T43" fmla="*/ 30 h 782"/>
                <a:gd name="T44" fmla="*/ 93 w 353"/>
                <a:gd name="T45" fmla="*/ 39 h 782"/>
                <a:gd name="T46" fmla="*/ 124 w 353"/>
                <a:gd name="T47" fmla="*/ 64 h 782"/>
                <a:gd name="T48" fmla="*/ 135 w 353"/>
                <a:gd name="T49" fmla="*/ 94 h 782"/>
                <a:gd name="T50" fmla="*/ 127 w 353"/>
                <a:gd name="T51" fmla="*/ 158 h 782"/>
                <a:gd name="T52" fmla="*/ 115 w 353"/>
                <a:gd name="T53" fmla="*/ 201 h 782"/>
                <a:gd name="T54" fmla="*/ 120 w 353"/>
                <a:gd name="T55" fmla="*/ 211 h 782"/>
                <a:gd name="T56" fmla="*/ 131 w 353"/>
                <a:gd name="T57" fmla="*/ 214 h 782"/>
                <a:gd name="T58" fmla="*/ 136 w 353"/>
                <a:gd name="T59" fmla="*/ 241 h 782"/>
                <a:gd name="T60" fmla="*/ 131 w 353"/>
                <a:gd name="T61" fmla="*/ 258 h 782"/>
                <a:gd name="T62" fmla="*/ 120 w 353"/>
                <a:gd name="T63" fmla="*/ 261 h 782"/>
                <a:gd name="T64" fmla="*/ 115 w 353"/>
                <a:gd name="T65" fmla="*/ 271 h 782"/>
                <a:gd name="T66" fmla="*/ 110 w 353"/>
                <a:gd name="T67" fmla="*/ 313 h 782"/>
                <a:gd name="T68" fmla="*/ 93 w 353"/>
                <a:gd name="T69" fmla="*/ 348 h 782"/>
                <a:gd name="T70" fmla="*/ 65 w 353"/>
                <a:gd name="T71" fmla="*/ 376 h 782"/>
                <a:gd name="T72" fmla="*/ 53 w 353"/>
                <a:gd name="T73" fmla="*/ 387 h 782"/>
                <a:gd name="T74" fmla="*/ 55 w 353"/>
                <a:gd name="T75" fmla="*/ 460 h 782"/>
                <a:gd name="T76" fmla="*/ 112 w 353"/>
                <a:gd name="T77" fmla="*/ 484 h 782"/>
                <a:gd name="T78" fmla="*/ 239 w 353"/>
                <a:gd name="T79" fmla="*/ 538 h 782"/>
                <a:gd name="T80" fmla="*/ 289 w 353"/>
                <a:gd name="T81" fmla="*/ 569 h 782"/>
                <a:gd name="T82" fmla="*/ 310 w 353"/>
                <a:gd name="T83" fmla="*/ 609 h 782"/>
                <a:gd name="T84" fmla="*/ 321 w 353"/>
                <a:gd name="T85" fmla="*/ 696 h 782"/>
                <a:gd name="T86" fmla="*/ 262 w 353"/>
                <a:gd name="T87" fmla="*/ 752 h 782"/>
                <a:gd name="T88" fmla="*/ 251 w 353"/>
                <a:gd name="T89" fmla="*/ 756 h 782"/>
                <a:gd name="T90" fmla="*/ 247 w 353"/>
                <a:gd name="T91" fmla="*/ 767 h 782"/>
                <a:gd name="T92" fmla="*/ 251 w 353"/>
                <a:gd name="T93" fmla="*/ 778 h 782"/>
                <a:gd name="T94" fmla="*/ 262 w 353"/>
                <a:gd name="T95" fmla="*/ 782 h 782"/>
                <a:gd name="T96" fmla="*/ 347 w 353"/>
                <a:gd name="T97" fmla="*/ 779 h 782"/>
                <a:gd name="T98" fmla="*/ 353 w 353"/>
                <a:gd name="T99" fmla="*/ 770 h 782"/>
                <a:gd name="T100" fmla="*/ 352 w 353"/>
                <a:gd name="T101" fmla="*/ 721 h 782"/>
                <a:gd name="T102" fmla="*/ 342 w 353"/>
                <a:gd name="T103" fmla="*/ 619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53" h="782">
                  <a:moveTo>
                    <a:pt x="334" y="582"/>
                  </a:moveTo>
                  <a:lnTo>
                    <a:pt x="329" y="572"/>
                  </a:lnTo>
                  <a:lnTo>
                    <a:pt x="323" y="562"/>
                  </a:lnTo>
                  <a:lnTo>
                    <a:pt x="315" y="553"/>
                  </a:lnTo>
                  <a:lnTo>
                    <a:pt x="305" y="544"/>
                  </a:lnTo>
                  <a:lnTo>
                    <a:pt x="293" y="536"/>
                  </a:lnTo>
                  <a:lnTo>
                    <a:pt x="280" y="526"/>
                  </a:lnTo>
                  <a:lnTo>
                    <a:pt x="265" y="517"/>
                  </a:lnTo>
                  <a:lnTo>
                    <a:pt x="249" y="509"/>
                  </a:lnTo>
                  <a:lnTo>
                    <a:pt x="214" y="493"/>
                  </a:lnTo>
                  <a:lnTo>
                    <a:pt x="173" y="476"/>
                  </a:lnTo>
                  <a:lnTo>
                    <a:pt x="129" y="458"/>
                  </a:lnTo>
                  <a:lnTo>
                    <a:pt x="83" y="441"/>
                  </a:lnTo>
                  <a:lnTo>
                    <a:pt x="82" y="440"/>
                  </a:lnTo>
                  <a:lnTo>
                    <a:pt x="82" y="399"/>
                  </a:lnTo>
                  <a:lnTo>
                    <a:pt x="90" y="394"/>
                  </a:lnTo>
                  <a:lnTo>
                    <a:pt x="99" y="387"/>
                  </a:lnTo>
                  <a:lnTo>
                    <a:pt x="109" y="377"/>
                  </a:lnTo>
                  <a:lnTo>
                    <a:pt x="118" y="364"/>
                  </a:lnTo>
                  <a:lnTo>
                    <a:pt x="124" y="358"/>
                  </a:lnTo>
                  <a:lnTo>
                    <a:pt x="128" y="349"/>
                  </a:lnTo>
                  <a:lnTo>
                    <a:pt x="132" y="341"/>
                  </a:lnTo>
                  <a:lnTo>
                    <a:pt x="135" y="331"/>
                  </a:lnTo>
                  <a:lnTo>
                    <a:pt x="139" y="321"/>
                  </a:lnTo>
                  <a:lnTo>
                    <a:pt x="141" y="309"/>
                  </a:lnTo>
                  <a:lnTo>
                    <a:pt x="143" y="298"/>
                  </a:lnTo>
                  <a:lnTo>
                    <a:pt x="144" y="285"/>
                  </a:lnTo>
                  <a:lnTo>
                    <a:pt x="148" y="283"/>
                  </a:lnTo>
                  <a:lnTo>
                    <a:pt x="152" y="278"/>
                  </a:lnTo>
                  <a:lnTo>
                    <a:pt x="156" y="274"/>
                  </a:lnTo>
                  <a:lnTo>
                    <a:pt x="159" y="269"/>
                  </a:lnTo>
                  <a:lnTo>
                    <a:pt x="162" y="261"/>
                  </a:lnTo>
                  <a:lnTo>
                    <a:pt x="164" y="254"/>
                  </a:lnTo>
                  <a:lnTo>
                    <a:pt x="166" y="245"/>
                  </a:lnTo>
                  <a:lnTo>
                    <a:pt x="166" y="235"/>
                  </a:lnTo>
                  <a:lnTo>
                    <a:pt x="166" y="228"/>
                  </a:lnTo>
                  <a:lnTo>
                    <a:pt x="165" y="220"/>
                  </a:lnTo>
                  <a:lnTo>
                    <a:pt x="163" y="214"/>
                  </a:lnTo>
                  <a:lnTo>
                    <a:pt x="161" y="208"/>
                  </a:lnTo>
                  <a:lnTo>
                    <a:pt x="159" y="202"/>
                  </a:lnTo>
                  <a:lnTo>
                    <a:pt x="156" y="197"/>
                  </a:lnTo>
                  <a:lnTo>
                    <a:pt x="151" y="193"/>
                  </a:lnTo>
                  <a:lnTo>
                    <a:pt x="147" y="189"/>
                  </a:lnTo>
                  <a:lnTo>
                    <a:pt x="148" y="188"/>
                  </a:lnTo>
                  <a:lnTo>
                    <a:pt x="148" y="188"/>
                  </a:lnTo>
                  <a:lnTo>
                    <a:pt x="156" y="166"/>
                  </a:lnTo>
                  <a:lnTo>
                    <a:pt x="162" y="137"/>
                  </a:lnTo>
                  <a:lnTo>
                    <a:pt x="165" y="122"/>
                  </a:lnTo>
                  <a:lnTo>
                    <a:pt x="166" y="106"/>
                  </a:lnTo>
                  <a:lnTo>
                    <a:pt x="165" y="90"/>
                  </a:lnTo>
                  <a:lnTo>
                    <a:pt x="163" y="74"/>
                  </a:lnTo>
                  <a:lnTo>
                    <a:pt x="159" y="64"/>
                  </a:lnTo>
                  <a:lnTo>
                    <a:pt x="154" y="54"/>
                  </a:lnTo>
                  <a:lnTo>
                    <a:pt x="147" y="45"/>
                  </a:lnTo>
                  <a:lnTo>
                    <a:pt x="139" y="35"/>
                  </a:lnTo>
                  <a:lnTo>
                    <a:pt x="129" y="26"/>
                  </a:lnTo>
                  <a:lnTo>
                    <a:pt x="118" y="19"/>
                  </a:lnTo>
                  <a:lnTo>
                    <a:pt x="106" y="12"/>
                  </a:lnTo>
                  <a:lnTo>
                    <a:pt x="95" y="6"/>
                  </a:lnTo>
                  <a:lnTo>
                    <a:pt x="83" y="3"/>
                  </a:lnTo>
                  <a:lnTo>
                    <a:pt x="72" y="1"/>
                  </a:lnTo>
                  <a:lnTo>
                    <a:pt x="60" y="0"/>
                  </a:lnTo>
                  <a:lnTo>
                    <a:pt x="50" y="0"/>
                  </a:lnTo>
                  <a:lnTo>
                    <a:pt x="38" y="2"/>
                  </a:lnTo>
                  <a:lnTo>
                    <a:pt x="27" y="5"/>
                  </a:lnTo>
                  <a:lnTo>
                    <a:pt x="17" y="9"/>
                  </a:lnTo>
                  <a:lnTo>
                    <a:pt x="7" y="15"/>
                  </a:lnTo>
                  <a:lnTo>
                    <a:pt x="5" y="17"/>
                  </a:lnTo>
                  <a:lnTo>
                    <a:pt x="3" y="19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1"/>
                  </a:lnTo>
                  <a:lnTo>
                    <a:pt x="1" y="33"/>
                  </a:lnTo>
                  <a:lnTo>
                    <a:pt x="3" y="36"/>
                  </a:lnTo>
                  <a:lnTo>
                    <a:pt x="5" y="38"/>
                  </a:lnTo>
                  <a:lnTo>
                    <a:pt x="7" y="40"/>
                  </a:lnTo>
                  <a:lnTo>
                    <a:pt x="10" y="41"/>
                  </a:lnTo>
                  <a:lnTo>
                    <a:pt x="12" y="42"/>
                  </a:lnTo>
                  <a:lnTo>
                    <a:pt x="15" y="42"/>
                  </a:lnTo>
                  <a:lnTo>
                    <a:pt x="18" y="42"/>
                  </a:lnTo>
                  <a:lnTo>
                    <a:pt x="21" y="41"/>
                  </a:lnTo>
                  <a:lnTo>
                    <a:pt x="24" y="40"/>
                  </a:lnTo>
                  <a:lnTo>
                    <a:pt x="32" y="35"/>
                  </a:lnTo>
                  <a:lnTo>
                    <a:pt x="41" y="32"/>
                  </a:lnTo>
                  <a:lnTo>
                    <a:pt x="48" y="31"/>
                  </a:lnTo>
                  <a:lnTo>
                    <a:pt x="57" y="30"/>
                  </a:lnTo>
                  <a:lnTo>
                    <a:pt x="65" y="30"/>
                  </a:lnTo>
                  <a:lnTo>
                    <a:pt x="71" y="31"/>
                  </a:lnTo>
                  <a:lnTo>
                    <a:pt x="77" y="33"/>
                  </a:lnTo>
                  <a:lnTo>
                    <a:pt x="84" y="35"/>
                  </a:lnTo>
                  <a:lnTo>
                    <a:pt x="93" y="39"/>
                  </a:lnTo>
                  <a:lnTo>
                    <a:pt x="103" y="45"/>
                  </a:lnTo>
                  <a:lnTo>
                    <a:pt x="111" y="51"/>
                  </a:lnTo>
                  <a:lnTo>
                    <a:pt x="118" y="57"/>
                  </a:lnTo>
                  <a:lnTo>
                    <a:pt x="124" y="64"/>
                  </a:lnTo>
                  <a:lnTo>
                    <a:pt x="129" y="70"/>
                  </a:lnTo>
                  <a:lnTo>
                    <a:pt x="132" y="76"/>
                  </a:lnTo>
                  <a:lnTo>
                    <a:pt x="133" y="81"/>
                  </a:lnTo>
                  <a:lnTo>
                    <a:pt x="135" y="94"/>
                  </a:lnTo>
                  <a:lnTo>
                    <a:pt x="136" y="107"/>
                  </a:lnTo>
                  <a:lnTo>
                    <a:pt x="135" y="121"/>
                  </a:lnTo>
                  <a:lnTo>
                    <a:pt x="133" y="134"/>
                  </a:lnTo>
                  <a:lnTo>
                    <a:pt x="127" y="158"/>
                  </a:lnTo>
                  <a:lnTo>
                    <a:pt x="119" y="178"/>
                  </a:lnTo>
                  <a:lnTo>
                    <a:pt x="116" y="190"/>
                  </a:lnTo>
                  <a:lnTo>
                    <a:pt x="114" y="198"/>
                  </a:lnTo>
                  <a:lnTo>
                    <a:pt x="115" y="201"/>
                  </a:lnTo>
                  <a:lnTo>
                    <a:pt x="115" y="203"/>
                  </a:lnTo>
                  <a:lnTo>
                    <a:pt x="117" y="206"/>
                  </a:lnTo>
                  <a:lnTo>
                    <a:pt x="118" y="209"/>
                  </a:lnTo>
                  <a:lnTo>
                    <a:pt x="120" y="211"/>
                  </a:lnTo>
                  <a:lnTo>
                    <a:pt x="124" y="212"/>
                  </a:lnTo>
                  <a:lnTo>
                    <a:pt x="127" y="213"/>
                  </a:lnTo>
                  <a:lnTo>
                    <a:pt x="129" y="213"/>
                  </a:lnTo>
                  <a:lnTo>
                    <a:pt x="131" y="214"/>
                  </a:lnTo>
                  <a:lnTo>
                    <a:pt x="133" y="218"/>
                  </a:lnTo>
                  <a:lnTo>
                    <a:pt x="135" y="226"/>
                  </a:lnTo>
                  <a:lnTo>
                    <a:pt x="136" y="235"/>
                  </a:lnTo>
                  <a:lnTo>
                    <a:pt x="136" y="241"/>
                  </a:lnTo>
                  <a:lnTo>
                    <a:pt x="135" y="246"/>
                  </a:lnTo>
                  <a:lnTo>
                    <a:pt x="134" y="252"/>
                  </a:lnTo>
                  <a:lnTo>
                    <a:pt x="132" y="255"/>
                  </a:lnTo>
                  <a:lnTo>
                    <a:pt x="131" y="258"/>
                  </a:lnTo>
                  <a:lnTo>
                    <a:pt x="129" y="259"/>
                  </a:lnTo>
                  <a:lnTo>
                    <a:pt x="127" y="259"/>
                  </a:lnTo>
                  <a:lnTo>
                    <a:pt x="124" y="260"/>
                  </a:lnTo>
                  <a:lnTo>
                    <a:pt x="120" y="261"/>
                  </a:lnTo>
                  <a:lnTo>
                    <a:pt x="118" y="263"/>
                  </a:lnTo>
                  <a:lnTo>
                    <a:pt x="117" y="265"/>
                  </a:lnTo>
                  <a:lnTo>
                    <a:pt x="115" y="268"/>
                  </a:lnTo>
                  <a:lnTo>
                    <a:pt x="115" y="271"/>
                  </a:lnTo>
                  <a:lnTo>
                    <a:pt x="114" y="274"/>
                  </a:lnTo>
                  <a:lnTo>
                    <a:pt x="114" y="288"/>
                  </a:lnTo>
                  <a:lnTo>
                    <a:pt x="112" y="301"/>
                  </a:lnTo>
                  <a:lnTo>
                    <a:pt x="110" y="313"/>
                  </a:lnTo>
                  <a:lnTo>
                    <a:pt x="106" y="323"/>
                  </a:lnTo>
                  <a:lnTo>
                    <a:pt x="102" y="332"/>
                  </a:lnTo>
                  <a:lnTo>
                    <a:pt x="98" y="341"/>
                  </a:lnTo>
                  <a:lnTo>
                    <a:pt x="93" y="348"/>
                  </a:lnTo>
                  <a:lnTo>
                    <a:pt x="88" y="354"/>
                  </a:lnTo>
                  <a:lnTo>
                    <a:pt x="78" y="365"/>
                  </a:lnTo>
                  <a:lnTo>
                    <a:pt x="70" y="372"/>
                  </a:lnTo>
                  <a:lnTo>
                    <a:pt x="65" y="376"/>
                  </a:lnTo>
                  <a:lnTo>
                    <a:pt x="61" y="377"/>
                  </a:lnTo>
                  <a:lnTo>
                    <a:pt x="57" y="379"/>
                  </a:lnTo>
                  <a:lnTo>
                    <a:pt x="55" y="382"/>
                  </a:lnTo>
                  <a:lnTo>
                    <a:pt x="53" y="387"/>
                  </a:lnTo>
                  <a:lnTo>
                    <a:pt x="52" y="391"/>
                  </a:lnTo>
                  <a:lnTo>
                    <a:pt x="52" y="451"/>
                  </a:lnTo>
                  <a:lnTo>
                    <a:pt x="53" y="455"/>
                  </a:lnTo>
                  <a:lnTo>
                    <a:pt x="55" y="460"/>
                  </a:lnTo>
                  <a:lnTo>
                    <a:pt x="58" y="463"/>
                  </a:lnTo>
                  <a:lnTo>
                    <a:pt x="61" y="465"/>
                  </a:lnTo>
                  <a:lnTo>
                    <a:pt x="73" y="469"/>
                  </a:lnTo>
                  <a:lnTo>
                    <a:pt x="112" y="484"/>
                  </a:lnTo>
                  <a:lnTo>
                    <a:pt x="150" y="499"/>
                  </a:lnTo>
                  <a:lnTo>
                    <a:pt x="188" y="514"/>
                  </a:lnTo>
                  <a:lnTo>
                    <a:pt x="223" y="530"/>
                  </a:lnTo>
                  <a:lnTo>
                    <a:pt x="239" y="538"/>
                  </a:lnTo>
                  <a:lnTo>
                    <a:pt x="253" y="545"/>
                  </a:lnTo>
                  <a:lnTo>
                    <a:pt x="266" y="553"/>
                  </a:lnTo>
                  <a:lnTo>
                    <a:pt x="278" y="561"/>
                  </a:lnTo>
                  <a:lnTo>
                    <a:pt x="289" y="569"/>
                  </a:lnTo>
                  <a:lnTo>
                    <a:pt x="296" y="576"/>
                  </a:lnTo>
                  <a:lnTo>
                    <a:pt x="301" y="584"/>
                  </a:lnTo>
                  <a:lnTo>
                    <a:pt x="306" y="591"/>
                  </a:lnTo>
                  <a:lnTo>
                    <a:pt x="310" y="609"/>
                  </a:lnTo>
                  <a:lnTo>
                    <a:pt x="313" y="628"/>
                  </a:lnTo>
                  <a:lnTo>
                    <a:pt x="317" y="650"/>
                  </a:lnTo>
                  <a:lnTo>
                    <a:pt x="319" y="674"/>
                  </a:lnTo>
                  <a:lnTo>
                    <a:pt x="321" y="696"/>
                  </a:lnTo>
                  <a:lnTo>
                    <a:pt x="322" y="718"/>
                  </a:lnTo>
                  <a:lnTo>
                    <a:pt x="322" y="736"/>
                  </a:lnTo>
                  <a:lnTo>
                    <a:pt x="323" y="752"/>
                  </a:lnTo>
                  <a:lnTo>
                    <a:pt x="262" y="752"/>
                  </a:lnTo>
                  <a:lnTo>
                    <a:pt x="259" y="752"/>
                  </a:lnTo>
                  <a:lnTo>
                    <a:pt x="256" y="753"/>
                  </a:lnTo>
                  <a:lnTo>
                    <a:pt x="253" y="754"/>
                  </a:lnTo>
                  <a:lnTo>
                    <a:pt x="251" y="756"/>
                  </a:lnTo>
                  <a:lnTo>
                    <a:pt x="249" y="759"/>
                  </a:lnTo>
                  <a:lnTo>
                    <a:pt x="248" y="761"/>
                  </a:lnTo>
                  <a:lnTo>
                    <a:pt x="247" y="764"/>
                  </a:lnTo>
                  <a:lnTo>
                    <a:pt x="247" y="767"/>
                  </a:lnTo>
                  <a:lnTo>
                    <a:pt x="247" y="770"/>
                  </a:lnTo>
                  <a:lnTo>
                    <a:pt x="248" y="773"/>
                  </a:lnTo>
                  <a:lnTo>
                    <a:pt x="249" y="776"/>
                  </a:lnTo>
                  <a:lnTo>
                    <a:pt x="251" y="778"/>
                  </a:lnTo>
                  <a:lnTo>
                    <a:pt x="253" y="779"/>
                  </a:lnTo>
                  <a:lnTo>
                    <a:pt x="256" y="781"/>
                  </a:lnTo>
                  <a:lnTo>
                    <a:pt x="259" y="781"/>
                  </a:lnTo>
                  <a:lnTo>
                    <a:pt x="262" y="782"/>
                  </a:lnTo>
                  <a:lnTo>
                    <a:pt x="338" y="782"/>
                  </a:lnTo>
                  <a:lnTo>
                    <a:pt x="341" y="781"/>
                  </a:lnTo>
                  <a:lnTo>
                    <a:pt x="343" y="781"/>
                  </a:lnTo>
                  <a:lnTo>
                    <a:pt x="347" y="779"/>
                  </a:lnTo>
                  <a:lnTo>
                    <a:pt x="349" y="778"/>
                  </a:lnTo>
                  <a:lnTo>
                    <a:pt x="351" y="776"/>
                  </a:lnTo>
                  <a:lnTo>
                    <a:pt x="352" y="773"/>
                  </a:lnTo>
                  <a:lnTo>
                    <a:pt x="353" y="770"/>
                  </a:lnTo>
                  <a:lnTo>
                    <a:pt x="353" y="767"/>
                  </a:lnTo>
                  <a:lnTo>
                    <a:pt x="353" y="760"/>
                  </a:lnTo>
                  <a:lnTo>
                    <a:pt x="353" y="744"/>
                  </a:lnTo>
                  <a:lnTo>
                    <a:pt x="352" y="721"/>
                  </a:lnTo>
                  <a:lnTo>
                    <a:pt x="351" y="693"/>
                  </a:lnTo>
                  <a:lnTo>
                    <a:pt x="349" y="663"/>
                  </a:lnTo>
                  <a:lnTo>
                    <a:pt x="344" y="633"/>
                  </a:lnTo>
                  <a:lnTo>
                    <a:pt x="342" y="619"/>
                  </a:lnTo>
                  <a:lnTo>
                    <a:pt x="340" y="605"/>
                  </a:lnTo>
                  <a:lnTo>
                    <a:pt x="337" y="592"/>
                  </a:lnTo>
                  <a:lnTo>
                    <a:pt x="334" y="5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1" name="Group 110"/>
          <p:cNvGrpSpPr>
            <a:grpSpLocks noChangeAspect="1"/>
          </p:cNvGrpSpPr>
          <p:nvPr/>
        </p:nvGrpSpPr>
        <p:grpSpPr>
          <a:xfrm>
            <a:off x="6133539" y="3814218"/>
            <a:ext cx="288000" cy="288000"/>
            <a:chOff x="8164513" y="4791075"/>
            <a:chExt cx="285750" cy="285750"/>
          </a:xfrm>
          <a:solidFill>
            <a:schemeClr val="bg1"/>
          </a:solidFill>
        </p:grpSpPr>
        <p:sp>
          <p:nvSpPr>
            <p:cNvPr id="112" name="Freeform 108"/>
            <p:cNvSpPr>
              <a:spLocks noEditPoints="1"/>
            </p:cNvSpPr>
            <p:nvPr/>
          </p:nvSpPr>
          <p:spPr bwMode="auto">
            <a:xfrm>
              <a:off x="8164513" y="4791075"/>
              <a:ext cx="285750" cy="285750"/>
            </a:xfrm>
            <a:custGeom>
              <a:avLst/>
              <a:gdLst>
                <a:gd name="T0" fmla="*/ 30 w 902"/>
                <a:gd name="T1" fmla="*/ 571 h 902"/>
                <a:gd name="T2" fmla="*/ 872 w 902"/>
                <a:gd name="T3" fmla="*/ 30 h 902"/>
                <a:gd name="T4" fmla="*/ 887 w 902"/>
                <a:gd name="T5" fmla="*/ 0 h 902"/>
                <a:gd name="T6" fmla="*/ 12 w 902"/>
                <a:gd name="T7" fmla="*/ 0 h 902"/>
                <a:gd name="T8" fmla="*/ 6 w 902"/>
                <a:gd name="T9" fmla="*/ 2 h 902"/>
                <a:gd name="T10" fmla="*/ 2 w 902"/>
                <a:gd name="T11" fmla="*/ 6 h 902"/>
                <a:gd name="T12" fmla="*/ 0 w 902"/>
                <a:gd name="T13" fmla="*/ 12 h 902"/>
                <a:gd name="T14" fmla="*/ 0 w 902"/>
                <a:gd name="T15" fmla="*/ 586 h 902"/>
                <a:gd name="T16" fmla="*/ 1 w 902"/>
                <a:gd name="T17" fmla="*/ 592 h 902"/>
                <a:gd name="T18" fmla="*/ 4 w 902"/>
                <a:gd name="T19" fmla="*/ 597 h 902"/>
                <a:gd name="T20" fmla="*/ 9 w 902"/>
                <a:gd name="T21" fmla="*/ 600 h 902"/>
                <a:gd name="T22" fmla="*/ 15 w 902"/>
                <a:gd name="T23" fmla="*/ 601 h 902"/>
                <a:gd name="T24" fmla="*/ 436 w 902"/>
                <a:gd name="T25" fmla="*/ 701 h 902"/>
                <a:gd name="T26" fmla="*/ 258 w 902"/>
                <a:gd name="T27" fmla="*/ 878 h 902"/>
                <a:gd name="T28" fmla="*/ 255 w 902"/>
                <a:gd name="T29" fmla="*/ 884 h 902"/>
                <a:gd name="T30" fmla="*/ 255 w 902"/>
                <a:gd name="T31" fmla="*/ 890 h 902"/>
                <a:gd name="T32" fmla="*/ 258 w 902"/>
                <a:gd name="T33" fmla="*/ 896 h 902"/>
                <a:gd name="T34" fmla="*/ 262 w 902"/>
                <a:gd name="T35" fmla="*/ 900 h 902"/>
                <a:gd name="T36" fmla="*/ 268 w 902"/>
                <a:gd name="T37" fmla="*/ 902 h 902"/>
                <a:gd name="T38" fmla="*/ 273 w 902"/>
                <a:gd name="T39" fmla="*/ 902 h 902"/>
                <a:gd name="T40" fmla="*/ 279 w 902"/>
                <a:gd name="T41" fmla="*/ 900 h 902"/>
                <a:gd name="T42" fmla="*/ 451 w 902"/>
                <a:gd name="T43" fmla="*/ 727 h 902"/>
                <a:gd name="T44" fmla="*/ 622 w 902"/>
                <a:gd name="T45" fmla="*/ 900 h 902"/>
                <a:gd name="T46" fmla="*/ 628 w 902"/>
                <a:gd name="T47" fmla="*/ 902 h 902"/>
                <a:gd name="T48" fmla="*/ 634 w 902"/>
                <a:gd name="T49" fmla="*/ 902 h 902"/>
                <a:gd name="T50" fmla="*/ 640 w 902"/>
                <a:gd name="T51" fmla="*/ 900 h 902"/>
                <a:gd name="T52" fmla="*/ 644 w 902"/>
                <a:gd name="T53" fmla="*/ 896 h 902"/>
                <a:gd name="T54" fmla="*/ 646 w 902"/>
                <a:gd name="T55" fmla="*/ 890 h 902"/>
                <a:gd name="T56" fmla="*/ 646 w 902"/>
                <a:gd name="T57" fmla="*/ 884 h 902"/>
                <a:gd name="T58" fmla="*/ 644 w 902"/>
                <a:gd name="T59" fmla="*/ 878 h 902"/>
                <a:gd name="T60" fmla="*/ 466 w 902"/>
                <a:gd name="T61" fmla="*/ 701 h 902"/>
                <a:gd name="T62" fmla="*/ 887 w 902"/>
                <a:gd name="T63" fmla="*/ 601 h 902"/>
                <a:gd name="T64" fmla="*/ 892 w 902"/>
                <a:gd name="T65" fmla="*/ 600 h 902"/>
                <a:gd name="T66" fmla="*/ 898 w 902"/>
                <a:gd name="T67" fmla="*/ 597 h 902"/>
                <a:gd name="T68" fmla="*/ 901 w 902"/>
                <a:gd name="T69" fmla="*/ 592 h 902"/>
                <a:gd name="T70" fmla="*/ 902 w 902"/>
                <a:gd name="T71" fmla="*/ 586 h 902"/>
                <a:gd name="T72" fmla="*/ 901 w 902"/>
                <a:gd name="T73" fmla="*/ 12 h 902"/>
                <a:gd name="T74" fmla="*/ 899 w 902"/>
                <a:gd name="T75" fmla="*/ 6 h 902"/>
                <a:gd name="T76" fmla="*/ 896 w 902"/>
                <a:gd name="T77" fmla="*/ 2 h 902"/>
                <a:gd name="T78" fmla="*/ 890 w 902"/>
                <a:gd name="T79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02" h="902">
                  <a:moveTo>
                    <a:pt x="872" y="571"/>
                  </a:moveTo>
                  <a:lnTo>
                    <a:pt x="30" y="571"/>
                  </a:lnTo>
                  <a:lnTo>
                    <a:pt x="30" y="30"/>
                  </a:lnTo>
                  <a:lnTo>
                    <a:pt x="872" y="30"/>
                  </a:lnTo>
                  <a:lnTo>
                    <a:pt x="872" y="571"/>
                  </a:lnTo>
                  <a:close/>
                  <a:moveTo>
                    <a:pt x="88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6"/>
                  </a:lnTo>
                  <a:lnTo>
                    <a:pt x="0" y="589"/>
                  </a:lnTo>
                  <a:lnTo>
                    <a:pt x="1" y="592"/>
                  </a:lnTo>
                  <a:lnTo>
                    <a:pt x="2" y="595"/>
                  </a:lnTo>
                  <a:lnTo>
                    <a:pt x="4" y="597"/>
                  </a:lnTo>
                  <a:lnTo>
                    <a:pt x="6" y="599"/>
                  </a:lnTo>
                  <a:lnTo>
                    <a:pt x="9" y="600"/>
                  </a:lnTo>
                  <a:lnTo>
                    <a:pt x="12" y="601"/>
                  </a:lnTo>
                  <a:lnTo>
                    <a:pt x="15" y="601"/>
                  </a:lnTo>
                  <a:lnTo>
                    <a:pt x="436" y="601"/>
                  </a:lnTo>
                  <a:lnTo>
                    <a:pt x="436" y="701"/>
                  </a:lnTo>
                  <a:lnTo>
                    <a:pt x="259" y="876"/>
                  </a:lnTo>
                  <a:lnTo>
                    <a:pt x="258" y="878"/>
                  </a:lnTo>
                  <a:lnTo>
                    <a:pt x="256" y="882"/>
                  </a:lnTo>
                  <a:lnTo>
                    <a:pt x="255" y="884"/>
                  </a:lnTo>
                  <a:lnTo>
                    <a:pt x="255" y="887"/>
                  </a:lnTo>
                  <a:lnTo>
                    <a:pt x="255" y="890"/>
                  </a:lnTo>
                  <a:lnTo>
                    <a:pt x="256" y="892"/>
                  </a:lnTo>
                  <a:lnTo>
                    <a:pt x="258" y="896"/>
                  </a:lnTo>
                  <a:lnTo>
                    <a:pt x="259" y="898"/>
                  </a:lnTo>
                  <a:lnTo>
                    <a:pt x="262" y="900"/>
                  </a:lnTo>
                  <a:lnTo>
                    <a:pt x="265" y="901"/>
                  </a:lnTo>
                  <a:lnTo>
                    <a:pt x="268" y="902"/>
                  </a:lnTo>
                  <a:lnTo>
                    <a:pt x="270" y="902"/>
                  </a:lnTo>
                  <a:lnTo>
                    <a:pt x="273" y="902"/>
                  </a:lnTo>
                  <a:lnTo>
                    <a:pt x="276" y="901"/>
                  </a:lnTo>
                  <a:lnTo>
                    <a:pt x="279" y="900"/>
                  </a:lnTo>
                  <a:lnTo>
                    <a:pt x="281" y="898"/>
                  </a:lnTo>
                  <a:lnTo>
                    <a:pt x="451" y="727"/>
                  </a:lnTo>
                  <a:lnTo>
                    <a:pt x="620" y="898"/>
                  </a:lnTo>
                  <a:lnTo>
                    <a:pt x="622" y="900"/>
                  </a:lnTo>
                  <a:lnTo>
                    <a:pt x="626" y="901"/>
                  </a:lnTo>
                  <a:lnTo>
                    <a:pt x="628" y="902"/>
                  </a:lnTo>
                  <a:lnTo>
                    <a:pt x="631" y="902"/>
                  </a:lnTo>
                  <a:lnTo>
                    <a:pt x="634" y="902"/>
                  </a:lnTo>
                  <a:lnTo>
                    <a:pt x="636" y="901"/>
                  </a:lnTo>
                  <a:lnTo>
                    <a:pt x="640" y="900"/>
                  </a:lnTo>
                  <a:lnTo>
                    <a:pt x="642" y="898"/>
                  </a:lnTo>
                  <a:lnTo>
                    <a:pt x="644" y="896"/>
                  </a:lnTo>
                  <a:lnTo>
                    <a:pt x="645" y="892"/>
                  </a:lnTo>
                  <a:lnTo>
                    <a:pt x="646" y="890"/>
                  </a:lnTo>
                  <a:lnTo>
                    <a:pt x="646" y="887"/>
                  </a:lnTo>
                  <a:lnTo>
                    <a:pt x="646" y="884"/>
                  </a:lnTo>
                  <a:lnTo>
                    <a:pt x="645" y="882"/>
                  </a:lnTo>
                  <a:lnTo>
                    <a:pt x="644" y="878"/>
                  </a:lnTo>
                  <a:lnTo>
                    <a:pt x="642" y="876"/>
                  </a:lnTo>
                  <a:lnTo>
                    <a:pt x="466" y="701"/>
                  </a:lnTo>
                  <a:lnTo>
                    <a:pt x="466" y="601"/>
                  </a:lnTo>
                  <a:lnTo>
                    <a:pt x="887" y="601"/>
                  </a:lnTo>
                  <a:lnTo>
                    <a:pt x="890" y="601"/>
                  </a:lnTo>
                  <a:lnTo>
                    <a:pt x="892" y="600"/>
                  </a:lnTo>
                  <a:lnTo>
                    <a:pt x="896" y="599"/>
                  </a:lnTo>
                  <a:lnTo>
                    <a:pt x="898" y="597"/>
                  </a:lnTo>
                  <a:lnTo>
                    <a:pt x="899" y="595"/>
                  </a:lnTo>
                  <a:lnTo>
                    <a:pt x="901" y="592"/>
                  </a:lnTo>
                  <a:lnTo>
                    <a:pt x="901" y="589"/>
                  </a:lnTo>
                  <a:lnTo>
                    <a:pt x="902" y="586"/>
                  </a:lnTo>
                  <a:lnTo>
                    <a:pt x="902" y="15"/>
                  </a:lnTo>
                  <a:lnTo>
                    <a:pt x="901" y="12"/>
                  </a:lnTo>
                  <a:lnTo>
                    <a:pt x="901" y="9"/>
                  </a:lnTo>
                  <a:lnTo>
                    <a:pt x="899" y="6"/>
                  </a:lnTo>
                  <a:lnTo>
                    <a:pt x="898" y="4"/>
                  </a:lnTo>
                  <a:lnTo>
                    <a:pt x="896" y="2"/>
                  </a:lnTo>
                  <a:lnTo>
                    <a:pt x="892" y="1"/>
                  </a:lnTo>
                  <a:lnTo>
                    <a:pt x="890" y="0"/>
                  </a:ln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09"/>
            <p:cNvSpPr>
              <a:spLocks noEditPoints="1"/>
            </p:cNvSpPr>
            <p:nvPr/>
          </p:nvSpPr>
          <p:spPr bwMode="auto">
            <a:xfrm>
              <a:off x="8193088" y="4819650"/>
              <a:ext cx="228600" cy="133350"/>
            </a:xfrm>
            <a:custGeom>
              <a:avLst/>
              <a:gdLst>
                <a:gd name="T0" fmla="*/ 691 w 722"/>
                <a:gd name="T1" fmla="*/ 391 h 421"/>
                <a:gd name="T2" fmla="*/ 30 w 722"/>
                <a:gd name="T3" fmla="*/ 241 h 421"/>
                <a:gd name="T4" fmla="*/ 153 w 722"/>
                <a:gd name="T5" fmla="*/ 240 h 421"/>
                <a:gd name="T6" fmla="*/ 159 w 722"/>
                <a:gd name="T7" fmla="*/ 238 h 421"/>
                <a:gd name="T8" fmla="*/ 229 w 722"/>
                <a:gd name="T9" fmla="*/ 165 h 421"/>
                <a:gd name="T10" fmla="*/ 288 w 722"/>
                <a:gd name="T11" fmla="*/ 310 h 421"/>
                <a:gd name="T12" fmla="*/ 294 w 722"/>
                <a:gd name="T13" fmla="*/ 314 h 421"/>
                <a:gd name="T14" fmla="*/ 299 w 722"/>
                <a:gd name="T15" fmla="*/ 316 h 421"/>
                <a:gd name="T16" fmla="*/ 303 w 722"/>
                <a:gd name="T17" fmla="*/ 316 h 421"/>
                <a:gd name="T18" fmla="*/ 309 w 722"/>
                <a:gd name="T19" fmla="*/ 313 h 421"/>
                <a:gd name="T20" fmla="*/ 406 w 722"/>
                <a:gd name="T21" fmla="*/ 216 h 421"/>
                <a:gd name="T22" fmla="*/ 472 w 722"/>
                <a:gd name="T23" fmla="*/ 283 h 421"/>
                <a:gd name="T24" fmla="*/ 479 w 722"/>
                <a:gd name="T25" fmla="*/ 286 h 421"/>
                <a:gd name="T26" fmla="*/ 485 w 722"/>
                <a:gd name="T27" fmla="*/ 285 h 421"/>
                <a:gd name="T28" fmla="*/ 491 w 722"/>
                <a:gd name="T29" fmla="*/ 283 h 421"/>
                <a:gd name="T30" fmla="*/ 628 w 722"/>
                <a:gd name="T31" fmla="*/ 115 h 421"/>
                <a:gd name="T32" fmla="*/ 631 w 722"/>
                <a:gd name="T33" fmla="*/ 109 h 421"/>
                <a:gd name="T34" fmla="*/ 631 w 722"/>
                <a:gd name="T35" fmla="*/ 104 h 421"/>
                <a:gd name="T36" fmla="*/ 630 w 722"/>
                <a:gd name="T37" fmla="*/ 99 h 421"/>
                <a:gd name="T38" fmla="*/ 626 w 722"/>
                <a:gd name="T39" fmla="*/ 93 h 421"/>
                <a:gd name="T40" fmla="*/ 620 w 722"/>
                <a:gd name="T41" fmla="*/ 91 h 421"/>
                <a:gd name="T42" fmla="*/ 615 w 722"/>
                <a:gd name="T43" fmla="*/ 90 h 421"/>
                <a:gd name="T44" fmla="*/ 610 w 722"/>
                <a:gd name="T45" fmla="*/ 92 h 421"/>
                <a:gd name="T46" fmla="*/ 604 w 722"/>
                <a:gd name="T47" fmla="*/ 95 h 421"/>
                <a:gd name="T48" fmla="*/ 417 w 722"/>
                <a:gd name="T49" fmla="*/ 185 h 421"/>
                <a:gd name="T50" fmla="*/ 411 w 722"/>
                <a:gd name="T51" fmla="*/ 181 h 421"/>
                <a:gd name="T52" fmla="*/ 406 w 722"/>
                <a:gd name="T53" fmla="*/ 180 h 421"/>
                <a:gd name="T54" fmla="*/ 400 w 722"/>
                <a:gd name="T55" fmla="*/ 181 h 421"/>
                <a:gd name="T56" fmla="*/ 395 w 722"/>
                <a:gd name="T57" fmla="*/ 185 h 421"/>
                <a:gd name="T58" fmla="*/ 249 w 722"/>
                <a:gd name="T59" fmla="*/ 132 h 421"/>
                <a:gd name="T60" fmla="*/ 243 w 722"/>
                <a:gd name="T61" fmla="*/ 126 h 421"/>
                <a:gd name="T62" fmla="*/ 237 w 722"/>
                <a:gd name="T63" fmla="*/ 123 h 421"/>
                <a:gd name="T64" fmla="*/ 229 w 722"/>
                <a:gd name="T65" fmla="*/ 123 h 421"/>
                <a:gd name="T66" fmla="*/ 223 w 722"/>
                <a:gd name="T67" fmla="*/ 128 h 421"/>
                <a:gd name="T68" fmla="*/ 30 w 722"/>
                <a:gd name="T69" fmla="*/ 211 h 421"/>
                <a:gd name="T70" fmla="*/ 691 w 722"/>
                <a:gd name="T71" fmla="*/ 30 h 421"/>
                <a:gd name="T72" fmla="*/ 707 w 722"/>
                <a:gd name="T73" fmla="*/ 421 h 421"/>
                <a:gd name="T74" fmla="*/ 712 w 722"/>
                <a:gd name="T75" fmla="*/ 420 h 421"/>
                <a:gd name="T76" fmla="*/ 717 w 722"/>
                <a:gd name="T77" fmla="*/ 417 h 421"/>
                <a:gd name="T78" fmla="*/ 720 w 722"/>
                <a:gd name="T79" fmla="*/ 411 h 421"/>
                <a:gd name="T80" fmla="*/ 722 w 722"/>
                <a:gd name="T81" fmla="*/ 406 h 421"/>
                <a:gd name="T82" fmla="*/ 721 w 722"/>
                <a:gd name="T83" fmla="*/ 12 h 421"/>
                <a:gd name="T84" fmla="*/ 719 w 722"/>
                <a:gd name="T85" fmla="*/ 6 h 421"/>
                <a:gd name="T86" fmla="*/ 715 w 722"/>
                <a:gd name="T87" fmla="*/ 2 h 421"/>
                <a:gd name="T88" fmla="*/ 709 w 722"/>
                <a:gd name="T89" fmla="*/ 0 h 421"/>
                <a:gd name="T90" fmla="*/ 15 w 722"/>
                <a:gd name="T91" fmla="*/ 0 h 421"/>
                <a:gd name="T92" fmla="*/ 9 w 722"/>
                <a:gd name="T93" fmla="*/ 1 h 421"/>
                <a:gd name="T94" fmla="*/ 4 w 722"/>
                <a:gd name="T95" fmla="*/ 4 h 421"/>
                <a:gd name="T96" fmla="*/ 1 w 722"/>
                <a:gd name="T97" fmla="*/ 10 h 421"/>
                <a:gd name="T98" fmla="*/ 0 w 722"/>
                <a:gd name="T99" fmla="*/ 15 h 421"/>
                <a:gd name="T100" fmla="*/ 0 w 722"/>
                <a:gd name="T101" fmla="*/ 409 h 421"/>
                <a:gd name="T102" fmla="*/ 2 w 722"/>
                <a:gd name="T103" fmla="*/ 415 h 421"/>
                <a:gd name="T104" fmla="*/ 6 w 722"/>
                <a:gd name="T105" fmla="*/ 419 h 421"/>
                <a:gd name="T106" fmla="*/ 12 w 722"/>
                <a:gd name="T107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22" h="421">
                  <a:moveTo>
                    <a:pt x="691" y="30"/>
                  </a:moveTo>
                  <a:lnTo>
                    <a:pt x="691" y="391"/>
                  </a:lnTo>
                  <a:lnTo>
                    <a:pt x="30" y="391"/>
                  </a:lnTo>
                  <a:lnTo>
                    <a:pt x="30" y="241"/>
                  </a:lnTo>
                  <a:lnTo>
                    <a:pt x="150" y="241"/>
                  </a:lnTo>
                  <a:lnTo>
                    <a:pt x="153" y="240"/>
                  </a:lnTo>
                  <a:lnTo>
                    <a:pt x="156" y="239"/>
                  </a:lnTo>
                  <a:lnTo>
                    <a:pt x="159" y="238"/>
                  </a:lnTo>
                  <a:lnTo>
                    <a:pt x="161" y="236"/>
                  </a:lnTo>
                  <a:lnTo>
                    <a:pt x="229" y="165"/>
                  </a:lnTo>
                  <a:lnTo>
                    <a:pt x="287" y="306"/>
                  </a:lnTo>
                  <a:lnTo>
                    <a:pt x="288" y="310"/>
                  </a:lnTo>
                  <a:lnTo>
                    <a:pt x="291" y="313"/>
                  </a:lnTo>
                  <a:lnTo>
                    <a:pt x="294" y="314"/>
                  </a:lnTo>
                  <a:lnTo>
                    <a:pt x="298" y="316"/>
                  </a:lnTo>
                  <a:lnTo>
                    <a:pt x="299" y="316"/>
                  </a:lnTo>
                  <a:lnTo>
                    <a:pt x="301" y="316"/>
                  </a:lnTo>
                  <a:lnTo>
                    <a:pt x="303" y="316"/>
                  </a:lnTo>
                  <a:lnTo>
                    <a:pt x="306" y="315"/>
                  </a:lnTo>
                  <a:lnTo>
                    <a:pt x="309" y="313"/>
                  </a:lnTo>
                  <a:lnTo>
                    <a:pt x="312" y="312"/>
                  </a:lnTo>
                  <a:lnTo>
                    <a:pt x="406" y="216"/>
                  </a:lnTo>
                  <a:lnTo>
                    <a:pt x="470" y="282"/>
                  </a:lnTo>
                  <a:lnTo>
                    <a:pt x="472" y="283"/>
                  </a:lnTo>
                  <a:lnTo>
                    <a:pt x="476" y="285"/>
                  </a:lnTo>
                  <a:lnTo>
                    <a:pt x="479" y="286"/>
                  </a:lnTo>
                  <a:lnTo>
                    <a:pt x="482" y="286"/>
                  </a:lnTo>
                  <a:lnTo>
                    <a:pt x="485" y="285"/>
                  </a:lnTo>
                  <a:lnTo>
                    <a:pt x="487" y="284"/>
                  </a:lnTo>
                  <a:lnTo>
                    <a:pt x="491" y="283"/>
                  </a:lnTo>
                  <a:lnTo>
                    <a:pt x="493" y="281"/>
                  </a:lnTo>
                  <a:lnTo>
                    <a:pt x="628" y="115"/>
                  </a:lnTo>
                  <a:lnTo>
                    <a:pt x="630" y="113"/>
                  </a:lnTo>
                  <a:lnTo>
                    <a:pt x="631" y="109"/>
                  </a:lnTo>
                  <a:lnTo>
                    <a:pt x="631" y="106"/>
                  </a:lnTo>
                  <a:lnTo>
                    <a:pt x="631" y="104"/>
                  </a:lnTo>
                  <a:lnTo>
                    <a:pt x="631" y="101"/>
                  </a:lnTo>
                  <a:lnTo>
                    <a:pt x="630" y="99"/>
                  </a:lnTo>
                  <a:lnTo>
                    <a:pt x="628" y="95"/>
                  </a:lnTo>
                  <a:lnTo>
                    <a:pt x="626" y="93"/>
                  </a:lnTo>
                  <a:lnTo>
                    <a:pt x="623" y="92"/>
                  </a:lnTo>
                  <a:lnTo>
                    <a:pt x="620" y="91"/>
                  </a:lnTo>
                  <a:lnTo>
                    <a:pt x="618" y="90"/>
                  </a:lnTo>
                  <a:lnTo>
                    <a:pt x="615" y="90"/>
                  </a:lnTo>
                  <a:lnTo>
                    <a:pt x="612" y="91"/>
                  </a:lnTo>
                  <a:lnTo>
                    <a:pt x="610" y="92"/>
                  </a:lnTo>
                  <a:lnTo>
                    <a:pt x="606" y="93"/>
                  </a:lnTo>
                  <a:lnTo>
                    <a:pt x="604" y="95"/>
                  </a:lnTo>
                  <a:lnTo>
                    <a:pt x="480" y="249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1" y="181"/>
                  </a:lnTo>
                  <a:lnTo>
                    <a:pt x="409" y="181"/>
                  </a:lnTo>
                  <a:lnTo>
                    <a:pt x="406" y="180"/>
                  </a:lnTo>
                  <a:lnTo>
                    <a:pt x="403" y="181"/>
                  </a:lnTo>
                  <a:lnTo>
                    <a:pt x="400" y="181"/>
                  </a:lnTo>
                  <a:lnTo>
                    <a:pt x="397" y="183"/>
                  </a:lnTo>
                  <a:lnTo>
                    <a:pt x="395" y="185"/>
                  </a:lnTo>
                  <a:lnTo>
                    <a:pt x="306" y="274"/>
                  </a:lnTo>
                  <a:lnTo>
                    <a:pt x="249" y="132"/>
                  </a:lnTo>
                  <a:lnTo>
                    <a:pt x="246" y="129"/>
                  </a:lnTo>
                  <a:lnTo>
                    <a:pt x="243" y="126"/>
                  </a:lnTo>
                  <a:lnTo>
                    <a:pt x="241" y="124"/>
                  </a:lnTo>
                  <a:lnTo>
                    <a:pt x="237" y="123"/>
                  </a:lnTo>
                  <a:lnTo>
                    <a:pt x="234" y="123"/>
                  </a:lnTo>
                  <a:lnTo>
                    <a:pt x="229" y="123"/>
                  </a:lnTo>
                  <a:lnTo>
                    <a:pt x="226" y="125"/>
                  </a:lnTo>
                  <a:lnTo>
                    <a:pt x="223" y="128"/>
                  </a:lnTo>
                  <a:lnTo>
                    <a:pt x="144" y="211"/>
                  </a:lnTo>
                  <a:lnTo>
                    <a:pt x="30" y="211"/>
                  </a:lnTo>
                  <a:lnTo>
                    <a:pt x="30" y="30"/>
                  </a:lnTo>
                  <a:lnTo>
                    <a:pt x="691" y="30"/>
                  </a:lnTo>
                  <a:close/>
                  <a:moveTo>
                    <a:pt x="15" y="421"/>
                  </a:moveTo>
                  <a:lnTo>
                    <a:pt x="707" y="421"/>
                  </a:lnTo>
                  <a:lnTo>
                    <a:pt x="709" y="421"/>
                  </a:lnTo>
                  <a:lnTo>
                    <a:pt x="712" y="420"/>
                  </a:lnTo>
                  <a:lnTo>
                    <a:pt x="715" y="419"/>
                  </a:lnTo>
                  <a:lnTo>
                    <a:pt x="717" y="417"/>
                  </a:lnTo>
                  <a:lnTo>
                    <a:pt x="719" y="415"/>
                  </a:lnTo>
                  <a:lnTo>
                    <a:pt x="720" y="411"/>
                  </a:lnTo>
                  <a:lnTo>
                    <a:pt x="721" y="409"/>
                  </a:lnTo>
                  <a:lnTo>
                    <a:pt x="722" y="406"/>
                  </a:lnTo>
                  <a:lnTo>
                    <a:pt x="722" y="15"/>
                  </a:lnTo>
                  <a:lnTo>
                    <a:pt x="721" y="12"/>
                  </a:lnTo>
                  <a:lnTo>
                    <a:pt x="720" y="10"/>
                  </a:lnTo>
                  <a:lnTo>
                    <a:pt x="719" y="6"/>
                  </a:lnTo>
                  <a:lnTo>
                    <a:pt x="717" y="4"/>
                  </a:lnTo>
                  <a:lnTo>
                    <a:pt x="715" y="2"/>
                  </a:lnTo>
                  <a:lnTo>
                    <a:pt x="712" y="1"/>
                  </a:lnTo>
                  <a:lnTo>
                    <a:pt x="709" y="0"/>
                  </a:lnTo>
                  <a:lnTo>
                    <a:pt x="70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406"/>
                  </a:lnTo>
                  <a:lnTo>
                    <a:pt x="0" y="409"/>
                  </a:lnTo>
                  <a:lnTo>
                    <a:pt x="1" y="411"/>
                  </a:lnTo>
                  <a:lnTo>
                    <a:pt x="2" y="415"/>
                  </a:lnTo>
                  <a:lnTo>
                    <a:pt x="4" y="417"/>
                  </a:lnTo>
                  <a:lnTo>
                    <a:pt x="6" y="419"/>
                  </a:lnTo>
                  <a:lnTo>
                    <a:pt x="9" y="420"/>
                  </a:lnTo>
                  <a:lnTo>
                    <a:pt x="12" y="421"/>
                  </a:lnTo>
                  <a:lnTo>
                    <a:pt x="15" y="4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135" name="Straight Connector 134"/>
          <p:cNvCxnSpPr/>
          <p:nvPr/>
        </p:nvCxnSpPr>
        <p:spPr>
          <a:xfrm>
            <a:off x="619919" y="5800725"/>
            <a:ext cx="790416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621559" y="5830518"/>
            <a:ext cx="790252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</a:rPr>
              <a:t>Lorem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Ipsum</a:t>
            </a:r>
            <a:r>
              <a:rPr lang="en-US" sz="1000" dirty="0">
                <a:solidFill>
                  <a:schemeClr val="bg1"/>
                </a:solidFill>
              </a:rPr>
              <a:t> is simply dummy text of the printing and typesetting industry. </a:t>
            </a:r>
            <a:r>
              <a:rPr lang="en-US" sz="1000" dirty="0" err="1">
                <a:solidFill>
                  <a:schemeClr val="bg1"/>
                </a:solidFill>
              </a:rPr>
              <a:t>Lorem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Ipsum</a:t>
            </a:r>
            <a:r>
              <a:rPr lang="en-US" sz="1000" dirty="0">
                <a:solidFill>
                  <a:schemeClr val="bg1"/>
                </a:solidFill>
              </a:rPr>
              <a:t> has been the industry's standard dummy text ever since the 1500s, when an unknown printer took a galley of type and scrambled it to make a type specimen book. It has survived not only five centuries, but also the leap into electronic typesetting, remaining essentially unchanged</a:t>
            </a:r>
          </a:p>
        </p:txBody>
      </p:sp>
      <p:cxnSp>
        <p:nvCxnSpPr>
          <p:cNvPr id="87" name="Straight Connector 86"/>
          <p:cNvCxnSpPr/>
          <p:nvPr/>
        </p:nvCxnSpPr>
        <p:spPr>
          <a:xfrm>
            <a:off x="590015" y="5800725"/>
            <a:ext cx="79041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2088167" y="897986"/>
            <a:ext cx="4907863" cy="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612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49b731173f25e7637a5d7881d48a9d052921230"/>
</p:tagLst>
</file>

<file path=ppt/theme/theme1.xml><?xml version="1.0" encoding="utf-8"?>
<a:theme xmlns:a="http://schemas.openxmlformats.org/drawingml/2006/main" name="Office Theme">
  <a:themeElements>
    <a:clrScheme name="Custom 24">
      <a:dk1>
        <a:sysClr val="windowText" lastClr="000000"/>
      </a:dk1>
      <a:lt1>
        <a:sysClr val="window" lastClr="FFFFFF"/>
      </a:lt1>
      <a:dk2>
        <a:srgbClr val="780001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95E1BF80-D24A-4FF1-8784-2FAA5155D8D2}"/>
</file>

<file path=customXml/itemProps2.xml><?xml version="1.0" encoding="utf-8"?>
<ds:datastoreItem xmlns:ds="http://schemas.openxmlformats.org/officeDocument/2006/customXml" ds:itemID="{AAAD3C6E-40AA-4D33-A9F3-D3D24D1F55DA}"/>
</file>

<file path=customXml/itemProps3.xml><?xml version="1.0" encoding="utf-8"?>
<ds:datastoreItem xmlns:ds="http://schemas.openxmlformats.org/officeDocument/2006/customXml" ds:itemID="{4C753672-0C0F-4604-84C5-56D1EFB5108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1133</TotalTime>
  <Words>142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TIMELINE PROJECT PLANNING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Fierda Usiyah</dc:creator>
  <cp:lastModifiedBy>erin fajrin</cp:lastModifiedBy>
  <cp:revision>86</cp:revision>
  <dcterms:created xsi:type="dcterms:W3CDTF">2016-10-31T07:31:36Z</dcterms:created>
  <dcterms:modified xsi:type="dcterms:W3CDTF">2016-11-24T07:16:56Z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