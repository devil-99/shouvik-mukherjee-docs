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3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71" r:id="rId2"/>
    <p:sldId id="272" r:id="rId3"/>
    <p:sldId id="274" r:id="rId4"/>
    <p:sldId id="273" r:id="rId5"/>
    <p:sldId id="275" r:id="rId6"/>
    <p:sldId id="268" r:id="rId7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9C3"/>
    <a:srgbClr val="CFC095"/>
    <a:srgbClr val="D6CB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4"/>
  </p:normalViewPr>
  <p:slideViewPr>
    <p:cSldViewPr>
      <p:cViewPr varScale="1">
        <p:scale>
          <a:sx n="124" d="100"/>
          <a:sy n="124" d="100"/>
        </p:scale>
        <p:origin x="640" y="168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1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7/25/16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Relationship Id="rId3" Type="http://schemas.openxmlformats.org/officeDocument/2006/relationships/hyperlink" Target="http://slidemodel.com/" TargetMode="Externa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0687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You can safely remove this slide. This slide</a:t>
            </a:r>
            <a:r>
              <a:rPr lang="en-US" baseline="0" dirty="0" smtClean="0"/>
              <a:t> design was provided by SlideModel.com – You can download more templates, shapes and elements for PowerPoint from </a:t>
            </a:r>
            <a:r>
              <a:rPr lang="en-US" dirty="0" smtClean="0">
                <a:hlinkClick r:id="rId3"/>
              </a:rPr>
              <a:t>http://slidemodel.com/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>
                <a:solidFill>
                  <a:prstClr val="black"/>
                </a:solidFill>
              </a:rPr>
              <a:pPr/>
              <a:t>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14732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You can safely remove this slide. This slide</a:t>
            </a:r>
            <a:r>
              <a:rPr lang="en-US" baseline="0" smtClean="0"/>
              <a:t> design was provided by SlideModel.com – You can download more templates, shapes and elements for PowerPoint from http://slidemodel.com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6254F-9338-4BA9-B7AC-A66622A3D013}" type="slidenum">
              <a:rPr lang="en-US" smtClean="0">
                <a:solidFill>
                  <a:prstClr val="black"/>
                </a:solidFill>
              </a:rPr>
              <a:pPr/>
              <a:t>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7674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27448" y="3043730"/>
            <a:ext cx="5471438" cy="2137870"/>
          </a:xfrm>
        </p:spPr>
        <p:txBody>
          <a:bodyPr lIns="0" tIns="0" rIns="0" bIns="0" anchor="b" anchorCtr="0">
            <a:noAutofit/>
          </a:bodyPr>
          <a:lstStyle>
            <a:lvl1pPr algn="l">
              <a:defRPr lang="en-US" sz="4000" b="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7/25/16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614137" y="5357596"/>
            <a:ext cx="5480275" cy="738404"/>
          </a:xfrm>
        </p:spPr>
        <p:txBody>
          <a:bodyPr lIns="0" rIns="0">
            <a:normAutofit/>
          </a:bodyPr>
          <a:lstStyle>
            <a:lvl1pPr marL="0" indent="0">
              <a:buFontTx/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63945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7/25/16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23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600201"/>
            <a:ext cx="5383398" cy="4525963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600201"/>
            <a:ext cx="5383398" cy="4525963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7/25/16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18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7/25/16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7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7/25/16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249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17834" y="2870633"/>
            <a:ext cx="5930678" cy="711081"/>
          </a:xfrm>
        </p:spPr>
        <p:txBody>
          <a:bodyPr>
            <a:normAutofit/>
          </a:bodyPr>
          <a:lstStyle>
            <a:lvl1pPr algn="ctr">
              <a:defRPr sz="36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 smtClean="0"/>
              <a:t>SlideModel.com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7/25/16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970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7/25/16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50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50" r:id="rId2"/>
    <p:sldLayoutId id="2147483652" r:id="rId3"/>
    <p:sldLayoutId id="2147483654" r:id="rId4"/>
    <p:sldLayoutId id="2147483655" r:id="rId5"/>
    <p:sldLayoutId id="2147483660" r:id="rId6"/>
  </p:sldLayoutIdLst>
  <p:txStyles>
    <p:titleStyle>
      <a:lvl1pPr algn="l" defTabSz="1218987" rtl="0" eaLnBrk="1" latinLnBrk="0" hangingPunct="1">
        <a:spcBef>
          <a:spcPct val="0"/>
        </a:spcBef>
        <a:buNone/>
        <a:defRPr sz="36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1218987" rtl="0" eaLnBrk="1" latinLnBrk="0" hangingPunct="1">
        <a:spcBef>
          <a:spcPct val="20000"/>
        </a:spcBef>
        <a:buFontTx/>
        <a:buNone/>
        <a:defRPr sz="1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09494" indent="0" algn="l" defTabSz="1218987" rtl="0" eaLnBrk="1" latinLnBrk="0" hangingPunct="1">
        <a:spcBef>
          <a:spcPct val="20000"/>
        </a:spcBef>
        <a:buFontTx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18986" indent="0" algn="l" defTabSz="1218987" rtl="0" eaLnBrk="1" latinLnBrk="0" hangingPunct="1">
        <a:spcBef>
          <a:spcPct val="20000"/>
        </a:spcBef>
        <a:buFontTx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828480" indent="0" algn="l" defTabSz="1218987" rtl="0" eaLnBrk="1" latinLnBrk="0" hangingPunct="1">
        <a:spcBef>
          <a:spcPct val="20000"/>
        </a:spcBef>
        <a:buFontTx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437973" indent="0" algn="l" defTabSz="1218987" rtl="0" eaLnBrk="1" latinLnBrk="0" hangingPunct="1">
        <a:spcBef>
          <a:spcPct val="20000"/>
        </a:spcBef>
        <a:buFontTx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slidemodel.com/account/plans/?utm_source=free&amp;utm_medium=button&amp;utm_campaign=freetemplate" TargetMode="External"/><Relationship Id="rId4" Type="http://schemas.openxmlformats.org/officeDocument/2006/relationships/image" Target="../media/image1.jpg"/><Relationship Id="rId5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5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PowerPoint Timeline with Milestones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806552" y="1695324"/>
            <a:ext cx="28584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</a:p>
          <a:p>
            <a:pPr algn="ctr"/>
            <a:r>
              <a:rPr 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your desired text here</a:t>
            </a:r>
            <a:r>
              <a:rPr 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06552" y="1361622"/>
            <a:ext cx="28498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text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910303" y="1695324"/>
            <a:ext cx="28584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</a:p>
          <a:p>
            <a:pPr algn="ctr"/>
            <a:r>
              <a:rPr 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</a:t>
            </a:r>
            <a:r>
              <a:rPr lang="en-US" sz="1600" ker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 </a:t>
            </a:r>
            <a:r>
              <a:rPr lang="en-US" sz="1600" kern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desired </a:t>
            </a:r>
            <a:r>
              <a:rPr 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 here</a:t>
            </a:r>
            <a:r>
              <a:rPr 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910303" y="1361622"/>
            <a:ext cx="28498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text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014053" y="1695324"/>
            <a:ext cx="28584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</a:p>
          <a:p>
            <a:pPr algn="ctr"/>
            <a:r>
              <a:rPr 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your desired text here</a:t>
            </a:r>
            <a:r>
              <a:rPr 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014053" y="1361622"/>
            <a:ext cx="28498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text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350001" y="5504267"/>
            <a:ext cx="28584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</a:p>
          <a:p>
            <a:pPr algn="ctr"/>
            <a:r>
              <a:rPr 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your desired text here</a:t>
            </a:r>
            <a:r>
              <a:rPr 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350001" y="5170565"/>
            <a:ext cx="28498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text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436899" y="5504267"/>
            <a:ext cx="28584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</a:p>
          <a:p>
            <a:pPr algn="ctr"/>
            <a:r>
              <a:rPr 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your desired text here</a:t>
            </a:r>
            <a:r>
              <a:rPr 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436899" y="5170565"/>
            <a:ext cx="28498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text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523797" y="5504267"/>
            <a:ext cx="28584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</a:p>
          <a:p>
            <a:pPr algn="ctr"/>
            <a:r>
              <a:rPr 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your desired text here</a:t>
            </a:r>
            <a:r>
              <a:rPr 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523797" y="5170565"/>
            <a:ext cx="28498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text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 rot="2700000">
            <a:off x="3235504" y="3519734"/>
            <a:ext cx="1087471" cy="1087471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innerShdw blurRad="76200" dist="50800" dir="13500000">
              <a:prstClr val="black">
                <a:alpha val="32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 rot="2700000">
            <a:off x="4778953" y="2843459"/>
            <a:ext cx="1087471" cy="1087471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innerShdw blurRad="76200" dist="50800" dir="13500000">
              <a:prstClr val="black">
                <a:alpha val="32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 rot="2700000">
            <a:off x="6322402" y="3519734"/>
            <a:ext cx="1087471" cy="1087471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innerShdw blurRad="76200" dist="50800" dir="13500000">
              <a:prstClr val="black">
                <a:alpha val="32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 rot="2700000">
            <a:off x="7865851" y="2843459"/>
            <a:ext cx="1087471" cy="1087471"/>
          </a:xfrm>
          <a:prstGeom prst="roundRect">
            <a:avLst/>
          </a:prstGeom>
          <a:solidFill>
            <a:schemeClr val="accent3"/>
          </a:solidFill>
          <a:ln>
            <a:noFill/>
          </a:ln>
          <a:effectLst>
            <a:innerShdw blurRad="76200" dist="50800" dir="13500000">
              <a:prstClr val="black">
                <a:alpha val="32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 rot="2700000">
            <a:off x="1692055" y="2843459"/>
            <a:ext cx="1087471" cy="1087471"/>
          </a:xfrm>
          <a:prstGeom prst="roundRect">
            <a:avLst/>
          </a:prstGeom>
          <a:solidFill>
            <a:schemeClr val="tx2"/>
          </a:solidFill>
          <a:ln>
            <a:noFill/>
          </a:ln>
          <a:effectLst>
            <a:innerShdw blurRad="76200" dist="50800" dir="13500000">
              <a:prstClr val="black">
                <a:alpha val="32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 rot="2700000">
            <a:off x="9409300" y="3519734"/>
            <a:ext cx="1087471" cy="1087471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innerShdw blurRad="76200" dist="50800" dir="13500000">
              <a:prstClr val="black">
                <a:alpha val="32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 rot="3564405">
            <a:off x="1752747" y="3181597"/>
            <a:ext cx="1087471" cy="108747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342900" sx="103000" sy="103000" algn="ctr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 rot="1809825">
            <a:off x="3288127" y="3137283"/>
            <a:ext cx="1087471" cy="108747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342900" sx="103000" sy="103000" algn="ctr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 rot="3564405">
            <a:off x="4855806" y="3162781"/>
            <a:ext cx="1087471" cy="108747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342900" sx="103000" sy="103000" algn="ctr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 rot="1809825">
            <a:off x="6391186" y="3118467"/>
            <a:ext cx="1087471" cy="108747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342900" sx="103000" sy="103000" algn="ctr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ounded Rectangle 21"/>
          <p:cNvSpPr/>
          <p:nvPr/>
        </p:nvSpPr>
        <p:spPr>
          <a:xfrm rot="3564405">
            <a:off x="7899556" y="3167540"/>
            <a:ext cx="1087471" cy="108747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342900" sx="103000" sy="103000" algn="ctr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ounded Rectangle 22"/>
          <p:cNvSpPr/>
          <p:nvPr/>
        </p:nvSpPr>
        <p:spPr>
          <a:xfrm rot="1809825">
            <a:off x="9434936" y="3123226"/>
            <a:ext cx="1087471" cy="108747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342900" sx="103000" sy="103000" algn="ctr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Freeform 6"/>
          <p:cNvSpPr>
            <a:spLocks noEditPoints="1"/>
          </p:cNvSpPr>
          <p:nvPr/>
        </p:nvSpPr>
        <p:spPr bwMode="auto">
          <a:xfrm>
            <a:off x="5105856" y="3554175"/>
            <a:ext cx="533617" cy="431632"/>
          </a:xfrm>
          <a:custGeom>
            <a:avLst/>
            <a:gdLst>
              <a:gd name="T0" fmla="*/ 2528 w 3627"/>
              <a:gd name="T1" fmla="*/ 2261 h 2932"/>
              <a:gd name="T2" fmla="*/ 1100 w 3627"/>
              <a:gd name="T3" fmla="*/ 2360 h 2932"/>
              <a:gd name="T4" fmla="*/ 1100 w 3627"/>
              <a:gd name="T5" fmla="*/ 1937 h 2932"/>
              <a:gd name="T6" fmla="*/ 2528 w 3627"/>
              <a:gd name="T7" fmla="*/ 2036 h 2932"/>
              <a:gd name="T8" fmla="*/ 1100 w 3627"/>
              <a:gd name="T9" fmla="*/ 1937 h 2932"/>
              <a:gd name="T10" fmla="*/ 2528 w 3627"/>
              <a:gd name="T11" fmla="*/ 1589 h 2932"/>
              <a:gd name="T12" fmla="*/ 1100 w 3627"/>
              <a:gd name="T13" fmla="*/ 1688 h 2932"/>
              <a:gd name="T14" fmla="*/ 757 w 3627"/>
              <a:gd name="T15" fmla="*/ 1352 h 2932"/>
              <a:gd name="T16" fmla="*/ 2871 w 3627"/>
              <a:gd name="T17" fmla="*/ 2797 h 2932"/>
              <a:gd name="T18" fmla="*/ 757 w 3627"/>
              <a:gd name="T19" fmla="*/ 1352 h 2932"/>
              <a:gd name="T20" fmla="*/ 270 w 3627"/>
              <a:gd name="T21" fmla="*/ 732 h 2932"/>
              <a:gd name="T22" fmla="*/ 569 w 3627"/>
              <a:gd name="T23" fmla="*/ 672 h 2932"/>
              <a:gd name="T24" fmla="*/ 757 w 3627"/>
              <a:gd name="T25" fmla="*/ 135 h 2932"/>
              <a:gd name="T26" fmla="*/ 2871 w 3627"/>
              <a:gd name="T27" fmla="*/ 545 h 2932"/>
              <a:gd name="T28" fmla="*/ 757 w 3627"/>
              <a:gd name="T29" fmla="*/ 135 h 2932"/>
              <a:gd name="T30" fmla="*/ 3005 w 3627"/>
              <a:gd name="T31" fmla="*/ 0 h 2932"/>
              <a:gd name="T32" fmla="*/ 3403 w 3627"/>
              <a:gd name="T33" fmla="*/ 262 h 2932"/>
              <a:gd name="T34" fmla="*/ 3474 w 3627"/>
              <a:gd name="T35" fmla="*/ 273 h 2932"/>
              <a:gd name="T36" fmla="*/ 3536 w 3627"/>
              <a:gd name="T37" fmla="*/ 305 h 2932"/>
              <a:gd name="T38" fmla="*/ 3584 w 3627"/>
              <a:gd name="T39" fmla="*/ 353 h 2932"/>
              <a:gd name="T40" fmla="*/ 3616 w 3627"/>
              <a:gd name="T41" fmla="*/ 415 h 2932"/>
              <a:gd name="T42" fmla="*/ 3627 w 3627"/>
              <a:gd name="T43" fmla="*/ 486 h 2932"/>
              <a:gd name="T44" fmla="*/ 3625 w 3627"/>
              <a:gd name="T45" fmla="*/ 1687 h 2932"/>
              <a:gd name="T46" fmla="*/ 3603 w 3627"/>
              <a:gd name="T47" fmla="*/ 1753 h 2932"/>
              <a:gd name="T48" fmla="*/ 3562 w 3627"/>
              <a:gd name="T49" fmla="*/ 1810 h 2932"/>
              <a:gd name="T50" fmla="*/ 3506 w 3627"/>
              <a:gd name="T51" fmla="*/ 1849 h 2932"/>
              <a:gd name="T52" fmla="*/ 3439 w 3627"/>
              <a:gd name="T53" fmla="*/ 1872 h 2932"/>
              <a:gd name="T54" fmla="*/ 3321 w 3627"/>
              <a:gd name="T55" fmla="*/ 1875 h 2932"/>
              <a:gd name="T56" fmla="*/ 3005 w 3627"/>
              <a:gd name="T57" fmla="*/ 1352 h 2932"/>
              <a:gd name="T58" fmla="*/ 622 w 3627"/>
              <a:gd name="T59" fmla="*/ 2932 h 2932"/>
              <a:gd name="T60" fmla="*/ 307 w 3627"/>
              <a:gd name="T61" fmla="*/ 1352 h 2932"/>
              <a:gd name="T62" fmla="*/ 225 w 3627"/>
              <a:gd name="T63" fmla="*/ 1875 h 2932"/>
              <a:gd name="T64" fmla="*/ 154 w 3627"/>
              <a:gd name="T65" fmla="*/ 1864 h 2932"/>
              <a:gd name="T66" fmla="*/ 92 w 3627"/>
              <a:gd name="T67" fmla="*/ 1832 h 2932"/>
              <a:gd name="T68" fmla="*/ 43 w 3627"/>
              <a:gd name="T69" fmla="*/ 1783 h 2932"/>
              <a:gd name="T70" fmla="*/ 11 w 3627"/>
              <a:gd name="T71" fmla="*/ 1721 h 2932"/>
              <a:gd name="T72" fmla="*/ 0 w 3627"/>
              <a:gd name="T73" fmla="*/ 1651 h 2932"/>
              <a:gd name="T74" fmla="*/ 3 w 3627"/>
              <a:gd name="T75" fmla="*/ 449 h 2932"/>
              <a:gd name="T76" fmla="*/ 25 w 3627"/>
              <a:gd name="T77" fmla="*/ 383 h 2932"/>
              <a:gd name="T78" fmla="*/ 66 w 3627"/>
              <a:gd name="T79" fmla="*/ 328 h 2932"/>
              <a:gd name="T80" fmla="*/ 122 w 3627"/>
              <a:gd name="T81" fmla="*/ 287 h 2932"/>
              <a:gd name="T82" fmla="*/ 188 w 3627"/>
              <a:gd name="T83" fmla="*/ 265 h 2932"/>
              <a:gd name="T84" fmla="*/ 622 w 3627"/>
              <a:gd name="T85" fmla="*/ 262 h 29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3627" h="2932">
                <a:moveTo>
                  <a:pt x="1100" y="2261"/>
                </a:moveTo>
                <a:lnTo>
                  <a:pt x="2528" y="2261"/>
                </a:lnTo>
                <a:lnTo>
                  <a:pt x="2528" y="2360"/>
                </a:lnTo>
                <a:lnTo>
                  <a:pt x="1100" y="2360"/>
                </a:lnTo>
                <a:lnTo>
                  <a:pt x="1100" y="2261"/>
                </a:lnTo>
                <a:close/>
                <a:moveTo>
                  <a:pt x="1100" y="1937"/>
                </a:moveTo>
                <a:lnTo>
                  <a:pt x="2528" y="1937"/>
                </a:lnTo>
                <a:lnTo>
                  <a:pt x="2528" y="2036"/>
                </a:lnTo>
                <a:lnTo>
                  <a:pt x="1100" y="2036"/>
                </a:lnTo>
                <a:lnTo>
                  <a:pt x="1100" y="1937"/>
                </a:lnTo>
                <a:close/>
                <a:moveTo>
                  <a:pt x="1100" y="1589"/>
                </a:moveTo>
                <a:lnTo>
                  <a:pt x="2528" y="1589"/>
                </a:lnTo>
                <a:lnTo>
                  <a:pt x="2528" y="1688"/>
                </a:lnTo>
                <a:lnTo>
                  <a:pt x="1100" y="1688"/>
                </a:lnTo>
                <a:lnTo>
                  <a:pt x="1100" y="1589"/>
                </a:lnTo>
                <a:close/>
                <a:moveTo>
                  <a:pt x="757" y="1352"/>
                </a:moveTo>
                <a:lnTo>
                  <a:pt x="757" y="2797"/>
                </a:lnTo>
                <a:lnTo>
                  <a:pt x="2871" y="2797"/>
                </a:lnTo>
                <a:lnTo>
                  <a:pt x="2871" y="1352"/>
                </a:lnTo>
                <a:lnTo>
                  <a:pt x="757" y="1352"/>
                </a:lnTo>
                <a:close/>
                <a:moveTo>
                  <a:pt x="270" y="672"/>
                </a:moveTo>
                <a:lnTo>
                  <a:pt x="270" y="732"/>
                </a:lnTo>
                <a:lnTo>
                  <a:pt x="569" y="732"/>
                </a:lnTo>
                <a:lnTo>
                  <a:pt x="569" y="672"/>
                </a:lnTo>
                <a:lnTo>
                  <a:pt x="270" y="672"/>
                </a:lnTo>
                <a:close/>
                <a:moveTo>
                  <a:pt x="757" y="135"/>
                </a:moveTo>
                <a:lnTo>
                  <a:pt x="757" y="545"/>
                </a:lnTo>
                <a:lnTo>
                  <a:pt x="2871" y="545"/>
                </a:lnTo>
                <a:lnTo>
                  <a:pt x="2871" y="135"/>
                </a:lnTo>
                <a:lnTo>
                  <a:pt x="757" y="135"/>
                </a:lnTo>
                <a:close/>
                <a:moveTo>
                  <a:pt x="622" y="0"/>
                </a:moveTo>
                <a:lnTo>
                  <a:pt x="3005" y="0"/>
                </a:lnTo>
                <a:lnTo>
                  <a:pt x="3005" y="262"/>
                </a:lnTo>
                <a:lnTo>
                  <a:pt x="3403" y="262"/>
                </a:lnTo>
                <a:lnTo>
                  <a:pt x="3439" y="265"/>
                </a:lnTo>
                <a:lnTo>
                  <a:pt x="3474" y="273"/>
                </a:lnTo>
                <a:lnTo>
                  <a:pt x="3506" y="287"/>
                </a:lnTo>
                <a:lnTo>
                  <a:pt x="3536" y="305"/>
                </a:lnTo>
                <a:lnTo>
                  <a:pt x="3562" y="328"/>
                </a:lnTo>
                <a:lnTo>
                  <a:pt x="3584" y="353"/>
                </a:lnTo>
                <a:lnTo>
                  <a:pt x="3603" y="383"/>
                </a:lnTo>
                <a:lnTo>
                  <a:pt x="3616" y="415"/>
                </a:lnTo>
                <a:lnTo>
                  <a:pt x="3625" y="449"/>
                </a:lnTo>
                <a:lnTo>
                  <a:pt x="3627" y="486"/>
                </a:lnTo>
                <a:lnTo>
                  <a:pt x="3627" y="1651"/>
                </a:lnTo>
                <a:lnTo>
                  <a:pt x="3625" y="1687"/>
                </a:lnTo>
                <a:lnTo>
                  <a:pt x="3616" y="1721"/>
                </a:lnTo>
                <a:lnTo>
                  <a:pt x="3603" y="1753"/>
                </a:lnTo>
                <a:lnTo>
                  <a:pt x="3584" y="1783"/>
                </a:lnTo>
                <a:lnTo>
                  <a:pt x="3562" y="1810"/>
                </a:lnTo>
                <a:lnTo>
                  <a:pt x="3536" y="1832"/>
                </a:lnTo>
                <a:lnTo>
                  <a:pt x="3506" y="1849"/>
                </a:lnTo>
                <a:lnTo>
                  <a:pt x="3474" y="1864"/>
                </a:lnTo>
                <a:lnTo>
                  <a:pt x="3439" y="1872"/>
                </a:lnTo>
                <a:lnTo>
                  <a:pt x="3403" y="1875"/>
                </a:lnTo>
                <a:lnTo>
                  <a:pt x="3321" y="1875"/>
                </a:lnTo>
                <a:lnTo>
                  <a:pt x="3321" y="1352"/>
                </a:lnTo>
                <a:lnTo>
                  <a:pt x="3005" y="1352"/>
                </a:lnTo>
                <a:lnTo>
                  <a:pt x="3005" y="2932"/>
                </a:lnTo>
                <a:lnTo>
                  <a:pt x="622" y="2932"/>
                </a:lnTo>
                <a:lnTo>
                  <a:pt x="622" y="1352"/>
                </a:lnTo>
                <a:lnTo>
                  <a:pt x="307" y="1352"/>
                </a:lnTo>
                <a:lnTo>
                  <a:pt x="307" y="1875"/>
                </a:lnTo>
                <a:lnTo>
                  <a:pt x="225" y="1875"/>
                </a:lnTo>
                <a:lnTo>
                  <a:pt x="188" y="1872"/>
                </a:lnTo>
                <a:lnTo>
                  <a:pt x="154" y="1864"/>
                </a:lnTo>
                <a:lnTo>
                  <a:pt x="122" y="1849"/>
                </a:lnTo>
                <a:lnTo>
                  <a:pt x="92" y="1832"/>
                </a:lnTo>
                <a:lnTo>
                  <a:pt x="66" y="1810"/>
                </a:lnTo>
                <a:lnTo>
                  <a:pt x="43" y="1783"/>
                </a:lnTo>
                <a:lnTo>
                  <a:pt x="25" y="1753"/>
                </a:lnTo>
                <a:lnTo>
                  <a:pt x="11" y="1721"/>
                </a:lnTo>
                <a:lnTo>
                  <a:pt x="3" y="1687"/>
                </a:lnTo>
                <a:lnTo>
                  <a:pt x="0" y="1651"/>
                </a:lnTo>
                <a:lnTo>
                  <a:pt x="0" y="486"/>
                </a:lnTo>
                <a:lnTo>
                  <a:pt x="3" y="449"/>
                </a:lnTo>
                <a:lnTo>
                  <a:pt x="11" y="415"/>
                </a:lnTo>
                <a:lnTo>
                  <a:pt x="25" y="383"/>
                </a:lnTo>
                <a:lnTo>
                  <a:pt x="43" y="353"/>
                </a:lnTo>
                <a:lnTo>
                  <a:pt x="66" y="328"/>
                </a:lnTo>
                <a:lnTo>
                  <a:pt x="92" y="305"/>
                </a:lnTo>
                <a:lnTo>
                  <a:pt x="122" y="287"/>
                </a:lnTo>
                <a:lnTo>
                  <a:pt x="154" y="273"/>
                </a:lnTo>
                <a:lnTo>
                  <a:pt x="188" y="265"/>
                </a:lnTo>
                <a:lnTo>
                  <a:pt x="225" y="262"/>
                </a:lnTo>
                <a:lnTo>
                  <a:pt x="622" y="262"/>
                </a:lnTo>
                <a:lnTo>
                  <a:pt x="622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8" name="Group 67"/>
          <p:cNvGrpSpPr/>
          <p:nvPr/>
        </p:nvGrpSpPr>
        <p:grpSpPr>
          <a:xfrm>
            <a:off x="3582395" y="3468121"/>
            <a:ext cx="467762" cy="444997"/>
            <a:chOff x="-1252538" y="1989138"/>
            <a:chExt cx="2381251" cy="2265362"/>
          </a:xfrm>
          <a:solidFill>
            <a:schemeClr val="bg2"/>
          </a:solidFill>
        </p:grpSpPr>
        <p:sp>
          <p:nvSpPr>
            <p:cNvPr id="65" name="Freeform 11"/>
            <p:cNvSpPr>
              <a:spLocks noEditPoints="1"/>
            </p:cNvSpPr>
            <p:nvPr/>
          </p:nvSpPr>
          <p:spPr bwMode="auto">
            <a:xfrm>
              <a:off x="-1252538" y="1989138"/>
              <a:ext cx="2381251" cy="600075"/>
            </a:xfrm>
            <a:custGeom>
              <a:avLst/>
              <a:gdLst>
                <a:gd name="T0" fmla="*/ 1402 w 4499"/>
                <a:gd name="T1" fmla="*/ 292 h 1133"/>
                <a:gd name="T2" fmla="*/ 1318 w 4499"/>
                <a:gd name="T3" fmla="*/ 319 h 1133"/>
                <a:gd name="T4" fmla="*/ 1250 w 4499"/>
                <a:gd name="T5" fmla="*/ 370 h 1133"/>
                <a:gd name="T6" fmla="*/ 1199 w 4499"/>
                <a:gd name="T7" fmla="*/ 439 h 1133"/>
                <a:gd name="T8" fmla="*/ 1172 w 4499"/>
                <a:gd name="T9" fmla="*/ 521 h 1133"/>
                <a:gd name="T10" fmla="*/ 1172 w 4499"/>
                <a:gd name="T11" fmla="*/ 612 h 1133"/>
                <a:gd name="T12" fmla="*/ 1199 w 4499"/>
                <a:gd name="T13" fmla="*/ 694 h 1133"/>
                <a:gd name="T14" fmla="*/ 1250 w 4499"/>
                <a:gd name="T15" fmla="*/ 763 h 1133"/>
                <a:gd name="T16" fmla="*/ 1318 w 4499"/>
                <a:gd name="T17" fmla="*/ 814 h 1133"/>
                <a:gd name="T18" fmla="*/ 1402 w 4499"/>
                <a:gd name="T19" fmla="*/ 841 h 1133"/>
                <a:gd name="T20" fmla="*/ 1492 w 4499"/>
                <a:gd name="T21" fmla="*/ 841 h 1133"/>
                <a:gd name="T22" fmla="*/ 1574 w 4499"/>
                <a:gd name="T23" fmla="*/ 814 h 1133"/>
                <a:gd name="T24" fmla="*/ 1644 w 4499"/>
                <a:gd name="T25" fmla="*/ 763 h 1133"/>
                <a:gd name="T26" fmla="*/ 1695 w 4499"/>
                <a:gd name="T27" fmla="*/ 694 h 1133"/>
                <a:gd name="T28" fmla="*/ 1722 w 4499"/>
                <a:gd name="T29" fmla="*/ 612 h 1133"/>
                <a:gd name="T30" fmla="*/ 1722 w 4499"/>
                <a:gd name="T31" fmla="*/ 521 h 1133"/>
                <a:gd name="T32" fmla="*/ 1695 w 4499"/>
                <a:gd name="T33" fmla="*/ 439 h 1133"/>
                <a:gd name="T34" fmla="*/ 1644 w 4499"/>
                <a:gd name="T35" fmla="*/ 370 h 1133"/>
                <a:gd name="T36" fmla="*/ 1574 w 4499"/>
                <a:gd name="T37" fmla="*/ 319 h 1133"/>
                <a:gd name="T38" fmla="*/ 1492 w 4499"/>
                <a:gd name="T39" fmla="*/ 292 h 1133"/>
                <a:gd name="T40" fmla="*/ 1447 w 4499"/>
                <a:gd name="T41" fmla="*/ 0 h 1133"/>
                <a:gd name="T42" fmla="*/ 1511 w 4499"/>
                <a:gd name="T43" fmla="*/ 3 h 1133"/>
                <a:gd name="T44" fmla="*/ 1635 w 4499"/>
                <a:gd name="T45" fmla="*/ 32 h 1133"/>
                <a:gd name="T46" fmla="*/ 1746 w 4499"/>
                <a:gd name="T47" fmla="*/ 85 h 1133"/>
                <a:gd name="T48" fmla="*/ 1841 w 4499"/>
                <a:gd name="T49" fmla="*/ 160 h 1133"/>
                <a:gd name="T50" fmla="*/ 1919 w 4499"/>
                <a:gd name="T51" fmla="*/ 255 h 1133"/>
                <a:gd name="T52" fmla="*/ 1977 w 4499"/>
                <a:gd name="T53" fmla="*/ 363 h 1133"/>
                <a:gd name="T54" fmla="*/ 4355 w 4499"/>
                <a:gd name="T55" fmla="*/ 423 h 1133"/>
                <a:gd name="T56" fmla="*/ 4418 w 4499"/>
                <a:gd name="T57" fmla="*/ 437 h 1133"/>
                <a:gd name="T58" fmla="*/ 4467 w 4499"/>
                <a:gd name="T59" fmla="*/ 476 h 1133"/>
                <a:gd name="T60" fmla="*/ 4495 w 4499"/>
                <a:gd name="T61" fmla="*/ 534 h 1133"/>
                <a:gd name="T62" fmla="*/ 4495 w 4499"/>
                <a:gd name="T63" fmla="*/ 599 h 1133"/>
                <a:gd name="T64" fmla="*/ 4467 w 4499"/>
                <a:gd name="T65" fmla="*/ 657 h 1133"/>
                <a:gd name="T66" fmla="*/ 4418 w 4499"/>
                <a:gd name="T67" fmla="*/ 696 h 1133"/>
                <a:gd name="T68" fmla="*/ 4355 w 4499"/>
                <a:gd name="T69" fmla="*/ 710 h 1133"/>
                <a:gd name="T70" fmla="*/ 1977 w 4499"/>
                <a:gd name="T71" fmla="*/ 770 h 1133"/>
                <a:gd name="T72" fmla="*/ 1919 w 4499"/>
                <a:gd name="T73" fmla="*/ 880 h 1133"/>
                <a:gd name="T74" fmla="*/ 1841 w 4499"/>
                <a:gd name="T75" fmla="*/ 973 h 1133"/>
                <a:gd name="T76" fmla="*/ 1746 w 4499"/>
                <a:gd name="T77" fmla="*/ 1048 h 1133"/>
                <a:gd name="T78" fmla="*/ 1635 w 4499"/>
                <a:gd name="T79" fmla="*/ 1101 h 1133"/>
                <a:gd name="T80" fmla="*/ 1511 w 4499"/>
                <a:gd name="T81" fmla="*/ 1130 h 1133"/>
                <a:gd name="T82" fmla="*/ 1383 w 4499"/>
                <a:gd name="T83" fmla="*/ 1130 h 1133"/>
                <a:gd name="T84" fmla="*/ 1260 w 4499"/>
                <a:gd name="T85" fmla="*/ 1101 h 1133"/>
                <a:gd name="T86" fmla="*/ 1149 w 4499"/>
                <a:gd name="T87" fmla="*/ 1048 h 1133"/>
                <a:gd name="T88" fmla="*/ 1053 w 4499"/>
                <a:gd name="T89" fmla="*/ 973 h 1133"/>
                <a:gd name="T90" fmla="*/ 975 w 4499"/>
                <a:gd name="T91" fmla="*/ 880 h 1133"/>
                <a:gd name="T92" fmla="*/ 917 w 4499"/>
                <a:gd name="T93" fmla="*/ 770 h 1133"/>
                <a:gd name="T94" fmla="*/ 144 w 4499"/>
                <a:gd name="T95" fmla="*/ 710 h 1133"/>
                <a:gd name="T96" fmla="*/ 81 w 4499"/>
                <a:gd name="T97" fmla="*/ 696 h 1133"/>
                <a:gd name="T98" fmla="*/ 31 w 4499"/>
                <a:gd name="T99" fmla="*/ 657 h 1133"/>
                <a:gd name="T100" fmla="*/ 4 w 4499"/>
                <a:gd name="T101" fmla="*/ 599 h 1133"/>
                <a:gd name="T102" fmla="*/ 4 w 4499"/>
                <a:gd name="T103" fmla="*/ 534 h 1133"/>
                <a:gd name="T104" fmla="*/ 31 w 4499"/>
                <a:gd name="T105" fmla="*/ 476 h 1133"/>
                <a:gd name="T106" fmla="*/ 81 w 4499"/>
                <a:gd name="T107" fmla="*/ 437 h 1133"/>
                <a:gd name="T108" fmla="*/ 144 w 4499"/>
                <a:gd name="T109" fmla="*/ 423 h 1133"/>
                <a:gd name="T110" fmla="*/ 917 w 4499"/>
                <a:gd name="T111" fmla="*/ 363 h 1133"/>
                <a:gd name="T112" fmla="*/ 975 w 4499"/>
                <a:gd name="T113" fmla="*/ 255 h 1133"/>
                <a:gd name="T114" fmla="*/ 1051 w 4499"/>
                <a:gd name="T115" fmla="*/ 160 h 1133"/>
                <a:gd name="T116" fmla="*/ 1149 w 4499"/>
                <a:gd name="T117" fmla="*/ 85 h 1133"/>
                <a:gd name="T118" fmla="*/ 1260 w 4499"/>
                <a:gd name="T119" fmla="*/ 32 h 1133"/>
                <a:gd name="T120" fmla="*/ 1383 w 4499"/>
                <a:gd name="T121" fmla="*/ 3 h 1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499" h="1133">
                  <a:moveTo>
                    <a:pt x="1447" y="288"/>
                  </a:moveTo>
                  <a:lnTo>
                    <a:pt x="1402" y="292"/>
                  </a:lnTo>
                  <a:lnTo>
                    <a:pt x="1360" y="303"/>
                  </a:lnTo>
                  <a:lnTo>
                    <a:pt x="1318" y="319"/>
                  </a:lnTo>
                  <a:lnTo>
                    <a:pt x="1283" y="342"/>
                  </a:lnTo>
                  <a:lnTo>
                    <a:pt x="1250" y="370"/>
                  </a:lnTo>
                  <a:lnTo>
                    <a:pt x="1223" y="402"/>
                  </a:lnTo>
                  <a:lnTo>
                    <a:pt x="1199" y="439"/>
                  </a:lnTo>
                  <a:lnTo>
                    <a:pt x="1183" y="479"/>
                  </a:lnTo>
                  <a:lnTo>
                    <a:pt x="1172" y="521"/>
                  </a:lnTo>
                  <a:lnTo>
                    <a:pt x="1168" y="567"/>
                  </a:lnTo>
                  <a:lnTo>
                    <a:pt x="1172" y="612"/>
                  </a:lnTo>
                  <a:lnTo>
                    <a:pt x="1183" y="654"/>
                  </a:lnTo>
                  <a:lnTo>
                    <a:pt x="1199" y="694"/>
                  </a:lnTo>
                  <a:lnTo>
                    <a:pt x="1223" y="731"/>
                  </a:lnTo>
                  <a:lnTo>
                    <a:pt x="1250" y="763"/>
                  </a:lnTo>
                  <a:lnTo>
                    <a:pt x="1283" y="791"/>
                  </a:lnTo>
                  <a:lnTo>
                    <a:pt x="1318" y="814"/>
                  </a:lnTo>
                  <a:lnTo>
                    <a:pt x="1360" y="830"/>
                  </a:lnTo>
                  <a:lnTo>
                    <a:pt x="1402" y="841"/>
                  </a:lnTo>
                  <a:lnTo>
                    <a:pt x="1447" y="846"/>
                  </a:lnTo>
                  <a:lnTo>
                    <a:pt x="1492" y="841"/>
                  </a:lnTo>
                  <a:lnTo>
                    <a:pt x="1535" y="830"/>
                  </a:lnTo>
                  <a:lnTo>
                    <a:pt x="1574" y="814"/>
                  </a:lnTo>
                  <a:lnTo>
                    <a:pt x="1611" y="791"/>
                  </a:lnTo>
                  <a:lnTo>
                    <a:pt x="1644" y="763"/>
                  </a:lnTo>
                  <a:lnTo>
                    <a:pt x="1672" y="731"/>
                  </a:lnTo>
                  <a:lnTo>
                    <a:pt x="1695" y="694"/>
                  </a:lnTo>
                  <a:lnTo>
                    <a:pt x="1711" y="654"/>
                  </a:lnTo>
                  <a:lnTo>
                    <a:pt x="1722" y="612"/>
                  </a:lnTo>
                  <a:lnTo>
                    <a:pt x="1726" y="567"/>
                  </a:lnTo>
                  <a:lnTo>
                    <a:pt x="1722" y="521"/>
                  </a:lnTo>
                  <a:lnTo>
                    <a:pt x="1711" y="479"/>
                  </a:lnTo>
                  <a:lnTo>
                    <a:pt x="1695" y="439"/>
                  </a:lnTo>
                  <a:lnTo>
                    <a:pt x="1672" y="402"/>
                  </a:lnTo>
                  <a:lnTo>
                    <a:pt x="1644" y="370"/>
                  </a:lnTo>
                  <a:lnTo>
                    <a:pt x="1611" y="342"/>
                  </a:lnTo>
                  <a:lnTo>
                    <a:pt x="1574" y="319"/>
                  </a:lnTo>
                  <a:lnTo>
                    <a:pt x="1535" y="303"/>
                  </a:lnTo>
                  <a:lnTo>
                    <a:pt x="1492" y="292"/>
                  </a:lnTo>
                  <a:lnTo>
                    <a:pt x="1447" y="288"/>
                  </a:lnTo>
                  <a:close/>
                  <a:moveTo>
                    <a:pt x="1447" y="0"/>
                  </a:moveTo>
                  <a:lnTo>
                    <a:pt x="1447" y="0"/>
                  </a:lnTo>
                  <a:lnTo>
                    <a:pt x="1511" y="3"/>
                  </a:lnTo>
                  <a:lnTo>
                    <a:pt x="1574" y="14"/>
                  </a:lnTo>
                  <a:lnTo>
                    <a:pt x="1635" y="32"/>
                  </a:lnTo>
                  <a:lnTo>
                    <a:pt x="1692" y="55"/>
                  </a:lnTo>
                  <a:lnTo>
                    <a:pt x="1746" y="85"/>
                  </a:lnTo>
                  <a:lnTo>
                    <a:pt x="1796" y="121"/>
                  </a:lnTo>
                  <a:lnTo>
                    <a:pt x="1841" y="160"/>
                  </a:lnTo>
                  <a:lnTo>
                    <a:pt x="1884" y="206"/>
                  </a:lnTo>
                  <a:lnTo>
                    <a:pt x="1919" y="255"/>
                  </a:lnTo>
                  <a:lnTo>
                    <a:pt x="1951" y="307"/>
                  </a:lnTo>
                  <a:lnTo>
                    <a:pt x="1977" y="363"/>
                  </a:lnTo>
                  <a:lnTo>
                    <a:pt x="1996" y="423"/>
                  </a:lnTo>
                  <a:lnTo>
                    <a:pt x="4355" y="423"/>
                  </a:lnTo>
                  <a:lnTo>
                    <a:pt x="4388" y="426"/>
                  </a:lnTo>
                  <a:lnTo>
                    <a:pt x="4418" y="437"/>
                  </a:lnTo>
                  <a:lnTo>
                    <a:pt x="4444" y="454"/>
                  </a:lnTo>
                  <a:lnTo>
                    <a:pt x="4467" y="476"/>
                  </a:lnTo>
                  <a:lnTo>
                    <a:pt x="4484" y="504"/>
                  </a:lnTo>
                  <a:lnTo>
                    <a:pt x="4495" y="534"/>
                  </a:lnTo>
                  <a:lnTo>
                    <a:pt x="4499" y="567"/>
                  </a:lnTo>
                  <a:lnTo>
                    <a:pt x="4495" y="599"/>
                  </a:lnTo>
                  <a:lnTo>
                    <a:pt x="4484" y="629"/>
                  </a:lnTo>
                  <a:lnTo>
                    <a:pt x="4467" y="657"/>
                  </a:lnTo>
                  <a:lnTo>
                    <a:pt x="4444" y="679"/>
                  </a:lnTo>
                  <a:lnTo>
                    <a:pt x="4418" y="696"/>
                  </a:lnTo>
                  <a:lnTo>
                    <a:pt x="4388" y="707"/>
                  </a:lnTo>
                  <a:lnTo>
                    <a:pt x="4355" y="710"/>
                  </a:lnTo>
                  <a:lnTo>
                    <a:pt x="1996" y="710"/>
                  </a:lnTo>
                  <a:lnTo>
                    <a:pt x="1977" y="770"/>
                  </a:lnTo>
                  <a:lnTo>
                    <a:pt x="1951" y="826"/>
                  </a:lnTo>
                  <a:lnTo>
                    <a:pt x="1919" y="880"/>
                  </a:lnTo>
                  <a:lnTo>
                    <a:pt x="1884" y="928"/>
                  </a:lnTo>
                  <a:lnTo>
                    <a:pt x="1841" y="973"/>
                  </a:lnTo>
                  <a:lnTo>
                    <a:pt x="1796" y="1012"/>
                  </a:lnTo>
                  <a:lnTo>
                    <a:pt x="1746" y="1048"/>
                  </a:lnTo>
                  <a:lnTo>
                    <a:pt x="1692" y="1078"/>
                  </a:lnTo>
                  <a:lnTo>
                    <a:pt x="1635" y="1101"/>
                  </a:lnTo>
                  <a:lnTo>
                    <a:pt x="1574" y="1119"/>
                  </a:lnTo>
                  <a:lnTo>
                    <a:pt x="1511" y="1130"/>
                  </a:lnTo>
                  <a:lnTo>
                    <a:pt x="1447" y="1133"/>
                  </a:lnTo>
                  <a:lnTo>
                    <a:pt x="1383" y="1130"/>
                  </a:lnTo>
                  <a:lnTo>
                    <a:pt x="1320" y="1119"/>
                  </a:lnTo>
                  <a:lnTo>
                    <a:pt x="1260" y="1101"/>
                  </a:lnTo>
                  <a:lnTo>
                    <a:pt x="1202" y="1078"/>
                  </a:lnTo>
                  <a:lnTo>
                    <a:pt x="1149" y="1048"/>
                  </a:lnTo>
                  <a:lnTo>
                    <a:pt x="1098" y="1012"/>
                  </a:lnTo>
                  <a:lnTo>
                    <a:pt x="1053" y="973"/>
                  </a:lnTo>
                  <a:lnTo>
                    <a:pt x="1010" y="928"/>
                  </a:lnTo>
                  <a:lnTo>
                    <a:pt x="975" y="880"/>
                  </a:lnTo>
                  <a:lnTo>
                    <a:pt x="943" y="826"/>
                  </a:lnTo>
                  <a:lnTo>
                    <a:pt x="917" y="770"/>
                  </a:lnTo>
                  <a:lnTo>
                    <a:pt x="898" y="710"/>
                  </a:lnTo>
                  <a:lnTo>
                    <a:pt x="144" y="710"/>
                  </a:lnTo>
                  <a:lnTo>
                    <a:pt x="111" y="707"/>
                  </a:lnTo>
                  <a:lnTo>
                    <a:pt x="81" y="696"/>
                  </a:lnTo>
                  <a:lnTo>
                    <a:pt x="53" y="679"/>
                  </a:lnTo>
                  <a:lnTo>
                    <a:pt x="31" y="657"/>
                  </a:lnTo>
                  <a:lnTo>
                    <a:pt x="15" y="629"/>
                  </a:lnTo>
                  <a:lnTo>
                    <a:pt x="4" y="599"/>
                  </a:lnTo>
                  <a:lnTo>
                    <a:pt x="0" y="567"/>
                  </a:lnTo>
                  <a:lnTo>
                    <a:pt x="4" y="534"/>
                  </a:lnTo>
                  <a:lnTo>
                    <a:pt x="15" y="504"/>
                  </a:lnTo>
                  <a:lnTo>
                    <a:pt x="31" y="476"/>
                  </a:lnTo>
                  <a:lnTo>
                    <a:pt x="53" y="454"/>
                  </a:lnTo>
                  <a:lnTo>
                    <a:pt x="81" y="437"/>
                  </a:lnTo>
                  <a:lnTo>
                    <a:pt x="111" y="426"/>
                  </a:lnTo>
                  <a:lnTo>
                    <a:pt x="144" y="423"/>
                  </a:lnTo>
                  <a:lnTo>
                    <a:pt x="898" y="423"/>
                  </a:lnTo>
                  <a:lnTo>
                    <a:pt x="917" y="363"/>
                  </a:lnTo>
                  <a:lnTo>
                    <a:pt x="943" y="307"/>
                  </a:lnTo>
                  <a:lnTo>
                    <a:pt x="975" y="255"/>
                  </a:lnTo>
                  <a:lnTo>
                    <a:pt x="1010" y="206"/>
                  </a:lnTo>
                  <a:lnTo>
                    <a:pt x="1051" y="160"/>
                  </a:lnTo>
                  <a:lnTo>
                    <a:pt x="1098" y="121"/>
                  </a:lnTo>
                  <a:lnTo>
                    <a:pt x="1149" y="85"/>
                  </a:lnTo>
                  <a:lnTo>
                    <a:pt x="1202" y="55"/>
                  </a:lnTo>
                  <a:lnTo>
                    <a:pt x="1260" y="32"/>
                  </a:lnTo>
                  <a:lnTo>
                    <a:pt x="1320" y="14"/>
                  </a:lnTo>
                  <a:lnTo>
                    <a:pt x="1383" y="3"/>
                  </a:lnTo>
                  <a:lnTo>
                    <a:pt x="144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Freeform 12"/>
            <p:cNvSpPr>
              <a:spLocks noEditPoints="1"/>
            </p:cNvSpPr>
            <p:nvPr/>
          </p:nvSpPr>
          <p:spPr bwMode="auto">
            <a:xfrm>
              <a:off x="-1252538" y="2822575"/>
              <a:ext cx="2381251" cy="600075"/>
            </a:xfrm>
            <a:custGeom>
              <a:avLst/>
              <a:gdLst>
                <a:gd name="T0" fmla="*/ 2800 w 4499"/>
                <a:gd name="T1" fmla="*/ 293 h 1134"/>
                <a:gd name="T2" fmla="*/ 2718 w 4499"/>
                <a:gd name="T3" fmla="*/ 320 h 1134"/>
                <a:gd name="T4" fmla="*/ 2648 w 4499"/>
                <a:gd name="T5" fmla="*/ 371 h 1134"/>
                <a:gd name="T6" fmla="*/ 2597 w 4499"/>
                <a:gd name="T7" fmla="*/ 439 h 1134"/>
                <a:gd name="T8" fmla="*/ 2570 w 4499"/>
                <a:gd name="T9" fmla="*/ 522 h 1134"/>
                <a:gd name="T10" fmla="*/ 2570 w 4499"/>
                <a:gd name="T11" fmla="*/ 611 h 1134"/>
                <a:gd name="T12" fmla="*/ 2597 w 4499"/>
                <a:gd name="T13" fmla="*/ 695 h 1134"/>
                <a:gd name="T14" fmla="*/ 2648 w 4499"/>
                <a:gd name="T15" fmla="*/ 763 h 1134"/>
                <a:gd name="T16" fmla="*/ 2718 w 4499"/>
                <a:gd name="T17" fmla="*/ 814 h 1134"/>
                <a:gd name="T18" fmla="*/ 2800 w 4499"/>
                <a:gd name="T19" fmla="*/ 841 h 1134"/>
                <a:gd name="T20" fmla="*/ 2890 w 4499"/>
                <a:gd name="T21" fmla="*/ 841 h 1134"/>
                <a:gd name="T22" fmla="*/ 2974 w 4499"/>
                <a:gd name="T23" fmla="*/ 814 h 1134"/>
                <a:gd name="T24" fmla="*/ 3042 w 4499"/>
                <a:gd name="T25" fmla="*/ 763 h 1134"/>
                <a:gd name="T26" fmla="*/ 3093 w 4499"/>
                <a:gd name="T27" fmla="*/ 695 h 1134"/>
                <a:gd name="T28" fmla="*/ 3120 w 4499"/>
                <a:gd name="T29" fmla="*/ 611 h 1134"/>
                <a:gd name="T30" fmla="*/ 3120 w 4499"/>
                <a:gd name="T31" fmla="*/ 522 h 1134"/>
                <a:gd name="T32" fmla="*/ 3093 w 4499"/>
                <a:gd name="T33" fmla="*/ 439 h 1134"/>
                <a:gd name="T34" fmla="*/ 3042 w 4499"/>
                <a:gd name="T35" fmla="*/ 371 h 1134"/>
                <a:gd name="T36" fmla="*/ 2974 w 4499"/>
                <a:gd name="T37" fmla="*/ 320 h 1134"/>
                <a:gd name="T38" fmla="*/ 2890 w 4499"/>
                <a:gd name="T39" fmla="*/ 293 h 1134"/>
                <a:gd name="T40" fmla="*/ 2845 w 4499"/>
                <a:gd name="T41" fmla="*/ 0 h 1134"/>
                <a:gd name="T42" fmla="*/ 2972 w 4499"/>
                <a:gd name="T43" fmla="*/ 15 h 1134"/>
                <a:gd name="T44" fmla="*/ 3090 w 4499"/>
                <a:gd name="T45" fmla="*/ 56 h 1134"/>
                <a:gd name="T46" fmla="*/ 3194 w 4499"/>
                <a:gd name="T47" fmla="*/ 120 h 1134"/>
                <a:gd name="T48" fmla="*/ 3282 w 4499"/>
                <a:gd name="T49" fmla="*/ 205 h 1134"/>
                <a:gd name="T50" fmla="*/ 3349 w 4499"/>
                <a:gd name="T51" fmla="*/ 308 h 1134"/>
                <a:gd name="T52" fmla="*/ 3394 w 4499"/>
                <a:gd name="T53" fmla="*/ 423 h 1134"/>
                <a:gd name="T54" fmla="*/ 4388 w 4499"/>
                <a:gd name="T55" fmla="*/ 427 h 1134"/>
                <a:gd name="T56" fmla="*/ 4444 w 4499"/>
                <a:gd name="T57" fmla="*/ 454 h 1134"/>
                <a:gd name="T58" fmla="*/ 4484 w 4499"/>
                <a:gd name="T59" fmla="*/ 503 h 1134"/>
                <a:gd name="T60" fmla="*/ 4499 w 4499"/>
                <a:gd name="T61" fmla="*/ 568 h 1134"/>
                <a:gd name="T62" fmla="*/ 4484 w 4499"/>
                <a:gd name="T63" fmla="*/ 630 h 1134"/>
                <a:gd name="T64" fmla="*/ 4445 w 4499"/>
                <a:gd name="T65" fmla="*/ 680 h 1134"/>
                <a:gd name="T66" fmla="*/ 4388 w 4499"/>
                <a:gd name="T67" fmla="*/ 707 h 1134"/>
                <a:gd name="T68" fmla="*/ 3394 w 4499"/>
                <a:gd name="T69" fmla="*/ 711 h 1134"/>
                <a:gd name="T70" fmla="*/ 3349 w 4499"/>
                <a:gd name="T71" fmla="*/ 826 h 1134"/>
                <a:gd name="T72" fmla="*/ 3282 w 4499"/>
                <a:gd name="T73" fmla="*/ 929 h 1134"/>
                <a:gd name="T74" fmla="*/ 3194 w 4499"/>
                <a:gd name="T75" fmla="*/ 1013 h 1134"/>
                <a:gd name="T76" fmla="*/ 3090 w 4499"/>
                <a:gd name="T77" fmla="*/ 1078 h 1134"/>
                <a:gd name="T78" fmla="*/ 2972 w 4499"/>
                <a:gd name="T79" fmla="*/ 1119 h 1134"/>
                <a:gd name="T80" fmla="*/ 2845 w 4499"/>
                <a:gd name="T81" fmla="*/ 1134 h 1134"/>
                <a:gd name="T82" fmla="*/ 2718 w 4499"/>
                <a:gd name="T83" fmla="*/ 1119 h 1134"/>
                <a:gd name="T84" fmla="*/ 2600 w 4499"/>
                <a:gd name="T85" fmla="*/ 1078 h 1134"/>
                <a:gd name="T86" fmla="*/ 2496 w 4499"/>
                <a:gd name="T87" fmla="*/ 1013 h 1134"/>
                <a:gd name="T88" fmla="*/ 2408 w 4499"/>
                <a:gd name="T89" fmla="*/ 929 h 1134"/>
                <a:gd name="T90" fmla="*/ 2341 w 4499"/>
                <a:gd name="T91" fmla="*/ 826 h 1134"/>
                <a:gd name="T92" fmla="*/ 2296 w 4499"/>
                <a:gd name="T93" fmla="*/ 711 h 1134"/>
                <a:gd name="T94" fmla="*/ 111 w 4499"/>
                <a:gd name="T95" fmla="*/ 707 h 1134"/>
                <a:gd name="T96" fmla="*/ 53 w 4499"/>
                <a:gd name="T97" fmla="*/ 680 h 1134"/>
                <a:gd name="T98" fmla="*/ 15 w 4499"/>
                <a:gd name="T99" fmla="*/ 630 h 1134"/>
                <a:gd name="T100" fmla="*/ 0 w 4499"/>
                <a:gd name="T101" fmla="*/ 568 h 1134"/>
                <a:gd name="T102" fmla="*/ 15 w 4499"/>
                <a:gd name="T103" fmla="*/ 503 h 1134"/>
                <a:gd name="T104" fmla="*/ 53 w 4499"/>
                <a:gd name="T105" fmla="*/ 454 h 1134"/>
                <a:gd name="T106" fmla="*/ 111 w 4499"/>
                <a:gd name="T107" fmla="*/ 427 h 1134"/>
                <a:gd name="T108" fmla="*/ 2296 w 4499"/>
                <a:gd name="T109" fmla="*/ 423 h 1134"/>
                <a:gd name="T110" fmla="*/ 2341 w 4499"/>
                <a:gd name="T111" fmla="*/ 308 h 1134"/>
                <a:gd name="T112" fmla="*/ 2408 w 4499"/>
                <a:gd name="T113" fmla="*/ 205 h 1134"/>
                <a:gd name="T114" fmla="*/ 2496 w 4499"/>
                <a:gd name="T115" fmla="*/ 120 h 1134"/>
                <a:gd name="T116" fmla="*/ 2600 w 4499"/>
                <a:gd name="T117" fmla="*/ 56 h 1134"/>
                <a:gd name="T118" fmla="*/ 2718 w 4499"/>
                <a:gd name="T119" fmla="*/ 15 h 1134"/>
                <a:gd name="T120" fmla="*/ 2845 w 4499"/>
                <a:gd name="T121" fmla="*/ 0 h 1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499" h="1134">
                  <a:moveTo>
                    <a:pt x="2845" y="289"/>
                  </a:moveTo>
                  <a:lnTo>
                    <a:pt x="2800" y="293"/>
                  </a:lnTo>
                  <a:lnTo>
                    <a:pt x="2757" y="302"/>
                  </a:lnTo>
                  <a:lnTo>
                    <a:pt x="2718" y="320"/>
                  </a:lnTo>
                  <a:lnTo>
                    <a:pt x="2681" y="342"/>
                  </a:lnTo>
                  <a:lnTo>
                    <a:pt x="2648" y="371"/>
                  </a:lnTo>
                  <a:lnTo>
                    <a:pt x="2620" y="402"/>
                  </a:lnTo>
                  <a:lnTo>
                    <a:pt x="2597" y="439"/>
                  </a:lnTo>
                  <a:lnTo>
                    <a:pt x="2581" y="479"/>
                  </a:lnTo>
                  <a:lnTo>
                    <a:pt x="2570" y="522"/>
                  </a:lnTo>
                  <a:lnTo>
                    <a:pt x="2566" y="568"/>
                  </a:lnTo>
                  <a:lnTo>
                    <a:pt x="2570" y="611"/>
                  </a:lnTo>
                  <a:lnTo>
                    <a:pt x="2581" y="655"/>
                  </a:lnTo>
                  <a:lnTo>
                    <a:pt x="2597" y="695"/>
                  </a:lnTo>
                  <a:lnTo>
                    <a:pt x="2620" y="732"/>
                  </a:lnTo>
                  <a:lnTo>
                    <a:pt x="2648" y="763"/>
                  </a:lnTo>
                  <a:lnTo>
                    <a:pt x="2681" y="792"/>
                  </a:lnTo>
                  <a:lnTo>
                    <a:pt x="2718" y="814"/>
                  </a:lnTo>
                  <a:lnTo>
                    <a:pt x="2757" y="832"/>
                  </a:lnTo>
                  <a:lnTo>
                    <a:pt x="2800" y="841"/>
                  </a:lnTo>
                  <a:lnTo>
                    <a:pt x="2845" y="845"/>
                  </a:lnTo>
                  <a:lnTo>
                    <a:pt x="2890" y="841"/>
                  </a:lnTo>
                  <a:lnTo>
                    <a:pt x="2933" y="832"/>
                  </a:lnTo>
                  <a:lnTo>
                    <a:pt x="2974" y="814"/>
                  </a:lnTo>
                  <a:lnTo>
                    <a:pt x="3009" y="792"/>
                  </a:lnTo>
                  <a:lnTo>
                    <a:pt x="3042" y="763"/>
                  </a:lnTo>
                  <a:lnTo>
                    <a:pt x="3070" y="732"/>
                  </a:lnTo>
                  <a:lnTo>
                    <a:pt x="3093" y="695"/>
                  </a:lnTo>
                  <a:lnTo>
                    <a:pt x="3109" y="655"/>
                  </a:lnTo>
                  <a:lnTo>
                    <a:pt x="3120" y="611"/>
                  </a:lnTo>
                  <a:lnTo>
                    <a:pt x="3124" y="568"/>
                  </a:lnTo>
                  <a:lnTo>
                    <a:pt x="3120" y="522"/>
                  </a:lnTo>
                  <a:lnTo>
                    <a:pt x="3109" y="479"/>
                  </a:lnTo>
                  <a:lnTo>
                    <a:pt x="3093" y="439"/>
                  </a:lnTo>
                  <a:lnTo>
                    <a:pt x="3070" y="402"/>
                  </a:lnTo>
                  <a:lnTo>
                    <a:pt x="3042" y="371"/>
                  </a:lnTo>
                  <a:lnTo>
                    <a:pt x="3009" y="342"/>
                  </a:lnTo>
                  <a:lnTo>
                    <a:pt x="2974" y="320"/>
                  </a:lnTo>
                  <a:lnTo>
                    <a:pt x="2933" y="302"/>
                  </a:lnTo>
                  <a:lnTo>
                    <a:pt x="2890" y="293"/>
                  </a:lnTo>
                  <a:lnTo>
                    <a:pt x="2845" y="289"/>
                  </a:lnTo>
                  <a:close/>
                  <a:moveTo>
                    <a:pt x="2845" y="0"/>
                  </a:moveTo>
                  <a:lnTo>
                    <a:pt x="2909" y="4"/>
                  </a:lnTo>
                  <a:lnTo>
                    <a:pt x="2972" y="15"/>
                  </a:lnTo>
                  <a:lnTo>
                    <a:pt x="3033" y="33"/>
                  </a:lnTo>
                  <a:lnTo>
                    <a:pt x="3090" y="56"/>
                  </a:lnTo>
                  <a:lnTo>
                    <a:pt x="3143" y="85"/>
                  </a:lnTo>
                  <a:lnTo>
                    <a:pt x="3194" y="120"/>
                  </a:lnTo>
                  <a:lnTo>
                    <a:pt x="3239" y="160"/>
                  </a:lnTo>
                  <a:lnTo>
                    <a:pt x="3282" y="205"/>
                  </a:lnTo>
                  <a:lnTo>
                    <a:pt x="3317" y="254"/>
                  </a:lnTo>
                  <a:lnTo>
                    <a:pt x="3349" y="308"/>
                  </a:lnTo>
                  <a:lnTo>
                    <a:pt x="3375" y="364"/>
                  </a:lnTo>
                  <a:lnTo>
                    <a:pt x="3394" y="423"/>
                  </a:lnTo>
                  <a:lnTo>
                    <a:pt x="4355" y="423"/>
                  </a:lnTo>
                  <a:lnTo>
                    <a:pt x="4388" y="427"/>
                  </a:lnTo>
                  <a:lnTo>
                    <a:pt x="4418" y="438"/>
                  </a:lnTo>
                  <a:lnTo>
                    <a:pt x="4444" y="454"/>
                  </a:lnTo>
                  <a:lnTo>
                    <a:pt x="4467" y="477"/>
                  </a:lnTo>
                  <a:lnTo>
                    <a:pt x="4484" y="503"/>
                  </a:lnTo>
                  <a:lnTo>
                    <a:pt x="4495" y="533"/>
                  </a:lnTo>
                  <a:lnTo>
                    <a:pt x="4499" y="568"/>
                  </a:lnTo>
                  <a:lnTo>
                    <a:pt x="4495" y="600"/>
                  </a:lnTo>
                  <a:lnTo>
                    <a:pt x="4484" y="630"/>
                  </a:lnTo>
                  <a:lnTo>
                    <a:pt x="4467" y="656"/>
                  </a:lnTo>
                  <a:lnTo>
                    <a:pt x="4445" y="680"/>
                  </a:lnTo>
                  <a:lnTo>
                    <a:pt x="4418" y="696"/>
                  </a:lnTo>
                  <a:lnTo>
                    <a:pt x="4388" y="707"/>
                  </a:lnTo>
                  <a:lnTo>
                    <a:pt x="4355" y="711"/>
                  </a:lnTo>
                  <a:lnTo>
                    <a:pt x="3394" y="711"/>
                  </a:lnTo>
                  <a:lnTo>
                    <a:pt x="3375" y="770"/>
                  </a:lnTo>
                  <a:lnTo>
                    <a:pt x="3349" y="826"/>
                  </a:lnTo>
                  <a:lnTo>
                    <a:pt x="3317" y="879"/>
                  </a:lnTo>
                  <a:lnTo>
                    <a:pt x="3282" y="929"/>
                  </a:lnTo>
                  <a:lnTo>
                    <a:pt x="3239" y="974"/>
                  </a:lnTo>
                  <a:lnTo>
                    <a:pt x="3194" y="1013"/>
                  </a:lnTo>
                  <a:lnTo>
                    <a:pt x="3143" y="1048"/>
                  </a:lnTo>
                  <a:lnTo>
                    <a:pt x="3090" y="1078"/>
                  </a:lnTo>
                  <a:lnTo>
                    <a:pt x="3033" y="1101"/>
                  </a:lnTo>
                  <a:lnTo>
                    <a:pt x="2972" y="1119"/>
                  </a:lnTo>
                  <a:lnTo>
                    <a:pt x="2909" y="1130"/>
                  </a:lnTo>
                  <a:lnTo>
                    <a:pt x="2845" y="1134"/>
                  </a:lnTo>
                  <a:lnTo>
                    <a:pt x="2781" y="1130"/>
                  </a:lnTo>
                  <a:lnTo>
                    <a:pt x="2718" y="1119"/>
                  </a:lnTo>
                  <a:lnTo>
                    <a:pt x="2657" y="1101"/>
                  </a:lnTo>
                  <a:lnTo>
                    <a:pt x="2600" y="1078"/>
                  </a:lnTo>
                  <a:lnTo>
                    <a:pt x="2547" y="1048"/>
                  </a:lnTo>
                  <a:lnTo>
                    <a:pt x="2496" y="1013"/>
                  </a:lnTo>
                  <a:lnTo>
                    <a:pt x="2451" y="974"/>
                  </a:lnTo>
                  <a:lnTo>
                    <a:pt x="2408" y="929"/>
                  </a:lnTo>
                  <a:lnTo>
                    <a:pt x="2373" y="879"/>
                  </a:lnTo>
                  <a:lnTo>
                    <a:pt x="2341" y="826"/>
                  </a:lnTo>
                  <a:lnTo>
                    <a:pt x="2315" y="770"/>
                  </a:lnTo>
                  <a:lnTo>
                    <a:pt x="2296" y="711"/>
                  </a:lnTo>
                  <a:lnTo>
                    <a:pt x="144" y="711"/>
                  </a:lnTo>
                  <a:lnTo>
                    <a:pt x="111" y="707"/>
                  </a:lnTo>
                  <a:lnTo>
                    <a:pt x="81" y="696"/>
                  </a:lnTo>
                  <a:lnTo>
                    <a:pt x="53" y="680"/>
                  </a:lnTo>
                  <a:lnTo>
                    <a:pt x="31" y="656"/>
                  </a:lnTo>
                  <a:lnTo>
                    <a:pt x="15" y="630"/>
                  </a:lnTo>
                  <a:lnTo>
                    <a:pt x="4" y="600"/>
                  </a:lnTo>
                  <a:lnTo>
                    <a:pt x="0" y="568"/>
                  </a:lnTo>
                  <a:lnTo>
                    <a:pt x="4" y="533"/>
                  </a:lnTo>
                  <a:lnTo>
                    <a:pt x="15" y="503"/>
                  </a:lnTo>
                  <a:lnTo>
                    <a:pt x="31" y="477"/>
                  </a:lnTo>
                  <a:lnTo>
                    <a:pt x="53" y="454"/>
                  </a:lnTo>
                  <a:lnTo>
                    <a:pt x="81" y="438"/>
                  </a:lnTo>
                  <a:lnTo>
                    <a:pt x="111" y="427"/>
                  </a:lnTo>
                  <a:lnTo>
                    <a:pt x="144" y="423"/>
                  </a:lnTo>
                  <a:lnTo>
                    <a:pt x="2296" y="423"/>
                  </a:lnTo>
                  <a:lnTo>
                    <a:pt x="2315" y="364"/>
                  </a:lnTo>
                  <a:lnTo>
                    <a:pt x="2341" y="308"/>
                  </a:lnTo>
                  <a:lnTo>
                    <a:pt x="2373" y="254"/>
                  </a:lnTo>
                  <a:lnTo>
                    <a:pt x="2408" y="205"/>
                  </a:lnTo>
                  <a:lnTo>
                    <a:pt x="2451" y="160"/>
                  </a:lnTo>
                  <a:lnTo>
                    <a:pt x="2496" y="120"/>
                  </a:lnTo>
                  <a:lnTo>
                    <a:pt x="2547" y="85"/>
                  </a:lnTo>
                  <a:lnTo>
                    <a:pt x="2600" y="56"/>
                  </a:lnTo>
                  <a:lnTo>
                    <a:pt x="2657" y="33"/>
                  </a:lnTo>
                  <a:lnTo>
                    <a:pt x="2718" y="15"/>
                  </a:lnTo>
                  <a:lnTo>
                    <a:pt x="2781" y="4"/>
                  </a:lnTo>
                  <a:lnTo>
                    <a:pt x="284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Freeform 13"/>
            <p:cNvSpPr>
              <a:spLocks noEditPoints="1"/>
            </p:cNvSpPr>
            <p:nvPr/>
          </p:nvSpPr>
          <p:spPr bwMode="auto">
            <a:xfrm>
              <a:off x="-1252538" y="3654425"/>
              <a:ext cx="2381251" cy="600075"/>
            </a:xfrm>
            <a:custGeom>
              <a:avLst/>
              <a:gdLst>
                <a:gd name="T0" fmla="*/ 1402 w 4499"/>
                <a:gd name="T1" fmla="*/ 291 h 1132"/>
                <a:gd name="T2" fmla="*/ 1318 w 4499"/>
                <a:gd name="T3" fmla="*/ 319 h 1132"/>
                <a:gd name="T4" fmla="*/ 1250 w 4499"/>
                <a:gd name="T5" fmla="*/ 369 h 1132"/>
                <a:gd name="T6" fmla="*/ 1199 w 4499"/>
                <a:gd name="T7" fmla="*/ 438 h 1132"/>
                <a:gd name="T8" fmla="*/ 1172 w 4499"/>
                <a:gd name="T9" fmla="*/ 521 h 1132"/>
                <a:gd name="T10" fmla="*/ 1172 w 4499"/>
                <a:gd name="T11" fmla="*/ 611 h 1132"/>
                <a:gd name="T12" fmla="*/ 1199 w 4499"/>
                <a:gd name="T13" fmla="*/ 693 h 1132"/>
                <a:gd name="T14" fmla="*/ 1250 w 4499"/>
                <a:gd name="T15" fmla="*/ 763 h 1132"/>
                <a:gd name="T16" fmla="*/ 1318 w 4499"/>
                <a:gd name="T17" fmla="*/ 814 h 1132"/>
                <a:gd name="T18" fmla="*/ 1402 w 4499"/>
                <a:gd name="T19" fmla="*/ 841 h 1132"/>
                <a:gd name="T20" fmla="*/ 1492 w 4499"/>
                <a:gd name="T21" fmla="*/ 841 h 1132"/>
                <a:gd name="T22" fmla="*/ 1574 w 4499"/>
                <a:gd name="T23" fmla="*/ 814 h 1132"/>
                <a:gd name="T24" fmla="*/ 1644 w 4499"/>
                <a:gd name="T25" fmla="*/ 763 h 1132"/>
                <a:gd name="T26" fmla="*/ 1695 w 4499"/>
                <a:gd name="T27" fmla="*/ 693 h 1132"/>
                <a:gd name="T28" fmla="*/ 1722 w 4499"/>
                <a:gd name="T29" fmla="*/ 611 h 1132"/>
                <a:gd name="T30" fmla="*/ 1722 w 4499"/>
                <a:gd name="T31" fmla="*/ 521 h 1132"/>
                <a:gd name="T32" fmla="*/ 1695 w 4499"/>
                <a:gd name="T33" fmla="*/ 438 h 1132"/>
                <a:gd name="T34" fmla="*/ 1644 w 4499"/>
                <a:gd name="T35" fmla="*/ 369 h 1132"/>
                <a:gd name="T36" fmla="*/ 1574 w 4499"/>
                <a:gd name="T37" fmla="*/ 319 h 1132"/>
                <a:gd name="T38" fmla="*/ 1492 w 4499"/>
                <a:gd name="T39" fmla="*/ 291 h 1132"/>
                <a:gd name="T40" fmla="*/ 1447 w 4499"/>
                <a:gd name="T41" fmla="*/ 0 h 1132"/>
                <a:gd name="T42" fmla="*/ 1574 w 4499"/>
                <a:gd name="T43" fmla="*/ 14 h 1132"/>
                <a:gd name="T44" fmla="*/ 1692 w 4499"/>
                <a:gd name="T45" fmla="*/ 55 h 1132"/>
                <a:gd name="T46" fmla="*/ 1796 w 4499"/>
                <a:gd name="T47" fmla="*/ 120 h 1132"/>
                <a:gd name="T48" fmla="*/ 1884 w 4499"/>
                <a:gd name="T49" fmla="*/ 205 h 1132"/>
                <a:gd name="T50" fmla="*/ 1951 w 4499"/>
                <a:gd name="T51" fmla="*/ 306 h 1132"/>
                <a:gd name="T52" fmla="*/ 1996 w 4499"/>
                <a:gd name="T53" fmla="*/ 423 h 1132"/>
                <a:gd name="T54" fmla="*/ 4388 w 4499"/>
                <a:gd name="T55" fmla="*/ 425 h 1132"/>
                <a:gd name="T56" fmla="*/ 4444 w 4499"/>
                <a:gd name="T57" fmla="*/ 454 h 1132"/>
                <a:gd name="T58" fmla="*/ 4484 w 4499"/>
                <a:gd name="T59" fmla="*/ 503 h 1132"/>
                <a:gd name="T60" fmla="*/ 4499 w 4499"/>
                <a:gd name="T61" fmla="*/ 566 h 1132"/>
                <a:gd name="T62" fmla="*/ 4484 w 4499"/>
                <a:gd name="T63" fmla="*/ 629 h 1132"/>
                <a:gd name="T64" fmla="*/ 4444 w 4499"/>
                <a:gd name="T65" fmla="*/ 678 h 1132"/>
                <a:gd name="T66" fmla="*/ 4388 w 4499"/>
                <a:gd name="T67" fmla="*/ 707 h 1132"/>
                <a:gd name="T68" fmla="*/ 1996 w 4499"/>
                <a:gd name="T69" fmla="*/ 710 h 1132"/>
                <a:gd name="T70" fmla="*/ 1951 w 4499"/>
                <a:gd name="T71" fmla="*/ 826 h 1132"/>
                <a:gd name="T72" fmla="*/ 1884 w 4499"/>
                <a:gd name="T73" fmla="*/ 927 h 1132"/>
                <a:gd name="T74" fmla="*/ 1796 w 4499"/>
                <a:gd name="T75" fmla="*/ 1012 h 1132"/>
                <a:gd name="T76" fmla="*/ 1692 w 4499"/>
                <a:gd name="T77" fmla="*/ 1078 h 1132"/>
                <a:gd name="T78" fmla="*/ 1574 w 4499"/>
                <a:gd name="T79" fmla="*/ 1119 h 1132"/>
                <a:gd name="T80" fmla="*/ 1447 w 4499"/>
                <a:gd name="T81" fmla="*/ 1132 h 1132"/>
                <a:gd name="T82" fmla="*/ 1320 w 4499"/>
                <a:gd name="T83" fmla="*/ 1119 h 1132"/>
                <a:gd name="T84" fmla="*/ 1202 w 4499"/>
                <a:gd name="T85" fmla="*/ 1078 h 1132"/>
                <a:gd name="T86" fmla="*/ 1098 w 4499"/>
                <a:gd name="T87" fmla="*/ 1012 h 1132"/>
                <a:gd name="T88" fmla="*/ 1010 w 4499"/>
                <a:gd name="T89" fmla="*/ 927 h 1132"/>
                <a:gd name="T90" fmla="*/ 943 w 4499"/>
                <a:gd name="T91" fmla="*/ 826 h 1132"/>
                <a:gd name="T92" fmla="*/ 898 w 4499"/>
                <a:gd name="T93" fmla="*/ 710 h 1132"/>
                <a:gd name="T94" fmla="*/ 111 w 4499"/>
                <a:gd name="T95" fmla="*/ 707 h 1132"/>
                <a:gd name="T96" fmla="*/ 53 w 4499"/>
                <a:gd name="T97" fmla="*/ 678 h 1132"/>
                <a:gd name="T98" fmla="*/ 15 w 4499"/>
                <a:gd name="T99" fmla="*/ 629 h 1132"/>
                <a:gd name="T100" fmla="*/ 0 w 4499"/>
                <a:gd name="T101" fmla="*/ 566 h 1132"/>
                <a:gd name="T102" fmla="*/ 15 w 4499"/>
                <a:gd name="T103" fmla="*/ 503 h 1132"/>
                <a:gd name="T104" fmla="*/ 53 w 4499"/>
                <a:gd name="T105" fmla="*/ 454 h 1132"/>
                <a:gd name="T106" fmla="*/ 111 w 4499"/>
                <a:gd name="T107" fmla="*/ 425 h 1132"/>
                <a:gd name="T108" fmla="*/ 898 w 4499"/>
                <a:gd name="T109" fmla="*/ 423 h 1132"/>
                <a:gd name="T110" fmla="*/ 943 w 4499"/>
                <a:gd name="T111" fmla="*/ 306 h 1132"/>
                <a:gd name="T112" fmla="*/ 1010 w 4499"/>
                <a:gd name="T113" fmla="*/ 205 h 1132"/>
                <a:gd name="T114" fmla="*/ 1098 w 4499"/>
                <a:gd name="T115" fmla="*/ 120 h 1132"/>
                <a:gd name="T116" fmla="*/ 1202 w 4499"/>
                <a:gd name="T117" fmla="*/ 55 h 1132"/>
                <a:gd name="T118" fmla="*/ 1320 w 4499"/>
                <a:gd name="T119" fmla="*/ 14 h 1132"/>
                <a:gd name="T120" fmla="*/ 1447 w 4499"/>
                <a:gd name="T121" fmla="*/ 0 h 1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499" h="1132">
                  <a:moveTo>
                    <a:pt x="1447" y="287"/>
                  </a:moveTo>
                  <a:lnTo>
                    <a:pt x="1402" y="291"/>
                  </a:lnTo>
                  <a:lnTo>
                    <a:pt x="1360" y="302"/>
                  </a:lnTo>
                  <a:lnTo>
                    <a:pt x="1318" y="319"/>
                  </a:lnTo>
                  <a:lnTo>
                    <a:pt x="1283" y="342"/>
                  </a:lnTo>
                  <a:lnTo>
                    <a:pt x="1250" y="369"/>
                  </a:lnTo>
                  <a:lnTo>
                    <a:pt x="1223" y="402"/>
                  </a:lnTo>
                  <a:lnTo>
                    <a:pt x="1199" y="438"/>
                  </a:lnTo>
                  <a:lnTo>
                    <a:pt x="1183" y="479"/>
                  </a:lnTo>
                  <a:lnTo>
                    <a:pt x="1172" y="521"/>
                  </a:lnTo>
                  <a:lnTo>
                    <a:pt x="1168" y="566"/>
                  </a:lnTo>
                  <a:lnTo>
                    <a:pt x="1172" y="611"/>
                  </a:lnTo>
                  <a:lnTo>
                    <a:pt x="1183" y="654"/>
                  </a:lnTo>
                  <a:lnTo>
                    <a:pt x="1199" y="693"/>
                  </a:lnTo>
                  <a:lnTo>
                    <a:pt x="1223" y="730"/>
                  </a:lnTo>
                  <a:lnTo>
                    <a:pt x="1250" y="763"/>
                  </a:lnTo>
                  <a:lnTo>
                    <a:pt x="1283" y="791"/>
                  </a:lnTo>
                  <a:lnTo>
                    <a:pt x="1318" y="814"/>
                  </a:lnTo>
                  <a:lnTo>
                    <a:pt x="1360" y="830"/>
                  </a:lnTo>
                  <a:lnTo>
                    <a:pt x="1402" y="841"/>
                  </a:lnTo>
                  <a:lnTo>
                    <a:pt x="1447" y="845"/>
                  </a:lnTo>
                  <a:lnTo>
                    <a:pt x="1492" y="841"/>
                  </a:lnTo>
                  <a:lnTo>
                    <a:pt x="1535" y="830"/>
                  </a:lnTo>
                  <a:lnTo>
                    <a:pt x="1574" y="814"/>
                  </a:lnTo>
                  <a:lnTo>
                    <a:pt x="1611" y="791"/>
                  </a:lnTo>
                  <a:lnTo>
                    <a:pt x="1644" y="763"/>
                  </a:lnTo>
                  <a:lnTo>
                    <a:pt x="1672" y="730"/>
                  </a:lnTo>
                  <a:lnTo>
                    <a:pt x="1695" y="693"/>
                  </a:lnTo>
                  <a:lnTo>
                    <a:pt x="1711" y="654"/>
                  </a:lnTo>
                  <a:lnTo>
                    <a:pt x="1722" y="611"/>
                  </a:lnTo>
                  <a:lnTo>
                    <a:pt x="1726" y="566"/>
                  </a:lnTo>
                  <a:lnTo>
                    <a:pt x="1722" y="521"/>
                  </a:lnTo>
                  <a:lnTo>
                    <a:pt x="1711" y="479"/>
                  </a:lnTo>
                  <a:lnTo>
                    <a:pt x="1695" y="438"/>
                  </a:lnTo>
                  <a:lnTo>
                    <a:pt x="1672" y="402"/>
                  </a:lnTo>
                  <a:lnTo>
                    <a:pt x="1644" y="369"/>
                  </a:lnTo>
                  <a:lnTo>
                    <a:pt x="1611" y="342"/>
                  </a:lnTo>
                  <a:lnTo>
                    <a:pt x="1574" y="319"/>
                  </a:lnTo>
                  <a:lnTo>
                    <a:pt x="1535" y="302"/>
                  </a:lnTo>
                  <a:lnTo>
                    <a:pt x="1492" y="291"/>
                  </a:lnTo>
                  <a:lnTo>
                    <a:pt x="1447" y="287"/>
                  </a:lnTo>
                  <a:close/>
                  <a:moveTo>
                    <a:pt x="1447" y="0"/>
                  </a:moveTo>
                  <a:lnTo>
                    <a:pt x="1511" y="3"/>
                  </a:lnTo>
                  <a:lnTo>
                    <a:pt x="1574" y="14"/>
                  </a:lnTo>
                  <a:lnTo>
                    <a:pt x="1635" y="32"/>
                  </a:lnTo>
                  <a:lnTo>
                    <a:pt x="1692" y="55"/>
                  </a:lnTo>
                  <a:lnTo>
                    <a:pt x="1746" y="85"/>
                  </a:lnTo>
                  <a:lnTo>
                    <a:pt x="1796" y="120"/>
                  </a:lnTo>
                  <a:lnTo>
                    <a:pt x="1841" y="160"/>
                  </a:lnTo>
                  <a:lnTo>
                    <a:pt x="1884" y="205"/>
                  </a:lnTo>
                  <a:lnTo>
                    <a:pt x="1919" y="253"/>
                  </a:lnTo>
                  <a:lnTo>
                    <a:pt x="1951" y="306"/>
                  </a:lnTo>
                  <a:lnTo>
                    <a:pt x="1977" y="362"/>
                  </a:lnTo>
                  <a:lnTo>
                    <a:pt x="1996" y="423"/>
                  </a:lnTo>
                  <a:lnTo>
                    <a:pt x="4355" y="423"/>
                  </a:lnTo>
                  <a:lnTo>
                    <a:pt x="4388" y="425"/>
                  </a:lnTo>
                  <a:lnTo>
                    <a:pt x="4418" y="436"/>
                  </a:lnTo>
                  <a:lnTo>
                    <a:pt x="4444" y="454"/>
                  </a:lnTo>
                  <a:lnTo>
                    <a:pt x="4467" y="476"/>
                  </a:lnTo>
                  <a:lnTo>
                    <a:pt x="4484" y="503"/>
                  </a:lnTo>
                  <a:lnTo>
                    <a:pt x="4495" y="533"/>
                  </a:lnTo>
                  <a:lnTo>
                    <a:pt x="4499" y="566"/>
                  </a:lnTo>
                  <a:lnTo>
                    <a:pt x="4495" y="599"/>
                  </a:lnTo>
                  <a:lnTo>
                    <a:pt x="4484" y="629"/>
                  </a:lnTo>
                  <a:lnTo>
                    <a:pt x="4467" y="656"/>
                  </a:lnTo>
                  <a:lnTo>
                    <a:pt x="4444" y="678"/>
                  </a:lnTo>
                  <a:lnTo>
                    <a:pt x="4418" y="696"/>
                  </a:lnTo>
                  <a:lnTo>
                    <a:pt x="4388" y="707"/>
                  </a:lnTo>
                  <a:lnTo>
                    <a:pt x="4355" y="710"/>
                  </a:lnTo>
                  <a:lnTo>
                    <a:pt x="1996" y="710"/>
                  </a:lnTo>
                  <a:lnTo>
                    <a:pt x="1977" y="770"/>
                  </a:lnTo>
                  <a:lnTo>
                    <a:pt x="1951" y="826"/>
                  </a:lnTo>
                  <a:lnTo>
                    <a:pt x="1919" y="879"/>
                  </a:lnTo>
                  <a:lnTo>
                    <a:pt x="1884" y="927"/>
                  </a:lnTo>
                  <a:lnTo>
                    <a:pt x="1841" y="972"/>
                  </a:lnTo>
                  <a:lnTo>
                    <a:pt x="1796" y="1012"/>
                  </a:lnTo>
                  <a:lnTo>
                    <a:pt x="1746" y="1048"/>
                  </a:lnTo>
                  <a:lnTo>
                    <a:pt x="1692" y="1078"/>
                  </a:lnTo>
                  <a:lnTo>
                    <a:pt x="1635" y="1101"/>
                  </a:lnTo>
                  <a:lnTo>
                    <a:pt x="1574" y="1119"/>
                  </a:lnTo>
                  <a:lnTo>
                    <a:pt x="1511" y="1130"/>
                  </a:lnTo>
                  <a:lnTo>
                    <a:pt x="1447" y="1132"/>
                  </a:lnTo>
                  <a:lnTo>
                    <a:pt x="1383" y="1130"/>
                  </a:lnTo>
                  <a:lnTo>
                    <a:pt x="1320" y="1119"/>
                  </a:lnTo>
                  <a:lnTo>
                    <a:pt x="1260" y="1101"/>
                  </a:lnTo>
                  <a:lnTo>
                    <a:pt x="1202" y="1078"/>
                  </a:lnTo>
                  <a:lnTo>
                    <a:pt x="1149" y="1048"/>
                  </a:lnTo>
                  <a:lnTo>
                    <a:pt x="1098" y="1012"/>
                  </a:lnTo>
                  <a:lnTo>
                    <a:pt x="1053" y="972"/>
                  </a:lnTo>
                  <a:lnTo>
                    <a:pt x="1010" y="927"/>
                  </a:lnTo>
                  <a:lnTo>
                    <a:pt x="975" y="879"/>
                  </a:lnTo>
                  <a:lnTo>
                    <a:pt x="943" y="826"/>
                  </a:lnTo>
                  <a:lnTo>
                    <a:pt x="917" y="770"/>
                  </a:lnTo>
                  <a:lnTo>
                    <a:pt x="898" y="710"/>
                  </a:lnTo>
                  <a:lnTo>
                    <a:pt x="144" y="710"/>
                  </a:lnTo>
                  <a:lnTo>
                    <a:pt x="111" y="707"/>
                  </a:lnTo>
                  <a:lnTo>
                    <a:pt x="81" y="696"/>
                  </a:lnTo>
                  <a:lnTo>
                    <a:pt x="53" y="678"/>
                  </a:lnTo>
                  <a:lnTo>
                    <a:pt x="31" y="656"/>
                  </a:lnTo>
                  <a:lnTo>
                    <a:pt x="15" y="629"/>
                  </a:lnTo>
                  <a:lnTo>
                    <a:pt x="4" y="599"/>
                  </a:lnTo>
                  <a:lnTo>
                    <a:pt x="0" y="566"/>
                  </a:lnTo>
                  <a:lnTo>
                    <a:pt x="4" y="533"/>
                  </a:lnTo>
                  <a:lnTo>
                    <a:pt x="15" y="503"/>
                  </a:lnTo>
                  <a:lnTo>
                    <a:pt x="31" y="476"/>
                  </a:lnTo>
                  <a:lnTo>
                    <a:pt x="53" y="454"/>
                  </a:lnTo>
                  <a:lnTo>
                    <a:pt x="81" y="436"/>
                  </a:lnTo>
                  <a:lnTo>
                    <a:pt x="111" y="425"/>
                  </a:lnTo>
                  <a:lnTo>
                    <a:pt x="144" y="423"/>
                  </a:lnTo>
                  <a:lnTo>
                    <a:pt x="898" y="423"/>
                  </a:lnTo>
                  <a:lnTo>
                    <a:pt x="917" y="362"/>
                  </a:lnTo>
                  <a:lnTo>
                    <a:pt x="943" y="306"/>
                  </a:lnTo>
                  <a:lnTo>
                    <a:pt x="975" y="253"/>
                  </a:lnTo>
                  <a:lnTo>
                    <a:pt x="1010" y="205"/>
                  </a:lnTo>
                  <a:lnTo>
                    <a:pt x="1051" y="160"/>
                  </a:lnTo>
                  <a:lnTo>
                    <a:pt x="1098" y="120"/>
                  </a:lnTo>
                  <a:lnTo>
                    <a:pt x="1149" y="85"/>
                  </a:lnTo>
                  <a:lnTo>
                    <a:pt x="1202" y="55"/>
                  </a:lnTo>
                  <a:lnTo>
                    <a:pt x="1260" y="32"/>
                  </a:lnTo>
                  <a:lnTo>
                    <a:pt x="1320" y="14"/>
                  </a:lnTo>
                  <a:lnTo>
                    <a:pt x="1383" y="3"/>
                  </a:lnTo>
                  <a:lnTo>
                    <a:pt x="144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72" name="Freeform 18"/>
          <p:cNvSpPr>
            <a:spLocks noEditPoints="1"/>
          </p:cNvSpPr>
          <p:nvPr/>
        </p:nvSpPr>
        <p:spPr bwMode="auto">
          <a:xfrm>
            <a:off x="1996606" y="3462325"/>
            <a:ext cx="567988" cy="591432"/>
          </a:xfrm>
          <a:custGeom>
            <a:avLst/>
            <a:gdLst>
              <a:gd name="T0" fmla="*/ 1715 w 3197"/>
              <a:gd name="T1" fmla="*/ 3067 h 3329"/>
              <a:gd name="T2" fmla="*/ 1631 w 3197"/>
              <a:gd name="T3" fmla="*/ 3302 h 3329"/>
              <a:gd name="T4" fmla="*/ 1385 w 3197"/>
              <a:gd name="T5" fmla="*/ 3259 h 3329"/>
              <a:gd name="T6" fmla="*/ 1385 w 3197"/>
              <a:gd name="T7" fmla="*/ 3009 h 3329"/>
              <a:gd name="T8" fmla="*/ 892 w 3197"/>
              <a:gd name="T9" fmla="*/ 2784 h 3329"/>
              <a:gd name="T10" fmla="*/ 1005 w 3197"/>
              <a:gd name="T11" fmla="*/ 2954 h 3329"/>
              <a:gd name="T12" fmla="*/ 876 w 3197"/>
              <a:gd name="T13" fmla="*/ 3113 h 3329"/>
              <a:gd name="T14" fmla="*/ 686 w 3197"/>
              <a:gd name="T15" fmla="*/ 3039 h 3329"/>
              <a:gd name="T16" fmla="*/ 698 w 3197"/>
              <a:gd name="T17" fmla="*/ 2837 h 3329"/>
              <a:gd name="T18" fmla="*/ 2276 w 3197"/>
              <a:gd name="T19" fmla="*/ 2733 h 3329"/>
              <a:gd name="T20" fmla="*/ 2447 w 3197"/>
              <a:gd name="T21" fmla="*/ 2896 h 3329"/>
              <a:gd name="T22" fmla="*/ 2370 w 3197"/>
              <a:gd name="T23" fmla="*/ 3115 h 3329"/>
              <a:gd name="T24" fmla="*/ 2138 w 3197"/>
              <a:gd name="T25" fmla="*/ 3138 h 3329"/>
              <a:gd name="T26" fmla="*/ 2020 w 3197"/>
              <a:gd name="T27" fmla="*/ 2935 h 3329"/>
              <a:gd name="T28" fmla="*/ 2156 w 3197"/>
              <a:gd name="T29" fmla="*/ 2744 h 3329"/>
              <a:gd name="T30" fmla="*/ 414 w 3197"/>
              <a:gd name="T31" fmla="*/ 2315 h 3329"/>
              <a:gd name="T32" fmla="*/ 449 w 3197"/>
              <a:gd name="T33" fmla="*/ 2506 h 3329"/>
              <a:gd name="T34" fmla="*/ 266 w 3197"/>
              <a:gd name="T35" fmla="*/ 2574 h 3329"/>
              <a:gd name="T36" fmla="*/ 169 w 3197"/>
              <a:gd name="T37" fmla="*/ 2405 h 3329"/>
              <a:gd name="T38" fmla="*/ 318 w 3197"/>
              <a:gd name="T39" fmla="*/ 2280 h 3329"/>
              <a:gd name="T40" fmla="*/ 2944 w 3197"/>
              <a:gd name="T41" fmla="*/ 2295 h 3329"/>
              <a:gd name="T42" fmla="*/ 2955 w 3197"/>
              <a:gd name="T43" fmla="*/ 2551 h 3329"/>
              <a:gd name="T44" fmla="*/ 2729 w 3197"/>
              <a:gd name="T45" fmla="*/ 2668 h 3329"/>
              <a:gd name="T46" fmla="*/ 2525 w 3197"/>
              <a:gd name="T47" fmla="*/ 2509 h 3329"/>
              <a:gd name="T48" fmla="*/ 2587 w 3197"/>
              <a:gd name="T49" fmla="*/ 2258 h 3329"/>
              <a:gd name="T50" fmla="*/ 180 w 3197"/>
              <a:gd name="T51" fmla="*/ 1610 h 3329"/>
              <a:gd name="T52" fmla="*/ 249 w 3197"/>
              <a:gd name="T53" fmla="*/ 1780 h 3329"/>
              <a:gd name="T54" fmla="*/ 79 w 3197"/>
              <a:gd name="T55" fmla="*/ 1849 h 3329"/>
              <a:gd name="T56" fmla="*/ 10 w 3197"/>
              <a:gd name="T57" fmla="*/ 1679 h 3329"/>
              <a:gd name="T58" fmla="*/ 2976 w 3197"/>
              <a:gd name="T59" fmla="*/ 1473 h 3329"/>
              <a:gd name="T60" fmla="*/ 3186 w 3197"/>
              <a:gd name="T61" fmla="*/ 1654 h 3329"/>
              <a:gd name="T62" fmla="*/ 3108 w 3197"/>
              <a:gd name="T63" fmla="*/ 1925 h 3329"/>
              <a:gd name="T64" fmla="*/ 2828 w 3197"/>
              <a:gd name="T65" fmla="*/ 1964 h 3329"/>
              <a:gd name="T66" fmla="*/ 2679 w 3197"/>
              <a:gd name="T67" fmla="*/ 1729 h 3329"/>
              <a:gd name="T68" fmla="*/ 2828 w 3197"/>
              <a:gd name="T69" fmla="*/ 1494 h 3329"/>
              <a:gd name="T70" fmla="*/ 389 w 3197"/>
              <a:gd name="T71" fmla="*/ 946 h 3329"/>
              <a:gd name="T72" fmla="*/ 398 w 3197"/>
              <a:gd name="T73" fmla="*/ 1098 h 3329"/>
              <a:gd name="T74" fmla="*/ 246 w 3197"/>
              <a:gd name="T75" fmla="*/ 1107 h 3329"/>
              <a:gd name="T76" fmla="*/ 237 w 3197"/>
              <a:gd name="T77" fmla="*/ 955 h 3329"/>
              <a:gd name="T78" fmla="*/ 840 w 3197"/>
              <a:gd name="T79" fmla="*/ 2255 h 3329"/>
              <a:gd name="T80" fmla="*/ 2889 w 3197"/>
              <a:gd name="T81" fmla="*/ 783 h 3329"/>
              <a:gd name="T82" fmla="*/ 3031 w 3197"/>
              <a:gd name="T83" fmla="*/ 1028 h 3329"/>
              <a:gd name="T84" fmla="*/ 2890 w 3197"/>
              <a:gd name="T85" fmla="*/ 1270 h 3329"/>
              <a:gd name="T86" fmla="*/ 2611 w 3197"/>
              <a:gd name="T87" fmla="*/ 1271 h 3329"/>
              <a:gd name="T88" fmla="*/ 2469 w 3197"/>
              <a:gd name="T89" fmla="*/ 1025 h 3329"/>
              <a:gd name="T90" fmla="*/ 2609 w 3197"/>
              <a:gd name="T91" fmla="*/ 784 h 3329"/>
              <a:gd name="T92" fmla="*/ 880 w 3197"/>
              <a:gd name="T93" fmla="*/ 441 h 3329"/>
              <a:gd name="T94" fmla="*/ 891 w 3197"/>
              <a:gd name="T95" fmla="*/ 575 h 3329"/>
              <a:gd name="T96" fmla="*/ 756 w 3197"/>
              <a:gd name="T97" fmla="*/ 556 h 3329"/>
              <a:gd name="T98" fmla="*/ 806 w 3197"/>
              <a:gd name="T99" fmla="*/ 430 h 3329"/>
              <a:gd name="T100" fmla="*/ 2447 w 3197"/>
              <a:gd name="T101" fmla="*/ 296 h 3329"/>
              <a:gd name="T102" fmla="*/ 2535 w 3197"/>
              <a:gd name="T103" fmla="*/ 559 h 3329"/>
              <a:gd name="T104" fmla="*/ 2365 w 3197"/>
              <a:gd name="T105" fmla="*/ 786 h 3329"/>
              <a:gd name="T106" fmla="*/ 2084 w 3197"/>
              <a:gd name="T107" fmla="*/ 775 h 3329"/>
              <a:gd name="T108" fmla="*/ 1934 w 3197"/>
              <a:gd name="T109" fmla="*/ 538 h 3329"/>
              <a:gd name="T110" fmla="*/ 2046 w 3197"/>
              <a:gd name="T111" fmla="*/ 277 h 3329"/>
              <a:gd name="T112" fmla="*/ 1533 w 3197"/>
              <a:gd name="T113" fmla="*/ 0 h 3329"/>
              <a:gd name="T114" fmla="*/ 1814 w 3197"/>
              <a:gd name="T115" fmla="*/ 161 h 3329"/>
              <a:gd name="T116" fmla="*/ 1814 w 3197"/>
              <a:gd name="T117" fmla="*/ 488 h 3329"/>
              <a:gd name="T118" fmla="*/ 1533 w 3197"/>
              <a:gd name="T119" fmla="*/ 648 h 3329"/>
              <a:gd name="T120" fmla="*/ 1254 w 3197"/>
              <a:gd name="T121" fmla="*/ 488 h 3329"/>
              <a:gd name="T122" fmla="*/ 1254 w 3197"/>
              <a:gd name="T123" fmla="*/ 161 h 3329"/>
              <a:gd name="T124" fmla="*/ 1533 w 3197"/>
              <a:gd name="T125" fmla="*/ 0 h 33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197" h="3329">
                <a:moveTo>
                  <a:pt x="1533" y="2939"/>
                </a:moveTo>
                <a:lnTo>
                  <a:pt x="1569" y="2943"/>
                </a:lnTo>
                <a:lnTo>
                  <a:pt x="1601" y="2952"/>
                </a:lnTo>
                <a:lnTo>
                  <a:pt x="1631" y="2966"/>
                </a:lnTo>
                <a:lnTo>
                  <a:pt x="1659" y="2985"/>
                </a:lnTo>
                <a:lnTo>
                  <a:pt x="1682" y="3009"/>
                </a:lnTo>
                <a:lnTo>
                  <a:pt x="1701" y="3036"/>
                </a:lnTo>
                <a:lnTo>
                  <a:pt x="1715" y="3067"/>
                </a:lnTo>
                <a:lnTo>
                  <a:pt x="1725" y="3099"/>
                </a:lnTo>
                <a:lnTo>
                  <a:pt x="1729" y="3134"/>
                </a:lnTo>
                <a:lnTo>
                  <a:pt x="1725" y="3169"/>
                </a:lnTo>
                <a:lnTo>
                  <a:pt x="1715" y="3202"/>
                </a:lnTo>
                <a:lnTo>
                  <a:pt x="1701" y="3233"/>
                </a:lnTo>
                <a:lnTo>
                  <a:pt x="1682" y="3259"/>
                </a:lnTo>
                <a:lnTo>
                  <a:pt x="1659" y="3282"/>
                </a:lnTo>
                <a:lnTo>
                  <a:pt x="1631" y="3302"/>
                </a:lnTo>
                <a:lnTo>
                  <a:pt x="1601" y="3317"/>
                </a:lnTo>
                <a:lnTo>
                  <a:pt x="1569" y="3326"/>
                </a:lnTo>
                <a:lnTo>
                  <a:pt x="1533" y="3329"/>
                </a:lnTo>
                <a:lnTo>
                  <a:pt x="1499" y="3326"/>
                </a:lnTo>
                <a:lnTo>
                  <a:pt x="1465" y="3317"/>
                </a:lnTo>
                <a:lnTo>
                  <a:pt x="1435" y="3302"/>
                </a:lnTo>
                <a:lnTo>
                  <a:pt x="1409" y="3282"/>
                </a:lnTo>
                <a:lnTo>
                  <a:pt x="1385" y="3259"/>
                </a:lnTo>
                <a:lnTo>
                  <a:pt x="1366" y="3233"/>
                </a:lnTo>
                <a:lnTo>
                  <a:pt x="1351" y="3202"/>
                </a:lnTo>
                <a:lnTo>
                  <a:pt x="1342" y="3169"/>
                </a:lnTo>
                <a:lnTo>
                  <a:pt x="1339" y="3134"/>
                </a:lnTo>
                <a:lnTo>
                  <a:pt x="1342" y="3099"/>
                </a:lnTo>
                <a:lnTo>
                  <a:pt x="1351" y="3067"/>
                </a:lnTo>
                <a:lnTo>
                  <a:pt x="1366" y="3036"/>
                </a:lnTo>
                <a:lnTo>
                  <a:pt x="1385" y="3009"/>
                </a:lnTo>
                <a:lnTo>
                  <a:pt x="1409" y="2985"/>
                </a:lnTo>
                <a:lnTo>
                  <a:pt x="1435" y="2966"/>
                </a:lnTo>
                <a:lnTo>
                  <a:pt x="1465" y="2952"/>
                </a:lnTo>
                <a:lnTo>
                  <a:pt x="1499" y="2943"/>
                </a:lnTo>
                <a:lnTo>
                  <a:pt x="1533" y="2939"/>
                </a:lnTo>
                <a:close/>
                <a:moveTo>
                  <a:pt x="840" y="2773"/>
                </a:moveTo>
                <a:lnTo>
                  <a:pt x="866" y="2777"/>
                </a:lnTo>
                <a:lnTo>
                  <a:pt x="892" y="2784"/>
                </a:lnTo>
                <a:lnTo>
                  <a:pt x="918" y="2796"/>
                </a:lnTo>
                <a:lnTo>
                  <a:pt x="941" y="2812"/>
                </a:lnTo>
                <a:lnTo>
                  <a:pt x="961" y="2831"/>
                </a:lnTo>
                <a:lnTo>
                  <a:pt x="977" y="2853"/>
                </a:lnTo>
                <a:lnTo>
                  <a:pt x="989" y="2876"/>
                </a:lnTo>
                <a:lnTo>
                  <a:pt x="998" y="2901"/>
                </a:lnTo>
                <a:lnTo>
                  <a:pt x="1004" y="2927"/>
                </a:lnTo>
                <a:lnTo>
                  <a:pt x="1005" y="2954"/>
                </a:lnTo>
                <a:lnTo>
                  <a:pt x="1001" y="2980"/>
                </a:lnTo>
                <a:lnTo>
                  <a:pt x="993" y="3007"/>
                </a:lnTo>
                <a:lnTo>
                  <a:pt x="981" y="3032"/>
                </a:lnTo>
                <a:lnTo>
                  <a:pt x="965" y="3055"/>
                </a:lnTo>
                <a:lnTo>
                  <a:pt x="947" y="3075"/>
                </a:lnTo>
                <a:lnTo>
                  <a:pt x="925" y="3091"/>
                </a:lnTo>
                <a:lnTo>
                  <a:pt x="901" y="3104"/>
                </a:lnTo>
                <a:lnTo>
                  <a:pt x="876" y="3113"/>
                </a:lnTo>
                <a:lnTo>
                  <a:pt x="851" y="3117"/>
                </a:lnTo>
                <a:lnTo>
                  <a:pt x="823" y="3118"/>
                </a:lnTo>
                <a:lnTo>
                  <a:pt x="797" y="3115"/>
                </a:lnTo>
                <a:lnTo>
                  <a:pt x="771" y="3107"/>
                </a:lnTo>
                <a:lnTo>
                  <a:pt x="745" y="3095"/>
                </a:lnTo>
                <a:lnTo>
                  <a:pt x="722" y="3080"/>
                </a:lnTo>
                <a:lnTo>
                  <a:pt x="702" y="3060"/>
                </a:lnTo>
                <a:lnTo>
                  <a:pt x="686" y="3039"/>
                </a:lnTo>
                <a:lnTo>
                  <a:pt x="673" y="3016"/>
                </a:lnTo>
                <a:lnTo>
                  <a:pt x="664" y="2991"/>
                </a:lnTo>
                <a:lnTo>
                  <a:pt x="659" y="2964"/>
                </a:lnTo>
                <a:lnTo>
                  <a:pt x="659" y="2938"/>
                </a:lnTo>
                <a:lnTo>
                  <a:pt x="662" y="2912"/>
                </a:lnTo>
                <a:lnTo>
                  <a:pt x="669" y="2885"/>
                </a:lnTo>
                <a:lnTo>
                  <a:pt x="682" y="2860"/>
                </a:lnTo>
                <a:lnTo>
                  <a:pt x="698" y="2837"/>
                </a:lnTo>
                <a:lnTo>
                  <a:pt x="717" y="2816"/>
                </a:lnTo>
                <a:lnTo>
                  <a:pt x="738" y="2800"/>
                </a:lnTo>
                <a:lnTo>
                  <a:pt x="762" y="2788"/>
                </a:lnTo>
                <a:lnTo>
                  <a:pt x="787" y="2779"/>
                </a:lnTo>
                <a:lnTo>
                  <a:pt x="813" y="2774"/>
                </a:lnTo>
                <a:lnTo>
                  <a:pt x="840" y="2773"/>
                </a:lnTo>
                <a:close/>
                <a:moveTo>
                  <a:pt x="2247" y="2730"/>
                </a:moveTo>
                <a:lnTo>
                  <a:pt x="2276" y="2733"/>
                </a:lnTo>
                <a:lnTo>
                  <a:pt x="2306" y="2741"/>
                </a:lnTo>
                <a:lnTo>
                  <a:pt x="2334" y="2753"/>
                </a:lnTo>
                <a:lnTo>
                  <a:pt x="2360" y="2769"/>
                </a:lnTo>
                <a:lnTo>
                  <a:pt x="2384" y="2788"/>
                </a:lnTo>
                <a:lnTo>
                  <a:pt x="2405" y="2811"/>
                </a:lnTo>
                <a:lnTo>
                  <a:pt x="2423" y="2838"/>
                </a:lnTo>
                <a:lnTo>
                  <a:pt x="2436" y="2867"/>
                </a:lnTo>
                <a:lnTo>
                  <a:pt x="2447" y="2896"/>
                </a:lnTo>
                <a:lnTo>
                  <a:pt x="2451" y="2927"/>
                </a:lnTo>
                <a:lnTo>
                  <a:pt x="2452" y="2957"/>
                </a:lnTo>
                <a:lnTo>
                  <a:pt x="2448" y="2986"/>
                </a:lnTo>
                <a:lnTo>
                  <a:pt x="2440" y="3016"/>
                </a:lnTo>
                <a:lnTo>
                  <a:pt x="2428" y="3044"/>
                </a:lnTo>
                <a:lnTo>
                  <a:pt x="2412" y="3070"/>
                </a:lnTo>
                <a:lnTo>
                  <a:pt x="2393" y="3094"/>
                </a:lnTo>
                <a:lnTo>
                  <a:pt x="2370" y="3115"/>
                </a:lnTo>
                <a:lnTo>
                  <a:pt x="2343" y="3133"/>
                </a:lnTo>
                <a:lnTo>
                  <a:pt x="2315" y="3147"/>
                </a:lnTo>
                <a:lnTo>
                  <a:pt x="2286" y="3156"/>
                </a:lnTo>
                <a:lnTo>
                  <a:pt x="2255" y="3161"/>
                </a:lnTo>
                <a:lnTo>
                  <a:pt x="2225" y="3162"/>
                </a:lnTo>
                <a:lnTo>
                  <a:pt x="2194" y="3158"/>
                </a:lnTo>
                <a:lnTo>
                  <a:pt x="2165" y="3150"/>
                </a:lnTo>
                <a:lnTo>
                  <a:pt x="2138" y="3138"/>
                </a:lnTo>
                <a:lnTo>
                  <a:pt x="2111" y="3122"/>
                </a:lnTo>
                <a:lnTo>
                  <a:pt x="2088" y="3103"/>
                </a:lnTo>
                <a:lnTo>
                  <a:pt x="2067" y="3081"/>
                </a:lnTo>
                <a:lnTo>
                  <a:pt x="2049" y="3053"/>
                </a:lnTo>
                <a:lnTo>
                  <a:pt x="2034" y="3025"/>
                </a:lnTo>
                <a:lnTo>
                  <a:pt x="2025" y="2996"/>
                </a:lnTo>
                <a:lnTo>
                  <a:pt x="2020" y="2965"/>
                </a:lnTo>
                <a:lnTo>
                  <a:pt x="2020" y="2935"/>
                </a:lnTo>
                <a:lnTo>
                  <a:pt x="2024" y="2904"/>
                </a:lnTo>
                <a:lnTo>
                  <a:pt x="2031" y="2875"/>
                </a:lnTo>
                <a:lnTo>
                  <a:pt x="2044" y="2848"/>
                </a:lnTo>
                <a:lnTo>
                  <a:pt x="2059" y="2821"/>
                </a:lnTo>
                <a:lnTo>
                  <a:pt x="2078" y="2798"/>
                </a:lnTo>
                <a:lnTo>
                  <a:pt x="2101" y="2777"/>
                </a:lnTo>
                <a:lnTo>
                  <a:pt x="2128" y="2759"/>
                </a:lnTo>
                <a:lnTo>
                  <a:pt x="2156" y="2744"/>
                </a:lnTo>
                <a:lnTo>
                  <a:pt x="2186" y="2735"/>
                </a:lnTo>
                <a:lnTo>
                  <a:pt x="2217" y="2730"/>
                </a:lnTo>
                <a:lnTo>
                  <a:pt x="2247" y="2730"/>
                </a:lnTo>
                <a:close/>
                <a:moveTo>
                  <a:pt x="318" y="2280"/>
                </a:moveTo>
                <a:lnTo>
                  <a:pt x="344" y="2282"/>
                </a:lnTo>
                <a:lnTo>
                  <a:pt x="369" y="2290"/>
                </a:lnTo>
                <a:lnTo>
                  <a:pt x="392" y="2301"/>
                </a:lnTo>
                <a:lnTo>
                  <a:pt x="414" y="2315"/>
                </a:lnTo>
                <a:lnTo>
                  <a:pt x="432" y="2334"/>
                </a:lnTo>
                <a:lnTo>
                  <a:pt x="449" y="2356"/>
                </a:lnTo>
                <a:lnTo>
                  <a:pt x="460" y="2381"/>
                </a:lnTo>
                <a:lnTo>
                  <a:pt x="467" y="2406"/>
                </a:lnTo>
                <a:lnTo>
                  <a:pt x="469" y="2432"/>
                </a:lnTo>
                <a:lnTo>
                  <a:pt x="467" y="2458"/>
                </a:lnTo>
                <a:lnTo>
                  <a:pt x="460" y="2483"/>
                </a:lnTo>
                <a:lnTo>
                  <a:pt x="449" y="2506"/>
                </a:lnTo>
                <a:lnTo>
                  <a:pt x="434" y="2528"/>
                </a:lnTo>
                <a:lnTo>
                  <a:pt x="415" y="2547"/>
                </a:lnTo>
                <a:lnTo>
                  <a:pt x="393" y="2562"/>
                </a:lnTo>
                <a:lnTo>
                  <a:pt x="369" y="2574"/>
                </a:lnTo>
                <a:lnTo>
                  <a:pt x="342" y="2580"/>
                </a:lnTo>
                <a:lnTo>
                  <a:pt x="317" y="2582"/>
                </a:lnTo>
                <a:lnTo>
                  <a:pt x="291" y="2580"/>
                </a:lnTo>
                <a:lnTo>
                  <a:pt x="266" y="2574"/>
                </a:lnTo>
                <a:lnTo>
                  <a:pt x="243" y="2563"/>
                </a:lnTo>
                <a:lnTo>
                  <a:pt x="221" y="2548"/>
                </a:lnTo>
                <a:lnTo>
                  <a:pt x="203" y="2530"/>
                </a:lnTo>
                <a:lnTo>
                  <a:pt x="186" y="2507"/>
                </a:lnTo>
                <a:lnTo>
                  <a:pt x="175" y="2482"/>
                </a:lnTo>
                <a:lnTo>
                  <a:pt x="168" y="2457"/>
                </a:lnTo>
                <a:lnTo>
                  <a:pt x="166" y="2430"/>
                </a:lnTo>
                <a:lnTo>
                  <a:pt x="169" y="2405"/>
                </a:lnTo>
                <a:lnTo>
                  <a:pt x="175" y="2380"/>
                </a:lnTo>
                <a:lnTo>
                  <a:pt x="186" y="2356"/>
                </a:lnTo>
                <a:lnTo>
                  <a:pt x="202" y="2335"/>
                </a:lnTo>
                <a:lnTo>
                  <a:pt x="220" y="2316"/>
                </a:lnTo>
                <a:lnTo>
                  <a:pt x="242" y="2301"/>
                </a:lnTo>
                <a:lnTo>
                  <a:pt x="266" y="2290"/>
                </a:lnTo>
                <a:lnTo>
                  <a:pt x="293" y="2282"/>
                </a:lnTo>
                <a:lnTo>
                  <a:pt x="318" y="2280"/>
                </a:lnTo>
                <a:close/>
                <a:moveTo>
                  <a:pt x="2737" y="2194"/>
                </a:moveTo>
                <a:lnTo>
                  <a:pt x="2771" y="2195"/>
                </a:lnTo>
                <a:lnTo>
                  <a:pt x="2804" y="2200"/>
                </a:lnTo>
                <a:lnTo>
                  <a:pt x="2836" y="2211"/>
                </a:lnTo>
                <a:lnTo>
                  <a:pt x="2869" y="2226"/>
                </a:lnTo>
                <a:lnTo>
                  <a:pt x="2897" y="2246"/>
                </a:lnTo>
                <a:lnTo>
                  <a:pt x="2923" y="2269"/>
                </a:lnTo>
                <a:lnTo>
                  <a:pt x="2944" y="2295"/>
                </a:lnTo>
                <a:lnTo>
                  <a:pt x="2961" y="2324"/>
                </a:lnTo>
                <a:lnTo>
                  <a:pt x="2974" y="2354"/>
                </a:lnTo>
                <a:lnTo>
                  <a:pt x="2982" y="2386"/>
                </a:lnTo>
                <a:lnTo>
                  <a:pt x="2987" y="2419"/>
                </a:lnTo>
                <a:lnTo>
                  <a:pt x="2986" y="2453"/>
                </a:lnTo>
                <a:lnTo>
                  <a:pt x="2981" y="2486"/>
                </a:lnTo>
                <a:lnTo>
                  <a:pt x="2971" y="2518"/>
                </a:lnTo>
                <a:lnTo>
                  <a:pt x="2955" y="2551"/>
                </a:lnTo>
                <a:lnTo>
                  <a:pt x="2936" y="2579"/>
                </a:lnTo>
                <a:lnTo>
                  <a:pt x="2912" y="2605"/>
                </a:lnTo>
                <a:lnTo>
                  <a:pt x="2886" y="2626"/>
                </a:lnTo>
                <a:lnTo>
                  <a:pt x="2858" y="2643"/>
                </a:lnTo>
                <a:lnTo>
                  <a:pt x="2827" y="2656"/>
                </a:lnTo>
                <a:lnTo>
                  <a:pt x="2795" y="2665"/>
                </a:lnTo>
                <a:lnTo>
                  <a:pt x="2763" y="2669"/>
                </a:lnTo>
                <a:lnTo>
                  <a:pt x="2729" y="2668"/>
                </a:lnTo>
                <a:lnTo>
                  <a:pt x="2696" y="2663"/>
                </a:lnTo>
                <a:lnTo>
                  <a:pt x="2662" y="2653"/>
                </a:lnTo>
                <a:lnTo>
                  <a:pt x="2631" y="2637"/>
                </a:lnTo>
                <a:lnTo>
                  <a:pt x="2602" y="2618"/>
                </a:lnTo>
                <a:lnTo>
                  <a:pt x="2576" y="2594"/>
                </a:lnTo>
                <a:lnTo>
                  <a:pt x="2555" y="2568"/>
                </a:lnTo>
                <a:lnTo>
                  <a:pt x="2538" y="2540"/>
                </a:lnTo>
                <a:lnTo>
                  <a:pt x="2525" y="2509"/>
                </a:lnTo>
                <a:lnTo>
                  <a:pt x="2516" y="2477"/>
                </a:lnTo>
                <a:lnTo>
                  <a:pt x="2512" y="2444"/>
                </a:lnTo>
                <a:lnTo>
                  <a:pt x="2513" y="2410"/>
                </a:lnTo>
                <a:lnTo>
                  <a:pt x="2519" y="2378"/>
                </a:lnTo>
                <a:lnTo>
                  <a:pt x="2529" y="2344"/>
                </a:lnTo>
                <a:lnTo>
                  <a:pt x="2544" y="2313"/>
                </a:lnTo>
                <a:lnTo>
                  <a:pt x="2564" y="2283"/>
                </a:lnTo>
                <a:lnTo>
                  <a:pt x="2587" y="2258"/>
                </a:lnTo>
                <a:lnTo>
                  <a:pt x="2613" y="2237"/>
                </a:lnTo>
                <a:lnTo>
                  <a:pt x="2642" y="2220"/>
                </a:lnTo>
                <a:lnTo>
                  <a:pt x="2672" y="2206"/>
                </a:lnTo>
                <a:lnTo>
                  <a:pt x="2705" y="2198"/>
                </a:lnTo>
                <a:lnTo>
                  <a:pt x="2737" y="2194"/>
                </a:lnTo>
                <a:close/>
                <a:moveTo>
                  <a:pt x="130" y="1600"/>
                </a:moveTo>
                <a:lnTo>
                  <a:pt x="156" y="1603"/>
                </a:lnTo>
                <a:lnTo>
                  <a:pt x="180" y="1610"/>
                </a:lnTo>
                <a:lnTo>
                  <a:pt x="202" y="1622"/>
                </a:lnTo>
                <a:lnTo>
                  <a:pt x="221" y="1637"/>
                </a:lnTo>
                <a:lnTo>
                  <a:pt x="237" y="1656"/>
                </a:lnTo>
                <a:lnTo>
                  <a:pt x="249" y="1679"/>
                </a:lnTo>
                <a:lnTo>
                  <a:pt x="256" y="1703"/>
                </a:lnTo>
                <a:lnTo>
                  <a:pt x="259" y="1729"/>
                </a:lnTo>
                <a:lnTo>
                  <a:pt x="256" y="1756"/>
                </a:lnTo>
                <a:lnTo>
                  <a:pt x="249" y="1780"/>
                </a:lnTo>
                <a:lnTo>
                  <a:pt x="237" y="1801"/>
                </a:lnTo>
                <a:lnTo>
                  <a:pt x="221" y="1820"/>
                </a:lnTo>
                <a:lnTo>
                  <a:pt x="202" y="1837"/>
                </a:lnTo>
                <a:lnTo>
                  <a:pt x="180" y="1849"/>
                </a:lnTo>
                <a:lnTo>
                  <a:pt x="156" y="1856"/>
                </a:lnTo>
                <a:lnTo>
                  <a:pt x="130" y="1859"/>
                </a:lnTo>
                <a:lnTo>
                  <a:pt x="103" y="1856"/>
                </a:lnTo>
                <a:lnTo>
                  <a:pt x="79" y="1849"/>
                </a:lnTo>
                <a:lnTo>
                  <a:pt x="57" y="1837"/>
                </a:lnTo>
                <a:lnTo>
                  <a:pt x="37" y="1820"/>
                </a:lnTo>
                <a:lnTo>
                  <a:pt x="22" y="1801"/>
                </a:lnTo>
                <a:lnTo>
                  <a:pt x="10" y="1780"/>
                </a:lnTo>
                <a:lnTo>
                  <a:pt x="2" y="1756"/>
                </a:lnTo>
                <a:lnTo>
                  <a:pt x="0" y="1729"/>
                </a:lnTo>
                <a:lnTo>
                  <a:pt x="2" y="1703"/>
                </a:lnTo>
                <a:lnTo>
                  <a:pt x="10" y="1679"/>
                </a:lnTo>
                <a:lnTo>
                  <a:pt x="22" y="1656"/>
                </a:lnTo>
                <a:lnTo>
                  <a:pt x="37" y="1637"/>
                </a:lnTo>
                <a:lnTo>
                  <a:pt x="57" y="1622"/>
                </a:lnTo>
                <a:lnTo>
                  <a:pt x="79" y="1610"/>
                </a:lnTo>
                <a:lnTo>
                  <a:pt x="103" y="1603"/>
                </a:lnTo>
                <a:lnTo>
                  <a:pt x="130" y="1600"/>
                </a:lnTo>
                <a:close/>
                <a:moveTo>
                  <a:pt x="2938" y="1470"/>
                </a:moveTo>
                <a:lnTo>
                  <a:pt x="2976" y="1473"/>
                </a:lnTo>
                <a:lnTo>
                  <a:pt x="3013" y="1481"/>
                </a:lnTo>
                <a:lnTo>
                  <a:pt x="3047" y="1494"/>
                </a:lnTo>
                <a:lnTo>
                  <a:pt x="3079" y="1512"/>
                </a:lnTo>
                <a:lnTo>
                  <a:pt x="3108" y="1534"/>
                </a:lnTo>
                <a:lnTo>
                  <a:pt x="3133" y="1559"/>
                </a:lnTo>
                <a:lnTo>
                  <a:pt x="3155" y="1587"/>
                </a:lnTo>
                <a:lnTo>
                  <a:pt x="3173" y="1620"/>
                </a:lnTo>
                <a:lnTo>
                  <a:pt x="3186" y="1654"/>
                </a:lnTo>
                <a:lnTo>
                  <a:pt x="3194" y="1691"/>
                </a:lnTo>
                <a:lnTo>
                  <a:pt x="3197" y="1729"/>
                </a:lnTo>
                <a:lnTo>
                  <a:pt x="3194" y="1768"/>
                </a:lnTo>
                <a:lnTo>
                  <a:pt x="3186" y="1804"/>
                </a:lnTo>
                <a:lnTo>
                  <a:pt x="3173" y="1839"/>
                </a:lnTo>
                <a:lnTo>
                  <a:pt x="3155" y="1870"/>
                </a:lnTo>
                <a:lnTo>
                  <a:pt x="3133" y="1900"/>
                </a:lnTo>
                <a:lnTo>
                  <a:pt x="3108" y="1925"/>
                </a:lnTo>
                <a:lnTo>
                  <a:pt x="3079" y="1947"/>
                </a:lnTo>
                <a:lnTo>
                  <a:pt x="3047" y="1964"/>
                </a:lnTo>
                <a:lnTo>
                  <a:pt x="3013" y="1978"/>
                </a:lnTo>
                <a:lnTo>
                  <a:pt x="2976" y="1986"/>
                </a:lnTo>
                <a:lnTo>
                  <a:pt x="2938" y="1989"/>
                </a:lnTo>
                <a:lnTo>
                  <a:pt x="2899" y="1986"/>
                </a:lnTo>
                <a:lnTo>
                  <a:pt x="2863" y="1978"/>
                </a:lnTo>
                <a:lnTo>
                  <a:pt x="2828" y="1964"/>
                </a:lnTo>
                <a:lnTo>
                  <a:pt x="2797" y="1947"/>
                </a:lnTo>
                <a:lnTo>
                  <a:pt x="2768" y="1925"/>
                </a:lnTo>
                <a:lnTo>
                  <a:pt x="2742" y="1900"/>
                </a:lnTo>
                <a:lnTo>
                  <a:pt x="2720" y="1870"/>
                </a:lnTo>
                <a:lnTo>
                  <a:pt x="2703" y="1839"/>
                </a:lnTo>
                <a:lnTo>
                  <a:pt x="2690" y="1804"/>
                </a:lnTo>
                <a:lnTo>
                  <a:pt x="2682" y="1768"/>
                </a:lnTo>
                <a:lnTo>
                  <a:pt x="2679" y="1729"/>
                </a:lnTo>
                <a:lnTo>
                  <a:pt x="2682" y="1691"/>
                </a:lnTo>
                <a:lnTo>
                  <a:pt x="2690" y="1654"/>
                </a:lnTo>
                <a:lnTo>
                  <a:pt x="2703" y="1620"/>
                </a:lnTo>
                <a:lnTo>
                  <a:pt x="2720" y="1589"/>
                </a:lnTo>
                <a:lnTo>
                  <a:pt x="2742" y="1559"/>
                </a:lnTo>
                <a:lnTo>
                  <a:pt x="2768" y="1534"/>
                </a:lnTo>
                <a:lnTo>
                  <a:pt x="2797" y="1512"/>
                </a:lnTo>
                <a:lnTo>
                  <a:pt x="2828" y="1494"/>
                </a:lnTo>
                <a:lnTo>
                  <a:pt x="2863" y="1481"/>
                </a:lnTo>
                <a:lnTo>
                  <a:pt x="2899" y="1473"/>
                </a:lnTo>
                <a:lnTo>
                  <a:pt x="2938" y="1470"/>
                </a:lnTo>
                <a:close/>
                <a:moveTo>
                  <a:pt x="310" y="919"/>
                </a:moveTo>
                <a:lnTo>
                  <a:pt x="331" y="920"/>
                </a:lnTo>
                <a:lnTo>
                  <a:pt x="351" y="924"/>
                </a:lnTo>
                <a:lnTo>
                  <a:pt x="372" y="933"/>
                </a:lnTo>
                <a:lnTo>
                  <a:pt x="389" y="946"/>
                </a:lnTo>
                <a:lnTo>
                  <a:pt x="404" y="961"/>
                </a:lnTo>
                <a:lnTo>
                  <a:pt x="414" y="980"/>
                </a:lnTo>
                <a:lnTo>
                  <a:pt x="421" y="999"/>
                </a:lnTo>
                <a:lnTo>
                  <a:pt x="425" y="1019"/>
                </a:lnTo>
                <a:lnTo>
                  <a:pt x="424" y="1040"/>
                </a:lnTo>
                <a:lnTo>
                  <a:pt x="420" y="1061"/>
                </a:lnTo>
                <a:lnTo>
                  <a:pt x="411" y="1081"/>
                </a:lnTo>
                <a:lnTo>
                  <a:pt x="398" y="1098"/>
                </a:lnTo>
                <a:lnTo>
                  <a:pt x="383" y="1113"/>
                </a:lnTo>
                <a:lnTo>
                  <a:pt x="365" y="1124"/>
                </a:lnTo>
                <a:lnTo>
                  <a:pt x="345" y="1131"/>
                </a:lnTo>
                <a:lnTo>
                  <a:pt x="325" y="1135"/>
                </a:lnTo>
                <a:lnTo>
                  <a:pt x="304" y="1134"/>
                </a:lnTo>
                <a:lnTo>
                  <a:pt x="284" y="1130"/>
                </a:lnTo>
                <a:lnTo>
                  <a:pt x="263" y="1120"/>
                </a:lnTo>
                <a:lnTo>
                  <a:pt x="246" y="1107"/>
                </a:lnTo>
                <a:lnTo>
                  <a:pt x="231" y="1092"/>
                </a:lnTo>
                <a:lnTo>
                  <a:pt x="221" y="1074"/>
                </a:lnTo>
                <a:lnTo>
                  <a:pt x="214" y="1055"/>
                </a:lnTo>
                <a:lnTo>
                  <a:pt x="210" y="1034"/>
                </a:lnTo>
                <a:lnTo>
                  <a:pt x="211" y="1013"/>
                </a:lnTo>
                <a:lnTo>
                  <a:pt x="215" y="993"/>
                </a:lnTo>
                <a:lnTo>
                  <a:pt x="224" y="973"/>
                </a:lnTo>
                <a:lnTo>
                  <a:pt x="237" y="955"/>
                </a:lnTo>
                <a:lnTo>
                  <a:pt x="252" y="940"/>
                </a:lnTo>
                <a:lnTo>
                  <a:pt x="270" y="930"/>
                </a:lnTo>
                <a:lnTo>
                  <a:pt x="290" y="923"/>
                </a:lnTo>
                <a:lnTo>
                  <a:pt x="310" y="919"/>
                </a:lnTo>
                <a:close/>
                <a:moveTo>
                  <a:pt x="1426" y="865"/>
                </a:moveTo>
                <a:lnTo>
                  <a:pt x="1642" y="865"/>
                </a:lnTo>
                <a:lnTo>
                  <a:pt x="1642" y="1792"/>
                </a:lnTo>
                <a:lnTo>
                  <a:pt x="840" y="2255"/>
                </a:lnTo>
                <a:lnTo>
                  <a:pt x="731" y="2068"/>
                </a:lnTo>
                <a:lnTo>
                  <a:pt x="1426" y="1667"/>
                </a:lnTo>
                <a:lnTo>
                  <a:pt x="1426" y="865"/>
                </a:lnTo>
                <a:close/>
                <a:moveTo>
                  <a:pt x="2751" y="746"/>
                </a:moveTo>
                <a:lnTo>
                  <a:pt x="2787" y="749"/>
                </a:lnTo>
                <a:lnTo>
                  <a:pt x="2822" y="756"/>
                </a:lnTo>
                <a:lnTo>
                  <a:pt x="2857" y="767"/>
                </a:lnTo>
                <a:lnTo>
                  <a:pt x="2889" y="783"/>
                </a:lnTo>
                <a:lnTo>
                  <a:pt x="2919" y="802"/>
                </a:lnTo>
                <a:lnTo>
                  <a:pt x="2947" y="827"/>
                </a:lnTo>
                <a:lnTo>
                  <a:pt x="2971" y="855"/>
                </a:lnTo>
                <a:lnTo>
                  <a:pt x="2993" y="886"/>
                </a:lnTo>
                <a:lnTo>
                  <a:pt x="3010" y="921"/>
                </a:lnTo>
                <a:lnTo>
                  <a:pt x="3022" y="956"/>
                </a:lnTo>
                <a:lnTo>
                  <a:pt x="3029" y="992"/>
                </a:lnTo>
                <a:lnTo>
                  <a:pt x="3031" y="1028"/>
                </a:lnTo>
                <a:lnTo>
                  <a:pt x="3028" y="1064"/>
                </a:lnTo>
                <a:lnTo>
                  <a:pt x="3021" y="1099"/>
                </a:lnTo>
                <a:lnTo>
                  <a:pt x="3010" y="1134"/>
                </a:lnTo>
                <a:lnTo>
                  <a:pt x="2993" y="1166"/>
                </a:lnTo>
                <a:lnTo>
                  <a:pt x="2974" y="1196"/>
                </a:lnTo>
                <a:lnTo>
                  <a:pt x="2950" y="1224"/>
                </a:lnTo>
                <a:lnTo>
                  <a:pt x="2922" y="1249"/>
                </a:lnTo>
                <a:lnTo>
                  <a:pt x="2890" y="1270"/>
                </a:lnTo>
                <a:lnTo>
                  <a:pt x="2856" y="1287"/>
                </a:lnTo>
                <a:lnTo>
                  <a:pt x="2820" y="1299"/>
                </a:lnTo>
                <a:lnTo>
                  <a:pt x="2785" y="1306"/>
                </a:lnTo>
                <a:lnTo>
                  <a:pt x="2748" y="1308"/>
                </a:lnTo>
                <a:lnTo>
                  <a:pt x="2712" y="1305"/>
                </a:lnTo>
                <a:lnTo>
                  <a:pt x="2677" y="1298"/>
                </a:lnTo>
                <a:lnTo>
                  <a:pt x="2643" y="1287"/>
                </a:lnTo>
                <a:lnTo>
                  <a:pt x="2611" y="1271"/>
                </a:lnTo>
                <a:lnTo>
                  <a:pt x="2580" y="1251"/>
                </a:lnTo>
                <a:lnTo>
                  <a:pt x="2553" y="1227"/>
                </a:lnTo>
                <a:lnTo>
                  <a:pt x="2528" y="1199"/>
                </a:lnTo>
                <a:lnTo>
                  <a:pt x="2506" y="1167"/>
                </a:lnTo>
                <a:lnTo>
                  <a:pt x="2490" y="1134"/>
                </a:lnTo>
                <a:lnTo>
                  <a:pt x="2478" y="1098"/>
                </a:lnTo>
                <a:lnTo>
                  <a:pt x="2471" y="1062"/>
                </a:lnTo>
                <a:lnTo>
                  <a:pt x="2469" y="1025"/>
                </a:lnTo>
                <a:lnTo>
                  <a:pt x="2471" y="990"/>
                </a:lnTo>
                <a:lnTo>
                  <a:pt x="2478" y="954"/>
                </a:lnTo>
                <a:lnTo>
                  <a:pt x="2490" y="920"/>
                </a:lnTo>
                <a:lnTo>
                  <a:pt x="2505" y="887"/>
                </a:lnTo>
                <a:lnTo>
                  <a:pt x="2526" y="857"/>
                </a:lnTo>
                <a:lnTo>
                  <a:pt x="2550" y="830"/>
                </a:lnTo>
                <a:lnTo>
                  <a:pt x="2577" y="805"/>
                </a:lnTo>
                <a:lnTo>
                  <a:pt x="2609" y="784"/>
                </a:lnTo>
                <a:lnTo>
                  <a:pt x="2643" y="767"/>
                </a:lnTo>
                <a:lnTo>
                  <a:pt x="2679" y="755"/>
                </a:lnTo>
                <a:lnTo>
                  <a:pt x="2715" y="748"/>
                </a:lnTo>
                <a:lnTo>
                  <a:pt x="2751" y="746"/>
                </a:lnTo>
                <a:close/>
                <a:moveTo>
                  <a:pt x="825" y="427"/>
                </a:moveTo>
                <a:lnTo>
                  <a:pt x="845" y="428"/>
                </a:lnTo>
                <a:lnTo>
                  <a:pt x="863" y="433"/>
                </a:lnTo>
                <a:lnTo>
                  <a:pt x="880" y="441"/>
                </a:lnTo>
                <a:lnTo>
                  <a:pt x="894" y="454"/>
                </a:lnTo>
                <a:lnTo>
                  <a:pt x="906" y="469"/>
                </a:lnTo>
                <a:lnTo>
                  <a:pt x="914" y="487"/>
                </a:lnTo>
                <a:lnTo>
                  <a:pt x="917" y="507"/>
                </a:lnTo>
                <a:lnTo>
                  <a:pt x="916" y="526"/>
                </a:lnTo>
                <a:lnTo>
                  <a:pt x="912" y="544"/>
                </a:lnTo>
                <a:lnTo>
                  <a:pt x="903" y="561"/>
                </a:lnTo>
                <a:lnTo>
                  <a:pt x="891" y="575"/>
                </a:lnTo>
                <a:lnTo>
                  <a:pt x="875" y="588"/>
                </a:lnTo>
                <a:lnTo>
                  <a:pt x="857" y="596"/>
                </a:lnTo>
                <a:lnTo>
                  <a:pt x="837" y="599"/>
                </a:lnTo>
                <a:lnTo>
                  <a:pt x="818" y="598"/>
                </a:lnTo>
                <a:lnTo>
                  <a:pt x="800" y="593"/>
                </a:lnTo>
                <a:lnTo>
                  <a:pt x="783" y="585"/>
                </a:lnTo>
                <a:lnTo>
                  <a:pt x="769" y="571"/>
                </a:lnTo>
                <a:lnTo>
                  <a:pt x="756" y="556"/>
                </a:lnTo>
                <a:lnTo>
                  <a:pt x="748" y="538"/>
                </a:lnTo>
                <a:lnTo>
                  <a:pt x="745" y="519"/>
                </a:lnTo>
                <a:lnTo>
                  <a:pt x="746" y="499"/>
                </a:lnTo>
                <a:lnTo>
                  <a:pt x="751" y="481"/>
                </a:lnTo>
                <a:lnTo>
                  <a:pt x="759" y="464"/>
                </a:lnTo>
                <a:lnTo>
                  <a:pt x="773" y="450"/>
                </a:lnTo>
                <a:lnTo>
                  <a:pt x="788" y="438"/>
                </a:lnTo>
                <a:lnTo>
                  <a:pt x="806" y="430"/>
                </a:lnTo>
                <a:lnTo>
                  <a:pt x="825" y="427"/>
                </a:lnTo>
                <a:close/>
                <a:moveTo>
                  <a:pt x="2246" y="211"/>
                </a:moveTo>
                <a:lnTo>
                  <a:pt x="2282" y="214"/>
                </a:lnTo>
                <a:lnTo>
                  <a:pt x="2318" y="222"/>
                </a:lnTo>
                <a:lnTo>
                  <a:pt x="2353" y="234"/>
                </a:lnTo>
                <a:lnTo>
                  <a:pt x="2387" y="250"/>
                </a:lnTo>
                <a:lnTo>
                  <a:pt x="2418" y="272"/>
                </a:lnTo>
                <a:lnTo>
                  <a:pt x="2447" y="296"/>
                </a:lnTo>
                <a:lnTo>
                  <a:pt x="2471" y="323"/>
                </a:lnTo>
                <a:lnTo>
                  <a:pt x="2492" y="353"/>
                </a:lnTo>
                <a:lnTo>
                  <a:pt x="2509" y="384"/>
                </a:lnTo>
                <a:lnTo>
                  <a:pt x="2523" y="417"/>
                </a:lnTo>
                <a:lnTo>
                  <a:pt x="2532" y="452"/>
                </a:lnTo>
                <a:lnTo>
                  <a:pt x="2537" y="487"/>
                </a:lnTo>
                <a:lnTo>
                  <a:pt x="2538" y="523"/>
                </a:lnTo>
                <a:lnTo>
                  <a:pt x="2535" y="559"/>
                </a:lnTo>
                <a:lnTo>
                  <a:pt x="2527" y="595"/>
                </a:lnTo>
                <a:lnTo>
                  <a:pt x="2514" y="630"/>
                </a:lnTo>
                <a:lnTo>
                  <a:pt x="2497" y="664"/>
                </a:lnTo>
                <a:lnTo>
                  <a:pt x="2477" y="696"/>
                </a:lnTo>
                <a:lnTo>
                  <a:pt x="2453" y="723"/>
                </a:lnTo>
                <a:lnTo>
                  <a:pt x="2425" y="749"/>
                </a:lnTo>
                <a:lnTo>
                  <a:pt x="2396" y="769"/>
                </a:lnTo>
                <a:lnTo>
                  <a:pt x="2365" y="786"/>
                </a:lnTo>
                <a:lnTo>
                  <a:pt x="2331" y="799"/>
                </a:lnTo>
                <a:lnTo>
                  <a:pt x="2297" y="808"/>
                </a:lnTo>
                <a:lnTo>
                  <a:pt x="2261" y="815"/>
                </a:lnTo>
                <a:lnTo>
                  <a:pt x="2225" y="816"/>
                </a:lnTo>
                <a:lnTo>
                  <a:pt x="2189" y="812"/>
                </a:lnTo>
                <a:lnTo>
                  <a:pt x="2154" y="804"/>
                </a:lnTo>
                <a:lnTo>
                  <a:pt x="2118" y="791"/>
                </a:lnTo>
                <a:lnTo>
                  <a:pt x="2084" y="775"/>
                </a:lnTo>
                <a:lnTo>
                  <a:pt x="2053" y="754"/>
                </a:lnTo>
                <a:lnTo>
                  <a:pt x="2024" y="729"/>
                </a:lnTo>
                <a:lnTo>
                  <a:pt x="2000" y="702"/>
                </a:lnTo>
                <a:lnTo>
                  <a:pt x="1979" y="673"/>
                </a:lnTo>
                <a:lnTo>
                  <a:pt x="1962" y="641"/>
                </a:lnTo>
                <a:lnTo>
                  <a:pt x="1948" y="608"/>
                </a:lnTo>
                <a:lnTo>
                  <a:pt x="1939" y="573"/>
                </a:lnTo>
                <a:lnTo>
                  <a:pt x="1934" y="538"/>
                </a:lnTo>
                <a:lnTo>
                  <a:pt x="1933" y="503"/>
                </a:lnTo>
                <a:lnTo>
                  <a:pt x="1937" y="466"/>
                </a:lnTo>
                <a:lnTo>
                  <a:pt x="1944" y="431"/>
                </a:lnTo>
                <a:lnTo>
                  <a:pt x="1957" y="395"/>
                </a:lnTo>
                <a:lnTo>
                  <a:pt x="1974" y="362"/>
                </a:lnTo>
                <a:lnTo>
                  <a:pt x="1995" y="329"/>
                </a:lnTo>
                <a:lnTo>
                  <a:pt x="2019" y="302"/>
                </a:lnTo>
                <a:lnTo>
                  <a:pt x="2046" y="277"/>
                </a:lnTo>
                <a:lnTo>
                  <a:pt x="2076" y="256"/>
                </a:lnTo>
                <a:lnTo>
                  <a:pt x="2107" y="239"/>
                </a:lnTo>
                <a:lnTo>
                  <a:pt x="2140" y="226"/>
                </a:lnTo>
                <a:lnTo>
                  <a:pt x="2174" y="217"/>
                </a:lnTo>
                <a:lnTo>
                  <a:pt x="2210" y="211"/>
                </a:lnTo>
                <a:lnTo>
                  <a:pt x="2246" y="211"/>
                </a:lnTo>
                <a:close/>
                <a:moveTo>
                  <a:pt x="1533" y="0"/>
                </a:moveTo>
                <a:lnTo>
                  <a:pt x="1533" y="0"/>
                </a:lnTo>
                <a:lnTo>
                  <a:pt x="1578" y="3"/>
                </a:lnTo>
                <a:lnTo>
                  <a:pt x="1619" y="12"/>
                </a:lnTo>
                <a:lnTo>
                  <a:pt x="1660" y="25"/>
                </a:lnTo>
                <a:lnTo>
                  <a:pt x="1697" y="45"/>
                </a:lnTo>
                <a:lnTo>
                  <a:pt x="1732" y="68"/>
                </a:lnTo>
                <a:lnTo>
                  <a:pt x="1763" y="95"/>
                </a:lnTo>
                <a:lnTo>
                  <a:pt x="1790" y="127"/>
                </a:lnTo>
                <a:lnTo>
                  <a:pt x="1814" y="161"/>
                </a:lnTo>
                <a:lnTo>
                  <a:pt x="1832" y="199"/>
                </a:lnTo>
                <a:lnTo>
                  <a:pt x="1846" y="238"/>
                </a:lnTo>
                <a:lnTo>
                  <a:pt x="1854" y="281"/>
                </a:lnTo>
                <a:lnTo>
                  <a:pt x="1857" y="324"/>
                </a:lnTo>
                <a:lnTo>
                  <a:pt x="1854" y="369"/>
                </a:lnTo>
                <a:lnTo>
                  <a:pt x="1846" y="410"/>
                </a:lnTo>
                <a:lnTo>
                  <a:pt x="1832" y="451"/>
                </a:lnTo>
                <a:lnTo>
                  <a:pt x="1814" y="488"/>
                </a:lnTo>
                <a:lnTo>
                  <a:pt x="1790" y="523"/>
                </a:lnTo>
                <a:lnTo>
                  <a:pt x="1763" y="554"/>
                </a:lnTo>
                <a:lnTo>
                  <a:pt x="1732" y="582"/>
                </a:lnTo>
                <a:lnTo>
                  <a:pt x="1697" y="605"/>
                </a:lnTo>
                <a:lnTo>
                  <a:pt x="1660" y="623"/>
                </a:lnTo>
                <a:lnTo>
                  <a:pt x="1619" y="637"/>
                </a:lnTo>
                <a:lnTo>
                  <a:pt x="1578" y="645"/>
                </a:lnTo>
                <a:lnTo>
                  <a:pt x="1533" y="648"/>
                </a:lnTo>
                <a:lnTo>
                  <a:pt x="1490" y="645"/>
                </a:lnTo>
                <a:lnTo>
                  <a:pt x="1447" y="637"/>
                </a:lnTo>
                <a:lnTo>
                  <a:pt x="1408" y="623"/>
                </a:lnTo>
                <a:lnTo>
                  <a:pt x="1370" y="605"/>
                </a:lnTo>
                <a:lnTo>
                  <a:pt x="1336" y="582"/>
                </a:lnTo>
                <a:lnTo>
                  <a:pt x="1304" y="554"/>
                </a:lnTo>
                <a:lnTo>
                  <a:pt x="1277" y="523"/>
                </a:lnTo>
                <a:lnTo>
                  <a:pt x="1254" y="488"/>
                </a:lnTo>
                <a:lnTo>
                  <a:pt x="1235" y="451"/>
                </a:lnTo>
                <a:lnTo>
                  <a:pt x="1221" y="410"/>
                </a:lnTo>
                <a:lnTo>
                  <a:pt x="1212" y="369"/>
                </a:lnTo>
                <a:lnTo>
                  <a:pt x="1209" y="324"/>
                </a:lnTo>
                <a:lnTo>
                  <a:pt x="1212" y="281"/>
                </a:lnTo>
                <a:lnTo>
                  <a:pt x="1221" y="238"/>
                </a:lnTo>
                <a:lnTo>
                  <a:pt x="1235" y="199"/>
                </a:lnTo>
                <a:lnTo>
                  <a:pt x="1254" y="161"/>
                </a:lnTo>
                <a:lnTo>
                  <a:pt x="1277" y="127"/>
                </a:lnTo>
                <a:lnTo>
                  <a:pt x="1304" y="95"/>
                </a:lnTo>
                <a:lnTo>
                  <a:pt x="1336" y="68"/>
                </a:lnTo>
                <a:lnTo>
                  <a:pt x="1370" y="45"/>
                </a:lnTo>
                <a:lnTo>
                  <a:pt x="1408" y="25"/>
                </a:lnTo>
                <a:lnTo>
                  <a:pt x="1447" y="12"/>
                </a:lnTo>
                <a:lnTo>
                  <a:pt x="1490" y="3"/>
                </a:lnTo>
                <a:lnTo>
                  <a:pt x="153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0" name="Group 79"/>
          <p:cNvGrpSpPr/>
          <p:nvPr/>
        </p:nvGrpSpPr>
        <p:grpSpPr>
          <a:xfrm>
            <a:off x="6681095" y="3415166"/>
            <a:ext cx="549275" cy="551218"/>
            <a:chOff x="-169863" y="5010151"/>
            <a:chExt cx="1346200" cy="1350962"/>
          </a:xfrm>
          <a:solidFill>
            <a:schemeClr val="accent2"/>
          </a:solidFill>
        </p:grpSpPr>
        <p:sp>
          <p:nvSpPr>
            <p:cNvPr id="76" name="Freeform 23"/>
            <p:cNvSpPr>
              <a:spLocks/>
            </p:cNvSpPr>
            <p:nvPr/>
          </p:nvSpPr>
          <p:spPr bwMode="auto">
            <a:xfrm>
              <a:off x="-153988" y="5099051"/>
              <a:ext cx="560388" cy="550863"/>
            </a:xfrm>
            <a:custGeom>
              <a:avLst/>
              <a:gdLst>
                <a:gd name="T0" fmla="*/ 787 w 1410"/>
                <a:gd name="T1" fmla="*/ 4 h 1386"/>
                <a:gd name="T2" fmla="*/ 915 w 1410"/>
                <a:gd name="T3" fmla="*/ 31 h 1386"/>
                <a:gd name="T4" fmla="*/ 1033 w 1410"/>
                <a:gd name="T5" fmla="*/ 79 h 1386"/>
                <a:gd name="T6" fmla="*/ 1140 w 1410"/>
                <a:gd name="T7" fmla="*/ 148 h 1386"/>
                <a:gd name="T8" fmla="*/ 1232 w 1410"/>
                <a:gd name="T9" fmla="*/ 234 h 1386"/>
                <a:gd name="T10" fmla="*/ 1307 w 1410"/>
                <a:gd name="T11" fmla="*/ 334 h 1386"/>
                <a:gd name="T12" fmla="*/ 1364 w 1410"/>
                <a:gd name="T13" fmla="*/ 448 h 1386"/>
                <a:gd name="T14" fmla="*/ 1401 w 1410"/>
                <a:gd name="T15" fmla="*/ 572 h 1386"/>
                <a:gd name="T16" fmla="*/ 1345 w 1410"/>
                <a:gd name="T17" fmla="*/ 653 h 1386"/>
                <a:gd name="T18" fmla="*/ 1204 w 1410"/>
                <a:gd name="T19" fmla="*/ 700 h 1386"/>
                <a:gd name="T20" fmla="*/ 1059 w 1410"/>
                <a:gd name="T21" fmla="*/ 770 h 1386"/>
                <a:gd name="T22" fmla="*/ 923 w 1410"/>
                <a:gd name="T23" fmla="*/ 858 h 1386"/>
                <a:gd name="T24" fmla="*/ 799 w 1410"/>
                <a:gd name="T25" fmla="*/ 966 h 1386"/>
                <a:gd name="T26" fmla="*/ 690 w 1410"/>
                <a:gd name="T27" fmla="*/ 1088 h 1386"/>
                <a:gd name="T28" fmla="*/ 599 w 1410"/>
                <a:gd name="T29" fmla="*/ 1223 h 1386"/>
                <a:gd name="T30" fmla="*/ 544 w 1410"/>
                <a:gd name="T31" fmla="*/ 1331 h 1386"/>
                <a:gd name="T32" fmla="*/ 460 w 1410"/>
                <a:gd name="T33" fmla="*/ 1367 h 1386"/>
                <a:gd name="T34" fmla="*/ 348 w 1410"/>
                <a:gd name="T35" fmla="*/ 1313 h 1386"/>
                <a:gd name="T36" fmla="*/ 249 w 1410"/>
                <a:gd name="T37" fmla="*/ 1243 h 1386"/>
                <a:gd name="T38" fmla="*/ 163 w 1410"/>
                <a:gd name="T39" fmla="*/ 1156 h 1386"/>
                <a:gd name="T40" fmla="*/ 94 w 1410"/>
                <a:gd name="T41" fmla="*/ 1056 h 1386"/>
                <a:gd name="T42" fmla="*/ 42 w 1410"/>
                <a:gd name="T43" fmla="*/ 944 h 1386"/>
                <a:gd name="T44" fmla="*/ 10 w 1410"/>
                <a:gd name="T45" fmla="*/ 822 h 1386"/>
                <a:gd name="T46" fmla="*/ 0 w 1410"/>
                <a:gd name="T47" fmla="*/ 693 h 1386"/>
                <a:gd name="T48" fmla="*/ 16 w 1410"/>
                <a:gd name="T49" fmla="*/ 559 h 1386"/>
                <a:gd name="T50" fmla="*/ 54 w 1410"/>
                <a:gd name="T51" fmla="*/ 435 h 1386"/>
                <a:gd name="T52" fmla="*/ 114 w 1410"/>
                <a:gd name="T53" fmla="*/ 321 h 1386"/>
                <a:gd name="T54" fmla="*/ 194 w 1410"/>
                <a:gd name="T55" fmla="*/ 220 h 1386"/>
                <a:gd name="T56" fmla="*/ 289 w 1410"/>
                <a:gd name="T57" fmla="*/ 136 h 1386"/>
                <a:gd name="T58" fmla="*/ 399 w 1410"/>
                <a:gd name="T59" fmla="*/ 70 h 1386"/>
                <a:gd name="T60" fmla="*/ 520 w 1410"/>
                <a:gd name="T61" fmla="*/ 25 h 1386"/>
                <a:gd name="T62" fmla="*/ 651 w 1410"/>
                <a:gd name="T63" fmla="*/ 2 h 13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410" h="1386">
                  <a:moveTo>
                    <a:pt x="719" y="0"/>
                  </a:moveTo>
                  <a:lnTo>
                    <a:pt x="787" y="4"/>
                  </a:lnTo>
                  <a:lnTo>
                    <a:pt x="852" y="14"/>
                  </a:lnTo>
                  <a:lnTo>
                    <a:pt x="915" y="31"/>
                  </a:lnTo>
                  <a:lnTo>
                    <a:pt x="975" y="53"/>
                  </a:lnTo>
                  <a:lnTo>
                    <a:pt x="1033" y="79"/>
                  </a:lnTo>
                  <a:lnTo>
                    <a:pt x="1088" y="112"/>
                  </a:lnTo>
                  <a:lnTo>
                    <a:pt x="1140" y="148"/>
                  </a:lnTo>
                  <a:lnTo>
                    <a:pt x="1187" y="189"/>
                  </a:lnTo>
                  <a:lnTo>
                    <a:pt x="1232" y="234"/>
                  </a:lnTo>
                  <a:lnTo>
                    <a:pt x="1272" y="282"/>
                  </a:lnTo>
                  <a:lnTo>
                    <a:pt x="1307" y="334"/>
                  </a:lnTo>
                  <a:lnTo>
                    <a:pt x="1339" y="390"/>
                  </a:lnTo>
                  <a:lnTo>
                    <a:pt x="1364" y="448"/>
                  </a:lnTo>
                  <a:lnTo>
                    <a:pt x="1385" y="509"/>
                  </a:lnTo>
                  <a:lnTo>
                    <a:pt x="1401" y="572"/>
                  </a:lnTo>
                  <a:lnTo>
                    <a:pt x="1410" y="637"/>
                  </a:lnTo>
                  <a:lnTo>
                    <a:pt x="1345" y="653"/>
                  </a:lnTo>
                  <a:lnTo>
                    <a:pt x="1279" y="673"/>
                  </a:lnTo>
                  <a:lnTo>
                    <a:pt x="1204" y="700"/>
                  </a:lnTo>
                  <a:lnTo>
                    <a:pt x="1130" y="733"/>
                  </a:lnTo>
                  <a:lnTo>
                    <a:pt x="1059" y="770"/>
                  </a:lnTo>
                  <a:lnTo>
                    <a:pt x="991" y="811"/>
                  </a:lnTo>
                  <a:lnTo>
                    <a:pt x="923" y="858"/>
                  </a:lnTo>
                  <a:lnTo>
                    <a:pt x="859" y="910"/>
                  </a:lnTo>
                  <a:lnTo>
                    <a:pt x="799" y="966"/>
                  </a:lnTo>
                  <a:lnTo>
                    <a:pt x="743" y="1025"/>
                  </a:lnTo>
                  <a:lnTo>
                    <a:pt x="690" y="1088"/>
                  </a:lnTo>
                  <a:lnTo>
                    <a:pt x="643" y="1154"/>
                  </a:lnTo>
                  <a:lnTo>
                    <a:pt x="599" y="1223"/>
                  </a:lnTo>
                  <a:lnTo>
                    <a:pt x="570" y="1276"/>
                  </a:lnTo>
                  <a:lnTo>
                    <a:pt x="544" y="1331"/>
                  </a:lnTo>
                  <a:lnTo>
                    <a:pt x="520" y="1386"/>
                  </a:lnTo>
                  <a:lnTo>
                    <a:pt x="460" y="1367"/>
                  </a:lnTo>
                  <a:lnTo>
                    <a:pt x="403" y="1342"/>
                  </a:lnTo>
                  <a:lnTo>
                    <a:pt x="348" y="1313"/>
                  </a:lnTo>
                  <a:lnTo>
                    <a:pt x="298" y="1280"/>
                  </a:lnTo>
                  <a:lnTo>
                    <a:pt x="249" y="1243"/>
                  </a:lnTo>
                  <a:lnTo>
                    <a:pt x="204" y="1202"/>
                  </a:lnTo>
                  <a:lnTo>
                    <a:pt x="163" y="1156"/>
                  </a:lnTo>
                  <a:lnTo>
                    <a:pt x="127" y="1107"/>
                  </a:lnTo>
                  <a:lnTo>
                    <a:pt x="94" y="1056"/>
                  </a:lnTo>
                  <a:lnTo>
                    <a:pt x="66" y="1001"/>
                  </a:lnTo>
                  <a:lnTo>
                    <a:pt x="42" y="944"/>
                  </a:lnTo>
                  <a:lnTo>
                    <a:pt x="23" y="884"/>
                  </a:lnTo>
                  <a:lnTo>
                    <a:pt x="10" y="822"/>
                  </a:lnTo>
                  <a:lnTo>
                    <a:pt x="2" y="759"/>
                  </a:lnTo>
                  <a:lnTo>
                    <a:pt x="0" y="693"/>
                  </a:lnTo>
                  <a:lnTo>
                    <a:pt x="6" y="625"/>
                  </a:lnTo>
                  <a:lnTo>
                    <a:pt x="16" y="559"/>
                  </a:lnTo>
                  <a:lnTo>
                    <a:pt x="33" y="496"/>
                  </a:lnTo>
                  <a:lnTo>
                    <a:pt x="54" y="435"/>
                  </a:lnTo>
                  <a:lnTo>
                    <a:pt x="82" y="376"/>
                  </a:lnTo>
                  <a:lnTo>
                    <a:pt x="114" y="321"/>
                  </a:lnTo>
                  <a:lnTo>
                    <a:pt x="152" y="269"/>
                  </a:lnTo>
                  <a:lnTo>
                    <a:pt x="194" y="220"/>
                  </a:lnTo>
                  <a:lnTo>
                    <a:pt x="240" y="176"/>
                  </a:lnTo>
                  <a:lnTo>
                    <a:pt x="289" y="136"/>
                  </a:lnTo>
                  <a:lnTo>
                    <a:pt x="342" y="100"/>
                  </a:lnTo>
                  <a:lnTo>
                    <a:pt x="399" y="70"/>
                  </a:lnTo>
                  <a:lnTo>
                    <a:pt x="458" y="44"/>
                  </a:lnTo>
                  <a:lnTo>
                    <a:pt x="520" y="25"/>
                  </a:lnTo>
                  <a:lnTo>
                    <a:pt x="585" y="10"/>
                  </a:lnTo>
                  <a:lnTo>
                    <a:pt x="651" y="2"/>
                  </a:lnTo>
                  <a:lnTo>
                    <a:pt x="71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" name="Freeform 24"/>
            <p:cNvSpPr>
              <a:spLocks/>
            </p:cNvSpPr>
            <p:nvPr/>
          </p:nvSpPr>
          <p:spPr bwMode="auto">
            <a:xfrm>
              <a:off x="555625" y="5010151"/>
              <a:ext cx="303213" cy="303213"/>
            </a:xfrm>
            <a:custGeom>
              <a:avLst/>
              <a:gdLst>
                <a:gd name="T0" fmla="*/ 383 w 766"/>
                <a:gd name="T1" fmla="*/ 0 h 765"/>
                <a:gd name="T2" fmla="*/ 431 w 766"/>
                <a:gd name="T3" fmla="*/ 3 h 765"/>
                <a:gd name="T4" fmla="*/ 477 w 766"/>
                <a:gd name="T5" fmla="*/ 11 h 765"/>
                <a:gd name="T6" fmla="*/ 522 w 766"/>
                <a:gd name="T7" fmla="*/ 26 h 765"/>
                <a:gd name="T8" fmla="*/ 563 w 766"/>
                <a:gd name="T9" fmla="*/ 45 h 765"/>
                <a:gd name="T10" fmla="*/ 602 w 766"/>
                <a:gd name="T11" fmla="*/ 68 h 765"/>
                <a:gd name="T12" fmla="*/ 638 w 766"/>
                <a:gd name="T13" fmla="*/ 96 h 765"/>
                <a:gd name="T14" fmla="*/ 670 w 766"/>
                <a:gd name="T15" fmla="*/ 128 h 765"/>
                <a:gd name="T16" fmla="*/ 698 w 766"/>
                <a:gd name="T17" fmla="*/ 164 h 765"/>
                <a:gd name="T18" fmla="*/ 722 w 766"/>
                <a:gd name="T19" fmla="*/ 203 h 765"/>
                <a:gd name="T20" fmla="*/ 740 w 766"/>
                <a:gd name="T21" fmla="*/ 244 h 765"/>
                <a:gd name="T22" fmla="*/ 755 w 766"/>
                <a:gd name="T23" fmla="*/ 288 h 765"/>
                <a:gd name="T24" fmla="*/ 763 w 766"/>
                <a:gd name="T25" fmla="*/ 334 h 765"/>
                <a:gd name="T26" fmla="*/ 766 w 766"/>
                <a:gd name="T27" fmla="*/ 383 h 765"/>
                <a:gd name="T28" fmla="*/ 763 w 766"/>
                <a:gd name="T29" fmla="*/ 431 h 765"/>
                <a:gd name="T30" fmla="*/ 755 w 766"/>
                <a:gd name="T31" fmla="*/ 477 h 765"/>
                <a:gd name="T32" fmla="*/ 740 w 766"/>
                <a:gd name="T33" fmla="*/ 521 h 765"/>
                <a:gd name="T34" fmla="*/ 722 w 766"/>
                <a:gd name="T35" fmla="*/ 562 h 765"/>
                <a:gd name="T36" fmla="*/ 698 w 766"/>
                <a:gd name="T37" fmla="*/ 602 h 765"/>
                <a:gd name="T38" fmla="*/ 670 w 766"/>
                <a:gd name="T39" fmla="*/ 637 h 765"/>
                <a:gd name="T40" fmla="*/ 638 w 766"/>
                <a:gd name="T41" fmla="*/ 669 h 765"/>
                <a:gd name="T42" fmla="*/ 602 w 766"/>
                <a:gd name="T43" fmla="*/ 697 h 765"/>
                <a:gd name="T44" fmla="*/ 563 w 766"/>
                <a:gd name="T45" fmla="*/ 721 h 765"/>
                <a:gd name="T46" fmla="*/ 522 w 766"/>
                <a:gd name="T47" fmla="*/ 740 h 765"/>
                <a:gd name="T48" fmla="*/ 477 w 766"/>
                <a:gd name="T49" fmla="*/ 754 h 765"/>
                <a:gd name="T50" fmla="*/ 431 w 766"/>
                <a:gd name="T51" fmla="*/ 763 h 765"/>
                <a:gd name="T52" fmla="*/ 383 w 766"/>
                <a:gd name="T53" fmla="*/ 765 h 765"/>
                <a:gd name="T54" fmla="*/ 336 w 766"/>
                <a:gd name="T55" fmla="*/ 763 h 765"/>
                <a:gd name="T56" fmla="*/ 289 w 766"/>
                <a:gd name="T57" fmla="*/ 754 h 765"/>
                <a:gd name="T58" fmla="*/ 244 w 766"/>
                <a:gd name="T59" fmla="*/ 740 h 765"/>
                <a:gd name="T60" fmla="*/ 203 w 766"/>
                <a:gd name="T61" fmla="*/ 721 h 765"/>
                <a:gd name="T62" fmla="*/ 165 w 766"/>
                <a:gd name="T63" fmla="*/ 697 h 765"/>
                <a:gd name="T64" fmla="*/ 128 w 766"/>
                <a:gd name="T65" fmla="*/ 669 h 765"/>
                <a:gd name="T66" fmla="*/ 97 w 766"/>
                <a:gd name="T67" fmla="*/ 637 h 765"/>
                <a:gd name="T68" fmla="*/ 68 w 766"/>
                <a:gd name="T69" fmla="*/ 602 h 765"/>
                <a:gd name="T70" fmla="*/ 46 w 766"/>
                <a:gd name="T71" fmla="*/ 562 h 765"/>
                <a:gd name="T72" fmla="*/ 26 w 766"/>
                <a:gd name="T73" fmla="*/ 521 h 765"/>
                <a:gd name="T74" fmla="*/ 12 w 766"/>
                <a:gd name="T75" fmla="*/ 477 h 765"/>
                <a:gd name="T76" fmla="*/ 3 w 766"/>
                <a:gd name="T77" fmla="*/ 431 h 765"/>
                <a:gd name="T78" fmla="*/ 0 w 766"/>
                <a:gd name="T79" fmla="*/ 383 h 765"/>
                <a:gd name="T80" fmla="*/ 3 w 766"/>
                <a:gd name="T81" fmla="*/ 334 h 765"/>
                <a:gd name="T82" fmla="*/ 12 w 766"/>
                <a:gd name="T83" fmla="*/ 288 h 765"/>
                <a:gd name="T84" fmla="*/ 26 w 766"/>
                <a:gd name="T85" fmla="*/ 244 h 765"/>
                <a:gd name="T86" fmla="*/ 46 w 766"/>
                <a:gd name="T87" fmla="*/ 203 h 765"/>
                <a:gd name="T88" fmla="*/ 68 w 766"/>
                <a:gd name="T89" fmla="*/ 164 h 765"/>
                <a:gd name="T90" fmla="*/ 97 w 766"/>
                <a:gd name="T91" fmla="*/ 128 h 765"/>
                <a:gd name="T92" fmla="*/ 128 w 766"/>
                <a:gd name="T93" fmla="*/ 96 h 765"/>
                <a:gd name="T94" fmla="*/ 165 w 766"/>
                <a:gd name="T95" fmla="*/ 68 h 765"/>
                <a:gd name="T96" fmla="*/ 203 w 766"/>
                <a:gd name="T97" fmla="*/ 45 h 765"/>
                <a:gd name="T98" fmla="*/ 244 w 766"/>
                <a:gd name="T99" fmla="*/ 26 h 765"/>
                <a:gd name="T100" fmla="*/ 289 w 766"/>
                <a:gd name="T101" fmla="*/ 11 h 765"/>
                <a:gd name="T102" fmla="*/ 336 w 766"/>
                <a:gd name="T103" fmla="*/ 3 h 765"/>
                <a:gd name="T104" fmla="*/ 383 w 766"/>
                <a:gd name="T105" fmla="*/ 0 h 7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66" h="765">
                  <a:moveTo>
                    <a:pt x="383" y="0"/>
                  </a:moveTo>
                  <a:lnTo>
                    <a:pt x="431" y="3"/>
                  </a:lnTo>
                  <a:lnTo>
                    <a:pt x="477" y="11"/>
                  </a:lnTo>
                  <a:lnTo>
                    <a:pt x="522" y="26"/>
                  </a:lnTo>
                  <a:lnTo>
                    <a:pt x="563" y="45"/>
                  </a:lnTo>
                  <a:lnTo>
                    <a:pt x="602" y="68"/>
                  </a:lnTo>
                  <a:lnTo>
                    <a:pt x="638" y="96"/>
                  </a:lnTo>
                  <a:lnTo>
                    <a:pt x="670" y="128"/>
                  </a:lnTo>
                  <a:lnTo>
                    <a:pt x="698" y="164"/>
                  </a:lnTo>
                  <a:lnTo>
                    <a:pt x="722" y="203"/>
                  </a:lnTo>
                  <a:lnTo>
                    <a:pt x="740" y="244"/>
                  </a:lnTo>
                  <a:lnTo>
                    <a:pt x="755" y="288"/>
                  </a:lnTo>
                  <a:lnTo>
                    <a:pt x="763" y="334"/>
                  </a:lnTo>
                  <a:lnTo>
                    <a:pt x="766" y="383"/>
                  </a:lnTo>
                  <a:lnTo>
                    <a:pt x="763" y="431"/>
                  </a:lnTo>
                  <a:lnTo>
                    <a:pt x="755" y="477"/>
                  </a:lnTo>
                  <a:lnTo>
                    <a:pt x="740" y="521"/>
                  </a:lnTo>
                  <a:lnTo>
                    <a:pt x="722" y="562"/>
                  </a:lnTo>
                  <a:lnTo>
                    <a:pt x="698" y="602"/>
                  </a:lnTo>
                  <a:lnTo>
                    <a:pt x="670" y="637"/>
                  </a:lnTo>
                  <a:lnTo>
                    <a:pt x="638" y="669"/>
                  </a:lnTo>
                  <a:lnTo>
                    <a:pt x="602" y="697"/>
                  </a:lnTo>
                  <a:lnTo>
                    <a:pt x="563" y="721"/>
                  </a:lnTo>
                  <a:lnTo>
                    <a:pt x="522" y="740"/>
                  </a:lnTo>
                  <a:lnTo>
                    <a:pt x="477" y="754"/>
                  </a:lnTo>
                  <a:lnTo>
                    <a:pt x="431" y="763"/>
                  </a:lnTo>
                  <a:lnTo>
                    <a:pt x="383" y="765"/>
                  </a:lnTo>
                  <a:lnTo>
                    <a:pt x="336" y="763"/>
                  </a:lnTo>
                  <a:lnTo>
                    <a:pt x="289" y="754"/>
                  </a:lnTo>
                  <a:lnTo>
                    <a:pt x="244" y="740"/>
                  </a:lnTo>
                  <a:lnTo>
                    <a:pt x="203" y="721"/>
                  </a:lnTo>
                  <a:lnTo>
                    <a:pt x="165" y="697"/>
                  </a:lnTo>
                  <a:lnTo>
                    <a:pt x="128" y="669"/>
                  </a:lnTo>
                  <a:lnTo>
                    <a:pt x="97" y="637"/>
                  </a:lnTo>
                  <a:lnTo>
                    <a:pt x="68" y="602"/>
                  </a:lnTo>
                  <a:lnTo>
                    <a:pt x="46" y="562"/>
                  </a:lnTo>
                  <a:lnTo>
                    <a:pt x="26" y="521"/>
                  </a:lnTo>
                  <a:lnTo>
                    <a:pt x="12" y="477"/>
                  </a:lnTo>
                  <a:lnTo>
                    <a:pt x="3" y="431"/>
                  </a:lnTo>
                  <a:lnTo>
                    <a:pt x="0" y="383"/>
                  </a:lnTo>
                  <a:lnTo>
                    <a:pt x="3" y="334"/>
                  </a:lnTo>
                  <a:lnTo>
                    <a:pt x="12" y="288"/>
                  </a:lnTo>
                  <a:lnTo>
                    <a:pt x="26" y="244"/>
                  </a:lnTo>
                  <a:lnTo>
                    <a:pt x="46" y="203"/>
                  </a:lnTo>
                  <a:lnTo>
                    <a:pt x="68" y="164"/>
                  </a:lnTo>
                  <a:lnTo>
                    <a:pt x="97" y="128"/>
                  </a:lnTo>
                  <a:lnTo>
                    <a:pt x="128" y="96"/>
                  </a:lnTo>
                  <a:lnTo>
                    <a:pt x="165" y="68"/>
                  </a:lnTo>
                  <a:lnTo>
                    <a:pt x="203" y="45"/>
                  </a:lnTo>
                  <a:lnTo>
                    <a:pt x="244" y="26"/>
                  </a:lnTo>
                  <a:lnTo>
                    <a:pt x="289" y="11"/>
                  </a:lnTo>
                  <a:lnTo>
                    <a:pt x="336" y="3"/>
                  </a:lnTo>
                  <a:lnTo>
                    <a:pt x="38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" name="Freeform 25"/>
            <p:cNvSpPr>
              <a:spLocks/>
            </p:cNvSpPr>
            <p:nvPr/>
          </p:nvSpPr>
          <p:spPr bwMode="auto">
            <a:xfrm>
              <a:off x="-169863" y="5294313"/>
              <a:ext cx="1346200" cy="1066800"/>
            </a:xfrm>
            <a:custGeom>
              <a:avLst/>
              <a:gdLst>
                <a:gd name="T0" fmla="*/ 3233 w 3393"/>
                <a:gd name="T1" fmla="*/ 14 h 2689"/>
                <a:gd name="T2" fmla="*/ 3340 w 3393"/>
                <a:gd name="T3" fmla="*/ 81 h 2689"/>
                <a:gd name="T4" fmla="*/ 3392 w 3393"/>
                <a:gd name="T5" fmla="*/ 202 h 2689"/>
                <a:gd name="T6" fmla="*/ 3366 w 3393"/>
                <a:gd name="T7" fmla="*/ 362 h 2689"/>
                <a:gd name="T8" fmla="*/ 3271 w 3393"/>
                <a:gd name="T9" fmla="*/ 554 h 2689"/>
                <a:gd name="T10" fmla="*/ 3117 w 3393"/>
                <a:gd name="T11" fmla="*/ 772 h 2689"/>
                <a:gd name="T12" fmla="*/ 2913 w 3393"/>
                <a:gd name="T13" fmla="*/ 1007 h 2689"/>
                <a:gd name="T14" fmla="*/ 2669 w 3393"/>
                <a:gd name="T15" fmla="*/ 1252 h 2689"/>
                <a:gd name="T16" fmla="*/ 2394 w 3393"/>
                <a:gd name="T17" fmla="*/ 1500 h 2689"/>
                <a:gd name="T18" fmla="*/ 2097 w 3393"/>
                <a:gd name="T19" fmla="*/ 1744 h 2689"/>
                <a:gd name="T20" fmla="*/ 1789 w 3393"/>
                <a:gd name="T21" fmla="*/ 1974 h 2689"/>
                <a:gd name="T22" fmla="*/ 1477 w 3393"/>
                <a:gd name="T23" fmla="*/ 2185 h 2689"/>
                <a:gd name="T24" fmla="*/ 1171 w 3393"/>
                <a:gd name="T25" fmla="*/ 2369 h 2689"/>
                <a:gd name="T26" fmla="*/ 881 w 3393"/>
                <a:gd name="T27" fmla="*/ 2518 h 2689"/>
                <a:gd name="T28" fmla="*/ 617 w 3393"/>
                <a:gd name="T29" fmla="*/ 2625 h 2689"/>
                <a:gd name="T30" fmla="*/ 387 w 3393"/>
                <a:gd name="T31" fmla="*/ 2682 h 2689"/>
                <a:gd name="T32" fmla="*/ 206 w 3393"/>
                <a:gd name="T33" fmla="*/ 2682 h 2689"/>
                <a:gd name="T34" fmla="*/ 77 w 3393"/>
                <a:gd name="T35" fmla="*/ 2623 h 2689"/>
                <a:gd name="T36" fmla="*/ 5 w 3393"/>
                <a:gd name="T37" fmla="*/ 2498 h 2689"/>
                <a:gd name="T38" fmla="*/ 11 w 3393"/>
                <a:gd name="T39" fmla="*/ 2355 h 2689"/>
                <a:gd name="T40" fmla="*/ 74 w 3393"/>
                <a:gd name="T41" fmla="*/ 2214 h 2689"/>
                <a:gd name="T42" fmla="*/ 162 w 3393"/>
                <a:gd name="T43" fmla="*/ 2086 h 2689"/>
                <a:gd name="T44" fmla="*/ 239 w 3393"/>
                <a:gd name="T45" fmla="*/ 2019 h 2689"/>
                <a:gd name="T46" fmla="*/ 327 w 3393"/>
                <a:gd name="T47" fmla="*/ 2020 h 2689"/>
                <a:gd name="T48" fmla="*/ 400 w 3393"/>
                <a:gd name="T49" fmla="*/ 2077 h 2689"/>
                <a:gd name="T50" fmla="*/ 424 w 3393"/>
                <a:gd name="T51" fmla="*/ 2166 h 2689"/>
                <a:gd name="T52" fmla="*/ 371 w 3393"/>
                <a:gd name="T53" fmla="*/ 2265 h 2689"/>
                <a:gd name="T54" fmla="*/ 304 w 3393"/>
                <a:gd name="T55" fmla="*/ 2368 h 2689"/>
                <a:gd name="T56" fmla="*/ 281 w 3393"/>
                <a:gd name="T57" fmla="*/ 2427 h 2689"/>
                <a:gd name="T58" fmla="*/ 380 w 3393"/>
                <a:gd name="T59" fmla="*/ 2421 h 2689"/>
                <a:gd name="T60" fmla="*/ 581 w 3393"/>
                <a:gd name="T61" fmla="*/ 2361 h 2689"/>
                <a:gd name="T62" fmla="*/ 833 w 3393"/>
                <a:gd name="T63" fmla="*/ 2236 h 2689"/>
                <a:gd name="T64" fmla="*/ 879 w 3393"/>
                <a:gd name="T65" fmla="*/ 2052 h 2689"/>
                <a:gd name="T66" fmla="*/ 718 w 3393"/>
                <a:gd name="T67" fmla="*/ 1799 h 2689"/>
                <a:gd name="T68" fmla="*/ 632 w 3393"/>
                <a:gd name="T69" fmla="*/ 1507 h 2689"/>
                <a:gd name="T70" fmla="*/ 631 w 3393"/>
                <a:gd name="T71" fmla="*/ 1207 h 2689"/>
                <a:gd name="T72" fmla="*/ 710 w 3393"/>
                <a:gd name="T73" fmla="*/ 919 h 2689"/>
                <a:gd name="T74" fmla="*/ 850 w 3393"/>
                <a:gd name="T75" fmla="*/ 684 h 2689"/>
                <a:gd name="T76" fmla="*/ 1053 w 3393"/>
                <a:gd name="T77" fmla="*/ 485 h 2689"/>
                <a:gd name="T78" fmla="*/ 1311 w 3393"/>
                <a:gd name="T79" fmla="*/ 340 h 2689"/>
                <a:gd name="T80" fmla="*/ 1619 w 3393"/>
                <a:gd name="T81" fmla="*/ 271 h 2689"/>
                <a:gd name="T82" fmla="*/ 1914 w 3393"/>
                <a:gd name="T83" fmla="*/ 287 h 2689"/>
                <a:gd name="T84" fmla="*/ 2181 w 3393"/>
                <a:gd name="T85" fmla="*/ 376 h 2689"/>
                <a:gd name="T86" fmla="*/ 2419 w 3393"/>
                <a:gd name="T87" fmla="*/ 536 h 2689"/>
                <a:gd name="T88" fmla="*/ 2608 w 3393"/>
                <a:gd name="T89" fmla="*/ 751 h 2689"/>
                <a:gd name="T90" fmla="*/ 2745 w 3393"/>
                <a:gd name="T91" fmla="*/ 804 h 2689"/>
                <a:gd name="T92" fmla="*/ 2883 w 3393"/>
                <a:gd name="T93" fmla="*/ 671 h 2689"/>
                <a:gd name="T94" fmla="*/ 3002 w 3393"/>
                <a:gd name="T95" fmla="*/ 531 h 2689"/>
                <a:gd name="T96" fmla="*/ 3090 w 3393"/>
                <a:gd name="T97" fmla="*/ 404 h 2689"/>
                <a:gd name="T98" fmla="*/ 3136 w 3393"/>
                <a:gd name="T99" fmla="*/ 308 h 2689"/>
                <a:gd name="T100" fmla="*/ 3130 w 3393"/>
                <a:gd name="T101" fmla="*/ 278 h 2689"/>
                <a:gd name="T102" fmla="*/ 3066 w 3393"/>
                <a:gd name="T103" fmla="*/ 286 h 2689"/>
                <a:gd name="T104" fmla="*/ 2944 w 3393"/>
                <a:gd name="T105" fmla="*/ 326 h 2689"/>
                <a:gd name="T106" fmla="*/ 2832 w 3393"/>
                <a:gd name="T107" fmla="*/ 350 h 2689"/>
                <a:gd name="T108" fmla="*/ 2754 w 3393"/>
                <a:gd name="T109" fmla="*/ 303 h 2689"/>
                <a:gd name="T110" fmla="*/ 2718 w 3393"/>
                <a:gd name="T111" fmla="*/ 213 h 2689"/>
                <a:gd name="T112" fmla="*/ 2751 w 3393"/>
                <a:gd name="T113" fmla="*/ 121 h 2689"/>
                <a:gd name="T114" fmla="*/ 2885 w 3393"/>
                <a:gd name="T115" fmla="*/ 53 h 2689"/>
                <a:gd name="T116" fmla="*/ 3086 w 3393"/>
                <a:gd name="T117" fmla="*/ 3 h 2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393" h="2689">
                  <a:moveTo>
                    <a:pt x="3136" y="0"/>
                  </a:moveTo>
                  <a:lnTo>
                    <a:pt x="3169" y="2"/>
                  </a:lnTo>
                  <a:lnTo>
                    <a:pt x="3202" y="6"/>
                  </a:lnTo>
                  <a:lnTo>
                    <a:pt x="3233" y="14"/>
                  </a:lnTo>
                  <a:lnTo>
                    <a:pt x="3262" y="24"/>
                  </a:lnTo>
                  <a:lnTo>
                    <a:pt x="3290" y="39"/>
                  </a:lnTo>
                  <a:lnTo>
                    <a:pt x="3316" y="58"/>
                  </a:lnTo>
                  <a:lnTo>
                    <a:pt x="3340" y="81"/>
                  </a:lnTo>
                  <a:lnTo>
                    <a:pt x="3361" y="108"/>
                  </a:lnTo>
                  <a:lnTo>
                    <a:pt x="3376" y="137"/>
                  </a:lnTo>
                  <a:lnTo>
                    <a:pt x="3387" y="168"/>
                  </a:lnTo>
                  <a:lnTo>
                    <a:pt x="3392" y="202"/>
                  </a:lnTo>
                  <a:lnTo>
                    <a:pt x="3393" y="239"/>
                  </a:lnTo>
                  <a:lnTo>
                    <a:pt x="3388" y="278"/>
                  </a:lnTo>
                  <a:lnTo>
                    <a:pt x="3379" y="318"/>
                  </a:lnTo>
                  <a:lnTo>
                    <a:pt x="3366" y="362"/>
                  </a:lnTo>
                  <a:lnTo>
                    <a:pt x="3348" y="407"/>
                  </a:lnTo>
                  <a:lnTo>
                    <a:pt x="3327" y="454"/>
                  </a:lnTo>
                  <a:lnTo>
                    <a:pt x="3301" y="504"/>
                  </a:lnTo>
                  <a:lnTo>
                    <a:pt x="3271" y="554"/>
                  </a:lnTo>
                  <a:lnTo>
                    <a:pt x="3238" y="606"/>
                  </a:lnTo>
                  <a:lnTo>
                    <a:pt x="3201" y="660"/>
                  </a:lnTo>
                  <a:lnTo>
                    <a:pt x="3161" y="716"/>
                  </a:lnTo>
                  <a:lnTo>
                    <a:pt x="3117" y="772"/>
                  </a:lnTo>
                  <a:lnTo>
                    <a:pt x="3071" y="829"/>
                  </a:lnTo>
                  <a:lnTo>
                    <a:pt x="3021" y="888"/>
                  </a:lnTo>
                  <a:lnTo>
                    <a:pt x="2968" y="947"/>
                  </a:lnTo>
                  <a:lnTo>
                    <a:pt x="2913" y="1007"/>
                  </a:lnTo>
                  <a:lnTo>
                    <a:pt x="2855" y="1068"/>
                  </a:lnTo>
                  <a:lnTo>
                    <a:pt x="2796" y="1129"/>
                  </a:lnTo>
                  <a:lnTo>
                    <a:pt x="2733" y="1190"/>
                  </a:lnTo>
                  <a:lnTo>
                    <a:pt x="2669" y="1252"/>
                  </a:lnTo>
                  <a:lnTo>
                    <a:pt x="2603" y="1314"/>
                  </a:lnTo>
                  <a:lnTo>
                    <a:pt x="2535" y="1376"/>
                  </a:lnTo>
                  <a:lnTo>
                    <a:pt x="2465" y="1438"/>
                  </a:lnTo>
                  <a:lnTo>
                    <a:pt x="2394" y="1500"/>
                  </a:lnTo>
                  <a:lnTo>
                    <a:pt x="2322" y="1561"/>
                  </a:lnTo>
                  <a:lnTo>
                    <a:pt x="2248" y="1623"/>
                  </a:lnTo>
                  <a:lnTo>
                    <a:pt x="2173" y="1684"/>
                  </a:lnTo>
                  <a:lnTo>
                    <a:pt x="2097" y="1744"/>
                  </a:lnTo>
                  <a:lnTo>
                    <a:pt x="2021" y="1803"/>
                  </a:lnTo>
                  <a:lnTo>
                    <a:pt x="1944" y="1861"/>
                  </a:lnTo>
                  <a:lnTo>
                    <a:pt x="1866" y="1918"/>
                  </a:lnTo>
                  <a:lnTo>
                    <a:pt x="1789" y="1974"/>
                  </a:lnTo>
                  <a:lnTo>
                    <a:pt x="1710" y="2029"/>
                  </a:lnTo>
                  <a:lnTo>
                    <a:pt x="1632" y="2082"/>
                  </a:lnTo>
                  <a:lnTo>
                    <a:pt x="1555" y="2135"/>
                  </a:lnTo>
                  <a:lnTo>
                    <a:pt x="1477" y="2185"/>
                  </a:lnTo>
                  <a:lnTo>
                    <a:pt x="1399" y="2234"/>
                  </a:lnTo>
                  <a:lnTo>
                    <a:pt x="1323" y="2281"/>
                  </a:lnTo>
                  <a:lnTo>
                    <a:pt x="1246" y="2325"/>
                  </a:lnTo>
                  <a:lnTo>
                    <a:pt x="1171" y="2369"/>
                  </a:lnTo>
                  <a:lnTo>
                    <a:pt x="1097" y="2409"/>
                  </a:lnTo>
                  <a:lnTo>
                    <a:pt x="1024" y="2449"/>
                  </a:lnTo>
                  <a:lnTo>
                    <a:pt x="952" y="2485"/>
                  </a:lnTo>
                  <a:lnTo>
                    <a:pt x="881" y="2518"/>
                  </a:lnTo>
                  <a:lnTo>
                    <a:pt x="813" y="2549"/>
                  </a:lnTo>
                  <a:lnTo>
                    <a:pt x="746" y="2577"/>
                  </a:lnTo>
                  <a:lnTo>
                    <a:pt x="680" y="2602"/>
                  </a:lnTo>
                  <a:lnTo>
                    <a:pt x="617" y="2625"/>
                  </a:lnTo>
                  <a:lnTo>
                    <a:pt x="556" y="2644"/>
                  </a:lnTo>
                  <a:lnTo>
                    <a:pt x="498" y="2660"/>
                  </a:lnTo>
                  <a:lnTo>
                    <a:pt x="441" y="2672"/>
                  </a:lnTo>
                  <a:lnTo>
                    <a:pt x="387" y="2682"/>
                  </a:lnTo>
                  <a:lnTo>
                    <a:pt x="337" y="2687"/>
                  </a:lnTo>
                  <a:lnTo>
                    <a:pt x="289" y="2689"/>
                  </a:lnTo>
                  <a:lnTo>
                    <a:pt x="245" y="2688"/>
                  </a:lnTo>
                  <a:lnTo>
                    <a:pt x="206" y="2682"/>
                  </a:lnTo>
                  <a:lnTo>
                    <a:pt x="169" y="2673"/>
                  </a:lnTo>
                  <a:lnTo>
                    <a:pt x="135" y="2660"/>
                  </a:lnTo>
                  <a:lnTo>
                    <a:pt x="104" y="2643"/>
                  </a:lnTo>
                  <a:lnTo>
                    <a:pt x="77" y="2623"/>
                  </a:lnTo>
                  <a:lnTo>
                    <a:pt x="53" y="2598"/>
                  </a:lnTo>
                  <a:lnTo>
                    <a:pt x="31" y="2566"/>
                  </a:lnTo>
                  <a:lnTo>
                    <a:pt x="14" y="2532"/>
                  </a:lnTo>
                  <a:lnTo>
                    <a:pt x="5" y="2498"/>
                  </a:lnTo>
                  <a:lnTo>
                    <a:pt x="0" y="2463"/>
                  </a:lnTo>
                  <a:lnTo>
                    <a:pt x="0" y="2428"/>
                  </a:lnTo>
                  <a:lnTo>
                    <a:pt x="4" y="2392"/>
                  </a:lnTo>
                  <a:lnTo>
                    <a:pt x="11" y="2355"/>
                  </a:lnTo>
                  <a:lnTo>
                    <a:pt x="23" y="2319"/>
                  </a:lnTo>
                  <a:lnTo>
                    <a:pt x="37" y="2284"/>
                  </a:lnTo>
                  <a:lnTo>
                    <a:pt x="55" y="2249"/>
                  </a:lnTo>
                  <a:lnTo>
                    <a:pt x="74" y="2214"/>
                  </a:lnTo>
                  <a:lnTo>
                    <a:pt x="94" y="2180"/>
                  </a:lnTo>
                  <a:lnTo>
                    <a:pt x="116" y="2147"/>
                  </a:lnTo>
                  <a:lnTo>
                    <a:pt x="139" y="2116"/>
                  </a:lnTo>
                  <a:lnTo>
                    <a:pt x="162" y="2086"/>
                  </a:lnTo>
                  <a:lnTo>
                    <a:pt x="184" y="2057"/>
                  </a:lnTo>
                  <a:lnTo>
                    <a:pt x="201" y="2041"/>
                  </a:lnTo>
                  <a:lnTo>
                    <a:pt x="219" y="2028"/>
                  </a:lnTo>
                  <a:lnTo>
                    <a:pt x="239" y="2019"/>
                  </a:lnTo>
                  <a:lnTo>
                    <a:pt x="260" y="2014"/>
                  </a:lnTo>
                  <a:lnTo>
                    <a:pt x="282" y="2012"/>
                  </a:lnTo>
                  <a:lnTo>
                    <a:pt x="304" y="2014"/>
                  </a:lnTo>
                  <a:lnTo>
                    <a:pt x="327" y="2020"/>
                  </a:lnTo>
                  <a:lnTo>
                    <a:pt x="348" y="2030"/>
                  </a:lnTo>
                  <a:lnTo>
                    <a:pt x="368" y="2045"/>
                  </a:lnTo>
                  <a:lnTo>
                    <a:pt x="383" y="2059"/>
                  </a:lnTo>
                  <a:lnTo>
                    <a:pt x="400" y="2077"/>
                  </a:lnTo>
                  <a:lnTo>
                    <a:pt x="412" y="2098"/>
                  </a:lnTo>
                  <a:lnTo>
                    <a:pt x="420" y="2119"/>
                  </a:lnTo>
                  <a:lnTo>
                    <a:pt x="424" y="2142"/>
                  </a:lnTo>
                  <a:lnTo>
                    <a:pt x="424" y="2166"/>
                  </a:lnTo>
                  <a:lnTo>
                    <a:pt x="419" y="2189"/>
                  </a:lnTo>
                  <a:lnTo>
                    <a:pt x="410" y="2212"/>
                  </a:lnTo>
                  <a:lnTo>
                    <a:pt x="397" y="2231"/>
                  </a:lnTo>
                  <a:lnTo>
                    <a:pt x="371" y="2265"/>
                  </a:lnTo>
                  <a:lnTo>
                    <a:pt x="349" y="2295"/>
                  </a:lnTo>
                  <a:lnTo>
                    <a:pt x="331" y="2322"/>
                  </a:lnTo>
                  <a:lnTo>
                    <a:pt x="317" y="2347"/>
                  </a:lnTo>
                  <a:lnTo>
                    <a:pt x="304" y="2368"/>
                  </a:lnTo>
                  <a:lnTo>
                    <a:pt x="295" y="2386"/>
                  </a:lnTo>
                  <a:lnTo>
                    <a:pt x="289" y="2402"/>
                  </a:lnTo>
                  <a:lnTo>
                    <a:pt x="284" y="2415"/>
                  </a:lnTo>
                  <a:lnTo>
                    <a:pt x="281" y="2427"/>
                  </a:lnTo>
                  <a:lnTo>
                    <a:pt x="279" y="2435"/>
                  </a:lnTo>
                  <a:lnTo>
                    <a:pt x="307" y="2432"/>
                  </a:lnTo>
                  <a:lnTo>
                    <a:pt x="341" y="2428"/>
                  </a:lnTo>
                  <a:lnTo>
                    <a:pt x="380" y="2421"/>
                  </a:lnTo>
                  <a:lnTo>
                    <a:pt x="425" y="2410"/>
                  </a:lnTo>
                  <a:lnTo>
                    <a:pt x="473" y="2397"/>
                  </a:lnTo>
                  <a:lnTo>
                    <a:pt x="525" y="2380"/>
                  </a:lnTo>
                  <a:lnTo>
                    <a:pt x="581" y="2361"/>
                  </a:lnTo>
                  <a:lnTo>
                    <a:pt x="640" y="2336"/>
                  </a:lnTo>
                  <a:lnTo>
                    <a:pt x="702" y="2307"/>
                  </a:lnTo>
                  <a:lnTo>
                    <a:pt x="766" y="2274"/>
                  </a:lnTo>
                  <a:lnTo>
                    <a:pt x="833" y="2236"/>
                  </a:lnTo>
                  <a:lnTo>
                    <a:pt x="900" y="2193"/>
                  </a:lnTo>
                  <a:lnTo>
                    <a:pt x="968" y="2144"/>
                  </a:lnTo>
                  <a:lnTo>
                    <a:pt x="923" y="2100"/>
                  </a:lnTo>
                  <a:lnTo>
                    <a:pt x="879" y="2052"/>
                  </a:lnTo>
                  <a:lnTo>
                    <a:pt x="839" y="2001"/>
                  </a:lnTo>
                  <a:lnTo>
                    <a:pt x="793" y="1935"/>
                  </a:lnTo>
                  <a:lnTo>
                    <a:pt x="753" y="1868"/>
                  </a:lnTo>
                  <a:lnTo>
                    <a:pt x="718" y="1799"/>
                  </a:lnTo>
                  <a:lnTo>
                    <a:pt x="689" y="1727"/>
                  </a:lnTo>
                  <a:lnTo>
                    <a:pt x="665" y="1655"/>
                  </a:lnTo>
                  <a:lnTo>
                    <a:pt x="645" y="1580"/>
                  </a:lnTo>
                  <a:lnTo>
                    <a:pt x="632" y="1507"/>
                  </a:lnTo>
                  <a:lnTo>
                    <a:pt x="625" y="1431"/>
                  </a:lnTo>
                  <a:lnTo>
                    <a:pt x="621" y="1357"/>
                  </a:lnTo>
                  <a:lnTo>
                    <a:pt x="623" y="1282"/>
                  </a:lnTo>
                  <a:lnTo>
                    <a:pt x="631" y="1207"/>
                  </a:lnTo>
                  <a:lnTo>
                    <a:pt x="643" y="1133"/>
                  </a:lnTo>
                  <a:lnTo>
                    <a:pt x="661" y="1060"/>
                  </a:lnTo>
                  <a:lnTo>
                    <a:pt x="683" y="989"/>
                  </a:lnTo>
                  <a:lnTo>
                    <a:pt x="710" y="919"/>
                  </a:lnTo>
                  <a:lnTo>
                    <a:pt x="739" y="858"/>
                  </a:lnTo>
                  <a:lnTo>
                    <a:pt x="773" y="798"/>
                  </a:lnTo>
                  <a:lnTo>
                    <a:pt x="810" y="740"/>
                  </a:lnTo>
                  <a:lnTo>
                    <a:pt x="850" y="684"/>
                  </a:lnTo>
                  <a:lnTo>
                    <a:pt x="896" y="630"/>
                  </a:lnTo>
                  <a:lnTo>
                    <a:pt x="945" y="578"/>
                  </a:lnTo>
                  <a:lnTo>
                    <a:pt x="996" y="530"/>
                  </a:lnTo>
                  <a:lnTo>
                    <a:pt x="1053" y="485"/>
                  </a:lnTo>
                  <a:lnTo>
                    <a:pt x="1115" y="441"/>
                  </a:lnTo>
                  <a:lnTo>
                    <a:pt x="1179" y="403"/>
                  </a:lnTo>
                  <a:lnTo>
                    <a:pt x="1245" y="369"/>
                  </a:lnTo>
                  <a:lnTo>
                    <a:pt x="1311" y="340"/>
                  </a:lnTo>
                  <a:lnTo>
                    <a:pt x="1380" y="316"/>
                  </a:lnTo>
                  <a:lnTo>
                    <a:pt x="1449" y="298"/>
                  </a:lnTo>
                  <a:lnTo>
                    <a:pt x="1534" y="280"/>
                  </a:lnTo>
                  <a:lnTo>
                    <a:pt x="1619" y="271"/>
                  </a:lnTo>
                  <a:lnTo>
                    <a:pt x="1704" y="266"/>
                  </a:lnTo>
                  <a:lnTo>
                    <a:pt x="1774" y="270"/>
                  </a:lnTo>
                  <a:lnTo>
                    <a:pt x="1845" y="276"/>
                  </a:lnTo>
                  <a:lnTo>
                    <a:pt x="1914" y="287"/>
                  </a:lnTo>
                  <a:lnTo>
                    <a:pt x="1982" y="303"/>
                  </a:lnTo>
                  <a:lnTo>
                    <a:pt x="2050" y="323"/>
                  </a:lnTo>
                  <a:lnTo>
                    <a:pt x="2116" y="348"/>
                  </a:lnTo>
                  <a:lnTo>
                    <a:pt x="2181" y="376"/>
                  </a:lnTo>
                  <a:lnTo>
                    <a:pt x="2243" y="410"/>
                  </a:lnTo>
                  <a:lnTo>
                    <a:pt x="2304" y="448"/>
                  </a:lnTo>
                  <a:lnTo>
                    <a:pt x="2363" y="489"/>
                  </a:lnTo>
                  <a:lnTo>
                    <a:pt x="2419" y="536"/>
                  </a:lnTo>
                  <a:lnTo>
                    <a:pt x="2473" y="585"/>
                  </a:lnTo>
                  <a:lnTo>
                    <a:pt x="2523" y="640"/>
                  </a:lnTo>
                  <a:lnTo>
                    <a:pt x="2571" y="699"/>
                  </a:lnTo>
                  <a:lnTo>
                    <a:pt x="2608" y="751"/>
                  </a:lnTo>
                  <a:lnTo>
                    <a:pt x="2641" y="806"/>
                  </a:lnTo>
                  <a:lnTo>
                    <a:pt x="2671" y="861"/>
                  </a:lnTo>
                  <a:lnTo>
                    <a:pt x="2708" y="833"/>
                  </a:lnTo>
                  <a:lnTo>
                    <a:pt x="2745" y="804"/>
                  </a:lnTo>
                  <a:lnTo>
                    <a:pt x="2781" y="772"/>
                  </a:lnTo>
                  <a:lnTo>
                    <a:pt x="2816" y="740"/>
                  </a:lnTo>
                  <a:lnTo>
                    <a:pt x="2850" y="705"/>
                  </a:lnTo>
                  <a:lnTo>
                    <a:pt x="2883" y="671"/>
                  </a:lnTo>
                  <a:lnTo>
                    <a:pt x="2915" y="636"/>
                  </a:lnTo>
                  <a:lnTo>
                    <a:pt x="2947" y="601"/>
                  </a:lnTo>
                  <a:lnTo>
                    <a:pt x="2976" y="566"/>
                  </a:lnTo>
                  <a:lnTo>
                    <a:pt x="3002" y="531"/>
                  </a:lnTo>
                  <a:lnTo>
                    <a:pt x="3028" y="497"/>
                  </a:lnTo>
                  <a:lnTo>
                    <a:pt x="3051" y="465"/>
                  </a:lnTo>
                  <a:lnTo>
                    <a:pt x="3073" y="433"/>
                  </a:lnTo>
                  <a:lnTo>
                    <a:pt x="3090" y="404"/>
                  </a:lnTo>
                  <a:lnTo>
                    <a:pt x="3107" y="376"/>
                  </a:lnTo>
                  <a:lnTo>
                    <a:pt x="3119" y="350"/>
                  </a:lnTo>
                  <a:lnTo>
                    <a:pt x="3129" y="328"/>
                  </a:lnTo>
                  <a:lnTo>
                    <a:pt x="3136" y="308"/>
                  </a:lnTo>
                  <a:lnTo>
                    <a:pt x="3139" y="291"/>
                  </a:lnTo>
                  <a:lnTo>
                    <a:pt x="3138" y="278"/>
                  </a:lnTo>
                  <a:lnTo>
                    <a:pt x="3134" y="278"/>
                  </a:lnTo>
                  <a:lnTo>
                    <a:pt x="3130" y="278"/>
                  </a:lnTo>
                  <a:lnTo>
                    <a:pt x="3118" y="278"/>
                  </a:lnTo>
                  <a:lnTo>
                    <a:pt x="3104" y="279"/>
                  </a:lnTo>
                  <a:lnTo>
                    <a:pt x="3086" y="282"/>
                  </a:lnTo>
                  <a:lnTo>
                    <a:pt x="3066" y="286"/>
                  </a:lnTo>
                  <a:lnTo>
                    <a:pt x="3041" y="292"/>
                  </a:lnTo>
                  <a:lnTo>
                    <a:pt x="3013" y="301"/>
                  </a:lnTo>
                  <a:lnTo>
                    <a:pt x="2981" y="312"/>
                  </a:lnTo>
                  <a:lnTo>
                    <a:pt x="2944" y="326"/>
                  </a:lnTo>
                  <a:lnTo>
                    <a:pt x="2904" y="342"/>
                  </a:lnTo>
                  <a:lnTo>
                    <a:pt x="2879" y="349"/>
                  </a:lnTo>
                  <a:lnTo>
                    <a:pt x="2854" y="352"/>
                  </a:lnTo>
                  <a:lnTo>
                    <a:pt x="2832" y="350"/>
                  </a:lnTo>
                  <a:lnTo>
                    <a:pt x="2809" y="344"/>
                  </a:lnTo>
                  <a:lnTo>
                    <a:pt x="2788" y="334"/>
                  </a:lnTo>
                  <a:lnTo>
                    <a:pt x="2769" y="320"/>
                  </a:lnTo>
                  <a:lnTo>
                    <a:pt x="2754" y="303"/>
                  </a:lnTo>
                  <a:lnTo>
                    <a:pt x="2740" y="282"/>
                  </a:lnTo>
                  <a:lnTo>
                    <a:pt x="2731" y="263"/>
                  </a:lnTo>
                  <a:lnTo>
                    <a:pt x="2722" y="239"/>
                  </a:lnTo>
                  <a:lnTo>
                    <a:pt x="2718" y="213"/>
                  </a:lnTo>
                  <a:lnTo>
                    <a:pt x="2720" y="188"/>
                  </a:lnTo>
                  <a:lnTo>
                    <a:pt x="2725" y="164"/>
                  </a:lnTo>
                  <a:lnTo>
                    <a:pt x="2736" y="141"/>
                  </a:lnTo>
                  <a:lnTo>
                    <a:pt x="2751" y="121"/>
                  </a:lnTo>
                  <a:lnTo>
                    <a:pt x="2770" y="104"/>
                  </a:lnTo>
                  <a:lnTo>
                    <a:pt x="2793" y="91"/>
                  </a:lnTo>
                  <a:lnTo>
                    <a:pt x="2838" y="72"/>
                  </a:lnTo>
                  <a:lnTo>
                    <a:pt x="2885" y="53"/>
                  </a:lnTo>
                  <a:lnTo>
                    <a:pt x="2934" y="37"/>
                  </a:lnTo>
                  <a:lnTo>
                    <a:pt x="2985" y="22"/>
                  </a:lnTo>
                  <a:lnTo>
                    <a:pt x="3036" y="11"/>
                  </a:lnTo>
                  <a:lnTo>
                    <a:pt x="3086" y="3"/>
                  </a:lnTo>
                  <a:lnTo>
                    <a:pt x="313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Freeform 26"/>
            <p:cNvSpPr>
              <a:spLocks/>
            </p:cNvSpPr>
            <p:nvPr/>
          </p:nvSpPr>
          <p:spPr bwMode="auto">
            <a:xfrm>
              <a:off x="396875" y="5838826"/>
              <a:ext cx="542925" cy="423863"/>
            </a:xfrm>
            <a:custGeom>
              <a:avLst/>
              <a:gdLst>
                <a:gd name="T0" fmla="*/ 1368 w 1368"/>
                <a:gd name="T1" fmla="*/ 0 h 1069"/>
                <a:gd name="T2" fmla="*/ 1365 w 1368"/>
                <a:gd name="T3" fmla="*/ 69 h 1069"/>
                <a:gd name="T4" fmla="*/ 1358 w 1368"/>
                <a:gd name="T5" fmla="*/ 139 h 1069"/>
                <a:gd name="T6" fmla="*/ 1347 w 1368"/>
                <a:gd name="T7" fmla="*/ 207 h 1069"/>
                <a:gd name="T8" fmla="*/ 1330 w 1368"/>
                <a:gd name="T9" fmla="*/ 274 h 1069"/>
                <a:gd name="T10" fmla="*/ 1309 w 1368"/>
                <a:gd name="T11" fmla="*/ 341 h 1069"/>
                <a:gd name="T12" fmla="*/ 1284 w 1368"/>
                <a:gd name="T13" fmla="*/ 406 h 1069"/>
                <a:gd name="T14" fmla="*/ 1255 w 1368"/>
                <a:gd name="T15" fmla="*/ 469 h 1069"/>
                <a:gd name="T16" fmla="*/ 1222 w 1368"/>
                <a:gd name="T17" fmla="*/ 530 h 1069"/>
                <a:gd name="T18" fmla="*/ 1185 w 1368"/>
                <a:gd name="T19" fmla="*/ 590 h 1069"/>
                <a:gd name="T20" fmla="*/ 1144 w 1368"/>
                <a:gd name="T21" fmla="*/ 648 h 1069"/>
                <a:gd name="T22" fmla="*/ 1098 w 1368"/>
                <a:gd name="T23" fmla="*/ 703 h 1069"/>
                <a:gd name="T24" fmla="*/ 1048 w 1368"/>
                <a:gd name="T25" fmla="*/ 756 h 1069"/>
                <a:gd name="T26" fmla="*/ 994 w 1368"/>
                <a:gd name="T27" fmla="*/ 805 h 1069"/>
                <a:gd name="T28" fmla="*/ 936 w 1368"/>
                <a:gd name="T29" fmla="*/ 852 h 1069"/>
                <a:gd name="T30" fmla="*/ 871 w 1368"/>
                <a:gd name="T31" fmla="*/ 897 h 1069"/>
                <a:gd name="T32" fmla="*/ 804 w 1368"/>
                <a:gd name="T33" fmla="*/ 938 h 1069"/>
                <a:gd name="T34" fmla="*/ 734 w 1368"/>
                <a:gd name="T35" fmla="*/ 972 h 1069"/>
                <a:gd name="T36" fmla="*/ 663 w 1368"/>
                <a:gd name="T37" fmla="*/ 1002 h 1069"/>
                <a:gd name="T38" fmla="*/ 592 w 1368"/>
                <a:gd name="T39" fmla="*/ 1026 h 1069"/>
                <a:gd name="T40" fmla="*/ 518 w 1368"/>
                <a:gd name="T41" fmla="*/ 1044 h 1069"/>
                <a:gd name="T42" fmla="*/ 443 w 1368"/>
                <a:gd name="T43" fmla="*/ 1058 h 1069"/>
                <a:gd name="T44" fmla="*/ 369 w 1368"/>
                <a:gd name="T45" fmla="*/ 1066 h 1069"/>
                <a:gd name="T46" fmla="*/ 294 w 1368"/>
                <a:gd name="T47" fmla="*/ 1069 h 1069"/>
                <a:gd name="T48" fmla="*/ 220 w 1368"/>
                <a:gd name="T49" fmla="*/ 1067 h 1069"/>
                <a:gd name="T50" fmla="*/ 146 w 1368"/>
                <a:gd name="T51" fmla="*/ 1060 h 1069"/>
                <a:gd name="T52" fmla="*/ 73 w 1368"/>
                <a:gd name="T53" fmla="*/ 1049 h 1069"/>
                <a:gd name="T54" fmla="*/ 0 w 1368"/>
                <a:gd name="T55" fmla="*/ 1031 h 1069"/>
                <a:gd name="T56" fmla="*/ 91 w 1368"/>
                <a:gd name="T57" fmla="*/ 973 h 1069"/>
                <a:gd name="T58" fmla="*/ 186 w 1368"/>
                <a:gd name="T59" fmla="*/ 911 h 1069"/>
                <a:gd name="T60" fmla="*/ 284 w 1368"/>
                <a:gd name="T61" fmla="*/ 846 h 1069"/>
                <a:gd name="T62" fmla="*/ 384 w 1368"/>
                <a:gd name="T63" fmla="*/ 777 h 1069"/>
                <a:gd name="T64" fmla="*/ 487 w 1368"/>
                <a:gd name="T65" fmla="*/ 706 h 1069"/>
                <a:gd name="T66" fmla="*/ 592 w 1368"/>
                <a:gd name="T67" fmla="*/ 630 h 1069"/>
                <a:gd name="T68" fmla="*/ 696 w 1368"/>
                <a:gd name="T69" fmla="*/ 553 h 1069"/>
                <a:gd name="T70" fmla="*/ 803 w 1368"/>
                <a:gd name="T71" fmla="*/ 472 h 1069"/>
                <a:gd name="T72" fmla="*/ 905 w 1368"/>
                <a:gd name="T73" fmla="*/ 390 h 1069"/>
                <a:gd name="T74" fmla="*/ 1006 w 1368"/>
                <a:gd name="T75" fmla="*/ 310 h 1069"/>
                <a:gd name="T76" fmla="*/ 1102 w 1368"/>
                <a:gd name="T77" fmla="*/ 230 h 1069"/>
                <a:gd name="T78" fmla="*/ 1195 w 1368"/>
                <a:gd name="T79" fmla="*/ 152 h 1069"/>
                <a:gd name="T80" fmla="*/ 1284 w 1368"/>
                <a:gd name="T81" fmla="*/ 76 h 1069"/>
                <a:gd name="T82" fmla="*/ 1368 w 1368"/>
                <a:gd name="T83" fmla="*/ 0 h 10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368" h="1069">
                  <a:moveTo>
                    <a:pt x="1368" y="0"/>
                  </a:moveTo>
                  <a:lnTo>
                    <a:pt x="1365" y="69"/>
                  </a:lnTo>
                  <a:lnTo>
                    <a:pt x="1358" y="139"/>
                  </a:lnTo>
                  <a:lnTo>
                    <a:pt x="1347" y="207"/>
                  </a:lnTo>
                  <a:lnTo>
                    <a:pt x="1330" y="274"/>
                  </a:lnTo>
                  <a:lnTo>
                    <a:pt x="1309" y="341"/>
                  </a:lnTo>
                  <a:lnTo>
                    <a:pt x="1284" y="406"/>
                  </a:lnTo>
                  <a:lnTo>
                    <a:pt x="1255" y="469"/>
                  </a:lnTo>
                  <a:lnTo>
                    <a:pt x="1222" y="530"/>
                  </a:lnTo>
                  <a:lnTo>
                    <a:pt x="1185" y="590"/>
                  </a:lnTo>
                  <a:lnTo>
                    <a:pt x="1144" y="648"/>
                  </a:lnTo>
                  <a:lnTo>
                    <a:pt x="1098" y="703"/>
                  </a:lnTo>
                  <a:lnTo>
                    <a:pt x="1048" y="756"/>
                  </a:lnTo>
                  <a:lnTo>
                    <a:pt x="994" y="805"/>
                  </a:lnTo>
                  <a:lnTo>
                    <a:pt x="936" y="852"/>
                  </a:lnTo>
                  <a:lnTo>
                    <a:pt x="871" y="897"/>
                  </a:lnTo>
                  <a:lnTo>
                    <a:pt x="804" y="938"/>
                  </a:lnTo>
                  <a:lnTo>
                    <a:pt x="734" y="972"/>
                  </a:lnTo>
                  <a:lnTo>
                    <a:pt x="663" y="1002"/>
                  </a:lnTo>
                  <a:lnTo>
                    <a:pt x="592" y="1026"/>
                  </a:lnTo>
                  <a:lnTo>
                    <a:pt x="518" y="1044"/>
                  </a:lnTo>
                  <a:lnTo>
                    <a:pt x="443" y="1058"/>
                  </a:lnTo>
                  <a:lnTo>
                    <a:pt x="369" y="1066"/>
                  </a:lnTo>
                  <a:lnTo>
                    <a:pt x="294" y="1069"/>
                  </a:lnTo>
                  <a:lnTo>
                    <a:pt x="220" y="1067"/>
                  </a:lnTo>
                  <a:lnTo>
                    <a:pt x="146" y="1060"/>
                  </a:lnTo>
                  <a:lnTo>
                    <a:pt x="73" y="1049"/>
                  </a:lnTo>
                  <a:lnTo>
                    <a:pt x="0" y="1031"/>
                  </a:lnTo>
                  <a:lnTo>
                    <a:pt x="91" y="973"/>
                  </a:lnTo>
                  <a:lnTo>
                    <a:pt x="186" y="911"/>
                  </a:lnTo>
                  <a:lnTo>
                    <a:pt x="284" y="846"/>
                  </a:lnTo>
                  <a:lnTo>
                    <a:pt x="384" y="777"/>
                  </a:lnTo>
                  <a:lnTo>
                    <a:pt x="487" y="706"/>
                  </a:lnTo>
                  <a:lnTo>
                    <a:pt x="592" y="630"/>
                  </a:lnTo>
                  <a:lnTo>
                    <a:pt x="696" y="553"/>
                  </a:lnTo>
                  <a:lnTo>
                    <a:pt x="803" y="472"/>
                  </a:lnTo>
                  <a:lnTo>
                    <a:pt x="905" y="390"/>
                  </a:lnTo>
                  <a:lnTo>
                    <a:pt x="1006" y="310"/>
                  </a:lnTo>
                  <a:lnTo>
                    <a:pt x="1102" y="230"/>
                  </a:lnTo>
                  <a:lnTo>
                    <a:pt x="1195" y="152"/>
                  </a:lnTo>
                  <a:lnTo>
                    <a:pt x="1284" y="76"/>
                  </a:lnTo>
                  <a:lnTo>
                    <a:pt x="136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4" name="Freeform 31"/>
          <p:cNvSpPr>
            <a:spLocks noEditPoints="1"/>
          </p:cNvSpPr>
          <p:nvPr/>
        </p:nvSpPr>
        <p:spPr bwMode="auto">
          <a:xfrm>
            <a:off x="8220440" y="3517203"/>
            <a:ext cx="476635" cy="449181"/>
          </a:xfrm>
          <a:custGeom>
            <a:avLst/>
            <a:gdLst>
              <a:gd name="T0" fmla="*/ 1124 w 3749"/>
              <a:gd name="T1" fmla="*/ 1845 h 3535"/>
              <a:gd name="T2" fmla="*/ 1065 w 3749"/>
              <a:gd name="T3" fmla="*/ 1868 h 3535"/>
              <a:gd name="T4" fmla="*/ 985 w 3749"/>
              <a:gd name="T5" fmla="*/ 1934 h 3535"/>
              <a:gd name="T6" fmla="*/ 903 w 3749"/>
              <a:gd name="T7" fmla="*/ 2022 h 3535"/>
              <a:gd name="T8" fmla="*/ 826 w 3749"/>
              <a:gd name="T9" fmla="*/ 1979 h 3535"/>
              <a:gd name="T10" fmla="*/ 826 w 3749"/>
              <a:gd name="T11" fmla="*/ 1888 h 3535"/>
              <a:gd name="T12" fmla="*/ 903 w 3749"/>
              <a:gd name="T13" fmla="*/ 1843 h 3535"/>
              <a:gd name="T14" fmla="*/ 2291 w 3749"/>
              <a:gd name="T15" fmla="*/ 1328 h 3535"/>
              <a:gd name="T16" fmla="*/ 2336 w 3749"/>
              <a:gd name="T17" fmla="*/ 1405 h 3535"/>
              <a:gd name="T18" fmla="*/ 2291 w 3749"/>
              <a:gd name="T19" fmla="*/ 1483 h 3535"/>
              <a:gd name="T20" fmla="*/ 880 w 3749"/>
              <a:gd name="T21" fmla="*/ 1492 h 3535"/>
              <a:gd name="T22" fmla="*/ 817 w 3749"/>
              <a:gd name="T23" fmla="*/ 1429 h 3535"/>
              <a:gd name="T24" fmla="*/ 840 w 3749"/>
              <a:gd name="T25" fmla="*/ 1342 h 3535"/>
              <a:gd name="T26" fmla="*/ 405 w 3749"/>
              <a:gd name="T27" fmla="*/ 1039 h 3535"/>
              <a:gd name="T28" fmla="*/ 239 w 3749"/>
              <a:gd name="T29" fmla="*/ 1228 h 3535"/>
              <a:gd name="T30" fmla="*/ 188 w 3749"/>
              <a:gd name="T31" fmla="*/ 1280 h 3535"/>
              <a:gd name="T32" fmla="*/ 183 w 3749"/>
              <a:gd name="T33" fmla="*/ 3283 h 3535"/>
              <a:gd name="T34" fmla="*/ 251 w 3749"/>
              <a:gd name="T35" fmla="*/ 3350 h 3535"/>
              <a:gd name="T36" fmla="*/ 1054 w 3749"/>
              <a:gd name="T37" fmla="*/ 2050 h 3535"/>
              <a:gd name="T38" fmla="*/ 1151 w 3749"/>
              <a:gd name="T39" fmla="*/ 1964 h 3535"/>
              <a:gd name="T40" fmla="*/ 2749 w 3749"/>
              <a:gd name="T41" fmla="*/ 1437 h 3535"/>
              <a:gd name="T42" fmla="*/ 2865 w 3749"/>
              <a:gd name="T43" fmla="*/ 1489 h 3535"/>
              <a:gd name="T44" fmla="*/ 2925 w 3749"/>
              <a:gd name="T45" fmla="*/ 1600 h 3535"/>
              <a:gd name="T46" fmla="*/ 3656 w 3749"/>
              <a:gd name="T47" fmla="*/ 1953 h 3535"/>
              <a:gd name="T48" fmla="*/ 3728 w 3749"/>
              <a:gd name="T49" fmla="*/ 1997 h 3535"/>
              <a:gd name="T50" fmla="*/ 3747 w 3749"/>
              <a:gd name="T51" fmla="*/ 2089 h 3535"/>
              <a:gd name="T52" fmla="*/ 3049 w 3749"/>
              <a:gd name="T53" fmla="*/ 3429 h 3535"/>
              <a:gd name="T54" fmla="*/ 2953 w 3749"/>
              <a:gd name="T55" fmla="*/ 3510 h 3535"/>
              <a:gd name="T56" fmla="*/ 212 w 3749"/>
              <a:gd name="T57" fmla="*/ 3535 h 3535"/>
              <a:gd name="T58" fmla="*/ 87 w 3749"/>
              <a:gd name="T59" fmla="*/ 3493 h 3535"/>
              <a:gd name="T60" fmla="*/ 10 w 3749"/>
              <a:gd name="T61" fmla="*/ 3388 h 3535"/>
              <a:gd name="T62" fmla="*/ 3 w 3749"/>
              <a:gd name="T63" fmla="*/ 1214 h 3535"/>
              <a:gd name="T64" fmla="*/ 76 w 3749"/>
              <a:gd name="T65" fmla="*/ 1090 h 3535"/>
              <a:gd name="T66" fmla="*/ 212 w 3749"/>
              <a:gd name="T67" fmla="*/ 1039 h 3535"/>
              <a:gd name="T68" fmla="*/ 2269 w 3749"/>
              <a:gd name="T69" fmla="*/ 795 h 3535"/>
              <a:gd name="T70" fmla="*/ 2332 w 3749"/>
              <a:gd name="T71" fmla="*/ 858 h 3535"/>
              <a:gd name="T72" fmla="*/ 2309 w 3749"/>
              <a:gd name="T73" fmla="*/ 945 h 3535"/>
              <a:gd name="T74" fmla="*/ 903 w 3749"/>
              <a:gd name="T75" fmla="*/ 972 h 3535"/>
              <a:gd name="T76" fmla="*/ 826 w 3749"/>
              <a:gd name="T77" fmla="*/ 927 h 3535"/>
              <a:gd name="T78" fmla="*/ 826 w 3749"/>
              <a:gd name="T79" fmla="*/ 836 h 3535"/>
              <a:gd name="T80" fmla="*/ 903 w 3749"/>
              <a:gd name="T81" fmla="*/ 792 h 3535"/>
              <a:gd name="T82" fmla="*/ 2166 w 3749"/>
              <a:gd name="T83" fmla="*/ 261 h 3535"/>
              <a:gd name="T84" fmla="*/ 2133 w 3749"/>
              <a:gd name="T85" fmla="*/ 12 h 3535"/>
              <a:gd name="T86" fmla="*/ 2617 w 3749"/>
              <a:gd name="T87" fmla="*/ 550 h 3535"/>
              <a:gd name="T88" fmla="*/ 2474 w 3749"/>
              <a:gd name="T89" fmla="*/ 680 h 3535"/>
              <a:gd name="T90" fmla="*/ 2438 w 3749"/>
              <a:gd name="T91" fmla="*/ 643 h 3535"/>
              <a:gd name="T92" fmla="*/ 2042 w 3749"/>
              <a:gd name="T93" fmla="*/ 621 h 3535"/>
              <a:gd name="T94" fmla="*/ 2021 w 3749"/>
              <a:gd name="T95" fmla="*/ 183 h 3535"/>
              <a:gd name="T96" fmla="*/ 1985 w 3749"/>
              <a:gd name="T97" fmla="*/ 146 h 3535"/>
              <a:gd name="T98" fmla="*/ 676 w 3749"/>
              <a:gd name="T99" fmla="*/ 164 h 3535"/>
              <a:gd name="T100" fmla="*/ 561 w 3749"/>
              <a:gd name="T101" fmla="*/ 2779 h 3535"/>
              <a:gd name="T102" fmla="*/ 540 w 3749"/>
              <a:gd name="T103" fmla="*/ 2761 h 3535"/>
              <a:gd name="T104" fmla="*/ 528 w 3749"/>
              <a:gd name="T105" fmla="*/ 2657 h 3535"/>
              <a:gd name="T106" fmla="*/ 527 w 3749"/>
              <a:gd name="T107" fmla="*/ 2383 h 3535"/>
              <a:gd name="T108" fmla="*/ 526 w 3749"/>
              <a:gd name="T109" fmla="*/ 2048 h 3535"/>
              <a:gd name="T110" fmla="*/ 526 w 3749"/>
              <a:gd name="T111" fmla="*/ 1677 h 3535"/>
              <a:gd name="T112" fmla="*/ 526 w 3749"/>
              <a:gd name="T113" fmla="*/ 1298 h 3535"/>
              <a:gd name="T114" fmla="*/ 527 w 3749"/>
              <a:gd name="T115" fmla="*/ 936 h 3535"/>
              <a:gd name="T116" fmla="*/ 527 w 3749"/>
              <a:gd name="T117" fmla="*/ 616 h 3535"/>
              <a:gd name="T118" fmla="*/ 528 w 3749"/>
              <a:gd name="T119" fmla="*/ 367 h 3535"/>
              <a:gd name="T120" fmla="*/ 528 w 3749"/>
              <a:gd name="T121" fmla="*/ 212 h 3535"/>
              <a:gd name="T122" fmla="*/ 531 w 3749"/>
              <a:gd name="T123" fmla="*/ 139 h 3535"/>
              <a:gd name="T124" fmla="*/ 605 w 3749"/>
              <a:gd name="T125" fmla="*/ 30 h 35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749" h="3535">
                <a:moveTo>
                  <a:pt x="903" y="1843"/>
                </a:moveTo>
                <a:lnTo>
                  <a:pt x="1133" y="1843"/>
                </a:lnTo>
                <a:lnTo>
                  <a:pt x="1131" y="1843"/>
                </a:lnTo>
                <a:lnTo>
                  <a:pt x="1124" y="1845"/>
                </a:lnTo>
                <a:lnTo>
                  <a:pt x="1112" y="1848"/>
                </a:lnTo>
                <a:lnTo>
                  <a:pt x="1100" y="1852"/>
                </a:lnTo>
                <a:lnTo>
                  <a:pt x="1082" y="1859"/>
                </a:lnTo>
                <a:lnTo>
                  <a:pt x="1065" y="1868"/>
                </a:lnTo>
                <a:lnTo>
                  <a:pt x="1046" y="1880"/>
                </a:lnTo>
                <a:lnTo>
                  <a:pt x="1025" y="1895"/>
                </a:lnTo>
                <a:lnTo>
                  <a:pt x="1005" y="1912"/>
                </a:lnTo>
                <a:lnTo>
                  <a:pt x="985" y="1934"/>
                </a:lnTo>
                <a:lnTo>
                  <a:pt x="967" y="1959"/>
                </a:lnTo>
                <a:lnTo>
                  <a:pt x="950" y="1989"/>
                </a:lnTo>
                <a:lnTo>
                  <a:pt x="936" y="2022"/>
                </a:lnTo>
                <a:lnTo>
                  <a:pt x="903" y="2022"/>
                </a:lnTo>
                <a:lnTo>
                  <a:pt x="880" y="2020"/>
                </a:lnTo>
                <a:lnTo>
                  <a:pt x="858" y="2011"/>
                </a:lnTo>
                <a:lnTo>
                  <a:pt x="840" y="1997"/>
                </a:lnTo>
                <a:lnTo>
                  <a:pt x="826" y="1979"/>
                </a:lnTo>
                <a:lnTo>
                  <a:pt x="817" y="1957"/>
                </a:lnTo>
                <a:lnTo>
                  <a:pt x="813" y="1933"/>
                </a:lnTo>
                <a:lnTo>
                  <a:pt x="817" y="1908"/>
                </a:lnTo>
                <a:lnTo>
                  <a:pt x="826" y="1888"/>
                </a:lnTo>
                <a:lnTo>
                  <a:pt x="840" y="1869"/>
                </a:lnTo>
                <a:lnTo>
                  <a:pt x="858" y="1856"/>
                </a:lnTo>
                <a:lnTo>
                  <a:pt x="880" y="1846"/>
                </a:lnTo>
                <a:lnTo>
                  <a:pt x="903" y="1843"/>
                </a:lnTo>
                <a:close/>
                <a:moveTo>
                  <a:pt x="903" y="1315"/>
                </a:moveTo>
                <a:lnTo>
                  <a:pt x="2245" y="1315"/>
                </a:lnTo>
                <a:lnTo>
                  <a:pt x="2269" y="1319"/>
                </a:lnTo>
                <a:lnTo>
                  <a:pt x="2291" y="1328"/>
                </a:lnTo>
                <a:lnTo>
                  <a:pt x="2309" y="1342"/>
                </a:lnTo>
                <a:lnTo>
                  <a:pt x="2323" y="1360"/>
                </a:lnTo>
                <a:lnTo>
                  <a:pt x="2332" y="1382"/>
                </a:lnTo>
                <a:lnTo>
                  <a:pt x="2336" y="1405"/>
                </a:lnTo>
                <a:lnTo>
                  <a:pt x="2332" y="1429"/>
                </a:lnTo>
                <a:lnTo>
                  <a:pt x="2323" y="1451"/>
                </a:lnTo>
                <a:lnTo>
                  <a:pt x="2309" y="1469"/>
                </a:lnTo>
                <a:lnTo>
                  <a:pt x="2291" y="1483"/>
                </a:lnTo>
                <a:lnTo>
                  <a:pt x="2269" y="1492"/>
                </a:lnTo>
                <a:lnTo>
                  <a:pt x="2245" y="1496"/>
                </a:lnTo>
                <a:lnTo>
                  <a:pt x="903" y="1496"/>
                </a:lnTo>
                <a:lnTo>
                  <a:pt x="880" y="1492"/>
                </a:lnTo>
                <a:lnTo>
                  <a:pt x="858" y="1483"/>
                </a:lnTo>
                <a:lnTo>
                  <a:pt x="840" y="1469"/>
                </a:lnTo>
                <a:lnTo>
                  <a:pt x="826" y="1451"/>
                </a:lnTo>
                <a:lnTo>
                  <a:pt x="817" y="1429"/>
                </a:lnTo>
                <a:lnTo>
                  <a:pt x="813" y="1405"/>
                </a:lnTo>
                <a:lnTo>
                  <a:pt x="817" y="1382"/>
                </a:lnTo>
                <a:lnTo>
                  <a:pt x="826" y="1360"/>
                </a:lnTo>
                <a:lnTo>
                  <a:pt x="840" y="1342"/>
                </a:lnTo>
                <a:lnTo>
                  <a:pt x="858" y="1328"/>
                </a:lnTo>
                <a:lnTo>
                  <a:pt x="880" y="1319"/>
                </a:lnTo>
                <a:lnTo>
                  <a:pt x="903" y="1315"/>
                </a:lnTo>
                <a:close/>
                <a:moveTo>
                  <a:pt x="405" y="1039"/>
                </a:moveTo>
                <a:lnTo>
                  <a:pt x="405" y="1221"/>
                </a:lnTo>
                <a:lnTo>
                  <a:pt x="276" y="1221"/>
                </a:lnTo>
                <a:lnTo>
                  <a:pt x="258" y="1222"/>
                </a:lnTo>
                <a:lnTo>
                  <a:pt x="239" y="1228"/>
                </a:lnTo>
                <a:lnTo>
                  <a:pt x="222" y="1237"/>
                </a:lnTo>
                <a:lnTo>
                  <a:pt x="208" y="1249"/>
                </a:lnTo>
                <a:lnTo>
                  <a:pt x="196" y="1264"/>
                </a:lnTo>
                <a:lnTo>
                  <a:pt x="188" y="1280"/>
                </a:lnTo>
                <a:lnTo>
                  <a:pt x="182" y="1298"/>
                </a:lnTo>
                <a:lnTo>
                  <a:pt x="180" y="1316"/>
                </a:lnTo>
                <a:lnTo>
                  <a:pt x="180" y="3258"/>
                </a:lnTo>
                <a:lnTo>
                  <a:pt x="183" y="3283"/>
                </a:lnTo>
                <a:lnTo>
                  <a:pt x="194" y="3306"/>
                </a:lnTo>
                <a:lnTo>
                  <a:pt x="208" y="3326"/>
                </a:lnTo>
                <a:lnTo>
                  <a:pt x="228" y="3341"/>
                </a:lnTo>
                <a:lnTo>
                  <a:pt x="251" y="3350"/>
                </a:lnTo>
                <a:lnTo>
                  <a:pt x="276" y="3353"/>
                </a:lnTo>
                <a:lnTo>
                  <a:pt x="409" y="3353"/>
                </a:lnTo>
                <a:lnTo>
                  <a:pt x="1037" y="2080"/>
                </a:lnTo>
                <a:lnTo>
                  <a:pt x="1054" y="2050"/>
                </a:lnTo>
                <a:lnTo>
                  <a:pt x="1074" y="2022"/>
                </a:lnTo>
                <a:lnTo>
                  <a:pt x="1098" y="1998"/>
                </a:lnTo>
                <a:lnTo>
                  <a:pt x="1124" y="1979"/>
                </a:lnTo>
                <a:lnTo>
                  <a:pt x="1151" y="1964"/>
                </a:lnTo>
                <a:lnTo>
                  <a:pt x="1181" y="1954"/>
                </a:lnTo>
                <a:lnTo>
                  <a:pt x="1211" y="1951"/>
                </a:lnTo>
                <a:lnTo>
                  <a:pt x="2748" y="1951"/>
                </a:lnTo>
                <a:lnTo>
                  <a:pt x="2749" y="1437"/>
                </a:lnTo>
                <a:lnTo>
                  <a:pt x="2781" y="1443"/>
                </a:lnTo>
                <a:lnTo>
                  <a:pt x="2812" y="1454"/>
                </a:lnTo>
                <a:lnTo>
                  <a:pt x="2840" y="1469"/>
                </a:lnTo>
                <a:lnTo>
                  <a:pt x="2865" y="1489"/>
                </a:lnTo>
                <a:lnTo>
                  <a:pt x="2887" y="1513"/>
                </a:lnTo>
                <a:lnTo>
                  <a:pt x="2904" y="1539"/>
                </a:lnTo>
                <a:lnTo>
                  <a:pt x="2917" y="1568"/>
                </a:lnTo>
                <a:lnTo>
                  <a:pt x="2925" y="1600"/>
                </a:lnTo>
                <a:lnTo>
                  <a:pt x="2929" y="1634"/>
                </a:lnTo>
                <a:lnTo>
                  <a:pt x="2929" y="1951"/>
                </a:lnTo>
                <a:lnTo>
                  <a:pt x="3633" y="1951"/>
                </a:lnTo>
                <a:lnTo>
                  <a:pt x="3656" y="1953"/>
                </a:lnTo>
                <a:lnTo>
                  <a:pt x="3677" y="1959"/>
                </a:lnTo>
                <a:lnTo>
                  <a:pt x="3696" y="1968"/>
                </a:lnTo>
                <a:lnTo>
                  <a:pt x="3714" y="1981"/>
                </a:lnTo>
                <a:lnTo>
                  <a:pt x="3728" y="1997"/>
                </a:lnTo>
                <a:lnTo>
                  <a:pt x="3739" y="2016"/>
                </a:lnTo>
                <a:lnTo>
                  <a:pt x="3747" y="2038"/>
                </a:lnTo>
                <a:lnTo>
                  <a:pt x="3749" y="2062"/>
                </a:lnTo>
                <a:lnTo>
                  <a:pt x="3747" y="2089"/>
                </a:lnTo>
                <a:lnTo>
                  <a:pt x="3740" y="2116"/>
                </a:lnTo>
                <a:lnTo>
                  <a:pt x="3726" y="2148"/>
                </a:lnTo>
                <a:lnTo>
                  <a:pt x="3064" y="3405"/>
                </a:lnTo>
                <a:lnTo>
                  <a:pt x="3049" y="3429"/>
                </a:lnTo>
                <a:lnTo>
                  <a:pt x="3030" y="3452"/>
                </a:lnTo>
                <a:lnTo>
                  <a:pt x="3006" y="3474"/>
                </a:lnTo>
                <a:lnTo>
                  <a:pt x="2980" y="3493"/>
                </a:lnTo>
                <a:lnTo>
                  <a:pt x="2953" y="3510"/>
                </a:lnTo>
                <a:lnTo>
                  <a:pt x="2924" y="3522"/>
                </a:lnTo>
                <a:lnTo>
                  <a:pt x="2896" y="3531"/>
                </a:lnTo>
                <a:lnTo>
                  <a:pt x="2868" y="3534"/>
                </a:lnTo>
                <a:lnTo>
                  <a:pt x="212" y="3535"/>
                </a:lnTo>
                <a:lnTo>
                  <a:pt x="179" y="3531"/>
                </a:lnTo>
                <a:lnTo>
                  <a:pt x="145" y="3525"/>
                </a:lnTo>
                <a:lnTo>
                  <a:pt x="116" y="3512"/>
                </a:lnTo>
                <a:lnTo>
                  <a:pt x="87" y="3493"/>
                </a:lnTo>
                <a:lnTo>
                  <a:pt x="62" y="3473"/>
                </a:lnTo>
                <a:lnTo>
                  <a:pt x="40" y="3446"/>
                </a:lnTo>
                <a:lnTo>
                  <a:pt x="23" y="3419"/>
                </a:lnTo>
                <a:lnTo>
                  <a:pt x="10" y="3388"/>
                </a:lnTo>
                <a:lnTo>
                  <a:pt x="2" y="3356"/>
                </a:lnTo>
                <a:lnTo>
                  <a:pt x="0" y="3322"/>
                </a:lnTo>
                <a:lnTo>
                  <a:pt x="0" y="1252"/>
                </a:lnTo>
                <a:lnTo>
                  <a:pt x="3" y="1214"/>
                </a:lnTo>
                <a:lnTo>
                  <a:pt x="14" y="1179"/>
                </a:lnTo>
                <a:lnTo>
                  <a:pt x="30" y="1145"/>
                </a:lnTo>
                <a:lnTo>
                  <a:pt x="50" y="1115"/>
                </a:lnTo>
                <a:lnTo>
                  <a:pt x="76" y="1090"/>
                </a:lnTo>
                <a:lnTo>
                  <a:pt x="105" y="1069"/>
                </a:lnTo>
                <a:lnTo>
                  <a:pt x="137" y="1053"/>
                </a:lnTo>
                <a:lnTo>
                  <a:pt x="174" y="1043"/>
                </a:lnTo>
                <a:lnTo>
                  <a:pt x="212" y="1039"/>
                </a:lnTo>
                <a:lnTo>
                  <a:pt x="405" y="1039"/>
                </a:lnTo>
                <a:close/>
                <a:moveTo>
                  <a:pt x="903" y="792"/>
                </a:moveTo>
                <a:lnTo>
                  <a:pt x="2245" y="792"/>
                </a:lnTo>
                <a:lnTo>
                  <a:pt x="2269" y="795"/>
                </a:lnTo>
                <a:lnTo>
                  <a:pt x="2291" y="804"/>
                </a:lnTo>
                <a:lnTo>
                  <a:pt x="2309" y="818"/>
                </a:lnTo>
                <a:lnTo>
                  <a:pt x="2323" y="836"/>
                </a:lnTo>
                <a:lnTo>
                  <a:pt x="2332" y="858"/>
                </a:lnTo>
                <a:lnTo>
                  <a:pt x="2336" y="882"/>
                </a:lnTo>
                <a:lnTo>
                  <a:pt x="2332" y="906"/>
                </a:lnTo>
                <a:lnTo>
                  <a:pt x="2323" y="927"/>
                </a:lnTo>
                <a:lnTo>
                  <a:pt x="2309" y="945"/>
                </a:lnTo>
                <a:lnTo>
                  <a:pt x="2291" y="959"/>
                </a:lnTo>
                <a:lnTo>
                  <a:pt x="2269" y="968"/>
                </a:lnTo>
                <a:lnTo>
                  <a:pt x="2245" y="972"/>
                </a:lnTo>
                <a:lnTo>
                  <a:pt x="903" y="972"/>
                </a:lnTo>
                <a:lnTo>
                  <a:pt x="880" y="968"/>
                </a:lnTo>
                <a:lnTo>
                  <a:pt x="858" y="959"/>
                </a:lnTo>
                <a:lnTo>
                  <a:pt x="840" y="945"/>
                </a:lnTo>
                <a:lnTo>
                  <a:pt x="826" y="927"/>
                </a:lnTo>
                <a:lnTo>
                  <a:pt x="817" y="906"/>
                </a:lnTo>
                <a:lnTo>
                  <a:pt x="813" y="882"/>
                </a:lnTo>
                <a:lnTo>
                  <a:pt x="817" y="858"/>
                </a:lnTo>
                <a:lnTo>
                  <a:pt x="826" y="836"/>
                </a:lnTo>
                <a:lnTo>
                  <a:pt x="840" y="818"/>
                </a:lnTo>
                <a:lnTo>
                  <a:pt x="858" y="804"/>
                </a:lnTo>
                <a:lnTo>
                  <a:pt x="880" y="795"/>
                </a:lnTo>
                <a:lnTo>
                  <a:pt x="903" y="792"/>
                </a:lnTo>
                <a:close/>
                <a:moveTo>
                  <a:pt x="2166" y="261"/>
                </a:moveTo>
                <a:lnTo>
                  <a:pt x="2166" y="497"/>
                </a:lnTo>
                <a:lnTo>
                  <a:pt x="2383" y="497"/>
                </a:lnTo>
                <a:lnTo>
                  <a:pt x="2166" y="261"/>
                </a:lnTo>
                <a:close/>
                <a:moveTo>
                  <a:pt x="702" y="0"/>
                </a:moveTo>
                <a:lnTo>
                  <a:pt x="2090" y="0"/>
                </a:lnTo>
                <a:lnTo>
                  <a:pt x="2112" y="4"/>
                </a:lnTo>
                <a:lnTo>
                  <a:pt x="2133" y="12"/>
                </a:lnTo>
                <a:lnTo>
                  <a:pt x="2149" y="26"/>
                </a:lnTo>
                <a:lnTo>
                  <a:pt x="2598" y="515"/>
                </a:lnTo>
                <a:lnTo>
                  <a:pt x="2609" y="531"/>
                </a:lnTo>
                <a:lnTo>
                  <a:pt x="2617" y="550"/>
                </a:lnTo>
                <a:lnTo>
                  <a:pt x="2620" y="569"/>
                </a:lnTo>
                <a:lnTo>
                  <a:pt x="2620" y="1838"/>
                </a:lnTo>
                <a:lnTo>
                  <a:pt x="2474" y="1838"/>
                </a:lnTo>
                <a:lnTo>
                  <a:pt x="2474" y="680"/>
                </a:lnTo>
                <a:lnTo>
                  <a:pt x="2471" y="665"/>
                </a:lnTo>
                <a:lnTo>
                  <a:pt x="2463" y="653"/>
                </a:lnTo>
                <a:lnTo>
                  <a:pt x="2451" y="645"/>
                </a:lnTo>
                <a:lnTo>
                  <a:pt x="2438" y="643"/>
                </a:lnTo>
                <a:lnTo>
                  <a:pt x="2094" y="643"/>
                </a:lnTo>
                <a:lnTo>
                  <a:pt x="2074" y="641"/>
                </a:lnTo>
                <a:lnTo>
                  <a:pt x="2057" y="633"/>
                </a:lnTo>
                <a:lnTo>
                  <a:pt x="2042" y="621"/>
                </a:lnTo>
                <a:lnTo>
                  <a:pt x="2031" y="606"/>
                </a:lnTo>
                <a:lnTo>
                  <a:pt x="2023" y="589"/>
                </a:lnTo>
                <a:lnTo>
                  <a:pt x="2021" y="569"/>
                </a:lnTo>
                <a:lnTo>
                  <a:pt x="2021" y="183"/>
                </a:lnTo>
                <a:lnTo>
                  <a:pt x="2018" y="168"/>
                </a:lnTo>
                <a:lnTo>
                  <a:pt x="2010" y="157"/>
                </a:lnTo>
                <a:lnTo>
                  <a:pt x="1999" y="150"/>
                </a:lnTo>
                <a:lnTo>
                  <a:pt x="1985" y="146"/>
                </a:lnTo>
                <a:lnTo>
                  <a:pt x="702" y="146"/>
                </a:lnTo>
                <a:lnTo>
                  <a:pt x="691" y="149"/>
                </a:lnTo>
                <a:lnTo>
                  <a:pt x="683" y="154"/>
                </a:lnTo>
                <a:lnTo>
                  <a:pt x="676" y="164"/>
                </a:lnTo>
                <a:lnTo>
                  <a:pt x="675" y="174"/>
                </a:lnTo>
                <a:lnTo>
                  <a:pt x="675" y="2552"/>
                </a:lnTo>
                <a:lnTo>
                  <a:pt x="562" y="2779"/>
                </a:lnTo>
                <a:lnTo>
                  <a:pt x="561" y="2779"/>
                </a:lnTo>
                <a:lnTo>
                  <a:pt x="558" y="2777"/>
                </a:lnTo>
                <a:lnTo>
                  <a:pt x="552" y="2775"/>
                </a:lnTo>
                <a:lnTo>
                  <a:pt x="545" y="2769"/>
                </a:lnTo>
                <a:lnTo>
                  <a:pt x="540" y="2761"/>
                </a:lnTo>
                <a:lnTo>
                  <a:pt x="534" y="2750"/>
                </a:lnTo>
                <a:lnTo>
                  <a:pt x="530" y="2734"/>
                </a:lnTo>
                <a:lnTo>
                  <a:pt x="528" y="2712"/>
                </a:lnTo>
                <a:lnTo>
                  <a:pt x="528" y="2657"/>
                </a:lnTo>
                <a:lnTo>
                  <a:pt x="528" y="2596"/>
                </a:lnTo>
                <a:lnTo>
                  <a:pt x="527" y="2529"/>
                </a:lnTo>
                <a:lnTo>
                  <a:pt x="527" y="2458"/>
                </a:lnTo>
                <a:lnTo>
                  <a:pt x="527" y="2383"/>
                </a:lnTo>
                <a:lnTo>
                  <a:pt x="527" y="2304"/>
                </a:lnTo>
                <a:lnTo>
                  <a:pt x="526" y="2221"/>
                </a:lnTo>
                <a:lnTo>
                  <a:pt x="526" y="2136"/>
                </a:lnTo>
                <a:lnTo>
                  <a:pt x="526" y="2048"/>
                </a:lnTo>
                <a:lnTo>
                  <a:pt x="526" y="1958"/>
                </a:lnTo>
                <a:lnTo>
                  <a:pt x="526" y="1866"/>
                </a:lnTo>
                <a:lnTo>
                  <a:pt x="526" y="1773"/>
                </a:lnTo>
                <a:lnTo>
                  <a:pt x="526" y="1677"/>
                </a:lnTo>
                <a:lnTo>
                  <a:pt x="526" y="1583"/>
                </a:lnTo>
                <a:lnTo>
                  <a:pt x="526" y="1488"/>
                </a:lnTo>
                <a:lnTo>
                  <a:pt x="526" y="1392"/>
                </a:lnTo>
                <a:lnTo>
                  <a:pt x="526" y="1298"/>
                </a:lnTo>
                <a:lnTo>
                  <a:pt x="526" y="1205"/>
                </a:lnTo>
                <a:lnTo>
                  <a:pt x="527" y="1114"/>
                </a:lnTo>
                <a:lnTo>
                  <a:pt x="527" y="1023"/>
                </a:lnTo>
                <a:lnTo>
                  <a:pt x="527" y="936"/>
                </a:lnTo>
                <a:lnTo>
                  <a:pt x="527" y="851"/>
                </a:lnTo>
                <a:lnTo>
                  <a:pt x="527" y="769"/>
                </a:lnTo>
                <a:lnTo>
                  <a:pt x="527" y="691"/>
                </a:lnTo>
                <a:lnTo>
                  <a:pt x="527" y="616"/>
                </a:lnTo>
                <a:lnTo>
                  <a:pt x="527" y="548"/>
                </a:lnTo>
                <a:lnTo>
                  <a:pt x="528" y="482"/>
                </a:lnTo>
                <a:lnTo>
                  <a:pt x="528" y="421"/>
                </a:lnTo>
                <a:lnTo>
                  <a:pt x="528" y="367"/>
                </a:lnTo>
                <a:lnTo>
                  <a:pt x="528" y="319"/>
                </a:lnTo>
                <a:lnTo>
                  <a:pt x="528" y="276"/>
                </a:lnTo>
                <a:lnTo>
                  <a:pt x="528" y="241"/>
                </a:lnTo>
                <a:lnTo>
                  <a:pt x="528" y="212"/>
                </a:lnTo>
                <a:lnTo>
                  <a:pt x="528" y="191"/>
                </a:lnTo>
                <a:lnTo>
                  <a:pt x="528" y="179"/>
                </a:lnTo>
                <a:lnTo>
                  <a:pt x="528" y="174"/>
                </a:lnTo>
                <a:lnTo>
                  <a:pt x="531" y="139"/>
                </a:lnTo>
                <a:lnTo>
                  <a:pt x="542" y="106"/>
                </a:lnTo>
                <a:lnTo>
                  <a:pt x="558" y="77"/>
                </a:lnTo>
                <a:lnTo>
                  <a:pt x="580" y="51"/>
                </a:lnTo>
                <a:lnTo>
                  <a:pt x="605" y="30"/>
                </a:lnTo>
                <a:lnTo>
                  <a:pt x="635" y="14"/>
                </a:lnTo>
                <a:lnTo>
                  <a:pt x="667" y="4"/>
                </a:lnTo>
                <a:lnTo>
                  <a:pt x="702" y="0"/>
                </a:lnTo>
                <a:close/>
              </a:path>
            </a:pathLst>
          </a:custGeom>
          <a:solidFill>
            <a:schemeClr val="accent3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Freeform 36"/>
          <p:cNvSpPr>
            <a:spLocks noEditPoints="1"/>
          </p:cNvSpPr>
          <p:nvPr/>
        </p:nvSpPr>
        <p:spPr bwMode="auto">
          <a:xfrm>
            <a:off x="9753914" y="3477024"/>
            <a:ext cx="428724" cy="408271"/>
          </a:xfrm>
          <a:custGeom>
            <a:avLst/>
            <a:gdLst>
              <a:gd name="T0" fmla="*/ 3696 w 3813"/>
              <a:gd name="T1" fmla="*/ 3371 h 3630"/>
              <a:gd name="T2" fmla="*/ 3365 w 3813"/>
              <a:gd name="T3" fmla="*/ 3427 h 3630"/>
              <a:gd name="T4" fmla="*/ 3195 w 3813"/>
              <a:gd name="T5" fmla="*/ 3235 h 3630"/>
              <a:gd name="T6" fmla="*/ 3398 w 3813"/>
              <a:gd name="T7" fmla="*/ 2982 h 3630"/>
              <a:gd name="T8" fmla="*/ 2802 w 3813"/>
              <a:gd name="T9" fmla="*/ 2182 h 3630"/>
              <a:gd name="T10" fmla="*/ 2639 w 3813"/>
              <a:gd name="T11" fmla="*/ 3585 h 3630"/>
              <a:gd name="T12" fmla="*/ 2315 w 3813"/>
              <a:gd name="T13" fmla="*/ 3601 h 3630"/>
              <a:gd name="T14" fmla="*/ 2189 w 3813"/>
              <a:gd name="T15" fmla="*/ 3388 h 3630"/>
              <a:gd name="T16" fmla="*/ 2434 w 3813"/>
              <a:gd name="T17" fmla="*/ 3162 h 3630"/>
              <a:gd name="T18" fmla="*/ 1829 w 3813"/>
              <a:gd name="T19" fmla="*/ 1520 h 3630"/>
              <a:gd name="T20" fmla="*/ 1559 w 3813"/>
              <a:gd name="T21" fmla="*/ 1690 h 3630"/>
              <a:gd name="T22" fmla="*/ 1604 w 3813"/>
              <a:gd name="T23" fmla="*/ 2008 h 3630"/>
              <a:gd name="T24" fmla="*/ 1914 w 3813"/>
              <a:gd name="T25" fmla="*/ 2097 h 3630"/>
              <a:gd name="T26" fmla="*/ 2122 w 3813"/>
              <a:gd name="T27" fmla="*/ 1858 h 3630"/>
              <a:gd name="T28" fmla="*/ 1990 w 3813"/>
              <a:gd name="T29" fmla="*/ 1567 h 3630"/>
              <a:gd name="T30" fmla="*/ 1978 w 3813"/>
              <a:gd name="T31" fmla="*/ 1430 h 3630"/>
              <a:gd name="T32" fmla="*/ 2232 w 3813"/>
              <a:gd name="T33" fmla="*/ 1713 h 3630"/>
              <a:gd name="T34" fmla="*/ 2139 w 3813"/>
              <a:gd name="T35" fmla="*/ 2089 h 3630"/>
              <a:gd name="T36" fmla="*/ 1777 w 3813"/>
              <a:gd name="T37" fmla="*/ 2225 h 3630"/>
              <a:gd name="T38" fmla="*/ 1462 w 3813"/>
              <a:gd name="T39" fmla="*/ 2008 h 3630"/>
              <a:gd name="T40" fmla="*/ 1462 w 3813"/>
              <a:gd name="T41" fmla="*/ 1621 h 3630"/>
              <a:gd name="T42" fmla="*/ 1777 w 3813"/>
              <a:gd name="T43" fmla="*/ 1405 h 3630"/>
              <a:gd name="T44" fmla="*/ 1487 w 3813"/>
              <a:gd name="T45" fmla="*/ 1392 h 3630"/>
              <a:gd name="T46" fmla="*/ 1283 w 3813"/>
              <a:gd name="T47" fmla="*/ 1814 h 3630"/>
              <a:gd name="T48" fmla="*/ 1487 w 3813"/>
              <a:gd name="T49" fmla="*/ 2237 h 3630"/>
              <a:gd name="T50" fmla="*/ 1954 w 3813"/>
              <a:gd name="T51" fmla="*/ 2342 h 3630"/>
              <a:gd name="T52" fmla="*/ 2319 w 3813"/>
              <a:gd name="T53" fmla="*/ 2052 h 3630"/>
              <a:gd name="T54" fmla="*/ 2319 w 3813"/>
              <a:gd name="T55" fmla="*/ 1576 h 3630"/>
              <a:gd name="T56" fmla="*/ 1954 w 3813"/>
              <a:gd name="T57" fmla="*/ 1288 h 3630"/>
              <a:gd name="T58" fmla="*/ 1671 w 3813"/>
              <a:gd name="T59" fmla="*/ 476 h 3630"/>
              <a:gd name="T60" fmla="*/ 2025 w 3813"/>
              <a:gd name="T61" fmla="*/ 457 h 3630"/>
              <a:gd name="T62" fmla="*/ 2030 w 3813"/>
              <a:gd name="T63" fmla="*/ 370 h 3630"/>
              <a:gd name="T64" fmla="*/ 2734 w 3813"/>
              <a:gd name="T65" fmla="*/ 667 h 3630"/>
              <a:gd name="T66" fmla="*/ 3188 w 3813"/>
              <a:gd name="T67" fmla="*/ 1265 h 3630"/>
              <a:gd name="T68" fmla="*/ 2302 w 3813"/>
              <a:gd name="T69" fmla="*/ 3063 h 3630"/>
              <a:gd name="T70" fmla="*/ 1906 w 3813"/>
              <a:gd name="T71" fmla="*/ 3271 h 3630"/>
              <a:gd name="T72" fmla="*/ 1144 w 3813"/>
              <a:gd name="T73" fmla="*/ 3105 h 3630"/>
              <a:gd name="T74" fmla="*/ 577 w 3813"/>
              <a:gd name="T75" fmla="*/ 2579 h 3630"/>
              <a:gd name="T76" fmla="*/ 359 w 3813"/>
              <a:gd name="T77" fmla="*/ 1814 h 3630"/>
              <a:gd name="T78" fmla="*/ 577 w 3813"/>
              <a:gd name="T79" fmla="*/ 1051 h 3630"/>
              <a:gd name="T80" fmla="*/ 1144 w 3813"/>
              <a:gd name="T81" fmla="*/ 524 h 3630"/>
              <a:gd name="T82" fmla="*/ 1829 w 3813"/>
              <a:gd name="T83" fmla="*/ 0 h 3630"/>
              <a:gd name="T84" fmla="*/ 2592 w 3813"/>
              <a:gd name="T85" fmla="*/ 165 h 3630"/>
              <a:gd name="T86" fmla="*/ 3267 w 3813"/>
              <a:gd name="T87" fmla="*/ 697 h 3630"/>
              <a:gd name="T88" fmla="*/ 3626 w 3813"/>
              <a:gd name="T89" fmla="*/ 1485 h 3630"/>
              <a:gd name="T90" fmla="*/ 3164 w 3813"/>
              <a:gd name="T91" fmla="*/ 857 h 3630"/>
              <a:gd name="T92" fmla="*/ 2545 w 3813"/>
              <a:gd name="T93" fmla="*/ 340 h 3630"/>
              <a:gd name="T94" fmla="*/ 1720 w 3813"/>
              <a:gd name="T95" fmla="*/ 181 h 3630"/>
              <a:gd name="T96" fmla="*/ 939 w 3813"/>
              <a:gd name="T97" fmla="*/ 437 h 3630"/>
              <a:gd name="T98" fmla="*/ 388 w 3813"/>
              <a:gd name="T99" fmla="*/ 1018 h 3630"/>
              <a:gd name="T100" fmla="*/ 180 w 3813"/>
              <a:gd name="T101" fmla="*/ 1814 h 3630"/>
              <a:gd name="T102" fmla="*/ 388 w 3813"/>
              <a:gd name="T103" fmla="*/ 2611 h 3630"/>
              <a:gd name="T104" fmla="*/ 939 w 3813"/>
              <a:gd name="T105" fmla="*/ 3193 h 3630"/>
              <a:gd name="T106" fmla="*/ 1720 w 3813"/>
              <a:gd name="T107" fmla="*/ 3448 h 3630"/>
              <a:gd name="T108" fmla="*/ 2062 w 3813"/>
              <a:gd name="T109" fmla="*/ 3615 h 3630"/>
              <a:gd name="T110" fmla="*/ 1272 w 3813"/>
              <a:gd name="T111" fmla="*/ 3545 h 3630"/>
              <a:gd name="T112" fmla="*/ 536 w 3813"/>
              <a:gd name="T113" fmla="*/ 3097 h 3630"/>
              <a:gd name="T114" fmla="*/ 87 w 3813"/>
              <a:gd name="T115" fmla="*/ 2367 h 3630"/>
              <a:gd name="T116" fmla="*/ 31 w 3813"/>
              <a:gd name="T117" fmla="*/ 1476 h 3630"/>
              <a:gd name="T118" fmla="*/ 393 w 3813"/>
              <a:gd name="T119" fmla="*/ 692 h 3630"/>
              <a:gd name="T120" fmla="*/ 1068 w 3813"/>
              <a:gd name="T121" fmla="*/ 164 h 36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813" h="3630">
                <a:moveTo>
                  <a:pt x="3813" y="1583"/>
                </a:moveTo>
                <a:lnTo>
                  <a:pt x="3813" y="3157"/>
                </a:lnTo>
                <a:lnTo>
                  <a:pt x="3809" y="3200"/>
                </a:lnTo>
                <a:lnTo>
                  <a:pt x="3799" y="3240"/>
                </a:lnTo>
                <a:lnTo>
                  <a:pt x="3781" y="3278"/>
                </a:lnTo>
                <a:lnTo>
                  <a:pt x="3758" y="3312"/>
                </a:lnTo>
                <a:lnTo>
                  <a:pt x="3729" y="3343"/>
                </a:lnTo>
                <a:lnTo>
                  <a:pt x="3696" y="3371"/>
                </a:lnTo>
                <a:lnTo>
                  <a:pt x="3655" y="3395"/>
                </a:lnTo>
                <a:lnTo>
                  <a:pt x="3611" y="3415"/>
                </a:lnTo>
                <a:lnTo>
                  <a:pt x="3563" y="3430"/>
                </a:lnTo>
                <a:lnTo>
                  <a:pt x="3521" y="3438"/>
                </a:lnTo>
                <a:lnTo>
                  <a:pt x="3479" y="3441"/>
                </a:lnTo>
                <a:lnTo>
                  <a:pt x="3440" y="3441"/>
                </a:lnTo>
                <a:lnTo>
                  <a:pt x="3402" y="3436"/>
                </a:lnTo>
                <a:lnTo>
                  <a:pt x="3365" y="3427"/>
                </a:lnTo>
                <a:lnTo>
                  <a:pt x="3331" y="3416"/>
                </a:lnTo>
                <a:lnTo>
                  <a:pt x="3300" y="3400"/>
                </a:lnTo>
                <a:lnTo>
                  <a:pt x="3272" y="3380"/>
                </a:lnTo>
                <a:lnTo>
                  <a:pt x="3248" y="3358"/>
                </a:lnTo>
                <a:lnTo>
                  <a:pt x="3227" y="3333"/>
                </a:lnTo>
                <a:lnTo>
                  <a:pt x="3212" y="3304"/>
                </a:lnTo>
                <a:lnTo>
                  <a:pt x="3201" y="3274"/>
                </a:lnTo>
                <a:lnTo>
                  <a:pt x="3195" y="3235"/>
                </a:lnTo>
                <a:lnTo>
                  <a:pt x="3198" y="3197"/>
                </a:lnTo>
                <a:lnTo>
                  <a:pt x="3208" y="3159"/>
                </a:lnTo>
                <a:lnTo>
                  <a:pt x="3224" y="3123"/>
                </a:lnTo>
                <a:lnTo>
                  <a:pt x="3249" y="3088"/>
                </a:lnTo>
                <a:lnTo>
                  <a:pt x="3278" y="3057"/>
                </a:lnTo>
                <a:lnTo>
                  <a:pt x="3314" y="3028"/>
                </a:lnTo>
                <a:lnTo>
                  <a:pt x="3353" y="3003"/>
                </a:lnTo>
                <a:lnTo>
                  <a:pt x="3398" y="2982"/>
                </a:lnTo>
                <a:lnTo>
                  <a:pt x="3446" y="2967"/>
                </a:lnTo>
                <a:lnTo>
                  <a:pt x="3491" y="2959"/>
                </a:lnTo>
                <a:lnTo>
                  <a:pt x="3536" y="2956"/>
                </a:lnTo>
                <a:lnTo>
                  <a:pt x="3579" y="2957"/>
                </a:lnTo>
                <a:lnTo>
                  <a:pt x="3619" y="2964"/>
                </a:lnTo>
                <a:lnTo>
                  <a:pt x="3659" y="2974"/>
                </a:lnTo>
                <a:lnTo>
                  <a:pt x="3659" y="2027"/>
                </a:lnTo>
                <a:lnTo>
                  <a:pt x="2802" y="2182"/>
                </a:lnTo>
                <a:lnTo>
                  <a:pt x="2797" y="3362"/>
                </a:lnTo>
                <a:lnTo>
                  <a:pt x="2794" y="3399"/>
                </a:lnTo>
                <a:lnTo>
                  <a:pt x="2783" y="3435"/>
                </a:lnTo>
                <a:lnTo>
                  <a:pt x="2766" y="3470"/>
                </a:lnTo>
                <a:lnTo>
                  <a:pt x="2741" y="3503"/>
                </a:lnTo>
                <a:lnTo>
                  <a:pt x="2712" y="3533"/>
                </a:lnTo>
                <a:lnTo>
                  <a:pt x="2679" y="3561"/>
                </a:lnTo>
                <a:lnTo>
                  <a:pt x="2639" y="3585"/>
                </a:lnTo>
                <a:lnTo>
                  <a:pt x="2597" y="3604"/>
                </a:lnTo>
                <a:lnTo>
                  <a:pt x="2549" y="3618"/>
                </a:lnTo>
                <a:lnTo>
                  <a:pt x="2507" y="3626"/>
                </a:lnTo>
                <a:lnTo>
                  <a:pt x="2467" y="3630"/>
                </a:lnTo>
                <a:lnTo>
                  <a:pt x="2426" y="3629"/>
                </a:lnTo>
                <a:lnTo>
                  <a:pt x="2387" y="3623"/>
                </a:lnTo>
                <a:lnTo>
                  <a:pt x="2350" y="3614"/>
                </a:lnTo>
                <a:lnTo>
                  <a:pt x="2315" y="3601"/>
                </a:lnTo>
                <a:lnTo>
                  <a:pt x="2284" y="3585"/>
                </a:lnTo>
                <a:lnTo>
                  <a:pt x="2256" y="3566"/>
                </a:lnTo>
                <a:lnTo>
                  <a:pt x="2232" y="3543"/>
                </a:lnTo>
                <a:lnTo>
                  <a:pt x="2213" y="3519"/>
                </a:lnTo>
                <a:lnTo>
                  <a:pt x="2199" y="3493"/>
                </a:lnTo>
                <a:lnTo>
                  <a:pt x="2191" y="3465"/>
                </a:lnTo>
                <a:lnTo>
                  <a:pt x="2187" y="3426"/>
                </a:lnTo>
                <a:lnTo>
                  <a:pt x="2189" y="3388"/>
                </a:lnTo>
                <a:lnTo>
                  <a:pt x="2198" y="3351"/>
                </a:lnTo>
                <a:lnTo>
                  <a:pt x="2216" y="3316"/>
                </a:lnTo>
                <a:lnTo>
                  <a:pt x="2239" y="3281"/>
                </a:lnTo>
                <a:lnTo>
                  <a:pt x="2268" y="3249"/>
                </a:lnTo>
                <a:lnTo>
                  <a:pt x="2302" y="3221"/>
                </a:lnTo>
                <a:lnTo>
                  <a:pt x="2342" y="3196"/>
                </a:lnTo>
                <a:lnTo>
                  <a:pt x="2386" y="3177"/>
                </a:lnTo>
                <a:lnTo>
                  <a:pt x="2434" y="3162"/>
                </a:lnTo>
                <a:lnTo>
                  <a:pt x="2479" y="3152"/>
                </a:lnTo>
                <a:lnTo>
                  <a:pt x="2523" y="3150"/>
                </a:lnTo>
                <a:lnTo>
                  <a:pt x="2564" y="3151"/>
                </a:lnTo>
                <a:lnTo>
                  <a:pt x="2605" y="3157"/>
                </a:lnTo>
                <a:lnTo>
                  <a:pt x="2643" y="3169"/>
                </a:lnTo>
                <a:lnTo>
                  <a:pt x="2643" y="1772"/>
                </a:lnTo>
                <a:lnTo>
                  <a:pt x="3813" y="1583"/>
                </a:lnTo>
                <a:close/>
                <a:moveTo>
                  <a:pt x="1829" y="1520"/>
                </a:moveTo>
                <a:lnTo>
                  <a:pt x="1785" y="1523"/>
                </a:lnTo>
                <a:lnTo>
                  <a:pt x="1743" y="1532"/>
                </a:lnTo>
                <a:lnTo>
                  <a:pt x="1704" y="1547"/>
                </a:lnTo>
                <a:lnTo>
                  <a:pt x="1667" y="1567"/>
                </a:lnTo>
                <a:lnTo>
                  <a:pt x="1634" y="1592"/>
                </a:lnTo>
                <a:lnTo>
                  <a:pt x="1604" y="1621"/>
                </a:lnTo>
                <a:lnTo>
                  <a:pt x="1580" y="1654"/>
                </a:lnTo>
                <a:lnTo>
                  <a:pt x="1559" y="1690"/>
                </a:lnTo>
                <a:lnTo>
                  <a:pt x="1544" y="1729"/>
                </a:lnTo>
                <a:lnTo>
                  <a:pt x="1535" y="1772"/>
                </a:lnTo>
                <a:lnTo>
                  <a:pt x="1531" y="1814"/>
                </a:lnTo>
                <a:lnTo>
                  <a:pt x="1535" y="1858"/>
                </a:lnTo>
                <a:lnTo>
                  <a:pt x="1544" y="1899"/>
                </a:lnTo>
                <a:lnTo>
                  <a:pt x="1559" y="1938"/>
                </a:lnTo>
                <a:lnTo>
                  <a:pt x="1580" y="1975"/>
                </a:lnTo>
                <a:lnTo>
                  <a:pt x="1604" y="2008"/>
                </a:lnTo>
                <a:lnTo>
                  <a:pt x="1634" y="2037"/>
                </a:lnTo>
                <a:lnTo>
                  <a:pt x="1667" y="2061"/>
                </a:lnTo>
                <a:lnTo>
                  <a:pt x="1704" y="2082"/>
                </a:lnTo>
                <a:lnTo>
                  <a:pt x="1743" y="2097"/>
                </a:lnTo>
                <a:lnTo>
                  <a:pt x="1785" y="2106"/>
                </a:lnTo>
                <a:lnTo>
                  <a:pt x="1829" y="2110"/>
                </a:lnTo>
                <a:lnTo>
                  <a:pt x="1873" y="2106"/>
                </a:lnTo>
                <a:lnTo>
                  <a:pt x="1914" y="2097"/>
                </a:lnTo>
                <a:lnTo>
                  <a:pt x="1954" y="2082"/>
                </a:lnTo>
                <a:lnTo>
                  <a:pt x="1990" y="2061"/>
                </a:lnTo>
                <a:lnTo>
                  <a:pt x="2023" y="2037"/>
                </a:lnTo>
                <a:lnTo>
                  <a:pt x="2052" y="2008"/>
                </a:lnTo>
                <a:lnTo>
                  <a:pt x="2078" y="1975"/>
                </a:lnTo>
                <a:lnTo>
                  <a:pt x="2097" y="1938"/>
                </a:lnTo>
                <a:lnTo>
                  <a:pt x="2113" y="1899"/>
                </a:lnTo>
                <a:lnTo>
                  <a:pt x="2122" y="1858"/>
                </a:lnTo>
                <a:lnTo>
                  <a:pt x="2125" y="1814"/>
                </a:lnTo>
                <a:lnTo>
                  <a:pt x="2122" y="1772"/>
                </a:lnTo>
                <a:lnTo>
                  <a:pt x="2113" y="1729"/>
                </a:lnTo>
                <a:lnTo>
                  <a:pt x="2097" y="1690"/>
                </a:lnTo>
                <a:lnTo>
                  <a:pt x="2078" y="1654"/>
                </a:lnTo>
                <a:lnTo>
                  <a:pt x="2052" y="1621"/>
                </a:lnTo>
                <a:lnTo>
                  <a:pt x="2023" y="1592"/>
                </a:lnTo>
                <a:lnTo>
                  <a:pt x="1990" y="1567"/>
                </a:lnTo>
                <a:lnTo>
                  <a:pt x="1954" y="1547"/>
                </a:lnTo>
                <a:lnTo>
                  <a:pt x="1914" y="1532"/>
                </a:lnTo>
                <a:lnTo>
                  <a:pt x="1873" y="1523"/>
                </a:lnTo>
                <a:lnTo>
                  <a:pt x="1829" y="1520"/>
                </a:lnTo>
                <a:close/>
                <a:moveTo>
                  <a:pt x="1829" y="1401"/>
                </a:moveTo>
                <a:lnTo>
                  <a:pt x="1881" y="1405"/>
                </a:lnTo>
                <a:lnTo>
                  <a:pt x="1931" y="1414"/>
                </a:lnTo>
                <a:lnTo>
                  <a:pt x="1978" y="1430"/>
                </a:lnTo>
                <a:lnTo>
                  <a:pt x="2023" y="1451"/>
                </a:lnTo>
                <a:lnTo>
                  <a:pt x="2066" y="1476"/>
                </a:lnTo>
                <a:lnTo>
                  <a:pt x="2104" y="1506"/>
                </a:lnTo>
                <a:lnTo>
                  <a:pt x="2139" y="1540"/>
                </a:lnTo>
                <a:lnTo>
                  <a:pt x="2169" y="1578"/>
                </a:lnTo>
                <a:lnTo>
                  <a:pt x="2196" y="1621"/>
                </a:lnTo>
                <a:lnTo>
                  <a:pt x="2217" y="1666"/>
                </a:lnTo>
                <a:lnTo>
                  <a:pt x="2232" y="1713"/>
                </a:lnTo>
                <a:lnTo>
                  <a:pt x="2241" y="1762"/>
                </a:lnTo>
                <a:lnTo>
                  <a:pt x="2245" y="1814"/>
                </a:lnTo>
                <a:lnTo>
                  <a:pt x="2241" y="1866"/>
                </a:lnTo>
                <a:lnTo>
                  <a:pt x="2232" y="1916"/>
                </a:lnTo>
                <a:lnTo>
                  <a:pt x="2217" y="1964"/>
                </a:lnTo>
                <a:lnTo>
                  <a:pt x="2196" y="2008"/>
                </a:lnTo>
                <a:lnTo>
                  <a:pt x="2169" y="2050"/>
                </a:lnTo>
                <a:lnTo>
                  <a:pt x="2139" y="2089"/>
                </a:lnTo>
                <a:lnTo>
                  <a:pt x="2104" y="2123"/>
                </a:lnTo>
                <a:lnTo>
                  <a:pt x="2066" y="2153"/>
                </a:lnTo>
                <a:lnTo>
                  <a:pt x="2023" y="2179"/>
                </a:lnTo>
                <a:lnTo>
                  <a:pt x="1978" y="2199"/>
                </a:lnTo>
                <a:lnTo>
                  <a:pt x="1931" y="2214"/>
                </a:lnTo>
                <a:lnTo>
                  <a:pt x="1881" y="2225"/>
                </a:lnTo>
                <a:lnTo>
                  <a:pt x="1829" y="2227"/>
                </a:lnTo>
                <a:lnTo>
                  <a:pt x="1777" y="2225"/>
                </a:lnTo>
                <a:lnTo>
                  <a:pt x="1726" y="2214"/>
                </a:lnTo>
                <a:lnTo>
                  <a:pt x="1678" y="2199"/>
                </a:lnTo>
                <a:lnTo>
                  <a:pt x="1633" y="2179"/>
                </a:lnTo>
                <a:lnTo>
                  <a:pt x="1591" y="2153"/>
                </a:lnTo>
                <a:lnTo>
                  <a:pt x="1553" y="2123"/>
                </a:lnTo>
                <a:lnTo>
                  <a:pt x="1518" y="2089"/>
                </a:lnTo>
                <a:lnTo>
                  <a:pt x="1487" y="2050"/>
                </a:lnTo>
                <a:lnTo>
                  <a:pt x="1462" y="2008"/>
                </a:lnTo>
                <a:lnTo>
                  <a:pt x="1441" y="1964"/>
                </a:lnTo>
                <a:lnTo>
                  <a:pt x="1426" y="1916"/>
                </a:lnTo>
                <a:lnTo>
                  <a:pt x="1416" y="1866"/>
                </a:lnTo>
                <a:lnTo>
                  <a:pt x="1413" y="1814"/>
                </a:lnTo>
                <a:lnTo>
                  <a:pt x="1416" y="1762"/>
                </a:lnTo>
                <a:lnTo>
                  <a:pt x="1426" y="1713"/>
                </a:lnTo>
                <a:lnTo>
                  <a:pt x="1441" y="1666"/>
                </a:lnTo>
                <a:lnTo>
                  <a:pt x="1462" y="1621"/>
                </a:lnTo>
                <a:lnTo>
                  <a:pt x="1487" y="1578"/>
                </a:lnTo>
                <a:lnTo>
                  <a:pt x="1518" y="1540"/>
                </a:lnTo>
                <a:lnTo>
                  <a:pt x="1553" y="1506"/>
                </a:lnTo>
                <a:lnTo>
                  <a:pt x="1591" y="1476"/>
                </a:lnTo>
                <a:lnTo>
                  <a:pt x="1633" y="1451"/>
                </a:lnTo>
                <a:lnTo>
                  <a:pt x="1678" y="1430"/>
                </a:lnTo>
                <a:lnTo>
                  <a:pt x="1726" y="1414"/>
                </a:lnTo>
                <a:lnTo>
                  <a:pt x="1777" y="1405"/>
                </a:lnTo>
                <a:lnTo>
                  <a:pt x="1829" y="1401"/>
                </a:lnTo>
                <a:close/>
                <a:moveTo>
                  <a:pt x="1829" y="1274"/>
                </a:moveTo>
                <a:lnTo>
                  <a:pt x="1765" y="1277"/>
                </a:lnTo>
                <a:lnTo>
                  <a:pt x="1704" y="1288"/>
                </a:lnTo>
                <a:lnTo>
                  <a:pt x="1645" y="1305"/>
                </a:lnTo>
                <a:lnTo>
                  <a:pt x="1589" y="1328"/>
                </a:lnTo>
                <a:lnTo>
                  <a:pt x="1536" y="1358"/>
                </a:lnTo>
                <a:lnTo>
                  <a:pt x="1487" y="1392"/>
                </a:lnTo>
                <a:lnTo>
                  <a:pt x="1443" y="1432"/>
                </a:lnTo>
                <a:lnTo>
                  <a:pt x="1403" y="1476"/>
                </a:lnTo>
                <a:lnTo>
                  <a:pt x="1368" y="1524"/>
                </a:lnTo>
                <a:lnTo>
                  <a:pt x="1339" y="1576"/>
                </a:lnTo>
                <a:lnTo>
                  <a:pt x="1315" y="1632"/>
                </a:lnTo>
                <a:lnTo>
                  <a:pt x="1297" y="1690"/>
                </a:lnTo>
                <a:lnTo>
                  <a:pt x="1287" y="1751"/>
                </a:lnTo>
                <a:lnTo>
                  <a:pt x="1283" y="1814"/>
                </a:lnTo>
                <a:lnTo>
                  <a:pt x="1287" y="1877"/>
                </a:lnTo>
                <a:lnTo>
                  <a:pt x="1297" y="1938"/>
                </a:lnTo>
                <a:lnTo>
                  <a:pt x="1315" y="1997"/>
                </a:lnTo>
                <a:lnTo>
                  <a:pt x="1339" y="2052"/>
                </a:lnTo>
                <a:lnTo>
                  <a:pt x="1368" y="2105"/>
                </a:lnTo>
                <a:lnTo>
                  <a:pt x="1403" y="2153"/>
                </a:lnTo>
                <a:lnTo>
                  <a:pt x="1443" y="2197"/>
                </a:lnTo>
                <a:lnTo>
                  <a:pt x="1487" y="2237"/>
                </a:lnTo>
                <a:lnTo>
                  <a:pt x="1536" y="2272"/>
                </a:lnTo>
                <a:lnTo>
                  <a:pt x="1589" y="2300"/>
                </a:lnTo>
                <a:lnTo>
                  <a:pt x="1645" y="2325"/>
                </a:lnTo>
                <a:lnTo>
                  <a:pt x="1704" y="2342"/>
                </a:lnTo>
                <a:lnTo>
                  <a:pt x="1765" y="2352"/>
                </a:lnTo>
                <a:lnTo>
                  <a:pt x="1829" y="2356"/>
                </a:lnTo>
                <a:lnTo>
                  <a:pt x="1892" y="2352"/>
                </a:lnTo>
                <a:lnTo>
                  <a:pt x="1954" y="2342"/>
                </a:lnTo>
                <a:lnTo>
                  <a:pt x="2013" y="2325"/>
                </a:lnTo>
                <a:lnTo>
                  <a:pt x="2069" y="2300"/>
                </a:lnTo>
                <a:lnTo>
                  <a:pt x="2121" y="2272"/>
                </a:lnTo>
                <a:lnTo>
                  <a:pt x="2169" y="2237"/>
                </a:lnTo>
                <a:lnTo>
                  <a:pt x="2214" y="2197"/>
                </a:lnTo>
                <a:lnTo>
                  <a:pt x="2254" y="2153"/>
                </a:lnTo>
                <a:lnTo>
                  <a:pt x="2289" y="2105"/>
                </a:lnTo>
                <a:lnTo>
                  <a:pt x="2319" y="2052"/>
                </a:lnTo>
                <a:lnTo>
                  <a:pt x="2342" y="1997"/>
                </a:lnTo>
                <a:lnTo>
                  <a:pt x="2359" y="1938"/>
                </a:lnTo>
                <a:lnTo>
                  <a:pt x="2370" y="1877"/>
                </a:lnTo>
                <a:lnTo>
                  <a:pt x="2374" y="1814"/>
                </a:lnTo>
                <a:lnTo>
                  <a:pt x="2370" y="1751"/>
                </a:lnTo>
                <a:lnTo>
                  <a:pt x="2359" y="1690"/>
                </a:lnTo>
                <a:lnTo>
                  <a:pt x="2342" y="1632"/>
                </a:lnTo>
                <a:lnTo>
                  <a:pt x="2319" y="1576"/>
                </a:lnTo>
                <a:lnTo>
                  <a:pt x="2289" y="1524"/>
                </a:lnTo>
                <a:lnTo>
                  <a:pt x="2254" y="1476"/>
                </a:lnTo>
                <a:lnTo>
                  <a:pt x="2214" y="1432"/>
                </a:lnTo>
                <a:lnTo>
                  <a:pt x="2169" y="1392"/>
                </a:lnTo>
                <a:lnTo>
                  <a:pt x="2121" y="1358"/>
                </a:lnTo>
                <a:lnTo>
                  <a:pt x="2069" y="1328"/>
                </a:lnTo>
                <a:lnTo>
                  <a:pt x="2013" y="1305"/>
                </a:lnTo>
                <a:lnTo>
                  <a:pt x="1954" y="1288"/>
                </a:lnTo>
                <a:lnTo>
                  <a:pt x="1892" y="1277"/>
                </a:lnTo>
                <a:lnTo>
                  <a:pt x="1829" y="1274"/>
                </a:lnTo>
                <a:close/>
                <a:moveTo>
                  <a:pt x="1855" y="439"/>
                </a:moveTo>
                <a:lnTo>
                  <a:pt x="1817" y="440"/>
                </a:lnTo>
                <a:lnTo>
                  <a:pt x="1779" y="444"/>
                </a:lnTo>
                <a:lnTo>
                  <a:pt x="1742" y="450"/>
                </a:lnTo>
                <a:lnTo>
                  <a:pt x="1705" y="461"/>
                </a:lnTo>
                <a:lnTo>
                  <a:pt x="1671" y="476"/>
                </a:lnTo>
                <a:lnTo>
                  <a:pt x="1784" y="1160"/>
                </a:lnTo>
                <a:lnTo>
                  <a:pt x="1941" y="1160"/>
                </a:lnTo>
                <a:lnTo>
                  <a:pt x="2099" y="476"/>
                </a:lnTo>
                <a:lnTo>
                  <a:pt x="2095" y="475"/>
                </a:lnTo>
                <a:lnTo>
                  <a:pt x="2086" y="471"/>
                </a:lnTo>
                <a:lnTo>
                  <a:pt x="2070" y="468"/>
                </a:lnTo>
                <a:lnTo>
                  <a:pt x="2049" y="463"/>
                </a:lnTo>
                <a:lnTo>
                  <a:pt x="2025" y="457"/>
                </a:lnTo>
                <a:lnTo>
                  <a:pt x="1996" y="452"/>
                </a:lnTo>
                <a:lnTo>
                  <a:pt x="1963" y="447"/>
                </a:lnTo>
                <a:lnTo>
                  <a:pt x="1930" y="442"/>
                </a:lnTo>
                <a:lnTo>
                  <a:pt x="1892" y="440"/>
                </a:lnTo>
                <a:lnTo>
                  <a:pt x="1855" y="439"/>
                </a:lnTo>
                <a:close/>
                <a:moveTo>
                  <a:pt x="1829" y="356"/>
                </a:moveTo>
                <a:lnTo>
                  <a:pt x="1930" y="360"/>
                </a:lnTo>
                <a:lnTo>
                  <a:pt x="2030" y="370"/>
                </a:lnTo>
                <a:lnTo>
                  <a:pt x="2128" y="386"/>
                </a:lnTo>
                <a:lnTo>
                  <a:pt x="2223" y="409"/>
                </a:lnTo>
                <a:lnTo>
                  <a:pt x="2316" y="439"/>
                </a:lnTo>
                <a:lnTo>
                  <a:pt x="2406" y="473"/>
                </a:lnTo>
                <a:lnTo>
                  <a:pt x="2494" y="514"/>
                </a:lnTo>
                <a:lnTo>
                  <a:pt x="2577" y="560"/>
                </a:lnTo>
                <a:lnTo>
                  <a:pt x="2657" y="610"/>
                </a:lnTo>
                <a:lnTo>
                  <a:pt x="2734" y="667"/>
                </a:lnTo>
                <a:lnTo>
                  <a:pt x="2807" y="728"/>
                </a:lnTo>
                <a:lnTo>
                  <a:pt x="2876" y="792"/>
                </a:lnTo>
                <a:lnTo>
                  <a:pt x="2939" y="862"/>
                </a:lnTo>
                <a:lnTo>
                  <a:pt x="3000" y="935"/>
                </a:lnTo>
                <a:lnTo>
                  <a:pt x="3055" y="1012"/>
                </a:lnTo>
                <a:lnTo>
                  <a:pt x="3105" y="1093"/>
                </a:lnTo>
                <a:lnTo>
                  <a:pt x="3149" y="1177"/>
                </a:lnTo>
                <a:lnTo>
                  <a:pt x="3188" y="1265"/>
                </a:lnTo>
                <a:lnTo>
                  <a:pt x="3222" y="1354"/>
                </a:lnTo>
                <a:lnTo>
                  <a:pt x="3250" y="1447"/>
                </a:lnTo>
                <a:lnTo>
                  <a:pt x="3272" y="1543"/>
                </a:lnTo>
                <a:lnTo>
                  <a:pt x="2466" y="1673"/>
                </a:lnTo>
                <a:lnTo>
                  <a:pt x="2466" y="3031"/>
                </a:lnTo>
                <a:lnTo>
                  <a:pt x="2412" y="3036"/>
                </a:lnTo>
                <a:lnTo>
                  <a:pt x="2359" y="3047"/>
                </a:lnTo>
                <a:lnTo>
                  <a:pt x="2302" y="3063"/>
                </a:lnTo>
                <a:lnTo>
                  <a:pt x="2252" y="3085"/>
                </a:lnTo>
                <a:lnTo>
                  <a:pt x="2203" y="3112"/>
                </a:lnTo>
                <a:lnTo>
                  <a:pt x="2160" y="3142"/>
                </a:lnTo>
                <a:lnTo>
                  <a:pt x="2122" y="3177"/>
                </a:lnTo>
                <a:lnTo>
                  <a:pt x="2088" y="3215"/>
                </a:lnTo>
                <a:lnTo>
                  <a:pt x="2059" y="3255"/>
                </a:lnTo>
                <a:lnTo>
                  <a:pt x="1984" y="3265"/>
                </a:lnTo>
                <a:lnTo>
                  <a:pt x="1906" y="3271"/>
                </a:lnTo>
                <a:lnTo>
                  <a:pt x="1829" y="3273"/>
                </a:lnTo>
                <a:lnTo>
                  <a:pt x="1723" y="3270"/>
                </a:lnTo>
                <a:lnTo>
                  <a:pt x="1620" y="3258"/>
                </a:lnTo>
                <a:lnTo>
                  <a:pt x="1520" y="3241"/>
                </a:lnTo>
                <a:lnTo>
                  <a:pt x="1422" y="3216"/>
                </a:lnTo>
                <a:lnTo>
                  <a:pt x="1326" y="3186"/>
                </a:lnTo>
                <a:lnTo>
                  <a:pt x="1233" y="3148"/>
                </a:lnTo>
                <a:lnTo>
                  <a:pt x="1144" y="3105"/>
                </a:lnTo>
                <a:lnTo>
                  <a:pt x="1059" y="3057"/>
                </a:lnTo>
                <a:lnTo>
                  <a:pt x="976" y="3003"/>
                </a:lnTo>
                <a:lnTo>
                  <a:pt x="899" y="2943"/>
                </a:lnTo>
                <a:lnTo>
                  <a:pt x="825" y="2880"/>
                </a:lnTo>
                <a:lnTo>
                  <a:pt x="756" y="2811"/>
                </a:lnTo>
                <a:lnTo>
                  <a:pt x="691" y="2737"/>
                </a:lnTo>
                <a:lnTo>
                  <a:pt x="631" y="2660"/>
                </a:lnTo>
                <a:lnTo>
                  <a:pt x="577" y="2579"/>
                </a:lnTo>
                <a:lnTo>
                  <a:pt x="528" y="2494"/>
                </a:lnTo>
                <a:lnTo>
                  <a:pt x="485" y="2405"/>
                </a:lnTo>
                <a:lnTo>
                  <a:pt x="448" y="2313"/>
                </a:lnTo>
                <a:lnTo>
                  <a:pt x="417" y="2218"/>
                </a:lnTo>
                <a:lnTo>
                  <a:pt x="393" y="2121"/>
                </a:lnTo>
                <a:lnTo>
                  <a:pt x="374" y="2021"/>
                </a:lnTo>
                <a:lnTo>
                  <a:pt x="364" y="1919"/>
                </a:lnTo>
                <a:lnTo>
                  <a:pt x="359" y="1814"/>
                </a:lnTo>
                <a:lnTo>
                  <a:pt x="364" y="1711"/>
                </a:lnTo>
                <a:lnTo>
                  <a:pt x="374" y="1608"/>
                </a:lnTo>
                <a:lnTo>
                  <a:pt x="393" y="1508"/>
                </a:lnTo>
                <a:lnTo>
                  <a:pt x="417" y="1411"/>
                </a:lnTo>
                <a:lnTo>
                  <a:pt x="448" y="1316"/>
                </a:lnTo>
                <a:lnTo>
                  <a:pt x="485" y="1224"/>
                </a:lnTo>
                <a:lnTo>
                  <a:pt x="528" y="1136"/>
                </a:lnTo>
                <a:lnTo>
                  <a:pt x="577" y="1051"/>
                </a:lnTo>
                <a:lnTo>
                  <a:pt x="631" y="969"/>
                </a:lnTo>
                <a:lnTo>
                  <a:pt x="691" y="892"/>
                </a:lnTo>
                <a:lnTo>
                  <a:pt x="756" y="818"/>
                </a:lnTo>
                <a:lnTo>
                  <a:pt x="825" y="749"/>
                </a:lnTo>
                <a:lnTo>
                  <a:pt x="899" y="685"/>
                </a:lnTo>
                <a:lnTo>
                  <a:pt x="976" y="626"/>
                </a:lnTo>
                <a:lnTo>
                  <a:pt x="1059" y="572"/>
                </a:lnTo>
                <a:lnTo>
                  <a:pt x="1144" y="524"/>
                </a:lnTo>
                <a:lnTo>
                  <a:pt x="1233" y="480"/>
                </a:lnTo>
                <a:lnTo>
                  <a:pt x="1326" y="444"/>
                </a:lnTo>
                <a:lnTo>
                  <a:pt x="1422" y="413"/>
                </a:lnTo>
                <a:lnTo>
                  <a:pt x="1520" y="388"/>
                </a:lnTo>
                <a:lnTo>
                  <a:pt x="1620" y="371"/>
                </a:lnTo>
                <a:lnTo>
                  <a:pt x="1723" y="360"/>
                </a:lnTo>
                <a:lnTo>
                  <a:pt x="1829" y="356"/>
                </a:lnTo>
                <a:close/>
                <a:moveTo>
                  <a:pt x="1829" y="0"/>
                </a:moveTo>
                <a:lnTo>
                  <a:pt x="1829" y="0"/>
                </a:lnTo>
                <a:lnTo>
                  <a:pt x="1945" y="3"/>
                </a:lnTo>
                <a:lnTo>
                  <a:pt x="2058" y="14"/>
                </a:lnTo>
                <a:lnTo>
                  <a:pt x="2170" y="31"/>
                </a:lnTo>
                <a:lnTo>
                  <a:pt x="2279" y="55"/>
                </a:lnTo>
                <a:lnTo>
                  <a:pt x="2387" y="86"/>
                </a:lnTo>
                <a:lnTo>
                  <a:pt x="2491" y="123"/>
                </a:lnTo>
                <a:lnTo>
                  <a:pt x="2592" y="165"/>
                </a:lnTo>
                <a:lnTo>
                  <a:pt x="2690" y="214"/>
                </a:lnTo>
                <a:lnTo>
                  <a:pt x="2784" y="268"/>
                </a:lnTo>
                <a:lnTo>
                  <a:pt x="2876" y="327"/>
                </a:lnTo>
                <a:lnTo>
                  <a:pt x="2963" y="392"/>
                </a:lnTo>
                <a:lnTo>
                  <a:pt x="3045" y="461"/>
                </a:lnTo>
                <a:lnTo>
                  <a:pt x="3124" y="536"/>
                </a:lnTo>
                <a:lnTo>
                  <a:pt x="3198" y="614"/>
                </a:lnTo>
                <a:lnTo>
                  <a:pt x="3267" y="697"/>
                </a:lnTo>
                <a:lnTo>
                  <a:pt x="3332" y="783"/>
                </a:lnTo>
                <a:lnTo>
                  <a:pt x="3391" y="874"/>
                </a:lnTo>
                <a:lnTo>
                  <a:pt x="3446" y="968"/>
                </a:lnTo>
                <a:lnTo>
                  <a:pt x="3493" y="1066"/>
                </a:lnTo>
                <a:lnTo>
                  <a:pt x="3536" y="1167"/>
                </a:lnTo>
                <a:lnTo>
                  <a:pt x="3573" y="1270"/>
                </a:lnTo>
                <a:lnTo>
                  <a:pt x="3603" y="1377"/>
                </a:lnTo>
                <a:lnTo>
                  <a:pt x="3626" y="1485"/>
                </a:lnTo>
                <a:lnTo>
                  <a:pt x="3449" y="1514"/>
                </a:lnTo>
                <a:lnTo>
                  <a:pt x="3426" y="1412"/>
                </a:lnTo>
                <a:lnTo>
                  <a:pt x="3397" y="1312"/>
                </a:lnTo>
                <a:lnTo>
                  <a:pt x="3362" y="1215"/>
                </a:lnTo>
                <a:lnTo>
                  <a:pt x="3321" y="1121"/>
                </a:lnTo>
                <a:lnTo>
                  <a:pt x="3274" y="1029"/>
                </a:lnTo>
                <a:lnTo>
                  <a:pt x="3222" y="941"/>
                </a:lnTo>
                <a:lnTo>
                  <a:pt x="3164" y="857"/>
                </a:lnTo>
                <a:lnTo>
                  <a:pt x="3103" y="777"/>
                </a:lnTo>
                <a:lnTo>
                  <a:pt x="3036" y="701"/>
                </a:lnTo>
                <a:lnTo>
                  <a:pt x="2964" y="629"/>
                </a:lnTo>
                <a:lnTo>
                  <a:pt x="2887" y="561"/>
                </a:lnTo>
                <a:lnTo>
                  <a:pt x="2807" y="499"/>
                </a:lnTo>
                <a:lnTo>
                  <a:pt x="2723" y="440"/>
                </a:lnTo>
                <a:lnTo>
                  <a:pt x="2635" y="387"/>
                </a:lnTo>
                <a:lnTo>
                  <a:pt x="2545" y="340"/>
                </a:lnTo>
                <a:lnTo>
                  <a:pt x="2450" y="299"/>
                </a:lnTo>
                <a:lnTo>
                  <a:pt x="2352" y="263"/>
                </a:lnTo>
                <a:lnTo>
                  <a:pt x="2253" y="233"/>
                </a:lnTo>
                <a:lnTo>
                  <a:pt x="2150" y="209"/>
                </a:lnTo>
                <a:lnTo>
                  <a:pt x="2044" y="192"/>
                </a:lnTo>
                <a:lnTo>
                  <a:pt x="1938" y="181"/>
                </a:lnTo>
                <a:lnTo>
                  <a:pt x="1829" y="178"/>
                </a:lnTo>
                <a:lnTo>
                  <a:pt x="1720" y="181"/>
                </a:lnTo>
                <a:lnTo>
                  <a:pt x="1613" y="192"/>
                </a:lnTo>
                <a:lnTo>
                  <a:pt x="1509" y="209"/>
                </a:lnTo>
                <a:lnTo>
                  <a:pt x="1407" y="232"/>
                </a:lnTo>
                <a:lnTo>
                  <a:pt x="1308" y="262"/>
                </a:lnTo>
                <a:lnTo>
                  <a:pt x="1211" y="296"/>
                </a:lnTo>
                <a:lnTo>
                  <a:pt x="1118" y="338"/>
                </a:lnTo>
                <a:lnTo>
                  <a:pt x="1026" y="385"/>
                </a:lnTo>
                <a:lnTo>
                  <a:pt x="939" y="437"/>
                </a:lnTo>
                <a:lnTo>
                  <a:pt x="856" y="494"/>
                </a:lnTo>
                <a:lnTo>
                  <a:pt x="776" y="556"/>
                </a:lnTo>
                <a:lnTo>
                  <a:pt x="700" y="623"/>
                </a:lnTo>
                <a:lnTo>
                  <a:pt x="628" y="694"/>
                </a:lnTo>
                <a:lnTo>
                  <a:pt x="561" y="769"/>
                </a:lnTo>
                <a:lnTo>
                  <a:pt x="498" y="848"/>
                </a:lnTo>
                <a:lnTo>
                  <a:pt x="441" y="932"/>
                </a:lnTo>
                <a:lnTo>
                  <a:pt x="388" y="1018"/>
                </a:lnTo>
                <a:lnTo>
                  <a:pt x="342" y="1108"/>
                </a:lnTo>
                <a:lnTo>
                  <a:pt x="300" y="1201"/>
                </a:lnTo>
                <a:lnTo>
                  <a:pt x="264" y="1298"/>
                </a:lnTo>
                <a:lnTo>
                  <a:pt x="234" y="1397"/>
                </a:lnTo>
                <a:lnTo>
                  <a:pt x="211" y="1498"/>
                </a:lnTo>
                <a:lnTo>
                  <a:pt x="193" y="1601"/>
                </a:lnTo>
                <a:lnTo>
                  <a:pt x="183" y="1707"/>
                </a:lnTo>
                <a:lnTo>
                  <a:pt x="180" y="1814"/>
                </a:lnTo>
                <a:lnTo>
                  <a:pt x="183" y="1922"/>
                </a:lnTo>
                <a:lnTo>
                  <a:pt x="193" y="2028"/>
                </a:lnTo>
                <a:lnTo>
                  <a:pt x="211" y="2131"/>
                </a:lnTo>
                <a:lnTo>
                  <a:pt x="234" y="2233"/>
                </a:lnTo>
                <a:lnTo>
                  <a:pt x="264" y="2332"/>
                </a:lnTo>
                <a:lnTo>
                  <a:pt x="300" y="2427"/>
                </a:lnTo>
                <a:lnTo>
                  <a:pt x="342" y="2521"/>
                </a:lnTo>
                <a:lnTo>
                  <a:pt x="388" y="2611"/>
                </a:lnTo>
                <a:lnTo>
                  <a:pt x="441" y="2697"/>
                </a:lnTo>
                <a:lnTo>
                  <a:pt x="498" y="2781"/>
                </a:lnTo>
                <a:lnTo>
                  <a:pt x="561" y="2860"/>
                </a:lnTo>
                <a:lnTo>
                  <a:pt x="628" y="2935"/>
                </a:lnTo>
                <a:lnTo>
                  <a:pt x="700" y="3006"/>
                </a:lnTo>
                <a:lnTo>
                  <a:pt x="776" y="3073"/>
                </a:lnTo>
                <a:lnTo>
                  <a:pt x="856" y="3135"/>
                </a:lnTo>
                <a:lnTo>
                  <a:pt x="939" y="3193"/>
                </a:lnTo>
                <a:lnTo>
                  <a:pt x="1026" y="3244"/>
                </a:lnTo>
                <a:lnTo>
                  <a:pt x="1118" y="3292"/>
                </a:lnTo>
                <a:lnTo>
                  <a:pt x="1211" y="3332"/>
                </a:lnTo>
                <a:lnTo>
                  <a:pt x="1308" y="3368"/>
                </a:lnTo>
                <a:lnTo>
                  <a:pt x="1407" y="3397"/>
                </a:lnTo>
                <a:lnTo>
                  <a:pt x="1509" y="3420"/>
                </a:lnTo>
                <a:lnTo>
                  <a:pt x="1613" y="3438"/>
                </a:lnTo>
                <a:lnTo>
                  <a:pt x="1720" y="3448"/>
                </a:lnTo>
                <a:lnTo>
                  <a:pt x="1829" y="3451"/>
                </a:lnTo>
                <a:lnTo>
                  <a:pt x="1919" y="3449"/>
                </a:lnTo>
                <a:lnTo>
                  <a:pt x="2008" y="3441"/>
                </a:lnTo>
                <a:lnTo>
                  <a:pt x="2011" y="3473"/>
                </a:lnTo>
                <a:lnTo>
                  <a:pt x="2016" y="3507"/>
                </a:lnTo>
                <a:lnTo>
                  <a:pt x="2027" y="3545"/>
                </a:lnTo>
                <a:lnTo>
                  <a:pt x="2042" y="3580"/>
                </a:lnTo>
                <a:lnTo>
                  <a:pt x="2062" y="3615"/>
                </a:lnTo>
                <a:lnTo>
                  <a:pt x="1985" y="3623"/>
                </a:lnTo>
                <a:lnTo>
                  <a:pt x="1908" y="3629"/>
                </a:lnTo>
                <a:lnTo>
                  <a:pt x="1829" y="3630"/>
                </a:lnTo>
                <a:lnTo>
                  <a:pt x="1713" y="3626"/>
                </a:lnTo>
                <a:lnTo>
                  <a:pt x="1599" y="3616"/>
                </a:lnTo>
                <a:lnTo>
                  <a:pt x="1488" y="3599"/>
                </a:lnTo>
                <a:lnTo>
                  <a:pt x="1379" y="3574"/>
                </a:lnTo>
                <a:lnTo>
                  <a:pt x="1272" y="3545"/>
                </a:lnTo>
                <a:lnTo>
                  <a:pt x="1169" y="3508"/>
                </a:lnTo>
                <a:lnTo>
                  <a:pt x="1068" y="3465"/>
                </a:lnTo>
                <a:lnTo>
                  <a:pt x="969" y="3417"/>
                </a:lnTo>
                <a:lnTo>
                  <a:pt x="876" y="3363"/>
                </a:lnTo>
                <a:lnTo>
                  <a:pt x="784" y="3304"/>
                </a:lnTo>
                <a:lnTo>
                  <a:pt x="697" y="3240"/>
                </a:lnTo>
                <a:lnTo>
                  <a:pt x="615" y="3171"/>
                </a:lnTo>
                <a:lnTo>
                  <a:pt x="536" y="3097"/>
                </a:lnTo>
                <a:lnTo>
                  <a:pt x="462" y="3019"/>
                </a:lnTo>
                <a:lnTo>
                  <a:pt x="393" y="2937"/>
                </a:lnTo>
                <a:lnTo>
                  <a:pt x="328" y="2851"/>
                </a:lnTo>
                <a:lnTo>
                  <a:pt x="269" y="2760"/>
                </a:lnTo>
                <a:lnTo>
                  <a:pt x="214" y="2667"/>
                </a:lnTo>
                <a:lnTo>
                  <a:pt x="166" y="2571"/>
                </a:lnTo>
                <a:lnTo>
                  <a:pt x="123" y="2470"/>
                </a:lnTo>
                <a:lnTo>
                  <a:pt x="87" y="2367"/>
                </a:lnTo>
                <a:lnTo>
                  <a:pt x="56" y="2261"/>
                </a:lnTo>
                <a:lnTo>
                  <a:pt x="31" y="2152"/>
                </a:lnTo>
                <a:lnTo>
                  <a:pt x="14" y="2042"/>
                </a:lnTo>
                <a:lnTo>
                  <a:pt x="3" y="1929"/>
                </a:lnTo>
                <a:lnTo>
                  <a:pt x="0" y="1814"/>
                </a:lnTo>
                <a:lnTo>
                  <a:pt x="3" y="1700"/>
                </a:lnTo>
                <a:lnTo>
                  <a:pt x="14" y="1588"/>
                </a:lnTo>
                <a:lnTo>
                  <a:pt x="31" y="1476"/>
                </a:lnTo>
                <a:lnTo>
                  <a:pt x="56" y="1368"/>
                </a:lnTo>
                <a:lnTo>
                  <a:pt x="87" y="1262"/>
                </a:lnTo>
                <a:lnTo>
                  <a:pt x="123" y="1159"/>
                </a:lnTo>
                <a:lnTo>
                  <a:pt x="166" y="1059"/>
                </a:lnTo>
                <a:lnTo>
                  <a:pt x="214" y="962"/>
                </a:lnTo>
                <a:lnTo>
                  <a:pt x="269" y="868"/>
                </a:lnTo>
                <a:lnTo>
                  <a:pt x="328" y="778"/>
                </a:lnTo>
                <a:lnTo>
                  <a:pt x="393" y="692"/>
                </a:lnTo>
                <a:lnTo>
                  <a:pt x="462" y="609"/>
                </a:lnTo>
                <a:lnTo>
                  <a:pt x="536" y="532"/>
                </a:lnTo>
                <a:lnTo>
                  <a:pt x="615" y="459"/>
                </a:lnTo>
                <a:lnTo>
                  <a:pt x="697" y="390"/>
                </a:lnTo>
                <a:lnTo>
                  <a:pt x="784" y="325"/>
                </a:lnTo>
                <a:lnTo>
                  <a:pt x="876" y="266"/>
                </a:lnTo>
                <a:lnTo>
                  <a:pt x="969" y="212"/>
                </a:lnTo>
                <a:lnTo>
                  <a:pt x="1068" y="164"/>
                </a:lnTo>
                <a:lnTo>
                  <a:pt x="1169" y="122"/>
                </a:lnTo>
                <a:lnTo>
                  <a:pt x="1272" y="85"/>
                </a:lnTo>
                <a:lnTo>
                  <a:pt x="1378" y="55"/>
                </a:lnTo>
                <a:lnTo>
                  <a:pt x="1488" y="31"/>
                </a:lnTo>
                <a:lnTo>
                  <a:pt x="1599" y="14"/>
                </a:lnTo>
                <a:lnTo>
                  <a:pt x="1713" y="3"/>
                </a:lnTo>
                <a:lnTo>
                  <a:pt x="1829" y="0"/>
                </a:lnTo>
                <a:close/>
              </a:path>
            </a:pathLst>
          </a:custGeom>
          <a:solidFill>
            <a:schemeClr val="accent4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3" name="Group 102"/>
          <p:cNvGrpSpPr/>
          <p:nvPr/>
        </p:nvGrpSpPr>
        <p:grpSpPr>
          <a:xfrm>
            <a:off x="2094034" y="2339390"/>
            <a:ext cx="283510" cy="223586"/>
            <a:chOff x="1924702" y="2309895"/>
            <a:chExt cx="423801" cy="334225"/>
          </a:xfrm>
          <a:solidFill>
            <a:schemeClr val="bg1">
              <a:lumMod val="50000"/>
            </a:schemeClr>
          </a:solidFill>
        </p:grpSpPr>
        <p:sp>
          <p:nvSpPr>
            <p:cNvPr id="93" name="Oval 92"/>
            <p:cNvSpPr/>
            <p:nvPr/>
          </p:nvSpPr>
          <p:spPr>
            <a:xfrm>
              <a:off x="2085619" y="2309895"/>
              <a:ext cx="101967" cy="1019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94" name="Group 93"/>
            <p:cNvGrpSpPr/>
            <p:nvPr/>
          </p:nvGrpSpPr>
          <p:grpSpPr>
            <a:xfrm>
              <a:off x="2009144" y="2438298"/>
              <a:ext cx="254918" cy="67978"/>
              <a:chOff x="6094412" y="2895600"/>
              <a:chExt cx="1143000" cy="304800"/>
            </a:xfrm>
            <a:grpFill/>
          </p:grpSpPr>
          <p:sp>
            <p:nvSpPr>
              <p:cNvPr id="101" name="Oval 100"/>
              <p:cNvSpPr/>
              <p:nvPr/>
            </p:nvSpPr>
            <p:spPr>
              <a:xfrm>
                <a:off x="6094412" y="2895600"/>
                <a:ext cx="304800" cy="304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2" name="Oval 101"/>
              <p:cNvSpPr/>
              <p:nvPr/>
            </p:nvSpPr>
            <p:spPr>
              <a:xfrm>
                <a:off x="6932612" y="2895600"/>
                <a:ext cx="304800" cy="304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95" name="Group 94"/>
            <p:cNvGrpSpPr/>
            <p:nvPr/>
          </p:nvGrpSpPr>
          <p:grpSpPr>
            <a:xfrm>
              <a:off x="1958691" y="2532712"/>
              <a:ext cx="355823" cy="50983"/>
              <a:chOff x="5870574" y="3397250"/>
              <a:chExt cx="1595438" cy="228600"/>
            </a:xfrm>
            <a:grpFill/>
          </p:grpSpPr>
          <p:sp>
            <p:nvSpPr>
              <p:cNvPr id="99" name="Oval 98"/>
              <p:cNvSpPr/>
              <p:nvPr/>
            </p:nvSpPr>
            <p:spPr>
              <a:xfrm>
                <a:off x="5870574" y="3397250"/>
                <a:ext cx="228600" cy="2286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0" name="Oval 99"/>
              <p:cNvSpPr/>
              <p:nvPr/>
            </p:nvSpPr>
            <p:spPr>
              <a:xfrm>
                <a:off x="7237412" y="3397250"/>
                <a:ext cx="228600" cy="2286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96" name="Group 95"/>
            <p:cNvGrpSpPr/>
            <p:nvPr/>
          </p:nvGrpSpPr>
          <p:grpSpPr>
            <a:xfrm>
              <a:off x="1924702" y="2610131"/>
              <a:ext cx="423801" cy="33989"/>
              <a:chOff x="5718174" y="3708400"/>
              <a:chExt cx="1900238" cy="152400"/>
            </a:xfrm>
            <a:grpFill/>
          </p:grpSpPr>
          <p:sp>
            <p:nvSpPr>
              <p:cNvPr id="97" name="Oval 96"/>
              <p:cNvSpPr/>
              <p:nvPr/>
            </p:nvSpPr>
            <p:spPr>
              <a:xfrm>
                <a:off x="7466012" y="3708400"/>
                <a:ext cx="152400" cy="152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8" name="Oval 97"/>
              <p:cNvSpPr/>
              <p:nvPr/>
            </p:nvSpPr>
            <p:spPr>
              <a:xfrm>
                <a:off x="5718174" y="3708400"/>
                <a:ext cx="152400" cy="152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04" name="Group 103"/>
          <p:cNvGrpSpPr/>
          <p:nvPr/>
        </p:nvGrpSpPr>
        <p:grpSpPr>
          <a:xfrm>
            <a:off x="5197785" y="2339390"/>
            <a:ext cx="283510" cy="223586"/>
            <a:chOff x="1924702" y="2309895"/>
            <a:chExt cx="423801" cy="334225"/>
          </a:xfrm>
          <a:solidFill>
            <a:schemeClr val="bg1">
              <a:lumMod val="50000"/>
            </a:schemeClr>
          </a:solidFill>
        </p:grpSpPr>
        <p:sp>
          <p:nvSpPr>
            <p:cNvPr id="105" name="Oval 104"/>
            <p:cNvSpPr/>
            <p:nvPr/>
          </p:nvSpPr>
          <p:spPr>
            <a:xfrm>
              <a:off x="2085619" y="2309895"/>
              <a:ext cx="101967" cy="1019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06" name="Group 105"/>
            <p:cNvGrpSpPr/>
            <p:nvPr/>
          </p:nvGrpSpPr>
          <p:grpSpPr>
            <a:xfrm>
              <a:off x="2009144" y="2438298"/>
              <a:ext cx="254918" cy="67978"/>
              <a:chOff x="6094412" y="2895600"/>
              <a:chExt cx="1143000" cy="304800"/>
            </a:xfrm>
            <a:grpFill/>
          </p:grpSpPr>
          <p:sp>
            <p:nvSpPr>
              <p:cNvPr id="113" name="Oval 112"/>
              <p:cNvSpPr/>
              <p:nvPr/>
            </p:nvSpPr>
            <p:spPr>
              <a:xfrm>
                <a:off x="6094412" y="2895600"/>
                <a:ext cx="304800" cy="304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4" name="Oval 113"/>
              <p:cNvSpPr/>
              <p:nvPr/>
            </p:nvSpPr>
            <p:spPr>
              <a:xfrm>
                <a:off x="6932612" y="2895600"/>
                <a:ext cx="304800" cy="304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07" name="Group 106"/>
            <p:cNvGrpSpPr/>
            <p:nvPr/>
          </p:nvGrpSpPr>
          <p:grpSpPr>
            <a:xfrm>
              <a:off x="1958691" y="2532712"/>
              <a:ext cx="355823" cy="50983"/>
              <a:chOff x="5870574" y="3397250"/>
              <a:chExt cx="1595438" cy="228600"/>
            </a:xfrm>
            <a:grpFill/>
          </p:grpSpPr>
          <p:sp>
            <p:nvSpPr>
              <p:cNvPr id="111" name="Oval 110"/>
              <p:cNvSpPr/>
              <p:nvPr/>
            </p:nvSpPr>
            <p:spPr>
              <a:xfrm>
                <a:off x="5870574" y="3397250"/>
                <a:ext cx="228600" cy="2286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2" name="Oval 111"/>
              <p:cNvSpPr/>
              <p:nvPr/>
            </p:nvSpPr>
            <p:spPr>
              <a:xfrm>
                <a:off x="7237412" y="3397250"/>
                <a:ext cx="228600" cy="2286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08" name="Group 107"/>
            <p:cNvGrpSpPr/>
            <p:nvPr/>
          </p:nvGrpSpPr>
          <p:grpSpPr>
            <a:xfrm>
              <a:off x="1924702" y="2610131"/>
              <a:ext cx="423801" cy="33989"/>
              <a:chOff x="5718174" y="3708400"/>
              <a:chExt cx="1900238" cy="152400"/>
            </a:xfrm>
            <a:grpFill/>
          </p:grpSpPr>
          <p:sp>
            <p:nvSpPr>
              <p:cNvPr id="109" name="Oval 108"/>
              <p:cNvSpPr/>
              <p:nvPr/>
            </p:nvSpPr>
            <p:spPr>
              <a:xfrm>
                <a:off x="7466012" y="3708400"/>
                <a:ext cx="152400" cy="152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0" name="Oval 109"/>
              <p:cNvSpPr/>
              <p:nvPr/>
            </p:nvSpPr>
            <p:spPr>
              <a:xfrm>
                <a:off x="5718174" y="3708400"/>
                <a:ext cx="152400" cy="152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15" name="Group 114"/>
          <p:cNvGrpSpPr/>
          <p:nvPr/>
        </p:nvGrpSpPr>
        <p:grpSpPr>
          <a:xfrm>
            <a:off x="8301535" y="2339390"/>
            <a:ext cx="283510" cy="223586"/>
            <a:chOff x="1924702" y="2309895"/>
            <a:chExt cx="423801" cy="334225"/>
          </a:xfrm>
          <a:solidFill>
            <a:schemeClr val="bg1">
              <a:lumMod val="50000"/>
            </a:schemeClr>
          </a:solidFill>
        </p:grpSpPr>
        <p:sp>
          <p:nvSpPr>
            <p:cNvPr id="116" name="Oval 115"/>
            <p:cNvSpPr/>
            <p:nvPr/>
          </p:nvSpPr>
          <p:spPr>
            <a:xfrm>
              <a:off x="2085619" y="2309895"/>
              <a:ext cx="101967" cy="1019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17" name="Group 116"/>
            <p:cNvGrpSpPr/>
            <p:nvPr/>
          </p:nvGrpSpPr>
          <p:grpSpPr>
            <a:xfrm>
              <a:off x="2009144" y="2438298"/>
              <a:ext cx="254918" cy="67978"/>
              <a:chOff x="6094412" y="2895600"/>
              <a:chExt cx="1143000" cy="304800"/>
            </a:xfrm>
            <a:grpFill/>
          </p:grpSpPr>
          <p:sp>
            <p:nvSpPr>
              <p:cNvPr id="124" name="Oval 123"/>
              <p:cNvSpPr/>
              <p:nvPr/>
            </p:nvSpPr>
            <p:spPr>
              <a:xfrm>
                <a:off x="6094412" y="2895600"/>
                <a:ext cx="304800" cy="304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5" name="Oval 124"/>
              <p:cNvSpPr/>
              <p:nvPr/>
            </p:nvSpPr>
            <p:spPr>
              <a:xfrm>
                <a:off x="6932612" y="2895600"/>
                <a:ext cx="304800" cy="304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18" name="Group 117"/>
            <p:cNvGrpSpPr/>
            <p:nvPr/>
          </p:nvGrpSpPr>
          <p:grpSpPr>
            <a:xfrm>
              <a:off x="1958691" y="2532712"/>
              <a:ext cx="355823" cy="50983"/>
              <a:chOff x="5870574" y="3397250"/>
              <a:chExt cx="1595438" cy="228600"/>
            </a:xfrm>
            <a:grpFill/>
          </p:grpSpPr>
          <p:sp>
            <p:nvSpPr>
              <p:cNvPr id="122" name="Oval 121"/>
              <p:cNvSpPr/>
              <p:nvPr/>
            </p:nvSpPr>
            <p:spPr>
              <a:xfrm>
                <a:off x="5870574" y="3397250"/>
                <a:ext cx="228600" cy="2286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3" name="Oval 122"/>
              <p:cNvSpPr/>
              <p:nvPr/>
            </p:nvSpPr>
            <p:spPr>
              <a:xfrm>
                <a:off x="7237412" y="3397250"/>
                <a:ext cx="228600" cy="2286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19" name="Group 118"/>
            <p:cNvGrpSpPr/>
            <p:nvPr/>
          </p:nvGrpSpPr>
          <p:grpSpPr>
            <a:xfrm>
              <a:off x="1924702" y="2610131"/>
              <a:ext cx="423801" cy="33989"/>
              <a:chOff x="5718174" y="3708400"/>
              <a:chExt cx="1900238" cy="152400"/>
            </a:xfrm>
            <a:grpFill/>
          </p:grpSpPr>
          <p:sp>
            <p:nvSpPr>
              <p:cNvPr id="120" name="Oval 119"/>
              <p:cNvSpPr/>
              <p:nvPr/>
            </p:nvSpPr>
            <p:spPr>
              <a:xfrm>
                <a:off x="7466012" y="3708400"/>
                <a:ext cx="152400" cy="152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1" name="Oval 120"/>
              <p:cNvSpPr/>
              <p:nvPr/>
            </p:nvSpPr>
            <p:spPr>
              <a:xfrm>
                <a:off x="5718174" y="3708400"/>
                <a:ext cx="152400" cy="152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26" name="Group 125"/>
          <p:cNvGrpSpPr/>
          <p:nvPr/>
        </p:nvGrpSpPr>
        <p:grpSpPr>
          <a:xfrm rot="10800000">
            <a:off x="9806987" y="4875356"/>
            <a:ext cx="283510" cy="223586"/>
            <a:chOff x="1924702" y="2309895"/>
            <a:chExt cx="423801" cy="334225"/>
          </a:xfrm>
          <a:solidFill>
            <a:schemeClr val="bg1">
              <a:lumMod val="50000"/>
            </a:schemeClr>
          </a:solidFill>
        </p:grpSpPr>
        <p:sp>
          <p:nvSpPr>
            <p:cNvPr id="127" name="Oval 126"/>
            <p:cNvSpPr/>
            <p:nvPr/>
          </p:nvSpPr>
          <p:spPr>
            <a:xfrm>
              <a:off x="2085619" y="2309895"/>
              <a:ext cx="101967" cy="1019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28" name="Group 127"/>
            <p:cNvGrpSpPr/>
            <p:nvPr/>
          </p:nvGrpSpPr>
          <p:grpSpPr>
            <a:xfrm>
              <a:off x="2009144" y="2438298"/>
              <a:ext cx="254918" cy="67978"/>
              <a:chOff x="6094412" y="2895600"/>
              <a:chExt cx="1143000" cy="304800"/>
            </a:xfrm>
            <a:grpFill/>
          </p:grpSpPr>
          <p:sp>
            <p:nvSpPr>
              <p:cNvPr id="135" name="Oval 134"/>
              <p:cNvSpPr/>
              <p:nvPr/>
            </p:nvSpPr>
            <p:spPr>
              <a:xfrm>
                <a:off x="6094412" y="2895600"/>
                <a:ext cx="304800" cy="304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6" name="Oval 135"/>
              <p:cNvSpPr/>
              <p:nvPr/>
            </p:nvSpPr>
            <p:spPr>
              <a:xfrm>
                <a:off x="6932612" y="2895600"/>
                <a:ext cx="304800" cy="304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29" name="Group 128"/>
            <p:cNvGrpSpPr/>
            <p:nvPr/>
          </p:nvGrpSpPr>
          <p:grpSpPr>
            <a:xfrm>
              <a:off x="1958691" y="2532712"/>
              <a:ext cx="355823" cy="50983"/>
              <a:chOff x="5870574" y="3397250"/>
              <a:chExt cx="1595438" cy="228600"/>
            </a:xfrm>
            <a:grpFill/>
          </p:grpSpPr>
          <p:sp>
            <p:nvSpPr>
              <p:cNvPr id="133" name="Oval 132"/>
              <p:cNvSpPr/>
              <p:nvPr/>
            </p:nvSpPr>
            <p:spPr>
              <a:xfrm>
                <a:off x="5870574" y="3397250"/>
                <a:ext cx="228600" cy="2286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4" name="Oval 133"/>
              <p:cNvSpPr/>
              <p:nvPr/>
            </p:nvSpPr>
            <p:spPr>
              <a:xfrm>
                <a:off x="7237412" y="3397250"/>
                <a:ext cx="228600" cy="2286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30" name="Group 129"/>
            <p:cNvGrpSpPr/>
            <p:nvPr/>
          </p:nvGrpSpPr>
          <p:grpSpPr>
            <a:xfrm>
              <a:off x="1924702" y="2610131"/>
              <a:ext cx="423801" cy="33989"/>
              <a:chOff x="5718174" y="3708400"/>
              <a:chExt cx="1900238" cy="152400"/>
            </a:xfrm>
            <a:grpFill/>
          </p:grpSpPr>
          <p:sp>
            <p:nvSpPr>
              <p:cNvPr id="131" name="Oval 130"/>
              <p:cNvSpPr/>
              <p:nvPr/>
            </p:nvSpPr>
            <p:spPr>
              <a:xfrm>
                <a:off x="7466012" y="3708400"/>
                <a:ext cx="152400" cy="152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2" name="Oval 131"/>
              <p:cNvSpPr/>
              <p:nvPr/>
            </p:nvSpPr>
            <p:spPr>
              <a:xfrm>
                <a:off x="5718174" y="3708400"/>
                <a:ext cx="152400" cy="152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37" name="Group 136"/>
          <p:cNvGrpSpPr/>
          <p:nvPr/>
        </p:nvGrpSpPr>
        <p:grpSpPr>
          <a:xfrm rot="10800000">
            <a:off x="6720090" y="4875356"/>
            <a:ext cx="283510" cy="223586"/>
            <a:chOff x="1924702" y="2309895"/>
            <a:chExt cx="423801" cy="334225"/>
          </a:xfrm>
          <a:solidFill>
            <a:schemeClr val="bg1">
              <a:lumMod val="50000"/>
            </a:schemeClr>
          </a:solidFill>
        </p:grpSpPr>
        <p:sp>
          <p:nvSpPr>
            <p:cNvPr id="138" name="Oval 137"/>
            <p:cNvSpPr/>
            <p:nvPr/>
          </p:nvSpPr>
          <p:spPr>
            <a:xfrm>
              <a:off x="2085619" y="2309895"/>
              <a:ext cx="101967" cy="1019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39" name="Group 138"/>
            <p:cNvGrpSpPr/>
            <p:nvPr/>
          </p:nvGrpSpPr>
          <p:grpSpPr>
            <a:xfrm>
              <a:off x="2009144" y="2438298"/>
              <a:ext cx="254918" cy="67978"/>
              <a:chOff x="6094412" y="2895600"/>
              <a:chExt cx="1143000" cy="304800"/>
            </a:xfrm>
            <a:grpFill/>
          </p:grpSpPr>
          <p:sp>
            <p:nvSpPr>
              <p:cNvPr id="146" name="Oval 145"/>
              <p:cNvSpPr/>
              <p:nvPr/>
            </p:nvSpPr>
            <p:spPr>
              <a:xfrm>
                <a:off x="6094412" y="2895600"/>
                <a:ext cx="304800" cy="304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7" name="Oval 146"/>
              <p:cNvSpPr/>
              <p:nvPr/>
            </p:nvSpPr>
            <p:spPr>
              <a:xfrm>
                <a:off x="6932612" y="2895600"/>
                <a:ext cx="304800" cy="304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40" name="Group 139"/>
            <p:cNvGrpSpPr/>
            <p:nvPr/>
          </p:nvGrpSpPr>
          <p:grpSpPr>
            <a:xfrm>
              <a:off x="1958691" y="2532712"/>
              <a:ext cx="355823" cy="50983"/>
              <a:chOff x="5870574" y="3397250"/>
              <a:chExt cx="1595438" cy="228600"/>
            </a:xfrm>
            <a:grpFill/>
          </p:grpSpPr>
          <p:sp>
            <p:nvSpPr>
              <p:cNvPr id="144" name="Oval 143"/>
              <p:cNvSpPr/>
              <p:nvPr/>
            </p:nvSpPr>
            <p:spPr>
              <a:xfrm>
                <a:off x="5870574" y="3397250"/>
                <a:ext cx="228600" cy="2286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5" name="Oval 144"/>
              <p:cNvSpPr/>
              <p:nvPr/>
            </p:nvSpPr>
            <p:spPr>
              <a:xfrm>
                <a:off x="7237412" y="3397250"/>
                <a:ext cx="228600" cy="2286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41" name="Group 140"/>
            <p:cNvGrpSpPr/>
            <p:nvPr/>
          </p:nvGrpSpPr>
          <p:grpSpPr>
            <a:xfrm>
              <a:off x="1924702" y="2610131"/>
              <a:ext cx="423801" cy="33989"/>
              <a:chOff x="5718174" y="3708400"/>
              <a:chExt cx="1900238" cy="152400"/>
            </a:xfrm>
            <a:grpFill/>
          </p:grpSpPr>
          <p:sp>
            <p:nvSpPr>
              <p:cNvPr id="142" name="Oval 141"/>
              <p:cNvSpPr/>
              <p:nvPr/>
            </p:nvSpPr>
            <p:spPr>
              <a:xfrm>
                <a:off x="7466012" y="3708400"/>
                <a:ext cx="152400" cy="152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3" name="Oval 142"/>
              <p:cNvSpPr/>
              <p:nvPr/>
            </p:nvSpPr>
            <p:spPr>
              <a:xfrm>
                <a:off x="5718174" y="3708400"/>
                <a:ext cx="152400" cy="152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48" name="Group 147"/>
          <p:cNvGrpSpPr/>
          <p:nvPr/>
        </p:nvGrpSpPr>
        <p:grpSpPr>
          <a:xfrm rot="10800000">
            <a:off x="3633192" y="4875356"/>
            <a:ext cx="283510" cy="223586"/>
            <a:chOff x="1924702" y="2309895"/>
            <a:chExt cx="423801" cy="334225"/>
          </a:xfrm>
          <a:solidFill>
            <a:schemeClr val="bg1">
              <a:lumMod val="50000"/>
            </a:schemeClr>
          </a:solidFill>
        </p:grpSpPr>
        <p:sp>
          <p:nvSpPr>
            <p:cNvPr id="149" name="Oval 148"/>
            <p:cNvSpPr/>
            <p:nvPr/>
          </p:nvSpPr>
          <p:spPr>
            <a:xfrm>
              <a:off x="2085619" y="2309895"/>
              <a:ext cx="101967" cy="10196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50" name="Group 149"/>
            <p:cNvGrpSpPr/>
            <p:nvPr/>
          </p:nvGrpSpPr>
          <p:grpSpPr>
            <a:xfrm>
              <a:off x="2009144" y="2438298"/>
              <a:ext cx="254918" cy="67978"/>
              <a:chOff x="6094412" y="2895600"/>
              <a:chExt cx="1143000" cy="304800"/>
            </a:xfrm>
            <a:grpFill/>
          </p:grpSpPr>
          <p:sp>
            <p:nvSpPr>
              <p:cNvPr id="157" name="Oval 156"/>
              <p:cNvSpPr/>
              <p:nvPr/>
            </p:nvSpPr>
            <p:spPr>
              <a:xfrm>
                <a:off x="6094412" y="2895600"/>
                <a:ext cx="304800" cy="304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8" name="Oval 157"/>
              <p:cNvSpPr/>
              <p:nvPr/>
            </p:nvSpPr>
            <p:spPr>
              <a:xfrm>
                <a:off x="6932612" y="2895600"/>
                <a:ext cx="304800" cy="3048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51" name="Group 150"/>
            <p:cNvGrpSpPr/>
            <p:nvPr/>
          </p:nvGrpSpPr>
          <p:grpSpPr>
            <a:xfrm>
              <a:off x="1958691" y="2532712"/>
              <a:ext cx="355823" cy="50983"/>
              <a:chOff x="5870574" y="3397250"/>
              <a:chExt cx="1595438" cy="228600"/>
            </a:xfrm>
            <a:grpFill/>
          </p:grpSpPr>
          <p:sp>
            <p:nvSpPr>
              <p:cNvPr id="155" name="Oval 154"/>
              <p:cNvSpPr/>
              <p:nvPr/>
            </p:nvSpPr>
            <p:spPr>
              <a:xfrm>
                <a:off x="5870574" y="3397250"/>
                <a:ext cx="228600" cy="2286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6" name="Oval 155"/>
              <p:cNvSpPr/>
              <p:nvPr/>
            </p:nvSpPr>
            <p:spPr>
              <a:xfrm>
                <a:off x="7237412" y="3397250"/>
                <a:ext cx="228600" cy="2286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52" name="Group 151"/>
            <p:cNvGrpSpPr/>
            <p:nvPr/>
          </p:nvGrpSpPr>
          <p:grpSpPr>
            <a:xfrm>
              <a:off x="1924702" y="2610131"/>
              <a:ext cx="423801" cy="33989"/>
              <a:chOff x="5718174" y="3708400"/>
              <a:chExt cx="1900238" cy="152400"/>
            </a:xfrm>
            <a:grpFill/>
          </p:grpSpPr>
          <p:sp>
            <p:nvSpPr>
              <p:cNvPr id="153" name="Oval 152"/>
              <p:cNvSpPr/>
              <p:nvPr/>
            </p:nvSpPr>
            <p:spPr>
              <a:xfrm>
                <a:off x="7466012" y="3708400"/>
                <a:ext cx="152400" cy="152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4" name="Oval 153"/>
              <p:cNvSpPr/>
              <p:nvPr/>
            </p:nvSpPr>
            <p:spPr>
              <a:xfrm>
                <a:off x="5718174" y="3708400"/>
                <a:ext cx="152400" cy="152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43442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5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PowerPoint Timeline with Milestones</a:t>
            </a:r>
          </a:p>
        </p:txBody>
      </p:sp>
      <p:grpSp>
        <p:nvGrpSpPr>
          <p:cNvPr id="159" name="Group 158"/>
          <p:cNvGrpSpPr/>
          <p:nvPr/>
        </p:nvGrpSpPr>
        <p:grpSpPr>
          <a:xfrm>
            <a:off x="2062755" y="1981200"/>
            <a:ext cx="3513441" cy="3612955"/>
            <a:chOff x="1692055" y="2339390"/>
            <a:chExt cx="2683543" cy="2759552"/>
          </a:xfrm>
        </p:grpSpPr>
        <p:sp>
          <p:nvSpPr>
            <p:cNvPr id="160" name="Rounded Rectangle 159"/>
            <p:cNvSpPr/>
            <p:nvPr/>
          </p:nvSpPr>
          <p:spPr>
            <a:xfrm rot="2700000">
              <a:off x="3235504" y="3519734"/>
              <a:ext cx="1087471" cy="1087471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  <a:effectLst>
              <a:innerShdw blurRad="76200" dist="50800" dir="135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" name="Rounded Rectangle 160"/>
            <p:cNvSpPr/>
            <p:nvPr/>
          </p:nvSpPr>
          <p:spPr>
            <a:xfrm rot="2700000">
              <a:off x="1692055" y="2843459"/>
              <a:ext cx="1087471" cy="1087471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  <a:effectLst>
              <a:innerShdw blurRad="76200" dist="50800" dir="135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" name="Rounded Rectangle 161"/>
            <p:cNvSpPr/>
            <p:nvPr/>
          </p:nvSpPr>
          <p:spPr>
            <a:xfrm rot="3564405">
              <a:off x="1752747" y="3181597"/>
              <a:ext cx="1087471" cy="108747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342900" sx="103000" sy="103000" algn="ctr" rotWithShape="0">
                <a:prstClr val="black">
                  <a:alpha val="2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" name="Rounded Rectangle 162"/>
            <p:cNvSpPr/>
            <p:nvPr/>
          </p:nvSpPr>
          <p:spPr>
            <a:xfrm rot="1809825">
              <a:off x="3288127" y="3137283"/>
              <a:ext cx="1087471" cy="108747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342900" sx="103000" sy="103000" algn="ctr" rotWithShape="0">
                <a:prstClr val="black">
                  <a:alpha val="2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64" name="Group 163"/>
            <p:cNvGrpSpPr/>
            <p:nvPr/>
          </p:nvGrpSpPr>
          <p:grpSpPr>
            <a:xfrm>
              <a:off x="3582395" y="3468121"/>
              <a:ext cx="467762" cy="444997"/>
              <a:chOff x="-1252538" y="1989138"/>
              <a:chExt cx="2381251" cy="2265362"/>
            </a:xfrm>
            <a:solidFill>
              <a:schemeClr val="bg2"/>
            </a:solidFill>
          </p:grpSpPr>
          <p:sp>
            <p:nvSpPr>
              <p:cNvPr id="188" name="Freeform 11"/>
              <p:cNvSpPr>
                <a:spLocks noEditPoints="1"/>
              </p:cNvSpPr>
              <p:nvPr/>
            </p:nvSpPr>
            <p:spPr bwMode="auto">
              <a:xfrm>
                <a:off x="-1252538" y="1989138"/>
                <a:ext cx="2381251" cy="600075"/>
              </a:xfrm>
              <a:custGeom>
                <a:avLst/>
                <a:gdLst>
                  <a:gd name="T0" fmla="*/ 1402 w 4499"/>
                  <a:gd name="T1" fmla="*/ 292 h 1133"/>
                  <a:gd name="T2" fmla="*/ 1318 w 4499"/>
                  <a:gd name="T3" fmla="*/ 319 h 1133"/>
                  <a:gd name="T4" fmla="*/ 1250 w 4499"/>
                  <a:gd name="T5" fmla="*/ 370 h 1133"/>
                  <a:gd name="T6" fmla="*/ 1199 w 4499"/>
                  <a:gd name="T7" fmla="*/ 439 h 1133"/>
                  <a:gd name="T8" fmla="*/ 1172 w 4499"/>
                  <a:gd name="T9" fmla="*/ 521 h 1133"/>
                  <a:gd name="T10" fmla="*/ 1172 w 4499"/>
                  <a:gd name="T11" fmla="*/ 612 h 1133"/>
                  <a:gd name="T12" fmla="*/ 1199 w 4499"/>
                  <a:gd name="T13" fmla="*/ 694 h 1133"/>
                  <a:gd name="T14" fmla="*/ 1250 w 4499"/>
                  <a:gd name="T15" fmla="*/ 763 h 1133"/>
                  <a:gd name="T16" fmla="*/ 1318 w 4499"/>
                  <a:gd name="T17" fmla="*/ 814 h 1133"/>
                  <a:gd name="T18" fmla="*/ 1402 w 4499"/>
                  <a:gd name="T19" fmla="*/ 841 h 1133"/>
                  <a:gd name="T20" fmla="*/ 1492 w 4499"/>
                  <a:gd name="T21" fmla="*/ 841 h 1133"/>
                  <a:gd name="T22" fmla="*/ 1574 w 4499"/>
                  <a:gd name="T23" fmla="*/ 814 h 1133"/>
                  <a:gd name="T24" fmla="*/ 1644 w 4499"/>
                  <a:gd name="T25" fmla="*/ 763 h 1133"/>
                  <a:gd name="T26" fmla="*/ 1695 w 4499"/>
                  <a:gd name="T27" fmla="*/ 694 h 1133"/>
                  <a:gd name="T28" fmla="*/ 1722 w 4499"/>
                  <a:gd name="T29" fmla="*/ 612 h 1133"/>
                  <a:gd name="T30" fmla="*/ 1722 w 4499"/>
                  <a:gd name="T31" fmla="*/ 521 h 1133"/>
                  <a:gd name="T32" fmla="*/ 1695 w 4499"/>
                  <a:gd name="T33" fmla="*/ 439 h 1133"/>
                  <a:gd name="T34" fmla="*/ 1644 w 4499"/>
                  <a:gd name="T35" fmla="*/ 370 h 1133"/>
                  <a:gd name="T36" fmla="*/ 1574 w 4499"/>
                  <a:gd name="T37" fmla="*/ 319 h 1133"/>
                  <a:gd name="T38" fmla="*/ 1492 w 4499"/>
                  <a:gd name="T39" fmla="*/ 292 h 1133"/>
                  <a:gd name="T40" fmla="*/ 1447 w 4499"/>
                  <a:gd name="T41" fmla="*/ 0 h 1133"/>
                  <a:gd name="T42" fmla="*/ 1511 w 4499"/>
                  <a:gd name="T43" fmla="*/ 3 h 1133"/>
                  <a:gd name="T44" fmla="*/ 1635 w 4499"/>
                  <a:gd name="T45" fmla="*/ 32 h 1133"/>
                  <a:gd name="T46" fmla="*/ 1746 w 4499"/>
                  <a:gd name="T47" fmla="*/ 85 h 1133"/>
                  <a:gd name="T48" fmla="*/ 1841 w 4499"/>
                  <a:gd name="T49" fmla="*/ 160 h 1133"/>
                  <a:gd name="T50" fmla="*/ 1919 w 4499"/>
                  <a:gd name="T51" fmla="*/ 255 h 1133"/>
                  <a:gd name="T52" fmla="*/ 1977 w 4499"/>
                  <a:gd name="T53" fmla="*/ 363 h 1133"/>
                  <a:gd name="T54" fmla="*/ 4355 w 4499"/>
                  <a:gd name="T55" fmla="*/ 423 h 1133"/>
                  <a:gd name="T56" fmla="*/ 4418 w 4499"/>
                  <a:gd name="T57" fmla="*/ 437 h 1133"/>
                  <a:gd name="T58" fmla="*/ 4467 w 4499"/>
                  <a:gd name="T59" fmla="*/ 476 h 1133"/>
                  <a:gd name="T60" fmla="*/ 4495 w 4499"/>
                  <a:gd name="T61" fmla="*/ 534 h 1133"/>
                  <a:gd name="T62" fmla="*/ 4495 w 4499"/>
                  <a:gd name="T63" fmla="*/ 599 h 1133"/>
                  <a:gd name="T64" fmla="*/ 4467 w 4499"/>
                  <a:gd name="T65" fmla="*/ 657 h 1133"/>
                  <a:gd name="T66" fmla="*/ 4418 w 4499"/>
                  <a:gd name="T67" fmla="*/ 696 h 1133"/>
                  <a:gd name="T68" fmla="*/ 4355 w 4499"/>
                  <a:gd name="T69" fmla="*/ 710 h 1133"/>
                  <a:gd name="T70" fmla="*/ 1977 w 4499"/>
                  <a:gd name="T71" fmla="*/ 770 h 1133"/>
                  <a:gd name="T72" fmla="*/ 1919 w 4499"/>
                  <a:gd name="T73" fmla="*/ 880 h 1133"/>
                  <a:gd name="T74" fmla="*/ 1841 w 4499"/>
                  <a:gd name="T75" fmla="*/ 973 h 1133"/>
                  <a:gd name="T76" fmla="*/ 1746 w 4499"/>
                  <a:gd name="T77" fmla="*/ 1048 h 1133"/>
                  <a:gd name="T78" fmla="*/ 1635 w 4499"/>
                  <a:gd name="T79" fmla="*/ 1101 h 1133"/>
                  <a:gd name="T80" fmla="*/ 1511 w 4499"/>
                  <a:gd name="T81" fmla="*/ 1130 h 1133"/>
                  <a:gd name="T82" fmla="*/ 1383 w 4499"/>
                  <a:gd name="T83" fmla="*/ 1130 h 1133"/>
                  <a:gd name="T84" fmla="*/ 1260 w 4499"/>
                  <a:gd name="T85" fmla="*/ 1101 h 1133"/>
                  <a:gd name="T86" fmla="*/ 1149 w 4499"/>
                  <a:gd name="T87" fmla="*/ 1048 h 1133"/>
                  <a:gd name="T88" fmla="*/ 1053 w 4499"/>
                  <a:gd name="T89" fmla="*/ 973 h 1133"/>
                  <a:gd name="T90" fmla="*/ 975 w 4499"/>
                  <a:gd name="T91" fmla="*/ 880 h 1133"/>
                  <a:gd name="T92" fmla="*/ 917 w 4499"/>
                  <a:gd name="T93" fmla="*/ 770 h 1133"/>
                  <a:gd name="T94" fmla="*/ 144 w 4499"/>
                  <a:gd name="T95" fmla="*/ 710 h 1133"/>
                  <a:gd name="T96" fmla="*/ 81 w 4499"/>
                  <a:gd name="T97" fmla="*/ 696 h 1133"/>
                  <a:gd name="T98" fmla="*/ 31 w 4499"/>
                  <a:gd name="T99" fmla="*/ 657 h 1133"/>
                  <a:gd name="T100" fmla="*/ 4 w 4499"/>
                  <a:gd name="T101" fmla="*/ 599 h 1133"/>
                  <a:gd name="T102" fmla="*/ 4 w 4499"/>
                  <a:gd name="T103" fmla="*/ 534 h 1133"/>
                  <a:gd name="T104" fmla="*/ 31 w 4499"/>
                  <a:gd name="T105" fmla="*/ 476 h 1133"/>
                  <a:gd name="T106" fmla="*/ 81 w 4499"/>
                  <a:gd name="T107" fmla="*/ 437 h 1133"/>
                  <a:gd name="T108" fmla="*/ 144 w 4499"/>
                  <a:gd name="T109" fmla="*/ 423 h 1133"/>
                  <a:gd name="T110" fmla="*/ 917 w 4499"/>
                  <a:gd name="T111" fmla="*/ 363 h 1133"/>
                  <a:gd name="T112" fmla="*/ 975 w 4499"/>
                  <a:gd name="T113" fmla="*/ 255 h 1133"/>
                  <a:gd name="T114" fmla="*/ 1051 w 4499"/>
                  <a:gd name="T115" fmla="*/ 160 h 1133"/>
                  <a:gd name="T116" fmla="*/ 1149 w 4499"/>
                  <a:gd name="T117" fmla="*/ 85 h 1133"/>
                  <a:gd name="T118" fmla="*/ 1260 w 4499"/>
                  <a:gd name="T119" fmla="*/ 32 h 1133"/>
                  <a:gd name="T120" fmla="*/ 1383 w 4499"/>
                  <a:gd name="T121" fmla="*/ 3 h 11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4499" h="1133">
                    <a:moveTo>
                      <a:pt x="1447" y="288"/>
                    </a:moveTo>
                    <a:lnTo>
                      <a:pt x="1402" y="292"/>
                    </a:lnTo>
                    <a:lnTo>
                      <a:pt x="1360" y="303"/>
                    </a:lnTo>
                    <a:lnTo>
                      <a:pt x="1318" y="319"/>
                    </a:lnTo>
                    <a:lnTo>
                      <a:pt x="1283" y="342"/>
                    </a:lnTo>
                    <a:lnTo>
                      <a:pt x="1250" y="370"/>
                    </a:lnTo>
                    <a:lnTo>
                      <a:pt x="1223" y="402"/>
                    </a:lnTo>
                    <a:lnTo>
                      <a:pt x="1199" y="439"/>
                    </a:lnTo>
                    <a:lnTo>
                      <a:pt x="1183" y="479"/>
                    </a:lnTo>
                    <a:lnTo>
                      <a:pt x="1172" y="521"/>
                    </a:lnTo>
                    <a:lnTo>
                      <a:pt x="1168" y="567"/>
                    </a:lnTo>
                    <a:lnTo>
                      <a:pt x="1172" y="612"/>
                    </a:lnTo>
                    <a:lnTo>
                      <a:pt x="1183" y="654"/>
                    </a:lnTo>
                    <a:lnTo>
                      <a:pt x="1199" y="694"/>
                    </a:lnTo>
                    <a:lnTo>
                      <a:pt x="1223" y="731"/>
                    </a:lnTo>
                    <a:lnTo>
                      <a:pt x="1250" y="763"/>
                    </a:lnTo>
                    <a:lnTo>
                      <a:pt x="1283" y="791"/>
                    </a:lnTo>
                    <a:lnTo>
                      <a:pt x="1318" y="814"/>
                    </a:lnTo>
                    <a:lnTo>
                      <a:pt x="1360" y="830"/>
                    </a:lnTo>
                    <a:lnTo>
                      <a:pt x="1402" y="841"/>
                    </a:lnTo>
                    <a:lnTo>
                      <a:pt x="1447" y="846"/>
                    </a:lnTo>
                    <a:lnTo>
                      <a:pt x="1492" y="841"/>
                    </a:lnTo>
                    <a:lnTo>
                      <a:pt x="1535" y="830"/>
                    </a:lnTo>
                    <a:lnTo>
                      <a:pt x="1574" y="814"/>
                    </a:lnTo>
                    <a:lnTo>
                      <a:pt x="1611" y="791"/>
                    </a:lnTo>
                    <a:lnTo>
                      <a:pt x="1644" y="763"/>
                    </a:lnTo>
                    <a:lnTo>
                      <a:pt x="1672" y="731"/>
                    </a:lnTo>
                    <a:lnTo>
                      <a:pt x="1695" y="694"/>
                    </a:lnTo>
                    <a:lnTo>
                      <a:pt x="1711" y="654"/>
                    </a:lnTo>
                    <a:lnTo>
                      <a:pt x="1722" y="612"/>
                    </a:lnTo>
                    <a:lnTo>
                      <a:pt x="1726" y="567"/>
                    </a:lnTo>
                    <a:lnTo>
                      <a:pt x="1722" y="521"/>
                    </a:lnTo>
                    <a:lnTo>
                      <a:pt x="1711" y="479"/>
                    </a:lnTo>
                    <a:lnTo>
                      <a:pt x="1695" y="439"/>
                    </a:lnTo>
                    <a:lnTo>
                      <a:pt x="1672" y="402"/>
                    </a:lnTo>
                    <a:lnTo>
                      <a:pt x="1644" y="370"/>
                    </a:lnTo>
                    <a:lnTo>
                      <a:pt x="1611" y="342"/>
                    </a:lnTo>
                    <a:lnTo>
                      <a:pt x="1574" y="319"/>
                    </a:lnTo>
                    <a:lnTo>
                      <a:pt x="1535" y="303"/>
                    </a:lnTo>
                    <a:lnTo>
                      <a:pt x="1492" y="292"/>
                    </a:lnTo>
                    <a:lnTo>
                      <a:pt x="1447" y="288"/>
                    </a:lnTo>
                    <a:close/>
                    <a:moveTo>
                      <a:pt x="1447" y="0"/>
                    </a:moveTo>
                    <a:lnTo>
                      <a:pt x="1447" y="0"/>
                    </a:lnTo>
                    <a:lnTo>
                      <a:pt x="1511" y="3"/>
                    </a:lnTo>
                    <a:lnTo>
                      <a:pt x="1574" y="14"/>
                    </a:lnTo>
                    <a:lnTo>
                      <a:pt x="1635" y="32"/>
                    </a:lnTo>
                    <a:lnTo>
                      <a:pt x="1692" y="55"/>
                    </a:lnTo>
                    <a:lnTo>
                      <a:pt x="1746" y="85"/>
                    </a:lnTo>
                    <a:lnTo>
                      <a:pt x="1796" y="121"/>
                    </a:lnTo>
                    <a:lnTo>
                      <a:pt x="1841" y="160"/>
                    </a:lnTo>
                    <a:lnTo>
                      <a:pt x="1884" y="206"/>
                    </a:lnTo>
                    <a:lnTo>
                      <a:pt x="1919" y="255"/>
                    </a:lnTo>
                    <a:lnTo>
                      <a:pt x="1951" y="307"/>
                    </a:lnTo>
                    <a:lnTo>
                      <a:pt x="1977" y="363"/>
                    </a:lnTo>
                    <a:lnTo>
                      <a:pt x="1996" y="423"/>
                    </a:lnTo>
                    <a:lnTo>
                      <a:pt x="4355" y="423"/>
                    </a:lnTo>
                    <a:lnTo>
                      <a:pt x="4388" y="426"/>
                    </a:lnTo>
                    <a:lnTo>
                      <a:pt x="4418" y="437"/>
                    </a:lnTo>
                    <a:lnTo>
                      <a:pt x="4444" y="454"/>
                    </a:lnTo>
                    <a:lnTo>
                      <a:pt x="4467" y="476"/>
                    </a:lnTo>
                    <a:lnTo>
                      <a:pt x="4484" y="504"/>
                    </a:lnTo>
                    <a:lnTo>
                      <a:pt x="4495" y="534"/>
                    </a:lnTo>
                    <a:lnTo>
                      <a:pt x="4499" y="567"/>
                    </a:lnTo>
                    <a:lnTo>
                      <a:pt x="4495" y="599"/>
                    </a:lnTo>
                    <a:lnTo>
                      <a:pt x="4484" y="629"/>
                    </a:lnTo>
                    <a:lnTo>
                      <a:pt x="4467" y="657"/>
                    </a:lnTo>
                    <a:lnTo>
                      <a:pt x="4444" y="679"/>
                    </a:lnTo>
                    <a:lnTo>
                      <a:pt x="4418" y="696"/>
                    </a:lnTo>
                    <a:lnTo>
                      <a:pt x="4388" y="707"/>
                    </a:lnTo>
                    <a:lnTo>
                      <a:pt x="4355" y="710"/>
                    </a:lnTo>
                    <a:lnTo>
                      <a:pt x="1996" y="710"/>
                    </a:lnTo>
                    <a:lnTo>
                      <a:pt x="1977" y="770"/>
                    </a:lnTo>
                    <a:lnTo>
                      <a:pt x="1951" y="826"/>
                    </a:lnTo>
                    <a:lnTo>
                      <a:pt x="1919" y="880"/>
                    </a:lnTo>
                    <a:lnTo>
                      <a:pt x="1884" y="928"/>
                    </a:lnTo>
                    <a:lnTo>
                      <a:pt x="1841" y="973"/>
                    </a:lnTo>
                    <a:lnTo>
                      <a:pt x="1796" y="1012"/>
                    </a:lnTo>
                    <a:lnTo>
                      <a:pt x="1746" y="1048"/>
                    </a:lnTo>
                    <a:lnTo>
                      <a:pt x="1692" y="1078"/>
                    </a:lnTo>
                    <a:lnTo>
                      <a:pt x="1635" y="1101"/>
                    </a:lnTo>
                    <a:lnTo>
                      <a:pt x="1574" y="1119"/>
                    </a:lnTo>
                    <a:lnTo>
                      <a:pt x="1511" y="1130"/>
                    </a:lnTo>
                    <a:lnTo>
                      <a:pt x="1447" y="1133"/>
                    </a:lnTo>
                    <a:lnTo>
                      <a:pt x="1383" y="1130"/>
                    </a:lnTo>
                    <a:lnTo>
                      <a:pt x="1320" y="1119"/>
                    </a:lnTo>
                    <a:lnTo>
                      <a:pt x="1260" y="1101"/>
                    </a:lnTo>
                    <a:lnTo>
                      <a:pt x="1202" y="1078"/>
                    </a:lnTo>
                    <a:lnTo>
                      <a:pt x="1149" y="1048"/>
                    </a:lnTo>
                    <a:lnTo>
                      <a:pt x="1098" y="1012"/>
                    </a:lnTo>
                    <a:lnTo>
                      <a:pt x="1053" y="973"/>
                    </a:lnTo>
                    <a:lnTo>
                      <a:pt x="1010" y="928"/>
                    </a:lnTo>
                    <a:lnTo>
                      <a:pt x="975" y="880"/>
                    </a:lnTo>
                    <a:lnTo>
                      <a:pt x="943" y="826"/>
                    </a:lnTo>
                    <a:lnTo>
                      <a:pt x="917" y="770"/>
                    </a:lnTo>
                    <a:lnTo>
                      <a:pt x="898" y="710"/>
                    </a:lnTo>
                    <a:lnTo>
                      <a:pt x="144" y="710"/>
                    </a:lnTo>
                    <a:lnTo>
                      <a:pt x="111" y="707"/>
                    </a:lnTo>
                    <a:lnTo>
                      <a:pt x="81" y="696"/>
                    </a:lnTo>
                    <a:lnTo>
                      <a:pt x="53" y="679"/>
                    </a:lnTo>
                    <a:lnTo>
                      <a:pt x="31" y="657"/>
                    </a:lnTo>
                    <a:lnTo>
                      <a:pt x="15" y="629"/>
                    </a:lnTo>
                    <a:lnTo>
                      <a:pt x="4" y="599"/>
                    </a:lnTo>
                    <a:lnTo>
                      <a:pt x="0" y="567"/>
                    </a:lnTo>
                    <a:lnTo>
                      <a:pt x="4" y="534"/>
                    </a:lnTo>
                    <a:lnTo>
                      <a:pt x="15" y="504"/>
                    </a:lnTo>
                    <a:lnTo>
                      <a:pt x="31" y="476"/>
                    </a:lnTo>
                    <a:lnTo>
                      <a:pt x="53" y="454"/>
                    </a:lnTo>
                    <a:lnTo>
                      <a:pt x="81" y="437"/>
                    </a:lnTo>
                    <a:lnTo>
                      <a:pt x="111" y="426"/>
                    </a:lnTo>
                    <a:lnTo>
                      <a:pt x="144" y="423"/>
                    </a:lnTo>
                    <a:lnTo>
                      <a:pt x="898" y="423"/>
                    </a:lnTo>
                    <a:lnTo>
                      <a:pt x="917" y="363"/>
                    </a:lnTo>
                    <a:lnTo>
                      <a:pt x="943" y="307"/>
                    </a:lnTo>
                    <a:lnTo>
                      <a:pt x="975" y="255"/>
                    </a:lnTo>
                    <a:lnTo>
                      <a:pt x="1010" y="206"/>
                    </a:lnTo>
                    <a:lnTo>
                      <a:pt x="1051" y="160"/>
                    </a:lnTo>
                    <a:lnTo>
                      <a:pt x="1098" y="121"/>
                    </a:lnTo>
                    <a:lnTo>
                      <a:pt x="1149" y="85"/>
                    </a:lnTo>
                    <a:lnTo>
                      <a:pt x="1202" y="55"/>
                    </a:lnTo>
                    <a:lnTo>
                      <a:pt x="1260" y="32"/>
                    </a:lnTo>
                    <a:lnTo>
                      <a:pt x="1320" y="14"/>
                    </a:lnTo>
                    <a:lnTo>
                      <a:pt x="1383" y="3"/>
                    </a:lnTo>
                    <a:lnTo>
                      <a:pt x="144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9" name="Freeform 12"/>
              <p:cNvSpPr>
                <a:spLocks noEditPoints="1"/>
              </p:cNvSpPr>
              <p:nvPr/>
            </p:nvSpPr>
            <p:spPr bwMode="auto">
              <a:xfrm>
                <a:off x="-1252538" y="2822575"/>
                <a:ext cx="2381251" cy="600075"/>
              </a:xfrm>
              <a:custGeom>
                <a:avLst/>
                <a:gdLst>
                  <a:gd name="T0" fmla="*/ 2800 w 4499"/>
                  <a:gd name="T1" fmla="*/ 293 h 1134"/>
                  <a:gd name="T2" fmla="*/ 2718 w 4499"/>
                  <a:gd name="T3" fmla="*/ 320 h 1134"/>
                  <a:gd name="T4" fmla="*/ 2648 w 4499"/>
                  <a:gd name="T5" fmla="*/ 371 h 1134"/>
                  <a:gd name="T6" fmla="*/ 2597 w 4499"/>
                  <a:gd name="T7" fmla="*/ 439 h 1134"/>
                  <a:gd name="T8" fmla="*/ 2570 w 4499"/>
                  <a:gd name="T9" fmla="*/ 522 h 1134"/>
                  <a:gd name="T10" fmla="*/ 2570 w 4499"/>
                  <a:gd name="T11" fmla="*/ 611 h 1134"/>
                  <a:gd name="T12" fmla="*/ 2597 w 4499"/>
                  <a:gd name="T13" fmla="*/ 695 h 1134"/>
                  <a:gd name="T14" fmla="*/ 2648 w 4499"/>
                  <a:gd name="T15" fmla="*/ 763 h 1134"/>
                  <a:gd name="T16" fmla="*/ 2718 w 4499"/>
                  <a:gd name="T17" fmla="*/ 814 h 1134"/>
                  <a:gd name="T18" fmla="*/ 2800 w 4499"/>
                  <a:gd name="T19" fmla="*/ 841 h 1134"/>
                  <a:gd name="T20" fmla="*/ 2890 w 4499"/>
                  <a:gd name="T21" fmla="*/ 841 h 1134"/>
                  <a:gd name="T22" fmla="*/ 2974 w 4499"/>
                  <a:gd name="T23" fmla="*/ 814 h 1134"/>
                  <a:gd name="T24" fmla="*/ 3042 w 4499"/>
                  <a:gd name="T25" fmla="*/ 763 h 1134"/>
                  <a:gd name="T26" fmla="*/ 3093 w 4499"/>
                  <a:gd name="T27" fmla="*/ 695 h 1134"/>
                  <a:gd name="T28" fmla="*/ 3120 w 4499"/>
                  <a:gd name="T29" fmla="*/ 611 h 1134"/>
                  <a:gd name="T30" fmla="*/ 3120 w 4499"/>
                  <a:gd name="T31" fmla="*/ 522 h 1134"/>
                  <a:gd name="T32" fmla="*/ 3093 w 4499"/>
                  <a:gd name="T33" fmla="*/ 439 h 1134"/>
                  <a:gd name="T34" fmla="*/ 3042 w 4499"/>
                  <a:gd name="T35" fmla="*/ 371 h 1134"/>
                  <a:gd name="T36" fmla="*/ 2974 w 4499"/>
                  <a:gd name="T37" fmla="*/ 320 h 1134"/>
                  <a:gd name="T38" fmla="*/ 2890 w 4499"/>
                  <a:gd name="T39" fmla="*/ 293 h 1134"/>
                  <a:gd name="T40" fmla="*/ 2845 w 4499"/>
                  <a:gd name="T41" fmla="*/ 0 h 1134"/>
                  <a:gd name="T42" fmla="*/ 2972 w 4499"/>
                  <a:gd name="T43" fmla="*/ 15 h 1134"/>
                  <a:gd name="T44" fmla="*/ 3090 w 4499"/>
                  <a:gd name="T45" fmla="*/ 56 h 1134"/>
                  <a:gd name="T46" fmla="*/ 3194 w 4499"/>
                  <a:gd name="T47" fmla="*/ 120 h 1134"/>
                  <a:gd name="T48" fmla="*/ 3282 w 4499"/>
                  <a:gd name="T49" fmla="*/ 205 h 1134"/>
                  <a:gd name="T50" fmla="*/ 3349 w 4499"/>
                  <a:gd name="T51" fmla="*/ 308 h 1134"/>
                  <a:gd name="T52" fmla="*/ 3394 w 4499"/>
                  <a:gd name="T53" fmla="*/ 423 h 1134"/>
                  <a:gd name="T54" fmla="*/ 4388 w 4499"/>
                  <a:gd name="T55" fmla="*/ 427 h 1134"/>
                  <a:gd name="T56" fmla="*/ 4444 w 4499"/>
                  <a:gd name="T57" fmla="*/ 454 h 1134"/>
                  <a:gd name="T58" fmla="*/ 4484 w 4499"/>
                  <a:gd name="T59" fmla="*/ 503 h 1134"/>
                  <a:gd name="T60" fmla="*/ 4499 w 4499"/>
                  <a:gd name="T61" fmla="*/ 568 h 1134"/>
                  <a:gd name="T62" fmla="*/ 4484 w 4499"/>
                  <a:gd name="T63" fmla="*/ 630 h 1134"/>
                  <a:gd name="T64" fmla="*/ 4445 w 4499"/>
                  <a:gd name="T65" fmla="*/ 680 h 1134"/>
                  <a:gd name="T66" fmla="*/ 4388 w 4499"/>
                  <a:gd name="T67" fmla="*/ 707 h 1134"/>
                  <a:gd name="T68" fmla="*/ 3394 w 4499"/>
                  <a:gd name="T69" fmla="*/ 711 h 1134"/>
                  <a:gd name="T70" fmla="*/ 3349 w 4499"/>
                  <a:gd name="T71" fmla="*/ 826 h 1134"/>
                  <a:gd name="T72" fmla="*/ 3282 w 4499"/>
                  <a:gd name="T73" fmla="*/ 929 h 1134"/>
                  <a:gd name="T74" fmla="*/ 3194 w 4499"/>
                  <a:gd name="T75" fmla="*/ 1013 h 1134"/>
                  <a:gd name="T76" fmla="*/ 3090 w 4499"/>
                  <a:gd name="T77" fmla="*/ 1078 h 1134"/>
                  <a:gd name="T78" fmla="*/ 2972 w 4499"/>
                  <a:gd name="T79" fmla="*/ 1119 h 1134"/>
                  <a:gd name="T80" fmla="*/ 2845 w 4499"/>
                  <a:gd name="T81" fmla="*/ 1134 h 1134"/>
                  <a:gd name="T82" fmla="*/ 2718 w 4499"/>
                  <a:gd name="T83" fmla="*/ 1119 h 1134"/>
                  <a:gd name="T84" fmla="*/ 2600 w 4499"/>
                  <a:gd name="T85" fmla="*/ 1078 h 1134"/>
                  <a:gd name="T86" fmla="*/ 2496 w 4499"/>
                  <a:gd name="T87" fmla="*/ 1013 h 1134"/>
                  <a:gd name="T88" fmla="*/ 2408 w 4499"/>
                  <a:gd name="T89" fmla="*/ 929 h 1134"/>
                  <a:gd name="T90" fmla="*/ 2341 w 4499"/>
                  <a:gd name="T91" fmla="*/ 826 h 1134"/>
                  <a:gd name="T92" fmla="*/ 2296 w 4499"/>
                  <a:gd name="T93" fmla="*/ 711 h 1134"/>
                  <a:gd name="T94" fmla="*/ 111 w 4499"/>
                  <a:gd name="T95" fmla="*/ 707 h 1134"/>
                  <a:gd name="T96" fmla="*/ 53 w 4499"/>
                  <a:gd name="T97" fmla="*/ 680 h 1134"/>
                  <a:gd name="T98" fmla="*/ 15 w 4499"/>
                  <a:gd name="T99" fmla="*/ 630 h 1134"/>
                  <a:gd name="T100" fmla="*/ 0 w 4499"/>
                  <a:gd name="T101" fmla="*/ 568 h 1134"/>
                  <a:gd name="T102" fmla="*/ 15 w 4499"/>
                  <a:gd name="T103" fmla="*/ 503 h 1134"/>
                  <a:gd name="T104" fmla="*/ 53 w 4499"/>
                  <a:gd name="T105" fmla="*/ 454 h 1134"/>
                  <a:gd name="T106" fmla="*/ 111 w 4499"/>
                  <a:gd name="T107" fmla="*/ 427 h 1134"/>
                  <a:gd name="T108" fmla="*/ 2296 w 4499"/>
                  <a:gd name="T109" fmla="*/ 423 h 1134"/>
                  <a:gd name="T110" fmla="*/ 2341 w 4499"/>
                  <a:gd name="T111" fmla="*/ 308 h 1134"/>
                  <a:gd name="T112" fmla="*/ 2408 w 4499"/>
                  <a:gd name="T113" fmla="*/ 205 h 1134"/>
                  <a:gd name="T114" fmla="*/ 2496 w 4499"/>
                  <a:gd name="T115" fmla="*/ 120 h 1134"/>
                  <a:gd name="T116" fmla="*/ 2600 w 4499"/>
                  <a:gd name="T117" fmla="*/ 56 h 1134"/>
                  <a:gd name="T118" fmla="*/ 2718 w 4499"/>
                  <a:gd name="T119" fmla="*/ 15 h 1134"/>
                  <a:gd name="T120" fmla="*/ 2845 w 4499"/>
                  <a:gd name="T121" fmla="*/ 0 h 1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4499" h="1134">
                    <a:moveTo>
                      <a:pt x="2845" y="289"/>
                    </a:moveTo>
                    <a:lnTo>
                      <a:pt x="2800" y="293"/>
                    </a:lnTo>
                    <a:lnTo>
                      <a:pt x="2757" y="302"/>
                    </a:lnTo>
                    <a:lnTo>
                      <a:pt x="2718" y="320"/>
                    </a:lnTo>
                    <a:lnTo>
                      <a:pt x="2681" y="342"/>
                    </a:lnTo>
                    <a:lnTo>
                      <a:pt x="2648" y="371"/>
                    </a:lnTo>
                    <a:lnTo>
                      <a:pt x="2620" y="402"/>
                    </a:lnTo>
                    <a:lnTo>
                      <a:pt x="2597" y="439"/>
                    </a:lnTo>
                    <a:lnTo>
                      <a:pt x="2581" y="479"/>
                    </a:lnTo>
                    <a:lnTo>
                      <a:pt x="2570" y="522"/>
                    </a:lnTo>
                    <a:lnTo>
                      <a:pt x="2566" y="568"/>
                    </a:lnTo>
                    <a:lnTo>
                      <a:pt x="2570" y="611"/>
                    </a:lnTo>
                    <a:lnTo>
                      <a:pt x="2581" y="655"/>
                    </a:lnTo>
                    <a:lnTo>
                      <a:pt x="2597" y="695"/>
                    </a:lnTo>
                    <a:lnTo>
                      <a:pt x="2620" y="732"/>
                    </a:lnTo>
                    <a:lnTo>
                      <a:pt x="2648" y="763"/>
                    </a:lnTo>
                    <a:lnTo>
                      <a:pt x="2681" y="792"/>
                    </a:lnTo>
                    <a:lnTo>
                      <a:pt x="2718" y="814"/>
                    </a:lnTo>
                    <a:lnTo>
                      <a:pt x="2757" y="832"/>
                    </a:lnTo>
                    <a:lnTo>
                      <a:pt x="2800" y="841"/>
                    </a:lnTo>
                    <a:lnTo>
                      <a:pt x="2845" y="845"/>
                    </a:lnTo>
                    <a:lnTo>
                      <a:pt x="2890" y="841"/>
                    </a:lnTo>
                    <a:lnTo>
                      <a:pt x="2933" y="832"/>
                    </a:lnTo>
                    <a:lnTo>
                      <a:pt x="2974" y="814"/>
                    </a:lnTo>
                    <a:lnTo>
                      <a:pt x="3009" y="792"/>
                    </a:lnTo>
                    <a:lnTo>
                      <a:pt x="3042" y="763"/>
                    </a:lnTo>
                    <a:lnTo>
                      <a:pt x="3070" y="732"/>
                    </a:lnTo>
                    <a:lnTo>
                      <a:pt x="3093" y="695"/>
                    </a:lnTo>
                    <a:lnTo>
                      <a:pt x="3109" y="655"/>
                    </a:lnTo>
                    <a:lnTo>
                      <a:pt x="3120" y="611"/>
                    </a:lnTo>
                    <a:lnTo>
                      <a:pt x="3124" y="568"/>
                    </a:lnTo>
                    <a:lnTo>
                      <a:pt x="3120" y="522"/>
                    </a:lnTo>
                    <a:lnTo>
                      <a:pt x="3109" y="479"/>
                    </a:lnTo>
                    <a:lnTo>
                      <a:pt x="3093" y="439"/>
                    </a:lnTo>
                    <a:lnTo>
                      <a:pt x="3070" y="402"/>
                    </a:lnTo>
                    <a:lnTo>
                      <a:pt x="3042" y="371"/>
                    </a:lnTo>
                    <a:lnTo>
                      <a:pt x="3009" y="342"/>
                    </a:lnTo>
                    <a:lnTo>
                      <a:pt x="2974" y="320"/>
                    </a:lnTo>
                    <a:lnTo>
                      <a:pt x="2933" y="302"/>
                    </a:lnTo>
                    <a:lnTo>
                      <a:pt x="2890" y="293"/>
                    </a:lnTo>
                    <a:lnTo>
                      <a:pt x="2845" y="289"/>
                    </a:lnTo>
                    <a:close/>
                    <a:moveTo>
                      <a:pt x="2845" y="0"/>
                    </a:moveTo>
                    <a:lnTo>
                      <a:pt x="2909" y="4"/>
                    </a:lnTo>
                    <a:lnTo>
                      <a:pt x="2972" y="15"/>
                    </a:lnTo>
                    <a:lnTo>
                      <a:pt x="3033" y="33"/>
                    </a:lnTo>
                    <a:lnTo>
                      <a:pt x="3090" y="56"/>
                    </a:lnTo>
                    <a:lnTo>
                      <a:pt x="3143" y="85"/>
                    </a:lnTo>
                    <a:lnTo>
                      <a:pt x="3194" y="120"/>
                    </a:lnTo>
                    <a:lnTo>
                      <a:pt x="3239" y="160"/>
                    </a:lnTo>
                    <a:lnTo>
                      <a:pt x="3282" y="205"/>
                    </a:lnTo>
                    <a:lnTo>
                      <a:pt x="3317" y="254"/>
                    </a:lnTo>
                    <a:lnTo>
                      <a:pt x="3349" y="308"/>
                    </a:lnTo>
                    <a:lnTo>
                      <a:pt x="3375" y="364"/>
                    </a:lnTo>
                    <a:lnTo>
                      <a:pt x="3394" y="423"/>
                    </a:lnTo>
                    <a:lnTo>
                      <a:pt x="4355" y="423"/>
                    </a:lnTo>
                    <a:lnTo>
                      <a:pt x="4388" y="427"/>
                    </a:lnTo>
                    <a:lnTo>
                      <a:pt x="4418" y="438"/>
                    </a:lnTo>
                    <a:lnTo>
                      <a:pt x="4444" y="454"/>
                    </a:lnTo>
                    <a:lnTo>
                      <a:pt x="4467" y="477"/>
                    </a:lnTo>
                    <a:lnTo>
                      <a:pt x="4484" y="503"/>
                    </a:lnTo>
                    <a:lnTo>
                      <a:pt x="4495" y="533"/>
                    </a:lnTo>
                    <a:lnTo>
                      <a:pt x="4499" y="568"/>
                    </a:lnTo>
                    <a:lnTo>
                      <a:pt x="4495" y="600"/>
                    </a:lnTo>
                    <a:lnTo>
                      <a:pt x="4484" y="630"/>
                    </a:lnTo>
                    <a:lnTo>
                      <a:pt x="4467" y="656"/>
                    </a:lnTo>
                    <a:lnTo>
                      <a:pt x="4445" y="680"/>
                    </a:lnTo>
                    <a:lnTo>
                      <a:pt x="4418" y="696"/>
                    </a:lnTo>
                    <a:lnTo>
                      <a:pt x="4388" y="707"/>
                    </a:lnTo>
                    <a:lnTo>
                      <a:pt x="4355" y="711"/>
                    </a:lnTo>
                    <a:lnTo>
                      <a:pt x="3394" y="711"/>
                    </a:lnTo>
                    <a:lnTo>
                      <a:pt x="3375" y="770"/>
                    </a:lnTo>
                    <a:lnTo>
                      <a:pt x="3349" y="826"/>
                    </a:lnTo>
                    <a:lnTo>
                      <a:pt x="3317" y="879"/>
                    </a:lnTo>
                    <a:lnTo>
                      <a:pt x="3282" y="929"/>
                    </a:lnTo>
                    <a:lnTo>
                      <a:pt x="3239" y="974"/>
                    </a:lnTo>
                    <a:lnTo>
                      <a:pt x="3194" y="1013"/>
                    </a:lnTo>
                    <a:lnTo>
                      <a:pt x="3143" y="1048"/>
                    </a:lnTo>
                    <a:lnTo>
                      <a:pt x="3090" y="1078"/>
                    </a:lnTo>
                    <a:lnTo>
                      <a:pt x="3033" y="1101"/>
                    </a:lnTo>
                    <a:lnTo>
                      <a:pt x="2972" y="1119"/>
                    </a:lnTo>
                    <a:lnTo>
                      <a:pt x="2909" y="1130"/>
                    </a:lnTo>
                    <a:lnTo>
                      <a:pt x="2845" y="1134"/>
                    </a:lnTo>
                    <a:lnTo>
                      <a:pt x="2781" y="1130"/>
                    </a:lnTo>
                    <a:lnTo>
                      <a:pt x="2718" y="1119"/>
                    </a:lnTo>
                    <a:lnTo>
                      <a:pt x="2657" y="1101"/>
                    </a:lnTo>
                    <a:lnTo>
                      <a:pt x="2600" y="1078"/>
                    </a:lnTo>
                    <a:lnTo>
                      <a:pt x="2547" y="1048"/>
                    </a:lnTo>
                    <a:lnTo>
                      <a:pt x="2496" y="1013"/>
                    </a:lnTo>
                    <a:lnTo>
                      <a:pt x="2451" y="974"/>
                    </a:lnTo>
                    <a:lnTo>
                      <a:pt x="2408" y="929"/>
                    </a:lnTo>
                    <a:lnTo>
                      <a:pt x="2373" y="879"/>
                    </a:lnTo>
                    <a:lnTo>
                      <a:pt x="2341" y="826"/>
                    </a:lnTo>
                    <a:lnTo>
                      <a:pt x="2315" y="770"/>
                    </a:lnTo>
                    <a:lnTo>
                      <a:pt x="2296" y="711"/>
                    </a:lnTo>
                    <a:lnTo>
                      <a:pt x="144" y="711"/>
                    </a:lnTo>
                    <a:lnTo>
                      <a:pt x="111" y="707"/>
                    </a:lnTo>
                    <a:lnTo>
                      <a:pt x="81" y="696"/>
                    </a:lnTo>
                    <a:lnTo>
                      <a:pt x="53" y="680"/>
                    </a:lnTo>
                    <a:lnTo>
                      <a:pt x="31" y="656"/>
                    </a:lnTo>
                    <a:lnTo>
                      <a:pt x="15" y="630"/>
                    </a:lnTo>
                    <a:lnTo>
                      <a:pt x="4" y="600"/>
                    </a:lnTo>
                    <a:lnTo>
                      <a:pt x="0" y="568"/>
                    </a:lnTo>
                    <a:lnTo>
                      <a:pt x="4" y="533"/>
                    </a:lnTo>
                    <a:lnTo>
                      <a:pt x="15" y="503"/>
                    </a:lnTo>
                    <a:lnTo>
                      <a:pt x="31" y="477"/>
                    </a:lnTo>
                    <a:lnTo>
                      <a:pt x="53" y="454"/>
                    </a:lnTo>
                    <a:lnTo>
                      <a:pt x="81" y="438"/>
                    </a:lnTo>
                    <a:lnTo>
                      <a:pt x="111" y="427"/>
                    </a:lnTo>
                    <a:lnTo>
                      <a:pt x="144" y="423"/>
                    </a:lnTo>
                    <a:lnTo>
                      <a:pt x="2296" y="423"/>
                    </a:lnTo>
                    <a:lnTo>
                      <a:pt x="2315" y="364"/>
                    </a:lnTo>
                    <a:lnTo>
                      <a:pt x="2341" y="308"/>
                    </a:lnTo>
                    <a:lnTo>
                      <a:pt x="2373" y="254"/>
                    </a:lnTo>
                    <a:lnTo>
                      <a:pt x="2408" y="205"/>
                    </a:lnTo>
                    <a:lnTo>
                      <a:pt x="2451" y="160"/>
                    </a:lnTo>
                    <a:lnTo>
                      <a:pt x="2496" y="120"/>
                    </a:lnTo>
                    <a:lnTo>
                      <a:pt x="2547" y="85"/>
                    </a:lnTo>
                    <a:lnTo>
                      <a:pt x="2600" y="56"/>
                    </a:lnTo>
                    <a:lnTo>
                      <a:pt x="2657" y="33"/>
                    </a:lnTo>
                    <a:lnTo>
                      <a:pt x="2718" y="15"/>
                    </a:lnTo>
                    <a:lnTo>
                      <a:pt x="2781" y="4"/>
                    </a:lnTo>
                    <a:lnTo>
                      <a:pt x="284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0" name="Freeform 13"/>
              <p:cNvSpPr>
                <a:spLocks noEditPoints="1"/>
              </p:cNvSpPr>
              <p:nvPr/>
            </p:nvSpPr>
            <p:spPr bwMode="auto">
              <a:xfrm>
                <a:off x="-1252538" y="3654425"/>
                <a:ext cx="2381251" cy="600075"/>
              </a:xfrm>
              <a:custGeom>
                <a:avLst/>
                <a:gdLst>
                  <a:gd name="T0" fmla="*/ 1402 w 4499"/>
                  <a:gd name="T1" fmla="*/ 291 h 1132"/>
                  <a:gd name="T2" fmla="*/ 1318 w 4499"/>
                  <a:gd name="T3" fmla="*/ 319 h 1132"/>
                  <a:gd name="T4" fmla="*/ 1250 w 4499"/>
                  <a:gd name="T5" fmla="*/ 369 h 1132"/>
                  <a:gd name="T6" fmla="*/ 1199 w 4499"/>
                  <a:gd name="T7" fmla="*/ 438 h 1132"/>
                  <a:gd name="T8" fmla="*/ 1172 w 4499"/>
                  <a:gd name="T9" fmla="*/ 521 h 1132"/>
                  <a:gd name="T10" fmla="*/ 1172 w 4499"/>
                  <a:gd name="T11" fmla="*/ 611 h 1132"/>
                  <a:gd name="T12" fmla="*/ 1199 w 4499"/>
                  <a:gd name="T13" fmla="*/ 693 h 1132"/>
                  <a:gd name="T14" fmla="*/ 1250 w 4499"/>
                  <a:gd name="T15" fmla="*/ 763 h 1132"/>
                  <a:gd name="T16" fmla="*/ 1318 w 4499"/>
                  <a:gd name="T17" fmla="*/ 814 h 1132"/>
                  <a:gd name="T18" fmla="*/ 1402 w 4499"/>
                  <a:gd name="T19" fmla="*/ 841 h 1132"/>
                  <a:gd name="T20" fmla="*/ 1492 w 4499"/>
                  <a:gd name="T21" fmla="*/ 841 h 1132"/>
                  <a:gd name="T22" fmla="*/ 1574 w 4499"/>
                  <a:gd name="T23" fmla="*/ 814 h 1132"/>
                  <a:gd name="T24" fmla="*/ 1644 w 4499"/>
                  <a:gd name="T25" fmla="*/ 763 h 1132"/>
                  <a:gd name="T26" fmla="*/ 1695 w 4499"/>
                  <a:gd name="T27" fmla="*/ 693 h 1132"/>
                  <a:gd name="T28" fmla="*/ 1722 w 4499"/>
                  <a:gd name="T29" fmla="*/ 611 h 1132"/>
                  <a:gd name="T30" fmla="*/ 1722 w 4499"/>
                  <a:gd name="T31" fmla="*/ 521 h 1132"/>
                  <a:gd name="T32" fmla="*/ 1695 w 4499"/>
                  <a:gd name="T33" fmla="*/ 438 h 1132"/>
                  <a:gd name="T34" fmla="*/ 1644 w 4499"/>
                  <a:gd name="T35" fmla="*/ 369 h 1132"/>
                  <a:gd name="T36" fmla="*/ 1574 w 4499"/>
                  <a:gd name="T37" fmla="*/ 319 h 1132"/>
                  <a:gd name="T38" fmla="*/ 1492 w 4499"/>
                  <a:gd name="T39" fmla="*/ 291 h 1132"/>
                  <a:gd name="T40" fmla="*/ 1447 w 4499"/>
                  <a:gd name="T41" fmla="*/ 0 h 1132"/>
                  <a:gd name="T42" fmla="*/ 1574 w 4499"/>
                  <a:gd name="T43" fmla="*/ 14 h 1132"/>
                  <a:gd name="T44" fmla="*/ 1692 w 4499"/>
                  <a:gd name="T45" fmla="*/ 55 h 1132"/>
                  <a:gd name="T46" fmla="*/ 1796 w 4499"/>
                  <a:gd name="T47" fmla="*/ 120 h 1132"/>
                  <a:gd name="T48" fmla="*/ 1884 w 4499"/>
                  <a:gd name="T49" fmla="*/ 205 h 1132"/>
                  <a:gd name="T50" fmla="*/ 1951 w 4499"/>
                  <a:gd name="T51" fmla="*/ 306 h 1132"/>
                  <a:gd name="T52" fmla="*/ 1996 w 4499"/>
                  <a:gd name="T53" fmla="*/ 423 h 1132"/>
                  <a:gd name="T54" fmla="*/ 4388 w 4499"/>
                  <a:gd name="T55" fmla="*/ 425 h 1132"/>
                  <a:gd name="T56" fmla="*/ 4444 w 4499"/>
                  <a:gd name="T57" fmla="*/ 454 h 1132"/>
                  <a:gd name="T58" fmla="*/ 4484 w 4499"/>
                  <a:gd name="T59" fmla="*/ 503 h 1132"/>
                  <a:gd name="T60" fmla="*/ 4499 w 4499"/>
                  <a:gd name="T61" fmla="*/ 566 h 1132"/>
                  <a:gd name="T62" fmla="*/ 4484 w 4499"/>
                  <a:gd name="T63" fmla="*/ 629 h 1132"/>
                  <a:gd name="T64" fmla="*/ 4444 w 4499"/>
                  <a:gd name="T65" fmla="*/ 678 h 1132"/>
                  <a:gd name="T66" fmla="*/ 4388 w 4499"/>
                  <a:gd name="T67" fmla="*/ 707 h 1132"/>
                  <a:gd name="T68" fmla="*/ 1996 w 4499"/>
                  <a:gd name="T69" fmla="*/ 710 h 1132"/>
                  <a:gd name="T70" fmla="*/ 1951 w 4499"/>
                  <a:gd name="T71" fmla="*/ 826 h 1132"/>
                  <a:gd name="T72" fmla="*/ 1884 w 4499"/>
                  <a:gd name="T73" fmla="*/ 927 h 1132"/>
                  <a:gd name="T74" fmla="*/ 1796 w 4499"/>
                  <a:gd name="T75" fmla="*/ 1012 h 1132"/>
                  <a:gd name="T76" fmla="*/ 1692 w 4499"/>
                  <a:gd name="T77" fmla="*/ 1078 h 1132"/>
                  <a:gd name="T78" fmla="*/ 1574 w 4499"/>
                  <a:gd name="T79" fmla="*/ 1119 h 1132"/>
                  <a:gd name="T80" fmla="*/ 1447 w 4499"/>
                  <a:gd name="T81" fmla="*/ 1132 h 1132"/>
                  <a:gd name="T82" fmla="*/ 1320 w 4499"/>
                  <a:gd name="T83" fmla="*/ 1119 h 1132"/>
                  <a:gd name="T84" fmla="*/ 1202 w 4499"/>
                  <a:gd name="T85" fmla="*/ 1078 h 1132"/>
                  <a:gd name="T86" fmla="*/ 1098 w 4499"/>
                  <a:gd name="T87" fmla="*/ 1012 h 1132"/>
                  <a:gd name="T88" fmla="*/ 1010 w 4499"/>
                  <a:gd name="T89" fmla="*/ 927 h 1132"/>
                  <a:gd name="T90" fmla="*/ 943 w 4499"/>
                  <a:gd name="T91" fmla="*/ 826 h 1132"/>
                  <a:gd name="T92" fmla="*/ 898 w 4499"/>
                  <a:gd name="T93" fmla="*/ 710 h 1132"/>
                  <a:gd name="T94" fmla="*/ 111 w 4499"/>
                  <a:gd name="T95" fmla="*/ 707 h 1132"/>
                  <a:gd name="T96" fmla="*/ 53 w 4499"/>
                  <a:gd name="T97" fmla="*/ 678 h 1132"/>
                  <a:gd name="T98" fmla="*/ 15 w 4499"/>
                  <a:gd name="T99" fmla="*/ 629 h 1132"/>
                  <a:gd name="T100" fmla="*/ 0 w 4499"/>
                  <a:gd name="T101" fmla="*/ 566 h 1132"/>
                  <a:gd name="T102" fmla="*/ 15 w 4499"/>
                  <a:gd name="T103" fmla="*/ 503 h 1132"/>
                  <a:gd name="T104" fmla="*/ 53 w 4499"/>
                  <a:gd name="T105" fmla="*/ 454 h 1132"/>
                  <a:gd name="T106" fmla="*/ 111 w 4499"/>
                  <a:gd name="T107" fmla="*/ 425 h 1132"/>
                  <a:gd name="T108" fmla="*/ 898 w 4499"/>
                  <a:gd name="T109" fmla="*/ 423 h 1132"/>
                  <a:gd name="T110" fmla="*/ 943 w 4499"/>
                  <a:gd name="T111" fmla="*/ 306 h 1132"/>
                  <a:gd name="T112" fmla="*/ 1010 w 4499"/>
                  <a:gd name="T113" fmla="*/ 205 h 1132"/>
                  <a:gd name="T114" fmla="*/ 1098 w 4499"/>
                  <a:gd name="T115" fmla="*/ 120 h 1132"/>
                  <a:gd name="T116" fmla="*/ 1202 w 4499"/>
                  <a:gd name="T117" fmla="*/ 55 h 1132"/>
                  <a:gd name="T118" fmla="*/ 1320 w 4499"/>
                  <a:gd name="T119" fmla="*/ 14 h 1132"/>
                  <a:gd name="T120" fmla="*/ 1447 w 4499"/>
                  <a:gd name="T121" fmla="*/ 0 h 1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4499" h="1132">
                    <a:moveTo>
                      <a:pt x="1447" y="287"/>
                    </a:moveTo>
                    <a:lnTo>
                      <a:pt x="1402" y="291"/>
                    </a:lnTo>
                    <a:lnTo>
                      <a:pt x="1360" y="302"/>
                    </a:lnTo>
                    <a:lnTo>
                      <a:pt x="1318" y="319"/>
                    </a:lnTo>
                    <a:lnTo>
                      <a:pt x="1283" y="342"/>
                    </a:lnTo>
                    <a:lnTo>
                      <a:pt x="1250" y="369"/>
                    </a:lnTo>
                    <a:lnTo>
                      <a:pt x="1223" y="402"/>
                    </a:lnTo>
                    <a:lnTo>
                      <a:pt x="1199" y="438"/>
                    </a:lnTo>
                    <a:lnTo>
                      <a:pt x="1183" y="479"/>
                    </a:lnTo>
                    <a:lnTo>
                      <a:pt x="1172" y="521"/>
                    </a:lnTo>
                    <a:lnTo>
                      <a:pt x="1168" y="566"/>
                    </a:lnTo>
                    <a:lnTo>
                      <a:pt x="1172" y="611"/>
                    </a:lnTo>
                    <a:lnTo>
                      <a:pt x="1183" y="654"/>
                    </a:lnTo>
                    <a:lnTo>
                      <a:pt x="1199" y="693"/>
                    </a:lnTo>
                    <a:lnTo>
                      <a:pt x="1223" y="730"/>
                    </a:lnTo>
                    <a:lnTo>
                      <a:pt x="1250" y="763"/>
                    </a:lnTo>
                    <a:lnTo>
                      <a:pt x="1283" y="791"/>
                    </a:lnTo>
                    <a:lnTo>
                      <a:pt x="1318" y="814"/>
                    </a:lnTo>
                    <a:lnTo>
                      <a:pt x="1360" y="830"/>
                    </a:lnTo>
                    <a:lnTo>
                      <a:pt x="1402" y="841"/>
                    </a:lnTo>
                    <a:lnTo>
                      <a:pt x="1447" y="845"/>
                    </a:lnTo>
                    <a:lnTo>
                      <a:pt x="1492" y="841"/>
                    </a:lnTo>
                    <a:lnTo>
                      <a:pt x="1535" y="830"/>
                    </a:lnTo>
                    <a:lnTo>
                      <a:pt x="1574" y="814"/>
                    </a:lnTo>
                    <a:lnTo>
                      <a:pt x="1611" y="791"/>
                    </a:lnTo>
                    <a:lnTo>
                      <a:pt x="1644" y="763"/>
                    </a:lnTo>
                    <a:lnTo>
                      <a:pt x="1672" y="730"/>
                    </a:lnTo>
                    <a:lnTo>
                      <a:pt x="1695" y="693"/>
                    </a:lnTo>
                    <a:lnTo>
                      <a:pt x="1711" y="654"/>
                    </a:lnTo>
                    <a:lnTo>
                      <a:pt x="1722" y="611"/>
                    </a:lnTo>
                    <a:lnTo>
                      <a:pt x="1726" y="566"/>
                    </a:lnTo>
                    <a:lnTo>
                      <a:pt x="1722" y="521"/>
                    </a:lnTo>
                    <a:lnTo>
                      <a:pt x="1711" y="479"/>
                    </a:lnTo>
                    <a:lnTo>
                      <a:pt x="1695" y="438"/>
                    </a:lnTo>
                    <a:lnTo>
                      <a:pt x="1672" y="402"/>
                    </a:lnTo>
                    <a:lnTo>
                      <a:pt x="1644" y="369"/>
                    </a:lnTo>
                    <a:lnTo>
                      <a:pt x="1611" y="342"/>
                    </a:lnTo>
                    <a:lnTo>
                      <a:pt x="1574" y="319"/>
                    </a:lnTo>
                    <a:lnTo>
                      <a:pt x="1535" y="302"/>
                    </a:lnTo>
                    <a:lnTo>
                      <a:pt x="1492" y="291"/>
                    </a:lnTo>
                    <a:lnTo>
                      <a:pt x="1447" y="287"/>
                    </a:lnTo>
                    <a:close/>
                    <a:moveTo>
                      <a:pt x="1447" y="0"/>
                    </a:moveTo>
                    <a:lnTo>
                      <a:pt x="1511" y="3"/>
                    </a:lnTo>
                    <a:lnTo>
                      <a:pt x="1574" y="14"/>
                    </a:lnTo>
                    <a:lnTo>
                      <a:pt x="1635" y="32"/>
                    </a:lnTo>
                    <a:lnTo>
                      <a:pt x="1692" y="55"/>
                    </a:lnTo>
                    <a:lnTo>
                      <a:pt x="1746" y="85"/>
                    </a:lnTo>
                    <a:lnTo>
                      <a:pt x="1796" y="120"/>
                    </a:lnTo>
                    <a:lnTo>
                      <a:pt x="1841" y="160"/>
                    </a:lnTo>
                    <a:lnTo>
                      <a:pt x="1884" y="205"/>
                    </a:lnTo>
                    <a:lnTo>
                      <a:pt x="1919" y="253"/>
                    </a:lnTo>
                    <a:lnTo>
                      <a:pt x="1951" y="306"/>
                    </a:lnTo>
                    <a:lnTo>
                      <a:pt x="1977" y="362"/>
                    </a:lnTo>
                    <a:lnTo>
                      <a:pt x="1996" y="423"/>
                    </a:lnTo>
                    <a:lnTo>
                      <a:pt x="4355" y="423"/>
                    </a:lnTo>
                    <a:lnTo>
                      <a:pt x="4388" y="425"/>
                    </a:lnTo>
                    <a:lnTo>
                      <a:pt x="4418" y="436"/>
                    </a:lnTo>
                    <a:lnTo>
                      <a:pt x="4444" y="454"/>
                    </a:lnTo>
                    <a:lnTo>
                      <a:pt x="4467" y="476"/>
                    </a:lnTo>
                    <a:lnTo>
                      <a:pt x="4484" y="503"/>
                    </a:lnTo>
                    <a:lnTo>
                      <a:pt x="4495" y="533"/>
                    </a:lnTo>
                    <a:lnTo>
                      <a:pt x="4499" y="566"/>
                    </a:lnTo>
                    <a:lnTo>
                      <a:pt x="4495" y="599"/>
                    </a:lnTo>
                    <a:lnTo>
                      <a:pt x="4484" y="629"/>
                    </a:lnTo>
                    <a:lnTo>
                      <a:pt x="4467" y="656"/>
                    </a:lnTo>
                    <a:lnTo>
                      <a:pt x="4444" y="678"/>
                    </a:lnTo>
                    <a:lnTo>
                      <a:pt x="4418" y="696"/>
                    </a:lnTo>
                    <a:lnTo>
                      <a:pt x="4388" y="707"/>
                    </a:lnTo>
                    <a:lnTo>
                      <a:pt x="4355" y="710"/>
                    </a:lnTo>
                    <a:lnTo>
                      <a:pt x="1996" y="710"/>
                    </a:lnTo>
                    <a:lnTo>
                      <a:pt x="1977" y="770"/>
                    </a:lnTo>
                    <a:lnTo>
                      <a:pt x="1951" y="826"/>
                    </a:lnTo>
                    <a:lnTo>
                      <a:pt x="1919" y="879"/>
                    </a:lnTo>
                    <a:lnTo>
                      <a:pt x="1884" y="927"/>
                    </a:lnTo>
                    <a:lnTo>
                      <a:pt x="1841" y="972"/>
                    </a:lnTo>
                    <a:lnTo>
                      <a:pt x="1796" y="1012"/>
                    </a:lnTo>
                    <a:lnTo>
                      <a:pt x="1746" y="1048"/>
                    </a:lnTo>
                    <a:lnTo>
                      <a:pt x="1692" y="1078"/>
                    </a:lnTo>
                    <a:lnTo>
                      <a:pt x="1635" y="1101"/>
                    </a:lnTo>
                    <a:lnTo>
                      <a:pt x="1574" y="1119"/>
                    </a:lnTo>
                    <a:lnTo>
                      <a:pt x="1511" y="1130"/>
                    </a:lnTo>
                    <a:lnTo>
                      <a:pt x="1447" y="1132"/>
                    </a:lnTo>
                    <a:lnTo>
                      <a:pt x="1383" y="1130"/>
                    </a:lnTo>
                    <a:lnTo>
                      <a:pt x="1320" y="1119"/>
                    </a:lnTo>
                    <a:lnTo>
                      <a:pt x="1260" y="1101"/>
                    </a:lnTo>
                    <a:lnTo>
                      <a:pt x="1202" y="1078"/>
                    </a:lnTo>
                    <a:lnTo>
                      <a:pt x="1149" y="1048"/>
                    </a:lnTo>
                    <a:lnTo>
                      <a:pt x="1098" y="1012"/>
                    </a:lnTo>
                    <a:lnTo>
                      <a:pt x="1053" y="972"/>
                    </a:lnTo>
                    <a:lnTo>
                      <a:pt x="1010" y="927"/>
                    </a:lnTo>
                    <a:lnTo>
                      <a:pt x="975" y="879"/>
                    </a:lnTo>
                    <a:lnTo>
                      <a:pt x="943" y="826"/>
                    </a:lnTo>
                    <a:lnTo>
                      <a:pt x="917" y="770"/>
                    </a:lnTo>
                    <a:lnTo>
                      <a:pt x="898" y="710"/>
                    </a:lnTo>
                    <a:lnTo>
                      <a:pt x="144" y="710"/>
                    </a:lnTo>
                    <a:lnTo>
                      <a:pt x="111" y="707"/>
                    </a:lnTo>
                    <a:lnTo>
                      <a:pt x="81" y="696"/>
                    </a:lnTo>
                    <a:lnTo>
                      <a:pt x="53" y="678"/>
                    </a:lnTo>
                    <a:lnTo>
                      <a:pt x="31" y="656"/>
                    </a:lnTo>
                    <a:lnTo>
                      <a:pt x="15" y="629"/>
                    </a:lnTo>
                    <a:lnTo>
                      <a:pt x="4" y="599"/>
                    </a:lnTo>
                    <a:lnTo>
                      <a:pt x="0" y="566"/>
                    </a:lnTo>
                    <a:lnTo>
                      <a:pt x="4" y="533"/>
                    </a:lnTo>
                    <a:lnTo>
                      <a:pt x="15" y="503"/>
                    </a:lnTo>
                    <a:lnTo>
                      <a:pt x="31" y="476"/>
                    </a:lnTo>
                    <a:lnTo>
                      <a:pt x="53" y="454"/>
                    </a:lnTo>
                    <a:lnTo>
                      <a:pt x="81" y="436"/>
                    </a:lnTo>
                    <a:lnTo>
                      <a:pt x="111" y="425"/>
                    </a:lnTo>
                    <a:lnTo>
                      <a:pt x="144" y="423"/>
                    </a:lnTo>
                    <a:lnTo>
                      <a:pt x="898" y="423"/>
                    </a:lnTo>
                    <a:lnTo>
                      <a:pt x="917" y="362"/>
                    </a:lnTo>
                    <a:lnTo>
                      <a:pt x="943" y="306"/>
                    </a:lnTo>
                    <a:lnTo>
                      <a:pt x="975" y="253"/>
                    </a:lnTo>
                    <a:lnTo>
                      <a:pt x="1010" y="205"/>
                    </a:lnTo>
                    <a:lnTo>
                      <a:pt x="1051" y="160"/>
                    </a:lnTo>
                    <a:lnTo>
                      <a:pt x="1098" y="120"/>
                    </a:lnTo>
                    <a:lnTo>
                      <a:pt x="1149" y="85"/>
                    </a:lnTo>
                    <a:lnTo>
                      <a:pt x="1202" y="55"/>
                    </a:lnTo>
                    <a:lnTo>
                      <a:pt x="1260" y="32"/>
                    </a:lnTo>
                    <a:lnTo>
                      <a:pt x="1320" y="14"/>
                    </a:lnTo>
                    <a:lnTo>
                      <a:pt x="1383" y="3"/>
                    </a:lnTo>
                    <a:lnTo>
                      <a:pt x="144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65" name="Freeform 18"/>
            <p:cNvSpPr>
              <a:spLocks noEditPoints="1"/>
            </p:cNvSpPr>
            <p:nvPr/>
          </p:nvSpPr>
          <p:spPr bwMode="auto">
            <a:xfrm>
              <a:off x="1996606" y="3462325"/>
              <a:ext cx="567988" cy="591432"/>
            </a:xfrm>
            <a:custGeom>
              <a:avLst/>
              <a:gdLst>
                <a:gd name="T0" fmla="*/ 1715 w 3197"/>
                <a:gd name="T1" fmla="*/ 3067 h 3329"/>
                <a:gd name="T2" fmla="*/ 1631 w 3197"/>
                <a:gd name="T3" fmla="*/ 3302 h 3329"/>
                <a:gd name="T4" fmla="*/ 1385 w 3197"/>
                <a:gd name="T5" fmla="*/ 3259 h 3329"/>
                <a:gd name="T6" fmla="*/ 1385 w 3197"/>
                <a:gd name="T7" fmla="*/ 3009 h 3329"/>
                <a:gd name="T8" fmla="*/ 892 w 3197"/>
                <a:gd name="T9" fmla="*/ 2784 h 3329"/>
                <a:gd name="T10" fmla="*/ 1005 w 3197"/>
                <a:gd name="T11" fmla="*/ 2954 h 3329"/>
                <a:gd name="T12" fmla="*/ 876 w 3197"/>
                <a:gd name="T13" fmla="*/ 3113 h 3329"/>
                <a:gd name="T14" fmla="*/ 686 w 3197"/>
                <a:gd name="T15" fmla="*/ 3039 h 3329"/>
                <a:gd name="T16" fmla="*/ 698 w 3197"/>
                <a:gd name="T17" fmla="*/ 2837 h 3329"/>
                <a:gd name="T18" fmla="*/ 2276 w 3197"/>
                <a:gd name="T19" fmla="*/ 2733 h 3329"/>
                <a:gd name="T20" fmla="*/ 2447 w 3197"/>
                <a:gd name="T21" fmla="*/ 2896 h 3329"/>
                <a:gd name="T22" fmla="*/ 2370 w 3197"/>
                <a:gd name="T23" fmla="*/ 3115 h 3329"/>
                <a:gd name="T24" fmla="*/ 2138 w 3197"/>
                <a:gd name="T25" fmla="*/ 3138 h 3329"/>
                <a:gd name="T26" fmla="*/ 2020 w 3197"/>
                <a:gd name="T27" fmla="*/ 2935 h 3329"/>
                <a:gd name="T28" fmla="*/ 2156 w 3197"/>
                <a:gd name="T29" fmla="*/ 2744 h 3329"/>
                <a:gd name="T30" fmla="*/ 414 w 3197"/>
                <a:gd name="T31" fmla="*/ 2315 h 3329"/>
                <a:gd name="T32" fmla="*/ 449 w 3197"/>
                <a:gd name="T33" fmla="*/ 2506 h 3329"/>
                <a:gd name="T34" fmla="*/ 266 w 3197"/>
                <a:gd name="T35" fmla="*/ 2574 h 3329"/>
                <a:gd name="T36" fmla="*/ 169 w 3197"/>
                <a:gd name="T37" fmla="*/ 2405 h 3329"/>
                <a:gd name="T38" fmla="*/ 318 w 3197"/>
                <a:gd name="T39" fmla="*/ 2280 h 3329"/>
                <a:gd name="T40" fmla="*/ 2944 w 3197"/>
                <a:gd name="T41" fmla="*/ 2295 h 3329"/>
                <a:gd name="T42" fmla="*/ 2955 w 3197"/>
                <a:gd name="T43" fmla="*/ 2551 h 3329"/>
                <a:gd name="T44" fmla="*/ 2729 w 3197"/>
                <a:gd name="T45" fmla="*/ 2668 h 3329"/>
                <a:gd name="T46" fmla="*/ 2525 w 3197"/>
                <a:gd name="T47" fmla="*/ 2509 h 3329"/>
                <a:gd name="T48" fmla="*/ 2587 w 3197"/>
                <a:gd name="T49" fmla="*/ 2258 h 3329"/>
                <a:gd name="T50" fmla="*/ 180 w 3197"/>
                <a:gd name="T51" fmla="*/ 1610 h 3329"/>
                <a:gd name="T52" fmla="*/ 249 w 3197"/>
                <a:gd name="T53" fmla="*/ 1780 h 3329"/>
                <a:gd name="T54" fmla="*/ 79 w 3197"/>
                <a:gd name="T55" fmla="*/ 1849 h 3329"/>
                <a:gd name="T56" fmla="*/ 10 w 3197"/>
                <a:gd name="T57" fmla="*/ 1679 h 3329"/>
                <a:gd name="T58" fmla="*/ 2976 w 3197"/>
                <a:gd name="T59" fmla="*/ 1473 h 3329"/>
                <a:gd name="T60" fmla="*/ 3186 w 3197"/>
                <a:gd name="T61" fmla="*/ 1654 h 3329"/>
                <a:gd name="T62" fmla="*/ 3108 w 3197"/>
                <a:gd name="T63" fmla="*/ 1925 h 3329"/>
                <a:gd name="T64" fmla="*/ 2828 w 3197"/>
                <a:gd name="T65" fmla="*/ 1964 h 3329"/>
                <a:gd name="T66" fmla="*/ 2679 w 3197"/>
                <a:gd name="T67" fmla="*/ 1729 h 3329"/>
                <a:gd name="T68" fmla="*/ 2828 w 3197"/>
                <a:gd name="T69" fmla="*/ 1494 h 3329"/>
                <a:gd name="T70" fmla="*/ 389 w 3197"/>
                <a:gd name="T71" fmla="*/ 946 h 3329"/>
                <a:gd name="T72" fmla="*/ 398 w 3197"/>
                <a:gd name="T73" fmla="*/ 1098 h 3329"/>
                <a:gd name="T74" fmla="*/ 246 w 3197"/>
                <a:gd name="T75" fmla="*/ 1107 h 3329"/>
                <a:gd name="T76" fmla="*/ 237 w 3197"/>
                <a:gd name="T77" fmla="*/ 955 h 3329"/>
                <a:gd name="T78" fmla="*/ 840 w 3197"/>
                <a:gd name="T79" fmla="*/ 2255 h 3329"/>
                <a:gd name="T80" fmla="*/ 2889 w 3197"/>
                <a:gd name="T81" fmla="*/ 783 h 3329"/>
                <a:gd name="T82" fmla="*/ 3031 w 3197"/>
                <a:gd name="T83" fmla="*/ 1028 h 3329"/>
                <a:gd name="T84" fmla="*/ 2890 w 3197"/>
                <a:gd name="T85" fmla="*/ 1270 h 3329"/>
                <a:gd name="T86" fmla="*/ 2611 w 3197"/>
                <a:gd name="T87" fmla="*/ 1271 h 3329"/>
                <a:gd name="T88" fmla="*/ 2469 w 3197"/>
                <a:gd name="T89" fmla="*/ 1025 h 3329"/>
                <a:gd name="T90" fmla="*/ 2609 w 3197"/>
                <a:gd name="T91" fmla="*/ 784 h 3329"/>
                <a:gd name="T92" fmla="*/ 880 w 3197"/>
                <a:gd name="T93" fmla="*/ 441 h 3329"/>
                <a:gd name="T94" fmla="*/ 891 w 3197"/>
                <a:gd name="T95" fmla="*/ 575 h 3329"/>
                <a:gd name="T96" fmla="*/ 756 w 3197"/>
                <a:gd name="T97" fmla="*/ 556 h 3329"/>
                <a:gd name="T98" fmla="*/ 806 w 3197"/>
                <a:gd name="T99" fmla="*/ 430 h 3329"/>
                <a:gd name="T100" fmla="*/ 2447 w 3197"/>
                <a:gd name="T101" fmla="*/ 296 h 3329"/>
                <a:gd name="T102" fmla="*/ 2535 w 3197"/>
                <a:gd name="T103" fmla="*/ 559 h 3329"/>
                <a:gd name="T104" fmla="*/ 2365 w 3197"/>
                <a:gd name="T105" fmla="*/ 786 h 3329"/>
                <a:gd name="T106" fmla="*/ 2084 w 3197"/>
                <a:gd name="T107" fmla="*/ 775 h 3329"/>
                <a:gd name="T108" fmla="*/ 1934 w 3197"/>
                <a:gd name="T109" fmla="*/ 538 h 3329"/>
                <a:gd name="T110" fmla="*/ 2046 w 3197"/>
                <a:gd name="T111" fmla="*/ 277 h 3329"/>
                <a:gd name="T112" fmla="*/ 1533 w 3197"/>
                <a:gd name="T113" fmla="*/ 0 h 3329"/>
                <a:gd name="T114" fmla="*/ 1814 w 3197"/>
                <a:gd name="T115" fmla="*/ 161 h 3329"/>
                <a:gd name="T116" fmla="*/ 1814 w 3197"/>
                <a:gd name="T117" fmla="*/ 488 h 3329"/>
                <a:gd name="T118" fmla="*/ 1533 w 3197"/>
                <a:gd name="T119" fmla="*/ 648 h 3329"/>
                <a:gd name="T120" fmla="*/ 1254 w 3197"/>
                <a:gd name="T121" fmla="*/ 488 h 3329"/>
                <a:gd name="T122" fmla="*/ 1254 w 3197"/>
                <a:gd name="T123" fmla="*/ 161 h 3329"/>
                <a:gd name="T124" fmla="*/ 1533 w 3197"/>
                <a:gd name="T125" fmla="*/ 0 h 3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197" h="3329">
                  <a:moveTo>
                    <a:pt x="1533" y="2939"/>
                  </a:moveTo>
                  <a:lnTo>
                    <a:pt x="1569" y="2943"/>
                  </a:lnTo>
                  <a:lnTo>
                    <a:pt x="1601" y="2952"/>
                  </a:lnTo>
                  <a:lnTo>
                    <a:pt x="1631" y="2966"/>
                  </a:lnTo>
                  <a:lnTo>
                    <a:pt x="1659" y="2985"/>
                  </a:lnTo>
                  <a:lnTo>
                    <a:pt x="1682" y="3009"/>
                  </a:lnTo>
                  <a:lnTo>
                    <a:pt x="1701" y="3036"/>
                  </a:lnTo>
                  <a:lnTo>
                    <a:pt x="1715" y="3067"/>
                  </a:lnTo>
                  <a:lnTo>
                    <a:pt x="1725" y="3099"/>
                  </a:lnTo>
                  <a:lnTo>
                    <a:pt x="1729" y="3134"/>
                  </a:lnTo>
                  <a:lnTo>
                    <a:pt x="1725" y="3169"/>
                  </a:lnTo>
                  <a:lnTo>
                    <a:pt x="1715" y="3202"/>
                  </a:lnTo>
                  <a:lnTo>
                    <a:pt x="1701" y="3233"/>
                  </a:lnTo>
                  <a:lnTo>
                    <a:pt x="1682" y="3259"/>
                  </a:lnTo>
                  <a:lnTo>
                    <a:pt x="1659" y="3282"/>
                  </a:lnTo>
                  <a:lnTo>
                    <a:pt x="1631" y="3302"/>
                  </a:lnTo>
                  <a:lnTo>
                    <a:pt x="1601" y="3317"/>
                  </a:lnTo>
                  <a:lnTo>
                    <a:pt x="1569" y="3326"/>
                  </a:lnTo>
                  <a:lnTo>
                    <a:pt x="1533" y="3329"/>
                  </a:lnTo>
                  <a:lnTo>
                    <a:pt x="1499" y="3326"/>
                  </a:lnTo>
                  <a:lnTo>
                    <a:pt x="1465" y="3317"/>
                  </a:lnTo>
                  <a:lnTo>
                    <a:pt x="1435" y="3302"/>
                  </a:lnTo>
                  <a:lnTo>
                    <a:pt x="1409" y="3282"/>
                  </a:lnTo>
                  <a:lnTo>
                    <a:pt x="1385" y="3259"/>
                  </a:lnTo>
                  <a:lnTo>
                    <a:pt x="1366" y="3233"/>
                  </a:lnTo>
                  <a:lnTo>
                    <a:pt x="1351" y="3202"/>
                  </a:lnTo>
                  <a:lnTo>
                    <a:pt x="1342" y="3169"/>
                  </a:lnTo>
                  <a:lnTo>
                    <a:pt x="1339" y="3134"/>
                  </a:lnTo>
                  <a:lnTo>
                    <a:pt x="1342" y="3099"/>
                  </a:lnTo>
                  <a:lnTo>
                    <a:pt x="1351" y="3067"/>
                  </a:lnTo>
                  <a:lnTo>
                    <a:pt x="1366" y="3036"/>
                  </a:lnTo>
                  <a:lnTo>
                    <a:pt x="1385" y="3009"/>
                  </a:lnTo>
                  <a:lnTo>
                    <a:pt x="1409" y="2985"/>
                  </a:lnTo>
                  <a:lnTo>
                    <a:pt x="1435" y="2966"/>
                  </a:lnTo>
                  <a:lnTo>
                    <a:pt x="1465" y="2952"/>
                  </a:lnTo>
                  <a:lnTo>
                    <a:pt x="1499" y="2943"/>
                  </a:lnTo>
                  <a:lnTo>
                    <a:pt x="1533" y="2939"/>
                  </a:lnTo>
                  <a:close/>
                  <a:moveTo>
                    <a:pt x="840" y="2773"/>
                  </a:moveTo>
                  <a:lnTo>
                    <a:pt x="866" y="2777"/>
                  </a:lnTo>
                  <a:lnTo>
                    <a:pt x="892" y="2784"/>
                  </a:lnTo>
                  <a:lnTo>
                    <a:pt x="918" y="2796"/>
                  </a:lnTo>
                  <a:lnTo>
                    <a:pt x="941" y="2812"/>
                  </a:lnTo>
                  <a:lnTo>
                    <a:pt x="961" y="2831"/>
                  </a:lnTo>
                  <a:lnTo>
                    <a:pt x="977" y="2853"/>
                  </a:lnTo>
                  <a:lnTo>
                    <a:pt x="989" y="2876"/>
                  </a:lnTo>
                  <a:lnTo>
                    <a:pt x="998" y="2901"/>
                  </a:lnTo>
                  <a:lnTo>
                    <a:pt x="1004" y="2927"/>
                  </a:lnTo>
                  <a:lnTo>
                    <a:pt x="1005" y="2954"/>
                  </a:lnTo>
                  <a:lnTo>
                    <a:pt x="1001" y="2980"/>
                  </a:lnTo>
                  <a:lnTo>
                    <a:pt x="993" y="3007"/>
                  </a:lnTo>
                  <a:lnTo>
                    <a:pt x="981" y="3032"/>
                  </a:lnTo>
                  <a:lnTo>
                    <a:pt x="965" y="3055"/>
                  </a:lnTo>
                  <a:lnTo>
                    <a:pt x="947" y="3075"/>
                  </a:lnTo>
                  <a:lnTo>
                    <a:pt x="925" y="3091"/>
                  </a:lnTo>
                  <a:lnTo>
                    <a:pt x="901" y="3104"/>
                  </a:lnTo>
                  <a:lnTo>
                    <a:pt x="876" y="3113"/>
                  </a:lnTo>
                  <a:lnTo>
                    <a:pt x="851" y="3117"/>
                  </a:lnTo>
                  <a:lnTo>
                    <a:pt x="823" y="3118"/>
                  </a:lnTo>
                  <a:lnTo>
                    <a:pt x="797" y="3115"/>
                  </a:lnTo>
                  <a:lnTo>
                    <a:pt x="771" y="3107"/>
                  </a:lnTo>
                  <a:lnTo>
                    <a:pt x="745" y="3095"/>
                  </a:lnTo>
                  <a:lnTo>
                    <a:pt x="722" y="3080"/>
                  </a:lnTo>
                  <a:lnTo>
                    <a:pt x="702" y="3060"/>
                  </a:lnTo>
                  <a:lnTo>
                    <a:pt x="686" y="3039"/>
                  </a:lnTo>
                  <a:lnTo>
                    <a:pt x="673" y="3016"/>
                  </a:lnTo>
                  <a:lnTo>
                    <a:pt x="664" y="2991"/>
                  </a:lnTo>
                  <a:lnTo>
                    <a:pt x="659" y="2964"/>
                  </a:lnTo>
                  <a:lnTo>
                    <a:pt x="659" y="2938"/>
                  </a:lnTo>
                  <a:lnTo>
                    <a:pt x="662" y="2912"/>
                  </a:lnTo>
                  <a:lnTo>
                    <a:pt x="669" y="2885"/>
                  </a:lnTo>
                  <a:lnTo>
                    <a:pt x="682" y="2860"/>
                  </a:lnTo>
                  <a:lnTo>
                    <a:pt x="698" y="2837"/>
                  </a:lnTo>
                  <a:lnTo>
                    <a:pt x="717" y="2816"/>
                  </a:lnTo>
                  <a:lnTo>
                    <a:pt x="738" y="2800"/>
                  </a:lnTo>
                  <a:lnTo>
                    <a:pt x="762" y="2788"/>
                  </a:lnTo>
                  <a:lnTo>
                    <a:pt x="787" y="2779"/>
                  </a:lnTo>
                  <a:lnTo>
                    <a:pt x="813" y="2774"/>
                  </a:lnTo>
                  <a:lnTo>
                    <a:pt x="840" y="2773"/>
                  </a:lnTo>
                  <a:close/>
                  <a:moveTo>
                    <a:pt x="2247" y="2730"/>
                  </a:moveTo>
                  <a:lnTo>
                    <a:pt x="2276" y="2733"/>
                  </a:lnTo>
                  <a:lnTo>
                    <a:pt x="2306" y="2741"/>
                  </a:lnTo>
                  <a:lnTo>
                    <a:pt x="2334" y="2753"/>
                  </a:lnTo>
                  <a:lnTo>
                    <a:pt x="2360" y="2769"/>
                  </a:lnTo>
                  <a:lnTo>
                    <a:pt x="2384" y="2788"/>
                  </a:lnTo>
                  <a:lnTo>
                    <a:pt x="2405" y="2811"/>
                  </a:lnTo>
                  <a:lnTo>
                    <a:pt x="2423" y="2838"/>
                  </a:lnTo>
                  <a:lnTo>
                    <a:pt x="2436" y="2867"/>
                  </a:lnTo>
                  <a:lnTo>
                    <a:pt x="2447" y="2896"/>
                  </a:lnTo>
                  <a:lnTo>
                    <a:pt x="2451" y="2927"/>
                  </a:lnTo>
                  <a:lnTo>
                    <a:pt x="2452" y="2957"/>
                  </a:lnTo>
                  <a:lnTo>
                    <a:pt x="2448" y="2986"/>
                  </a:lnTo>
                  <a:lnTo>
                    <a:pt x="2440" y="3016"/>
                  </a:lnTo>
                  <a:lnTo>
                    <a:pt x="2428" y="3044"/>
                  </a:lnTo>
                  <a:lnTo>
                    <a:pt x="2412" y="3070"/>
                  </a:lnTo>
                  <a:lnTo>
                    <a:pt x="2393" y="3094"/>
                  </a:lnTo>
                  <a:lnTo>
                    <a:pt x="2370" y="3115"/>
                  </a:lnTo>
                  <a:lnTo>
                    <a:pt x="2343" y="3133"/>
                  </a:lnTo>
                  <a:lnTo>
                    <a:pt x="2315" y="3147"/>
                  </a:lnTo>
                  <a:lnTo>
                    <a:pt x="2286" y="3156"/>
                  </a:lnTo>
                  <a:lnTo>
                    <a:pt x="2255" y="3161"/>
                  </a:lnTo>
                  <a:lnTo>
                    <a:pt x="2225" y="3162"/>
                  </a:lnTo>
                  <a:lnTo>
                    <a:pt x="2194" y="3158"/>
                  </a:lnTo>
                  <a:lnTo>
                    <a:pt x="2165" y="3150"/>
                  </a:lnTo>
                  <a:lnTo>
                    <a:pt x="2138" y="3138"/>
                  </a:lnTo>
                  <a:lnTo>
                    <a:pt x="2111" y="3122"/>
                  </a:lnTo>
                  <a:lnTo>
                    <a:pt x="2088" y="3103"/>
                  </a:lnTo>
                  <a:lnTo>
                    <a:pt x="2067" y="3081"/>
                  </a:lnTo>
                  <a:lnTo>
                    <a:pt x="2049" y="3053"/>
                  </a:lnTo>
                  <a:lnTo>
                    <a:pt x="2034" y="3025"/>
                  </a:lnTo>
                  <a:lnTo>
                    <a:pt x="2025" y="2996"/>
                  </a:lnTo>
                  <a:lnTo>
                    <a:pt x="2020" y="2965"/>
                  </a:lnTo>
                  <a:lnTo>
                    <a:pt x="2020" y="2935"/>
                  </a:lnTo>
                  <a:lnTo>
                    <a:pt x="2024" y="2904"/>
                  </a:lnTo>
                  <a:lnTo>
                    <a:pt x="2031" y="2875"/>
                  </a:lnTo>
                  <a:lnTo>
                    <a:pt x="2044" y="2848"/>
                  </a:lnTo>
                  <a:lnTo>
                    <a:pt x="2059" y="2821"/>
                  </a:lnTo>
                  <a:lnTo>
                    <a:pt x="2078" y="2798"/>
                  </a:lnTo>
                  <a:lnTo>
                    <a:pt x="2101" y="2777"/>
                  </a:lnTo>
                  <a:lnTo>
                    <a:pt x="2128" y="2759"/>
                  </a:lnTo>
                  <a:lnTo>
                    <a:pt x="2156" y="2744"/>
                  </a:lnTo>
                  <a:lnTo>
                    <a:pt x="2186" y="2735"/>
                  </a:lnTo>
                  <a:lnTo>
                    <a:pt x="2217" y="2730"/>
                  </a:lnTo>
                  <a:lnTo>
                    <a:pt x="2247" y="2730"/>
                  </a:lnTo>
                  <a:close/>
                  <a:moveTo>
                    <a:pt x="318" y="2280"/>
                  </a:moveTo>
                  <a:lnTo>
                    <a:pt x="344" y="2282"/>
                  </a:lnTo>
                  <a:lnTo>
                    <a:pt x="369" y="2290"/>
                  </a:lnTo>
                  <a:lnTo>
                    <a:pt x="392" y="2301"/>
                  </a:lnTo>
                  <a:lnTo>
                    <a:pt x="414" y="2315"/>
                  </a:lnTo>
                  <a:lnTo>
                    <a:pt x="432" y="2334"/>
                  </a:lnTo>
                  <a:lnTo>
                    <a:pt x="449" y="2356"/>
                  </a:lnTo>
                  <a:lnTo>
                    <a:pt x="460" y="2381"/>
                  </a:lnTo>
                  <a:lnTo>
                    <a:pt x="467" y="2406"/>
                  </a:lnTo>
                  <a:lnTo>
                    <a:pt x="469" y="2432"/>
                  </a:lnTo>
                  <a:lnTo>
                    <a:pt x="467" y="2458"/>
                  </a:lnTo>
                  <a:lnTo>
                    <a:pt x="460" y="2483"/>
                  </a:lnTo>
                  <a:lnTo>
                    <a:pt x="449" y="2506"/>
                  </a:lnTo>
                  <a:lnTo>
                    <a:pt x="434" y="2528"/>
                  </a:lnTo>
                  <a:lnTo>
                    <a:pt x="415" y="2547"/>
                  </a:lnTo>
                  <a:lnTo>
                    <a:pt x="393" y="2562"/>
                  </a:lnTo>
                  <a:lnTo>
                    <a:pt x="369" y="2574"/>
                  </a:lnTo>
                  <a:lnTo>
                    <a:pt x="342" y="2580"/>
                  </a:lnTo>
                  <a:lnTo>
                    <a:pt x="317" y="2582"/>
                  </a:lnTo>
                  <a:lnTo>
                    <a:pt x="291" y="2580"/>
                  </a:lnTo>
                  <a:lnTo>
                    <a:pt x="266" y="2574"/>
                  </a:lnTo>
                  <a:lnTo>
                    <a:pt x="243" y="2563"/>
                  </a:lnTo>
                  <a:lnTo>
                    <a:pt x="221" y="2548"/>
                  </a:lnTo>
                  <a:lnTo>
                    <a:pt x="203" y="2530"/>
                  </a:lnTo>
                  <a:lnTo>
                    <a:pt x="186" y="2507"/>
                  </a:lnTo>
                  <a:lnTo>
                    <a:pt x="175" y="2482"/>
                  </a:lnTo>
                  <a:lnTo>
                    <a:pt x="168" y="2457"/>
                  </a:lnTo>
                  <a:lnTo>
                    <a:pt x="166" y="2430"/>
                  </a:lnTo>
                  <a:lnTo>
                    <a:pt x="169" y="2405"/>
                  </a:lnTo>
                  <a:lnTo>
                    <a:pt x="175" y="2380"/>
                  </a:lnTo>
                  <a:lnTo>
                    <a:pt x="186" y="2356"/>
                  </a:lnTo>
                  <a:lnTo>
                    <a:pt x="202" y="2335"/>
                  </a:lnTo>
                  <a:lnTo>
                    <a:pt x="220" y="2316"/>
                  </a:lnTo>
                  <a:lnTo>
                    <a:pt x="242" y="2301"/>
                  </a:lnTo>
                  <a:lnTo>
                    <a:pt x="266" y="2290"/>
                  </a:lnTo>
                  <a:lnTo>
                    <a:pt x="293" y="2282"/>
                  </a:lnTo>
                  <a:lnTo>
                    <a:pt x="318" y="2280"/>
                  </a:lnTo>
                  <a:close/>
                  <a:moveTo>
                    <a:pt x="2737" y="2194"/>
                  </a:moveTo>
                  <a:lnTo>
                    <a:pt x="2771" y="2195"/>
                  </a:lnTo>
                  <a:lnTo>
                    <a:pt x="2804" y="2200"/>
                  </a:lnTo>
                  <a:lnTo>
                    <a:pt x="2836" y="2211"/>
                  </a:lnTo>
                  <a:lnTo>
                    <a:pt x="2869" y="2226"/>
                  </a:lnTo>
                  <a:lnTo>
                    <a:pt x="2897" y="2246"/>
                  </a:lnTo>
                  <a:lnTo>
                    <a:pt x="2923" y="2269"/>
                  </a:lnTo>
                  <a:lnTo>
                    <a:pt x="2944" y="2295"/>
                  </a:lnTo>
                  <a:lnTo>
                    <a:pt x="2961" y="2324"/>
                  </a:lnTo>
                  <a:lnTo>
                    <a:pt x="2974" y="2354"/>
                  </a:lnTo>
                  <a:lnTo>
                    <a:pt x="2982" y="2386"/>
                  </a:lnTo>
                  <a:lnTo>
                    <a:pt x="2987" y="2419"/>
                  </a:lnTo>
                  <a:lnTo>
                    <a:pt x="2986" y="2453"/>
                  </a:lnTo>
                  <a:lnTo>
                    <a:pt x="2981" y="2486"/>
                  </a:lnTo>
                  <a:lnTo>
                    <a:pt x="2971" y="2518"/>
                  </a:lnTo>
                  <a:lnTo>
                    <a:pt x="2955" y="2551"/>
                  </a:lnTo>
                  <a:lnTo>
                    <a:pt x="2936" y="2579"/>
                  </a:lnTo>
                  <a:lnTo>
                    <a:pt x="2912" y="2605"/>
                  </a:lnTo>
                  <a:lnTo>
                    <a:pt x="2886" y="2626"/>
                  </a:lnTo>
                  <a:lnTo>
                    <a:pt x="2858" y="2643"/>
                  </a:lnTo>
                  <a:lnTo>
                    <a:pt x="2827" y="2656"/>
                  </a:lnTo>
                  <a:lnTo>
                    <a:pt x="2795" y="2665"/>
                  </a:lnTo>
                  <a:lnTo>
                    <a:pt x="2763" y="2669"/>
                  </a:lnTo>
                  <a:lnTo>
                    <a:pt x="2729" y="2668"/>
                  </a:lnTo>
                  <a:lnTo>
                    <a:pt x="2696" y="2663"/>
                  </a:lnTo>
                  <a:lnTo>
                    <a:pt x="2662" y="2653"/>
                  </a:lnTo>
                  <a:lnTo>
                    <a:pt x="2631" y="2637"/>
                  </a:lnTo>
                  <a:lnTo>
                    <a:pt x="2602" y="2618"/>
                  </a:lnTo>
                  <a:lnTo>
                    <a:pt x="2576" y="2594"/>
                  </a:lnTo>
                  <a:lnTo>
                    <a:pt x="2555" y="2568"/>
                  </a:lnTo>
                  <a:lnTo>
                    <a:pt x="2538" y="2540"/>
                  </a:lnTo>
                  <a:lnTo>
                    <a:pt x="2525" y="2509"/>
                  </a:lnTo>
                  <a:lnTo>
                    <a:pt x="2516" y="2477"/>
                  </a:lnTo>
                  <a:lnTo>
                    <a:pt x="2512" y="2444"/>
                  </a:lnTo>
                  <a:lnTo>
                    <a:pt x="2513" y="2410"/>
                  </a:lnTo>
                  <a:lnTo>
                    <a:pt x="2519" y="2378"/>
                  </a:lnTo>
                  <a:lnTo>
                    <a:pt x="2529" y="2344"/>
                  </a:lnTo>
                  <a:lnTo>
                    <a:pt x="2544" y="2313"/>
                  </a:lnTo>
                  <a:lnTo>
                    <a:pt x="2564" y="2283"/>
                  </a:lnTo>
                  <a:lnTo>
                    <a:pt x="2587" y="2258"/>
                  </a:lnTo>
                  <a:lnTo>
                    <a:pt x="2613" y="2237"/>
                  </a:lnTo>
                  <a:lnTo>
                    <a:pt x="2642" y="2220"/>
                  </a:lnTo>
                  <a:lnTo>
                    <a:pt x="2672" y="2206"/>
                  </a:lnTo>
                  <a:lnTo>
                    <a:pt x="2705" y="2198"/>
                  </a:lnTo>
                  <a:lnTo>
                    <a:pt x="2737" y="2194"/>
                  </a:lnTo>
                  <a:close/>
                  <a:moveTo>
                    <a:pt x="130" y="1600"/>
                  </a:moveTo>
                  <a:lnTo>
                    <a:pt x="156" y="1603"/>
                  </a:lnTo>
                  <a:lnTo>
                    <a:pt x="180" y="1610"/>
                  </a:lnTo>
                  <a:lnTo>
                    <a:pt x="202" y="1622"/>
                  </a:lnTo>
                  <a:lnTo>
                    <a:pt x="221" y="1637"/>
                  </a:lnTo>
                  <a:lnTo>
                    <a:pt x="237" y="1656"/>
                  </a:lnTo>
                  <a:lnTo>
                    <a:pt x="249" y="1679"/>
                  </a:lnTo>
                  <a:lnTo>
                    <a:pt x="256" y="1703"/>
                  </a:lnTo>
                  <a:lnTo>
                    <a:pt x="259" y="1729"/>
                  </a:lnTo>
                  <a:lnTo>
                    <a:pt x="256" y="1756"/>
                  </a:lnTo>
                  <a:lnTo>
                    <a:pt x="249" y="1780"/>
                  </a:lnTo>
                  <a:lnTo>
                    <a:pt x="237" y="1801"/>
                  </a:lnTo>
                  <a:lnTo>
                    <a:pt x="221" y="1820"/>
                  </a:lnTo>
                  <a:lnTo>
                    <a:pt x="202" y="1837"/>
                  </a:lnTo>
                  <a:lnTo>
                    <a:pt x="180" y="1849"/>
                  </a:lnTo>
                  <a:lnTo>
                    <a:pt x="156" y="1856"/>
                  </a:lnTo>
                  <a:lnTo>
                    <a:pt x="130" y="1859"/>
                  </a:lnTo>
                  <a:lnTo>
                    <a:pt x="103" y="1856"/>
                  </a:lnTo>
                  <a:lnTo>
                    <a:pt x="79" y="1849"/>
                  </a:lnTo>
                  <a:lnTo>
                    <a:pt x="57" y="1837"/>
                  </a:lnTo>
                  <a:lnTo>
                    <a:pt x="37" y="1820"/>
                  </a:lnTo>
                  <a:lnTo>
                    <a:pt x="22" y="1801"/>
                  </a:lnTo>
                  <a:lnTo>
                    <a:pt x="10" y="1780"/>
                  </a:lnTo>
                  <a:lnTo>
                    <a:pt x="2" y="1756"/>
                  </a:lnTo>
                  <a:lnTo>
                    <a:pt x="0" y="1729"/>
                  </a:lnTo>
                  <a:lnTo>
                    <a:pt x="2" y="1703"/>
                  </a:lnTo>
                  <a:lnTo>
                    <a:pt x="10" y="1679"/>
                  </a:lnTo>
                  <a:lnTo>
                    <a:pt x="22" y="1656"/>
                  </a:lnTo>
                  <a:lnTo>
                    <a:pt x="37" y="1637"/>
                  </a:lnTo>
                  <a:lnTo>
                    <a:pt x="57" y="1622"/>
                  </a:lnTo>
                  <a:lnTo>
                    <a:pt x="79" y="1610"/>
                  </a:lnTo>
                  <a:lnTo>
                    <a:pt x="103" y="1603"/>
                  </a:lnTo>
                  <a:lnTo>
                    <a:pt x="130" y="1600"/>
                  </a:lnTo>
                  <a:close/>
                  <a:moveTo>
                    <a:pt x="2938" y="1470"/>
                  </a:moveTo>
                  <a:lnTo>
                    <a:pt x="2976" y="1473"/>
                  </a:lnTo>
                  <a:lnTo>
                    <a:pt x="3013" y="1481"/>
                  </a:lnTo>
                  <a:lnTo>
                    <a:pt x="3047" y="1494"/>
                  </a:lnTo>
                  <a:lnTo>
                    <a:pt x="3079" y="1512"/>
                  </a:lnTo>
                  <a:lnTo>
                    <a:pt x="3108" y="1534"/>
                  </a:lnTo>
                  <a:lnTo>
                    <a:pt x="3133" y="1559"/>
                  </a:lnTo>
                  <a:lnTo>
                    <a:pt x="3155" y="1587"/>
                  </a:lnTo>
                  <a:lnTo>
                    <a:pt x="3173" y="1620"/>
                  </a:lnTo>
                  <a:lnTo>
                    <a:pt x="3186" y="1654"/>
                  </a:lnTo>
                  <a:lnTo>
                    <a:pt x="3194" y="1691"/>
                  </a:lnTo>
                  <a:lnTo>
                    <a:pt x="3197" y="1729"/>
                  </a:lnTo>
                  <a:lnTo>
                    <a:pt x="3194" y="1768"/>
                  </a:lnTo>
                  <a:lnTo>
                    <a:pt x="3186" y="1804"/>
                  </a:lnTo>
                  <a:lnTo>
                    <a:pt x="3173" y="1839"/>
                  </a:lnTo>
                  <a:lnTo>
                    <a:pt x="3155" y="1870"/>
                  </a:lnTo>
                  <a:lnTo>
                    <a:pt x="3133" y="1900"/>
                  </a:lnTo>
                  <a:lnTo>
                    <a:pt x="3108" y="1925"/>
                  </a:lnTo>
                  <a:lnTo>
                    <a:pt x="3079" y="1947"/>
                  </a:lnTo>
                  <a:lnTo>
                    <a:pt x="3047" y="1964"/>
                  </a:lnTo>
                  <a:lnTo>
                    <a:pt x="3013" y="1978"/>
                  </a:lnTo>
                  <a:lnTo>
                    <a:pt x="2976" y="1986"/>
                  </a:lnTo>
                  <a:lnTo>
                    <a:pt x="2938" y="1989"/>
                  </a:lnTo>
                  <a:lnTo>
                    <a:pt x="2899" y="1986"/>
                  </a:lnTo>
                  <a:lnTo>
                    <a:pt x="2863" y="1978"/>
                  </a:lnTo>
                  <a:lnTo>
                    <a:pt x="2828" y="1964"/>
                  </a:lnTo>
                  <a:lnTo>
                    <a:pt x="2797" y="1947"/>
                  </a:lnTo>
                  <a:lnTo>
                    <a:pt x="2768" y="1925"/>
                  </a:lnTo>
                  <a:lnTo>
                    <a:pt x="2742" y="1900"/>
                  </a:lnTo>
                  <a:lnTo>
                    <a:pt x="2720" y="1870"/>
                  </a:lnTo>
                  <a:lnTo>
                    <a:pt x="2703" y="1839"/>
                  </a:lnTo>
                  <a:lnTo>
                    <a:pt x="2690" y="1804"/>
                  </a:lnTo>
                  <a:lnTo>
                    <a:pt x="2682" y="1768"/>
                  </a:lnTo>
                  <a:lnTo>
                    <a:pt x="2679" y="1729"/>
                  </a:lnTo>
                  <a:lnTo>
                    <a:pt x="2682" y="1691"/>
                  </a:lnTo>
                  <a:lnTo>
                    <a:pt x="2690" y="1654"/>
                  </a:lnTo>
                  <a:lnTo>
                    <a:pt x="2703" y="1620"/>
                  </a:lnTo>
                  <a:lnTo>
                    <a:pt x="2720" y="1589"/>
                  </a:lnTo>
                  <a:lnTo>
                    <a:pt x="2742" y="1559"/>
                  </a:lnTo>
                  <a:lnTo>
                    <a:pt x="2768" y="1534"/>
                  </a:lnTo>
                  <a:lnTo>
                    <a:pt x="2797" y="1512"/>
                  </a:lnTo>
                  <a:lnTo>
                    <a:pt x="2828" y="1494"/>
                  </a:lnTo>
                  <a:lnTo>
                    <a:pt x="2863" y="1481"/>
                  </a:lnTo>
                  <a:lnTo>
                    <a:pt x="2899" y="1473"/>
                  </a:lnTo>
                  <a:lnTo>
                    <a:pt x="2938" y="1470"/>
                  </a:lnTo>
                  <a:close/>
                  <a:moveTo>
                    <a:pt x="310" y="919"/>
                  </a:moveTo>
                  <a:lnTo>
                    <a:pt x="331" y="920"/>
                  </a:lnTo>
                  <a:lnTo>
                    <a:pt x="351" y="924"/>
                  </a:lnTo>
                  <a:lnTo>
                    <a:pt x="372" y="933"/>
                  </a:lnTo>
                  <a:lnTo>
                    <a:pt x="389" y="946"/>
                  </a:lnTo>
                  <a:lnTo>
                    <a:pt x="404" y="961"/>
                  </a:lnTo>
                  <a:lnTo>
                    <a:pt x="414" y="980"/>
                  </a:lnTo>
                  <a:lnTo>
                    <a:pt x="421" y="999"/>
                  </a:lnTo>
                  <a:lnTo>
                    <a:pt x="425" y="1019"/>
                  </a:lnTo>
                  <a:lnTo>
                    <a:pt x="424" y="1040"/>
                  </a:lnTo>
                  <a:lnTo>
                    <a:pt x="420" y="1061"/>
                  </a:lnTo>
                  <a:lnTo>
                    <a:pt x="411" y="1081"/>
                  </a:lnTo>
                  <a:lnTo>
                    <a:pt x="398" y="1098"/>
                  </a:lnTo>
                  <a:lnTo>
                    <a:pt x="383" y="1113"/>
                  </a:lnTo>
                  <a:lnTo>
                    <a:pt x="365" y="1124"/>
                  </a:lnTo>
                  <a:lnTo>
                    <a:pt x="345" y="1131"/>
                  </a:lnTo>
                  <a:lnTo>
                    <a:pt x="325" y="1135"/>
                  </a:lnTo>
                  <a:lnTo>
                    <a:pt x="304" y="1134"/>
                  </a:lnTo>
                  <a:lnTo>
                    <a:pt x="284" y="1130"/>
                  </a:lnTo>
                  <a:lnTo>
                    <a:pt x="263" y="1120"/>
                  </a:lnTo>
                  <a:lnTo>
                    <a:pt x="246" y="1107"/>
                  </a:lnTo>
                  <a:lnTo>
                    <a:pt x="231" y="1092"/>
                  </a:lnTo>
                  <a:lnTo>
                    <a:pt x="221" y="1074"/>
                  </a:lnTo>
                  <a:lnTo>
                    <a:pt x="214" y="1055"/>
                  </a:lnTo>
                  <a:lnTo>
                    <a:pt x="210" y="1034"/>
                  </a:lnTo>
                  <a:lnTo>
                    <a:pt x="211" y="1013"/>
                  </a:lnTo>
                  <a:lnTo>
                    <a:pt x="215" y="993"/>
                  </a:lnTo>
                  <a:lnTo>
                    <a:pt x="224" y="973"/>
                  </a:lnTo>
                  <a:lnTo>
                    <a:pt x="237" y="955"/>
                  </a:lnTo>
                  <a:lnTo>
                    <a:pt x="252" y="940"/>
                  </a:lnTo>
                  <a:lnTo>
                    <a:pt x="270" y="930"/>
                  </a:lnTo>
                  <a:lnTo>
                    <a:pt x="290" y="923"/>
                  </a:lnTo>
                  <a:lnTo>
                    <a:pt x="310" y="919"/>
                  </a:lnTo>
                  <a:close/>
                  <a:moveTo>
                    <a:pt x="1426" y="865"/>
                  </a:moveTo>
                  <a:lnTo>
                    <a:pt x="1642" y="865"/>
                  </a:lnTo>
                  <a:lnTo>
                    <a:pt x="1642" y="1792"/>
                  </a:lnTo>
                  <a:lnTo>
                    <a:pt x="840" y="2255"/>
                  </a:lnTo>
                  <a:lnTo>
                    <a:pt x="731" y="2068"/>
                  </a:lnTo>
                  <a:lnTo>
                    <a:pt x="1426" y="1667"/>
                  </a:lnTo>
                  <a:lnTo>
                    <a:pt x="1426" y="865"/>
                  </a:lnTo>
                  <a:close/>
                  <a:moveTo>
                    <a:pt x="2751" y="746"/>
                  </a:moveTo>
                  <a:lnTo>
                    <a:pt x="2787" y="749"/>
                  </a:lnTo>
                  <a:lnTo>
                    <a:pt x="2822" y="756"/>
                  </a:lnTo>
                  <a:lnTo>
                    <a:pt x="2857" y="767"/>
                  </a:lnTo>
                  <a:lnTo>
                    <a:pt x="2889" y="783"/>
                  </a:lnTo>
                  <a:lnTo>
                    <a:pt x="2919" y="802"/>
                  </a:lnTo>
                  <a:lnTo>
                    <a:pt x="2947" y="827"/>
                  </a:lnTo>
                  <a:lnTo>
                    <a:pt x="2971" y="855"/>
                  </a:lnTo>
                  <a:lnTo>
                    <a:pt x="2993" y="886"/>
                  </a:lnTo>
                  <a:lnTo>
                    <a:pt x="3010" y="921"/>
                  </a:lnTo>
                  <a:lnTo>
                    <a:pt x="3022" y="956"/>
                  </a:lnTo>
                  <a:lnTo>
                    <a:pt x="3029" y="992"/>
                  </a:lnTo>
                  <a:lnTo>
                    <a:pt x="3031" y="1028"/>
                  </a:lnTo>
                  <a:lnTo>
                    <a:pt x="3028" y="1064"/>
                  </a:lnTo>
                  <a:lnTo>
                    <a:pt x="3021" y="1099"/>
                  </a:lnTo>
                  <a:lnTo>
                    <a:pt x="3010" y="1134"/>
                  </a:lnTo>
                  <a:lnTo>
                    <a:pt x="2993" y="1166"/>
                  </a:lnTo>
                  <a:lnTo>
                    <a:pt x="2974" y="1196"/>
                  </a:lnTo>
                  <a:lnTo>
                    <a:pt x="2950" y="1224"/>
                  </a:lnTo>
                  <a:lnTo>
                    <a:pt x="2922" y="1249"/>
                  </a:lnTo>
                  <a:lnTo>
                    <a:pt x="2890" y="1270"/>
                  </a:lnTo>
                  <a:lnTo>
                    <a:pt x="2856" y="1287"/>
                  </a:lnTo>
                  <a:lnTo>
                    <a:pt x="2820" y="1299"/>
                  </a:lnTo>
                  <a:lnTo>
                    <a:pt x="2785" y="1306"/>
                  </a:lnTo>
                  <a:lnTo>
                    <a:pt x="2748" y="1308"/>
                  </a:lnTo>
                  <a:lnTo>
                    <a:pt x="2712" y="1305"/>
                  </a:lnTo>
                  <a:lnTo>
                    <a:pt x="2677" y="1298"/>
                  </a:lnTo>
                  <a:lnTo>
                    <a:pt x="2643" y="1287"/>
                  </a:lnTo>
                  <a:lnTo>
                    <a:pt x="2611" y="1271"/>
                  </a:lnTo>
                  <a:lnTo>
                    <a:pt x="2580" y="1251"/>
                  </a:lnTo>
                  <a:lnTo>
                    <a:pt x="2553" y="1227"/>
                  </a:lnTo>
                  <a:lnTo>
                    <a:pt x="2528" y="1199"/>
                  </a:lnTo>
                  <a:lnTo>
                    <a:pt x="2506" y="1167"/>
                  </a:lnTo>
                  <a:lnTo>
                    <a:pt x="2490" y="1134"/>
                  </a:lnTo>
                  <a:lnTo>
                    <a:pt x="2478" y="1098"/>
                  </a:lnTo>
                  <a:lnTo>
                    <a:pt x="2471" y="1062"/>
                  </a:lnTo>
                  <a:lnTo>
                    <a:pt x="2469" y="1025"/>
                  </a:lnTo>
                  <a:lnTo>
                    <a:pt x="2471" y="990"/>
                  </a:lnTo>
                  <a:lnTo>
                    <a:pt x="2478" y="954"/>
                  </a:lnTo>
                  <a:lnTo>
                    <a:pt x="2490" y="920"/>
                  </a:lnTo>
                  <a:lnTo>
                    <a:pt x="2505" y="887"/>
                  </a:lnTo>
                  <a:lnTo>
                    <a:pt x="2526" y="857"/>
                  </a:lnTo>
                  <a:lnTo>
                    <a:pt x="2550" y="830"/>
                  </a:lnTo>
                  <a:lnTo>
                    <a:pt x="2577" y="805"/>
                  </a:lnTo>
                  <a:lnTo>
                    <a:pt x="2609" y="784"/>
                  </a:lnTo>
                  <a:lnTo>
                    <a:pt x="2643" y="767"/>
                  </a:lnTo>
                  <a:lnTo>
                    <a:pt x="2679" y="755"/>
                  </a:lnTo>
                  <a:lnTo>
                    <a:pt x="2715" y="748"/>
                  </a:lnTo>
                  <a:lnTo>
                    <a:pt x="2751" y="746"/>
                  </a:lnTo>
                  <a:close/>
                  <a:moveTo>
                    <a:pt x="825" y="427"/>
                  </a:moveTo>
                  <a:lnTo>
                    <a:pt x="845" y="428"/>
                  </a:lnTo>
                  <a:lnTo>
                    <a:pt x="863" y="433"/>
                  </a:lnTo>
                  <a:lnTo>
                    <a:pt x="880" y="441"/>
                  </a:lnTo>
                  <a:lnTo>
                    <a:pt x="894" y="454"/>
                  </a:lnTo>
                  <a:lnTo>
                    <a:pt x="906" y="469"/>
                  </a:lnTo>
                  <a:lnTo>
                    <a:pt x="914" y="487"/>
                  </a:lnTo>
                  <a:lnTo>
                    <a:pt x="917" y="507"/>
                  </a:lnTo>
                  <a:lnTo>
                    <a:pt x="916" y="526"/>
                  </a:lnTo>
                  <a:lnTo>
                    <a:pt x="912" y="544"/>
                  </a:lnTo>
                  <a:lnTo>
                    <a:pt x="903" y="561"/>
                  </a:lnTo>
                  <a:lnTo>
                    <a:pt x="891" y="575"/>
                  </a:lnTo>
                  <a:lnTo>
                    <a:pt x="875" y="588"/>
                  </a:lnTo>
                  <a:lnTo>
                    <a:pt x="857" y="596"/>
                  </a:lnTo>
                  <a:lnTo>
                    <a:pt x="837" y="599"/>
                  </a:lnTo>
                  <a:lnTo>
                    <a:pt x="818" y="598"/>
                  </a:lnTo>
                  <a:lnTo>
                    <a:pt x="800" y="593"/>
                  </a:lnTo>
                  <a:lnTo>
                    <a:pt x="783" y="585"/>
                  </a:lnTo>
                  <a:lnTo>
                    <a:pt x="769" y="571"/>
                  </a:lnTo>
                  <a:lnTo>
                    <a:pt x="756" y="556"/>
                  </a:lnTo>
                  <a:lnTo>
                    <a:pt x="748" y="538"/>
                  </a:lnTo>
                  <a:lnTo>
                    <a:pt x="745" y="519"/>
                  </a:lnTo>
                  <a:lnTo>
                    <a:pt x="746" y="499"/>
                  </a:lnTo>
                  <a:lnTo>
                    <a:pt x="751" y="481"/>
                  </a:lnTo>
                  <a:lnTo>
                    <a:pt x="759" y="464"/>
                  </a:lnTo>
                  <a:lnTo>
                    <a:pt x="773" y="450"/>
                  </a:lnTo>
                  <a:lnTo>
                    <a:pt x="788" y="438"/>
                  </a:lnTo>
                  <a:lnTo>
                    <a:pt x="806" y="430"/>
                  </a:lnTo>
                  <a:lnTo>
                    <a:pt x="825" y="427"/>
                  </a:lnTo>
                  <a:close/>
                  <a:moveTo>
                    <a:pt x="2246" y="211"/>
                  </a:moveTo>
                  <a:lnTo>
                    <a:pt x="2282" y="214"/>
                  </a:lnTo>
                  <a:lnTo>
                    <a:pt x="2318" y="222"/>
                  </a:lnTo>
                  <a:lnTo>
                    <a:pt x="2353" y="234"/>
                  </a:lnTo>
                  <a:lnTo>
                    <a:pt x="2387" y="250"/>
                  </a:lnTo>
                  <a:lnTo>
                    <a:pt x="2418" y="272"/>
                  </a:lnTo>
                  <a:lnTo>
                    <a:pt x="2447" y="296"/>
                  </a:lnTo>
                  <a:lnTo>
                    <a:pt x="2471" y="323"/>
                  </a:lnTo>
                  <a:lnTo>
                    <a:pt x="2492" y="353"/>
                  </a:lnTo>
                  <a:lnTo>
                    <a:pt x="2509" y="384"/>
                  </a:lnTo>
                  <a:lnTo>
                    <a:pt x="2523" y="417"/>
                  </a:lnTo>
                  <a:lnTo>
                    <a:pt x="2532" y="452"/>
                  </a:lnTo>
                  <a:lnTo>
                    <a:pt x="2537" y="487"/>
                  </a:lnTo>
                  <a:lnTo>
                    <a:pt x="2538" y="523"/>
                  </a:lnTo>
                  <a:lnTo>
                    <a:pt x="2535" y="559"/>
                  </a:lnTo>
                  <a:lnTo>
                    <a:pt x="2527" y="595"/>
                  </a:lnTo>
                  <a:lnTo>
                    <a:pt x="2514" y="630"/>
                  </a:lnTo>
                  <a:lnTo>
                    <a:pt x="2497" y="664"/>
                  </a:lnTo>
                  <a:lnTo>
                    <a:pt x="2477" y="696"/>
                  </a:lnTo>
                  <a:lnTo>
                    <a:pt x="2453" y="723"/>
                  </a:lnTo>
                  <a:lnTo>
                    <a:pt x="2425" y="749"/>
                  </a:lnTo>
                  <a:lnTo>
                    <a:pt x="2396" y="769"/>
                  </a:lnTo>
                  <a:lnTo>
                    <a:pt x="2365" y="786"/>
                  </a:lnTo>
                  <a:lnTo>
                    <a:pt x="2331" y="799"/>
                  </a:lnTo>
                  <a:lnTo>
                    <a:pt x="2297" y="808"/>
                  </a:lnTo>
                  <a:lnTo>
                    <a:pt x="2261" y="815"/>
                  </a:lnTo>
                  <a:lnTo>
                    <a:pt x="2225" y="816"/>
                  </a:lnTo>
                  <a:lnTo>
                    <a:pt x="2189" y="812"/>
                  </a:lnTo>
                  <a:lnTo>
                    <a:pt x="2154" y="804"/>
                  </a:lnTo>
                  <a:lnTo>
                    <a:pt x="2118" y="791"/>
                  </a:lnTo>
                  <a:lnTo>
                    <a:pt x="2084" y="775"/>
                  </a:lnTo>
                  <a:lnTo>
                    <a:pt x="2053" y="754"/>
                  </a:lnTo>
                  <a:lnTo>
                    <a:pt x="2024" y="729"/>
                  </a:lnTo>
                  <a:lnTo>
                    <a:pt x="2000" y="702"/>
                  </a:lnTo>
                  <a:lnTo>
                    <a:pt x="1979" y="673"/>
                  </a:lnTo>
                  <a:lnTo>
                    <a:pt x="1962" y="641"/>
                  </a:lnTo>
                  <a:lnTo>
                    <a:pt x="1948" y="608"/>
                  </a:lnTo>
                  <a:lnTo>
                    <a:pt x="1939" y="573"/>
                  </a:lnTo>
                  <a:lnTo>
                    <a:pt x="1934" y="538"/>
                  </a:lnTo>
                  <a:lnTo>
                    <a:pt x="1933" y="503"/>
                  </a:lnTo>
                  <a:lnTo>
                    <a:pt x="1937" y="466"/>
                  </a:lnTo>
                  <a:lnTo>
                    <a:pt x="1944" y="431"/>
                  </a:lnTo>
                  <a:lnTo>
                    <a:pt x="1957" y="395"/>
                  </a:lnTo>
                  <a:lnTo>
                    <a:pt x="1974" y="362"/>
                  </a:lnTo>
                  <a:lnTo>
                    <a:pt x="1995" y="329"/>
                  </a:lnTo>
                  <a:lnTo>
                    <a:pt x="2019" y="302"/>
                  </a:lnTo>
                  <a:lnTo>
                    <a:pt x="2046" y="277"/>
                  </a:lnTo>
                  <a:lnTo>
                    <a:pt x="2076" y="256"/>
                  </a:lnTo>
                  <a:lnTo>
                    <a:pt x="2107" y="239"/>
                  </a:lnTo>
                  <a:lnTo>
                    <a:pt x="2140" y="226"/>
                  </a:lnTo>
                  <a:lnTo>
                    <a:pt x="2174" y="217"/>
                  </a:lnTo>
                  <a:lnTo>
                    <a:pt x="2210" y="211"/>
                  </a:lnTo>
                  <a:lnTo>
                    <a:pt x="2246" y="211"/>
                  </a:lnTo>
                  <a:close/>
                  <a:moveTo>
                    <a:pt x="1533" y="0"/>
                  </a:moveTo>
                  <a:lnTo>
                    <a:pt x="1533" y="0"/>
                  </a:lnTo>
                  <a:lnTo>
                    <a:pt x="1578" y="3"/>
                  </a:lnTo>
                  <a:lnTo>
                    <a:pt x="1619" y="12"/>
                  </a:lnTo>
                  <a:lnTo>
                    <a:pt x="1660" y="25"/>
                  </a:lnTo>
                  <a:lnTo>
                    <a:pt x="1697" y="45"/>
                  </a:lnTo>
                  <a:lnTo>
                    <a:pt x="1732" y="68"/>
                  </a:lnTo>
                  <a:lnTo>
                    <a:pt x="1763" y="95"/>
                  </a:lnTo>
                  <a:lnTo>
                    <a:pt x="1790" y="127"/>
                  </a:lnTo>
                  <a:lnTo>
                    <a:pt x="1814" y="161"/>
                  </a:lnTo>
                  <a:lnTo>
                    <a:pt x="1832" y="199"/>
                  </a:lnTo>
                  <a:lnTo>
                    <a:pt x="1846" y="238"/>
                  </a:lnTo>
                  <a:lnTo>
                    <a:pt x="1854" y="281"/>
                  </a:lnTo>
                  <a:lnTo>
                    <a:pt x="1857" y="324"/>
                  </a:lnTo>
                  <a:lnTo>
                    <a:pt x="1854" y="369"/>
                  </a:lnTo>
                  <a:lnTo>
                    <a:pt x="1846" y="410"/>
                  </a:lnTo>
                  <a:lnTo>
                    <a:pt x="1832" y="451"/>
                  </a:lnTo>
                  <a:lnTo>
                    <a:pt x="1814" y="488"/>
                  </a:lnTo>
                  <a:lnTo>
                    <a:pt x="1790" y="523"/>
                  </a:lnTo>
                  <a:lnTo>
                    <a:pt x="1763" y="554"/>
                  </a:lnTo>
                  <a:lnTo>
                    <a:pt x="1732" y="582"/>
                  </a:lnTo>
                  <a:lnTo>
                    <a:pt x="1697" y="605"/>
                  </a:lnTo>
                  <a:lnTo>
                    <a:pt x="1660" y="623"/>
                  </a:lnTo>
                  <a:lnTo>
                    <a:pt x="1619" y="637"/>
                  </a:lnTo>
                  <a:lnTo>
                    <a:pt x="1578" y="645"/>
                  </a:lnTo>
                  <a:lnTo>
                    <a:pt x="1533" y="648"/>
                  </a:lnTo>
                  <a:lnTo>
                    <a:pt x="1490" y="645"/>
                  </a:lnTo>
                  <a:lnTo>
                    <a:pt x="1447" y="637"/>
                  </a:lnTo>
                  <a:lnTo>
                    <a:pt x="1408" y="623"/>
                  </a:lnTo>
                  <a:lnTo>
                    <a:pt x="1370" y="605"/>
                  </a:lnTo>
                  <a:lnTo>
                    <a:pt x="1336" y="582"/>
                  </a:lnTo>
                  <a:lnTo>
                    <a:pt x="1304" y="554"/>
                  </a:lnTo>
                  <a:lnTo>
                    <a:pt x="1277" y="523"/>
                  </a:lnTo>
                  <a:lnTo>
                    <a:pt x="1254" y="488"/>
                  </a:lnTo>
                  <a:lnTo>
                    <a:pt x="1235" y="451"/>
                  </a:lnTo>
                  <a:lnTo>
                    <a:pt x="1221" y="410"/>
                  </a:lnTo>
                  <a:lnTo>
                    <a:pt x="1212" y="369"/>
                  </a:lnTo>
                  <a:lnTo>
                    <a:pt x="1209" y="324"/>
                  </a:lnTo>
                  <a:lnTo>
                    <a:pt x="1212" y="281"/>
                  </a:lnTo>
                  <a:lnTo>
                    <a:pt x="1221" y="238"/>
                  </a:lnTo>
                  <a:lnTo>
                    <a:pt x="1235" y="199"/>
                  </a:lnTo>
                  <a:lnTo>
                    <a:pt x="1254" y="161"/>
                  </a:lnTo>
                  <a:lnTo>
                    <a:pt x="1277" y="127"/>
                  </a:lnTo>
                  <a:lnTo>
                    <a:pt x="1304" y="95"/>
                  </a:lnTo>
                  <a:lnTo>
                    <a:pt x="1336" y="68"/>
                  </a:lnTo>
                  <a:lnTo>
                    <a:pt x="1370" y="45"/>
                  </a:lnTo>
                  <a:lnTo>
                    <a:pt x="1408" y="25"/>
                  </a:lnTo>
                  <a:lnTo>
                    <a:pt x="1447" y="12"/>
                  </a:lnTo>
                  <a:lnTo>
                    <a:pt x="1490" y="3"/>
                  </a:lnTo>
                  <a:lnTo>
                    <a:pt x="153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66" name="Group 165"/>
            <p:cNvGrpSpPr/>
            <p:nvPr/>
          </p:nvGrpSpPr>
          <p:grpSpPr>
            <a:xfrm>
              <a:off x="2094034" y="2339390"/>
              <a:ext cx="283510" cy="223586"/>
              <a:chOff x="1924702" y="2309895"/>
              <a:chExt cx="423801" cy="334225"/>
            </a:xfrm>
            <a:solidFill>
              <a:schemeClr val="bg1">
                <a:lumMod val="50000"/>
              </a:schemeClr>
            </a:solidFill>
          </p:grpSpPr>
          <p:sp>
            <p:nvSpPr>
              <p:cNvPr id="178" name="Oval 177"/>
              <p:cNvSpPr/>
              <p:nvPr/>
            </p:nvSpPr>
            <p:spPr>
              <a:xfrm>
                <a:off x="2085619" y="2309895"/>
                <a:ext cx="101967" cy="10196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79" name="Group 178"/>
              <p:cNvGrpSpPr/>
              <p:nvPr/>
            </p:nvGrpSpPr>
            <p:grpSpPr>
              <a:xfrm>
                <a:off x="2009144" y="2438298"/>
                <a:ext cx="254918" cy="67978"/>
                <a:chOff x="6094412" y="2895600"/>
                <a:chExt cx="1143000" cy="304800"/>
              </a:xfrm>
              <a:grpFill/>
            </p:grpSpPr>
            <p:sp>
              <p:nvSpPr>
                <p:cNvPr id="186" name="Oval 185"/>
                <p:cNvSpPr/>
                <p:nvPr/>
              </p:nvSpPr>
              <p:spPr>
                <a:xfrm>
                  <a:off x="6094412" y="2895600"/>
                  <a:ext cx="304800" cy="3048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7" name="Oval 186"/>
                <p:cNvSpPr/>
                <p:nvPr/>
              </p:nvSpPr>
              <p:spPr>
                <a:xfrm>
                  <a:off x="6932612" y="2895600"/>
                  <a:ext cx="304800" cy="3048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80" name="Group 179"/>
              <p:cNvGrpSpPr/>
              <p:nvPr/>
            </p:nvGrpSpPr>
            <p:grpSpPr>
              <a:xfrm>
                <a:off x="1958691" y="2532712"/>
                <a:ext cx="355823" cy="50983"/>
                <a:chOff x="5870574" y="3397250"/>
                <a:chExt cx="1595438" cy="228600"/>
              </a:xfrm>
              <a:grpFill/>
            </p:grpSpPr>
            <p:sp>
              <p:nvSpPr>
                <p:cNvPr id="184" name="Oval 183"/>
                <p:cNvSpPr/>
                <p:nvPr/>
              </p:nvSpPr>
              <p:spPr>
                <a:xfrm>
                  <a:off x="5870574" y="3397250"/>
                  <a:ext cx="228600" cy="228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5" name="Oval 184"/>
                <p:cNvSpPr/>
                <p:nvPr/>
              </p:nvSpPr>
              <p:spPr>
                <a:xfrm>
                  <a:off x="7237412" y="3397250"/>
                  <a:ext cx="228600" cy="228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81" name="Group 180"/>
              <p:cNvGrpSpPr/>
              <p:nvPr/>
            </p:nvGrpSpPr>
            <p:grpSpPr>
              <a:xfrm>
                <a:off x="1924702" y="2610131"/>
                <a:ext cx="423801" cy="33989"/>
                <a:chOff x="5718174" y="3708400"/>
                <a:chExt cx="1900238" cy="152400"/>
              </a:xfrm>
              <a:grpFill/>
            </p:grpSpPr>
            <p:sp>
              <p:nvSpPr>
                <p:cNvPr id="182" name="Oval 181"/>
                <p:cNvSpPr/>
                <p:nvPr/>
              </p:nvSpPr>
              <p:spPr>
                <a:xfrm>
                  <a:off x="7466012" y="3708400"/>
                  <a:ext cx="152400" cy="1524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3" name="Oval 182"/>
                <p:cNvSpPr/>
                <p:nvPr/>
              </p:nvSpPr>
              <p:spPr>
                <a:xfrm>
                  <a:off x="5718174" y="3708400"/>
                  <a:ext cx="152400" cy="1524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67" name="Group 166"/>
            <p:cNvGrpSpPr/>
            <p:nvPr/>
          </p:nvGrpSpPr>
          <p:grpSpPr>
            <a:xfrm rot="10800000">
              <a:off x="3633192" y="4875356"/>
              <a:ext cx="283510" cy="223586"/>
              <a:chOff x="1924702" y="2309895"/>
              <a:chExt cx="423801" cy="334225"/>
            </a:xfrm>
            <a:solidFill>
              <a:schemeClr val="bg1">
                <a:lumMod val="50000"/>
              </a:schemeClr>
            </a:solidFill>
          </p:grpSpPr>
          <p:sp>
            <p:nvSpPr>
              <p:cNvPr id="168" name="Oval 167"/>
              <p:cNvSpPr/>
              <p:nvPr/>
            </p:nvSpPr>
            <p:spPr>
              <a:xfrm>
                <a:off x="2085619" y="2309895"/>
                <a:ext cx="101967" cy="10196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69" name="Group 168"/>
              <p:cNvGrpSpPr/>
              <p:nvPr/>
            </p:nvGrpSpPr>
            <p:grpSpPr>
              <a:xfrm>
                <a:off x="2009144" y="2438298"/>
                <a:ext cx="254918" cy="67978"/>
                <a:chOff x="6094412" y="2895600"/>
                <a:chExt cx="1143000" cy="304800"/>
              </a:xfrm>
              <a:grpFill/>
            </p:grpSpPr>
            <p:sp>
              <p:nvSpPr>
                <p:cNvPr id="176" name="Oval 175"/>
                <p:cNvSpPr/>
                <p:nvPr/>
              </p:nvSpPr>
              <p:spPr>
                <a:xfrm>
                  <a:off x="6094412" y="2895600"/>
                  <a:ext cx="304800" cy="3048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7" name="Oval 176"/>
                <p:cNvSpPr/>
                <p:nvPr/>
              </p:nvSpPr>
              <p:spPr>
                <a:xfrm>
                  <a:off x="6932612" y="2895600"/>
                  <a:ext cx="304800" cy="3048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70" name="Group 169"/>
              <p:cNvGrpSpPr/>
              <p:nvPr/>
            </p:nvGrpSpPr>
            <p:grpSpPr>
              <a:xfrm>
                <a:off x="1958691" y="2532712"/>
                <a:ext cx="355823" cy="50983"/>
                <a:chOff x="5870574" y="3397250"/>
                <a:chExt cx="1595438" cy="228600"/>
              </a:xfrm>
              <a:grpFill/>
            </p:grpSpPr>
            <p:sp>
              <p:nvSpPr>
                <p:cNvPr id="174" name="Oval 173"/>
                <p:cNvSpPr/>
                <p:nvPr/>
              </p:nvSpPr>
              <p:spPr>
                <a:xfrm>
                  <a:off x="5870574" y="3397250"/>
                  <a:ext cx="228600" cy="228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5" name="Oval 174"/>
                <p:cNvSpPr/>
                <p:nvPr/>
              </p:nvSpPr>
              <p:spPr>
                <a:xfrm>
                  <a:off x="7237412" y="3397250"/>
                  <a:ext cx="228600" cy="228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71" name="Group 170"/>
              <p:cNvGrpSpPr/>
              <p:nvPr/>
            </p:nvGrpSpPr>
            <p:grpSpPr>
              <a:xfrm>
                <a:off x="1924702" y="2610131"/>
                <a:ext cx="423801" cy="33989"/>
                <a:chOff x="5718174" y="3708400"/>
                <a:chExt cx="1900238" cy="152400"/>
              </a:xfrm>
              <a:grpFill/>
            </p:grpSpPr>
            <p:sp>
              <p:nvSpPr>
                <p:cNvPr id="172" name="Oval 171"/>
                <p:cNvSpPr/>
                <p:nvPr/>
              </p:nvSpPr>
              <p:spPr>
                <a:xfrm>
                  <a:off x="7466012" y="3708400"/>
                  <a:ext cx="152400" cy="1524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3" name="Oval 172"/>
                <p:cNvSpPr/>
                <p:nvPr/>
              </p:nvSpPr>
              <p:spPr>
                <a:xfrm>
                  <a:off x="5718174" y="3708400"/>
                  <a:ext cx="152400" cy="1524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</p:grpSp>
      <p:sp>
        <p:nvSpPr>
          <p:cNvPr id="191" name="TextBox 190"/>
          <p:cNvSpPr txBox="1"/>
          <p:nvPr/>
        </p:nvSpPr>
        <p:spPr>
          <a:xfrm>
            <a:off x="1345403" y="1299885"/>
            <a:ext cx="28584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</a:p>
          <a:p>
            <a:pPr algn="ctr"/>
            <a:r>
              <a:rPr 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your desired text here</a:t>
            </a:r>
            <a:r>
              <a:rPr 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2" name="TextBox 191"/>
          <p:cNvSpPr txBox="1"/>
          <p:nvPr/>
        </p:nvSpPr>
        <p:spPr>
          <a:xfrm>
            <a:off x="3308457" y="5733434"/>
            <a:ext cx="28584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</a:p>
          <a:p>
            <a:pPr algn="ctr"/>
            <a:r>
              <a:rPr 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your desired text here</a:t>
            </a:r>
            <a:r>
              <a:rPr 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Rounded Rectangle 193"/>
          <p:cNvSpPr/>
          <p:nvPr/>
        </p:nvSpPr>
        <p:spPr>
          <a:xfrm>
            <a:off x="6957222" y="1853853"/>
            <a:ext cx="3886200" cy="1585992"/>
          </a:xfrm>
          <a:prstGeom prst="roundRect">
            <a:avLst/>
          </a:prstGeom>
          <a:solidFill>
            <a:schemeClr val="tx2"/>
          </a:soli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95" name="Group 194"/>
          <p:cNvGrpSpPr/>
          <p:nvPr/>
        </p:nvGrpSpPr>
        <p:grpSpPr>
          <a:xfrm>
            <a:off x="7176054" y="2143161"/>
            <a:ext cx="3448537" cy="1007377"/>
            <a:chOff x="7085012" y="1587993"/>
            <a:chExt cx="3448537" cy="1007377"/>
          </a:xfrm>
        </p:grpSpPr>
        <p:sp>
          <p:nvSpPr>
            <p:cNvPr id="201" name="TextBox 200"/>
            <p:cNvSpPr txBox="1"/>
            <p:nvPr/>
          </p:nvSpPr>
          <p:spPr>
            <a:xfrm>
              <a:off x="7370275" y="2010595"/>
              <a:ext cx="285847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kern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is a sample text.</a:t>
              </a:r>
            </a:p>
            <a:p>
              <a:pPr algn="ctr"/>
              <a:r>
                <a:rPr lang="en-US" sz="1600" kern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Insert your desired text here</a:t>
              </a:r>
              <a:r>
                <a:rPr lang="en-US" sz="1600" kern="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  <a:endPara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2" name="TextBox 201"/>
            <p:cNvSpPr txBox="1"/>
            <p:nvPr/>
          </p:nvSpPr>
          <p:spPr>
            <a:xfrm>
              <a:off x="7370275" y="1587993"/>
              <a:ext cx="28498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Sample text</a:t>
              </a:r>
              <a:endPara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03" name="Straight Connector 202"/>
            <p:cNvCxnSpPr/>
            <p:nvPr/>
          </p:nvCxnSpPr>
          <p:spPr>
            <a:xfrm>
              <a:off x="7085012" y="2006699"/>
              <a:ext cx="344853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6" name="Rounded Rectangle 195"/>
          <p:cNvSpPr/>
          <p:nvPr/>
        </p:nvSpPr>
        <p:spPr>
          <a:xfrm>
            <a:off x="6957222" y="4178249"/>
            <a:ext cx="3886200" cy="1585992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97" name="Group 196"/>
          <p:cNvGrpSpPr/>
          <p:nvPr/>
        </p:nvGrpSpPr>
        <p:grpSpPr>
          <a:xfrm>
            <a:off x="7176054" y="4467557"/>
            <a:ext cx="3448537" cy="1007377"/>
            <a:chOff x="7085012" y="1587993"/>
            <a:chExt cx="3448537" cy="1007377"/>
          </a:xfrm>
        </p:grpSpPr>
        <p:sp>
          <p:nvSpPr>
            <p:cNvPr id="198" name="TextBox 197"/>
            <p:cNvSpPr txBox="1"/>
            <p:nvPr/>
          </p:nvSpPr>
          <p:spPr>
            <a:xfrm>
              <a:off x="7370275" y="2010595"/>
              <a:ext cx="285847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kern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is a sample text.</a:t>
              </a:r>
            </a:p>
            <a:p>
              <a:pPr algn="ctr"/>
              <a:r>
                <a:rPr lang="en-US" sz="1600" kern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Insert your desired text here</a:t>
              </a:r>
              <a:r>
                <a:rPr lang="en-US" sz="1600" kern="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  <a:endPara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9" name="TextBox 198"/>
            <p:cNvSpPr txBox="1"/>
            <p:nvPr/>
          </p:nvSpPr>
          <p:spPr>
            <a:xfrm>
              <a:off x="7370275" y="1587993"/>
              <a:ext cx="28498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Sample text</a:t>
              </a:r>
              <a:endPara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00" name="Straight Connector 199"/>
            <p:cNvCxnSpPr/>
            <p:nvPr/>
          </p:nvCxnSpPr>
          <p:spPr>
            <a:xfrm>
              <a:off x="7085012" y="2006699"/>
              <a:ext cx="344853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09695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5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PowerPoint Timeline with Milestones</a:t>
            </a:r>
          </a:p>
        </p:txBody>
      </p:sp>
      <p:grpSp>
        <p:nvGrpSpPr>
          <p:cNvPr id="159" name="Group 158"/>
          <p:cNvGrpSpPr/>
          <p:nvPr/>
        </p:nvGrpSpPr>
        <p:grpSpPr>
          <a:xfrm>
            <a:off x="2052176" y="1981200"/>
            <a:ext cx="3534599" cy="3612955"/>
            <a:chOff x="4778953" y="2339390"/>
            <a:chExt cx="2699704" cy="2759552"/>
          </a:xfrm>
        </p:grpSpPr>
        <p:sp>
          <p:nvSpPr>
            <p:cNvPr id="160" name="Rounded Rectangle 159"/>
            <p:cNvSpPr/>
            <p:nvPr/>
          </p:nvSpPr>
          <p:spPr>
            <a:xfrm rot="2700000">
              <a:off x="4778953" y="2843459"/>
              <a:ext cx="1087471" cy="1087471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innerShdw blurRad="76200" dist="50800" dir="135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" name="Rounded Rectangle 160"/>
            <p:cNvSpPr/>
            <p:nvPr/>
          </p:nvSpPr>
          <p:spPr>
            <a:xfrm rot="2700000">
              <a:off x="6322402" y="3519734"/>
              <a:ext cx="1087471" cy="1087471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  <a:effectLst>
              <a:innerShdw blurRad="76200" dist="50800" dir="135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" name="Rounded Rectangle 161"/>
            <p:cNvSpPr/>
            <p:nvPr/>
          </p:nvSpPr>
          <p:spPr>
            <a:xfrm rot="3564405">
              <a:off x="4855806" y="3162781"/>
              <a:ext cx="1087471" cy="108747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342900" sx="103000" sy="103000" algn="ctr" rotWithShape="0">
                <a:prstClr val="black">
                  <a:alpha val="2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" name="Rounded Rectangle 162"/>
            <p:cNvSpPr/>
            <p:nvPr/>
          </p:nvSpPr>
          <p:spPr>
            <a:xfrm rot="1809825">
              <a:off x="6391186" y="3118467"/>
              <a:ext cx="1087471" cy="108747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342900" sx="103000" sy="103000" algn="ctr" rotWithShape="0">
                <a:prstClr val="black">
                  <a:alpha val="2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4" name="Freeform 6"/>
            <p:cNvSpPr>
              <a:spLocks noEditPoints="1"/>
            </p:cNvSpPr>
            <p:nvPr/>
          </p:nvSpPr>
          <p:spPr bwMode="auto">
            <a:xfrm>
              <a:off x="5105856" y="3554175"/>
              <a:ext cx="533617" cy="431632"/>
            </a:xfrm>
            <a:custGeom>
              <a:avLst/>
              <a:gdLst>
                <a:gd name="T0" fmla="*/ 2528 w 3627"/>
                <a:gd name="T1" fmla="*/ 2261 h 2932"/>
                <a:gd name="T2" fmla="*/ 1100 w 3627"/>
                <a:gd name="T3" fmla="*/ 2360 h 2932"/>
                <a:gd name="T4" fmla="*/ 1100 w 3627"/>
                <a:gd name="T5" fmla="*/ 1937 h 2932"/>
                <a:gd name="T6" fmla="*/ 2528 w 3627"/>
                <a:gd name="T7" fmla="*/ 2036 h 2932"/>
                <a:gd name="T8" fmla="*/ 1100 w 3627"/>
                <a:gd name="T9" fmla="*/ 1937 h 2932"/>
                <a:gd name="T10" fmla="*/ 2528 w 3627"/>
                <a:gd name="T11" fmla="*/ 1589 h 2932"/>
                <a:gd name="T12" fmla="*/ 1100 w 3627"/>
                <a:gd name="T13" fmla="*/ 1688 h 2932"/>
                <a:gd name="T14" fmla="*/ 757 w 3627"/>
                <a:gd name="T15" fmla="*/ 1352 h 2932"/>
                <a:gd name="T16" fmla="*/ 2871 w 3627"/>
                <a:gd name="T17" fmla="*/ 2797 h 2932"/>
                <a:gd name="T18" fmla="*/ 757 w 3627"/>
                <a:gd name="T19" fmla="*/ 1352 h 2932"/>
                <a:gd name="T20" fmla="*/ 270 w 3627"/>
                <a:gd name="T21" fmla="*/ 732 h 2932"/>
                <a:gd name="T22" fmla="*/ 569 w 3627"/>
                <a:gd name="T23" fmla="*/ 672 h 2932"/>
                <a:gd name="T24" fmla="*/ 757 w 3627"/>
                <a:gd name="T25" fmla="*/ 135 h 2932"/>
                <a:gd name="T26" fmla="*/ 2871 w 3627"/>
                <a:gd name="T27" fmla="*/ 545 h 2932"/>
                <a:gd name="T28" fmla="*/ 757 w 3627"/>
                <a:gd name="T29" fmla="*/ 135 h 2932"/>
                <a:gd name="T30" fmla="*/ 3005 w 3627"/>
                <a:gd name="T31" fmla="*/ 0 h 2932"/>
                <a:gd name="T32" fmla="*/ 3403 w 3627"/>
                <a:gd name="T33" fmla="*/ 262 h 2932"/>
                <a:gd name="T34" fmla="*/ 3474 w 3627"/>
                <a:gd name="T35" fmla="*/ 273 h 2932"/>
                <a:gd name="T36" fmla="*/ 3536 w 3627"/>
                <a:gd name="T37" fmla="*/ 305 h 2932"/>
                <a:gd name="T38" fmla="*/ 3584 w 3627"/>
                <a:gd name="T39" fmla="*/ 353 h 2932"/>
                <a:gd name="T40" fmla="*/ 3616 w 3627"/>
                <a:gd name="T41" fmla="*/ 415 h 2932"/>
                <a:gd name="T42" fmla="*/ 3627 w 3627"/>
                <a:gd name="T43" fmla="*/ 486 h 2932"/>
                <a:gd name="T44" fmla="*/ 3625 w 3627"/>
                <a:gd name="T45" fmla="*/ 1687 h 2932"/>
                <a:gd name="T46" fmla="*/ 3603 w 3627"/>
                <a:gd name="T47" fmla="*/ 1753 h 2932"/>
                <a:gd name="T48" fmla="*/ 3562 w 3627"/>
                <a:gd name="T49" fmla="*/ 1810 h 2932"/>
                <a:gd name="T50" fmla="*/ 3506 w 3627"/>
                <a:gd name="T51" fmla="*/ 1849 h 2932"/>
                <a:gd name="T52" fmla="*/ 3439 w 3627"/>
                <a:gd name="T53" fmla="*/ 1872 h 2932"/>
                <a:gd name="T54" fmla="*/ 3321 w 3627"/>
                <a:gd name="T55" fmla="*/ 1875 h 2932"/>
                <a:gd name="T56" fmla="*/ 3005 w 3627"/>
                <a:gd name="T57" fmla="*/ 1352 h 2932"/>
                <a:gd name="T58" fmla="*/ 622 w 3627"/>
                <a:gd name="T59" fmla="*/ 2932 h 2932"/>
                <a:gd name="T60" fmla="*/ 307 w 3627"/>
                <a:gd name="T61" fmla="*/ 1352 h 2932"/>
                <a:gd name="T62" fmla="*/ 225 w 3627"/>
                <a:gd name="T63" fmla="*/ 1875 h 2932"/>
                <a:gd name="T64" fmla="*/ 154 w 3627"/>
                <a:gd name="T65" fmla="*/ 1864 h 2932"/>
                <a:gd name="T66" fmla="*/ 92 w 3627"/>
                <a:gd name="T67" fmla="*/ 1832 h 2932"/>
                <a:gd name="T68" fmla="*/ 43 w 3627"/>
                <a:gd name="T69" fmla="*/ 1783 h 2932"/>
                <a:gd name="T70" fmla="*/ 11 w 3627"/>
                <a:gd name="T71" fmla="*/ 1721 h 2932"/>
                <a:gd name="T72" fmla="*/ 0 w 3627"/>
                <a:gd name="T73" fmla="*/ 1651 h 2932"/>
                <a:gd name="T74" fmla="*/ 3 w 3627"/>
                <a:gd name="T75" fmla="*/ 449 h 2932"/>
                <a:gd name="T76" fmla="*/ 25 w 3627"/>
                <a:gd name="T77" fmla="*/ 383 h 2932"/>
                <a:gd name="T78" fmla="*/ 66 w 3627"/>
                <a:gd name="T79" fmla="*/ 328 h 2932"/>
                <a:gd name="T80" fmla="*/ 122 w 3627"/>
                <a:gd name="T81" fmla="*/ 287 h 2932"/>
                <a:gd name="T82" fmla="*/ 188 w 3627"/>
                <a:gd name="T83" fmla="*/ 265 h 2932"/>
                <a:gd name="T84" fmla="*/ 622 w 3627"/>
                <a:gd name="T85" fmla="*/ 262 h 29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627" h="2932">
                  <a:moveTo>
                    <a:pt x="1100" y="2261"/>
                  </a:moveTo>
                  <a:lnTo>
                    <a:pt x="2528" y="2261"/>
                  </a:lnTo>
                  <a:lnTo>
                    <a:pt x="2528" y="2360"/>
                  </a:lnTo>
                  <a:lnTo>
                    <a:pt x="1100" y="2360"/>
                  </a:lnTo>
                  <a:lnTo>
                    <a:pt x="1100" y="2261"/>
                  </a:lnTo>
                  <a:close/>
                  <a:moveTo>
                    <a:pt x="1100" y="1937"/>
                  </a:moveTo>
                  <a:lnTo>
                    <a:pt x="2528" y="1937"/>
                  </a:lnTo>
                  <a:lnTo>
                    <a:pt x="2528" y="2036"/>
                  </a:lnTo>
                  <a:lnTo>
                    <a:pt x="1100" y="2036"/>
                  </a:lnTo>
                  <a:lnTo>
                    <a:pt x="1100" y="1937"/>
                  </a:lnTo>
                  <a:close/>
                  <a:moveTo>
                    <a:pt x="1100" y="1589"/>
                  </a:moveTo>
                  <a:lnTo>
                    <a:pt x="2528" y="1589"/>
                  </a:lnTo>
                  <a:lnTo>
                    <a:pt x="2528" y="1688"/>
                  </a:lnTo>
                  <a:lnTo>
                    <a:pt x="1100" y="1688"/>
                  </a:lnTo>
                  <a:lnTo>
                    <a:pt x="1100" y="1589"/>
                  </a:lnTo>
                  <a:close/>
                  <a:moveTo>
                    <a:pt x="757" y="1352"/>
                  </a:moveTo>
                  <a:lnTo>
                    <a:pt x="757" y="2797"/>
                  </a:lnTo>
                  <a:lnTo>
                    <a:pt x="2871" y="2797"/>
                  </a:lnTo>
                  <a:lnTo>
                    <a:pt x="2871" y="1352"/>
                  </a:lnTo>
                  <a:lnTo>
                    <a:pt x="757" y="1352"/>
                  </a:lnTo>
                  <a:close/>
                  <a:moveTo>
                    <a:pt x="270" y="672"/>
                  </a:moveTo>
                  <a:lnTo>
                    <a:pt x="270" y="732"/>
                  </a:lnTo>
                  <a:lnTo>
                    <a:pt x="569" y="732"/>
                  </a:lnTo>
                  <a:lnTo>
                    <a:pt x="569" y="672"/>
                  </a:lnTo>
                  <a:lnTo>
                    <a:pt x="270" y="672"/>
                  </a:lnTo>
                  <a:close/>
                  <a:moveTo>
                    <a:pt x="757" y="135"/>
                  </a:moveTo>
                  <a:lnTo>
                    <a:pt x="757" y="545"/>
                  </a:lnTo>
                  <a:lnTo>
                    <a:pt x="2871" y="545"/>
                  </a:lnTo>
                  <a:lnTo>
                    <a:pt x="2871" y="135"/>
                  </a:lnTo>
                  <a:lnTo>
                    <a:pt x="757" y="135"/>
                  </a:lnTo>
                  <a:close/>
                  <a:moveTo>
                    <a:pt x="622" y="0"/>
                  </a:moveTo>
                  <a:lnTo>
                    <a:pt x="3005" y="0"/>
                  </a:lnTo>
                  <a:lnTo>
                    <a:pt x="3005" y="262"/>
                  </a:lnTo>
                  <a:lnTo>
                    <a:pt x="3403" y="262"/>
                  </a:lnTo>
                  <a:lnTo>
                    <a:pt x="3439" y="265"/>
                  </a:lnTo>
                  <a:lnTo>
                    <a:pt x="3474" y="273"/>
                  </a:lnTo>
                  <a:lnTo>
                    <a:pt x="3506" y="287"/>
                  </a:lnTo>
                  <a:lnTo>
                    <a:pt x="3536" y="305"/>
                  </a:lnTo>
                  <a:lnTo>
                    <a:pt x="3562" y="328"/>
                  </a:lnTo>
                  <a:lnTo>
                    <a:pt x="3584" y="353"/>
                  </a:lnTo>
                  <a:lnTo>
                    <a:pt x="3603" y="383"/>
                  </a:lnTo>
                  <a:lnTo>
                    <a:pt x="3616" y="415"/>
                  </a:lnTo>
                  <a:lnTo>
                    <a:pt x="3625" y="449"/>
                  </a:lnTo>
                  <a:lnTo>
                    <a:pt x="3627" y="486"/>
                  </a:lnTo>
                  <a:lnTo>
                    <a:pt x="3627" y="1651"/>
                  </a:lnTo>
                  <a:lnTo>
                    <a:pt x="3625" y="1687"/>
                  </a:lnTo>
                  <a:lnTo>
                    <a:pt x="3616" y="1721"/>
                  </a:lnTo>
                  <a:lnTo>
                    <a:pt x="3603" y="1753"/>
                  </a:lnTo>
                  <a:lnTo>
                    <a:pt x="3584" y="1783"/>
                  </a:lnTo>
                  <a:lnTo>
                    <a:pt x="3562" y="1810"/>
                  </a:lnTo>
                  <a:lnTo>
                    <a:pt x="3536" y="1832"/>
                  </a:lnTo>
                  <a:lnTo>
                    <a:pt x="3506" y="1849"/>
                  </a:lnTo>
                  <a:lnTo>
                    <a:pt x="3474" y="1864"/>
                  </a:lnTo>
                  <a:lnTo>
                    <a:pt x="3439" y="1872"/>
                  </a:lnTo>
                  <a:lnTo>
                    <a:pt x="3403" y="1875"/>
                  </a:lnTo>
                  <a:lnTo>
                    <a:pt x="3321" y="1875"/>
                  </a:lnTo>
                  <a:lnTo>
                    <a:pt x="3321" y="1352"/>
                  </a:lnTo>
                  <a:lnTo>
                    <a:pt x="3005" y="1352"/>
                  </a:lnTo>
                  <a:lnTo>
                    <a:pt x="3005" y="2932"/>
                  </a:lnTo>
                  <a:lnTo>
                    <a:pt x="622" y="2932"/>
                  </a:lnTo>
                  <a:lnTo>
                    <a:pt x="622" y="1352"/>
                  </a:lnTo>
                  <a:lnTo>
                    <a:pt x="307" y="1352"/>
                  </a:lnTo>
                  <a:lnTo>
                    <a:pt x="307" y="1875"/>
                  </a:lnTo>
                  <a:lnTo>
                    <a:pt x="225" y="1875"/>
                  </a:lnTo>
                  <a:lnTo>
                    <a:pt x="188" y="1872"/>
                  </a:lnTo>
                  <a:lnTo>
                    <a:pt x="154" y="1864"/>
                  </a:lnTo>
                  <a:lnTo>
                    <a:pt x="122" y="1849"/>
                  </a:lnTo>
                  <a:lnTo>
                    <a:pt x="92" y="1832"/>
                  </a:lnTo>
                  <a:lnTo>
                    <a:pt x="66" y="1810"/>
                  </a:lnTo>
                  <a:lnTo>
                    <a:pt x="43" y="1783"/>
                  </a:lnTo>
                  <a:lnTo>
                    <a:pt x="25" y="1753"/>
                  </a:lnTo>
                  <a:lnTo>
                    <a:pt x="11" y="1721"/>
                  </a:lnTo>
                  <a:lnTo>
                    <a:pt x="3" y="1687"/>
                  </a:lnTo>
                  <a:lnTo>
                    <a:pt x="0" y="1651"/>
                  </a:lnTo>
                  <a:lnTo>
                    <a:pt x="0" y="486"/>
                  </a:lnTo>
                  <a:lnTo>
                    <a:pt x="3" y="449"/>
                  </a:lnTo>
                  <a:lnTo>
                    <a:pt x="11" y="415"/>
                  </a:lnTo>
                  <a:lnTo>
                    <a:pt x="25" y="383"/>
                  </a:lnTo>
                  <a:lnTo>
                    <a:pt x="43" y="353"/>
                  </a:lnTo>
                  <a:lnTo>
                    <a:pt x="66" y="328"/>
                  </a:lnTo>
                  <a:lnTo>
                    <a:pt x="92" y="305"/>
                  </a:lnTo>
                  <a:lnTo>
                    <a:pt x="122" y="287"/>
                  </a:lnTo>
                  <a:lnTo>
                    <a:pt x="154" y="273"/>
                  </a:lnTo>
                  <a:lnTo>
                    <a:pt x="188" y="265"/>
                  </a:lnTo>
                  <a:lnTo>
                    <a:pt x="225" y="262"/>
                  </a:lnTo>
                  <a:lnTo>
                    <a:pt x="622" y="262"/>
                  </a:lnTo>
                  <a:lnTo>
                    <a:pt x="622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65" name="Group 164"/>
            <p:cNvGrpSpPr/>
            <p:nvPr/>
          </p:nvGrpSpPr>
          <p:grpSpPr>
            <a:xfrm>
              <a:off x="6681095" y="3415166"/>
              <a:ext cx="549275" cy="551218"/>
              <a:chOff x="-169863" y="5010151"/>
              <a:chExt cx="1346200" cy="1350962"/>
            </a:xfrm>
            <a:solidFill>
              <a:schemeClr val="accent2"/>
            </a:solidFill>
          </p:grpSpPr>
          <p:sp>
            <p:nvSpPr>
              <p:cNvPr id="188" name="Freeform 23"/>
              <p:cNvSpPr>
                <a:spLocks/>
              </p:cNvSpPr>
              <p:nvPr/>
            </p:nvSpPr>
            <p:spPr bwMode="auto">
              <a:xfrm>
                <a:off x="-153988" y="5099051"/>
                <a:ext cx="560388" cy="550863"/>
              </a:xfrm>
              <a:custGeom>
                <a:avLst/>
                <a:gdLst>
                  <a:gd name="T0" fmla="*/ 787 w 1410"/>
                  <a:gd name="T1" fmla="*/ 4 h 1386"/>
                  <a:gd name="T2" fmla="*/ 915 w 1410"/>
                  <a:gd name="T3" fmla="*/ 31 h 1386"/>
                  <a:gd name="T4" fmla="*/ 1033 w 1410"/>
                  <a:gd name="T5" fmla="*/ 79 h 1386"/>
                  <a:gd name="T6" fmla="*/ 1140 w 1410"/>
                  <a:gd name="T7" fmla="*/ 148 h 1386"/>
                  <a:gd name="T8" fmla="*/ 1232 w 1410"/>
                  <a:gd name="T9" fmla="*/ 234 h 1386"/>
                  <a:gd name="T10" fmla="*/ 1307 w 1410"/>
                  <a:gd name="T11" fmla="*/ 334 h 1386"/>
                  <a:gd name="T12" fmla="*/ 1364 w 1410"/>
                  <a:gd name="T13" fmla="*/ 448 h 1386"/>
                  <a:gd name="T14" fmla="*/ 1401 w 1410"/>
                  <a:gd name="T15" fmla="*/ 572 h 1386"/>
                  <a:gd name="T16" fmla="*/ 1345 w 1410"/>
                  <a:gd name="T17" fmla="*/ 653 h 1386"/>
                  <a:gd name="T18" fmla="*/ 1204 w 1410"/>
                  <a:gd name="T19" fmla="*/ 700 h 1386"/>
                  <a:gd name="T20" fmla="*/ 1059 w 1410"/>
                  <a:gd name="T21" fmla="*/ 770 h 1386"/>
                  <a:gd name="T22" fmla="*/ 923 w 1410"/>
                  <a:gd name="T23" fmla="*/ 858 h 1386"/>
                  <a:gd name="T24" fmla="*/ 799 w 1410"/>
                  <a:gd name="T25" fmla="*/ 966 h 1386"/>
                  <a:gd name="T26" fmla="*/ 690 w 1410"/>
                  <a:gd name="T27" fmla="*/ 1088 h 1386"/>
                  <a:gd name="T28" fmla="*/ 599 w 1410"/>
                  <a:gd name="T29" fmla="*/ 1223 h 1386"/>
                  <a:gd name="T30" fmla="*/ 544 w 1410"/>
                  <a:gd name="T31" fmla="*/ 1331 h 1386"/>
                  <a:gd name="T32" fmla="*/ 460 w 1410"/>
                  <a:gd name="T33" fmla="*/ 1367 h 1386"/>
                  <a:gd name="T34" fmla="*/ 348 w 1410"/>
                  <a:gd name="T35" fmla="*/ 1313 h 1386"/>
                  <a:gd name="T36" fmla="*/ 249 w 1410"/>
                  <a:gd name="T37" fmla="*/ 1243 h 1386"/>
                  <a:gd name="T38" fmla="*/ 163 w 1410"/>
                  <a:gd name="T39" fmla="*/ 1156 h 1386"/>
                  <a:gd name="T40" fmla="*/ 94 w 1410"/>
                  <a:gd name="T41" fmla="*/ 1056 h 1386"/>
                  <a:gd name="T42" fmla="*/ 42 w 1410"/>
                  <a:gd name="T43" fmla="*/ 944 h 1386"/>
                  <a:gd name="T44" fmla="*/ 10 w 1410"/>
                  <a:gd name="T45" fmla="*/ 822 h 1386"/>
                  <a:gd name="T46" fmla="*/ 0 w 1410"/>
                  <a:gd name="T47" fmla="*/ 693 h 1386"/>
                  <a:gd name="T48" fmla="*/ 16 w 1410"/>
                  <a:gd name="T49" fmla="*/ 559 h 1386"/>
                  <a:gd name="T50" fmla="*/ 54 w 1410"/>
                  <a:gd name="T51" fmla="*/ 435 h 1386"/>
                  <a:gd name="T52" fmla="*/ 114 w 1410"/>
                  <a:gd name="T53" fmla="*/ 321 h 1386"/>
                  <a:gd name="T54" fmla="*/ 194 w 1410"/>
                  <a:gd name="T55" fmla="*/ 220 h 1386"/>
                  <a:gd name="T56" fmla="*/ 289 w 1410"/>
                  <a:gd name="T57" fmla="*/ 136 h 1386"/>
                  <a:gd name="T58" fmla="*/ 399 w 1410"/>
                  <a:gd name="T59" fmla="*/ 70 h 1386"/>
                  <a:gd name="T60" fmla="*/ 520 w 1410"/>
                  <a:gd name="T61" fmla="*/ 25 h 1386"/>
                  <a:gd name="T62" fmla="*/ 651 w 1410"/>
                  <a:gd name="T63" fmla="*/ 2 h 13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10" h="1386">
                    <a:moveTo>
                      <a:pt x="719" y="0"/>
                    </a:moveTo>
                    <a:lnTo>
                      <a:pt x="787" y="4"/>
                    </a:lnTo>
                    <a:lnTo>
                      <a:pt x="852" y="14"/>
                    </a:lnTo>
                    <a:lnTo>
                      <a:pt x="915" y="31"/>
                    </a:lnTo>
                    <a:lnTo>
                      <a:pt x="975" y="53"/>
                    </a:lnTo>
                    <a:lnTo>
                      <a:pt x="1033" y="79"/>
                    </a:lnTo>
                    <a:lnTo>
                      <a:pt x="1088" y="112"/>
                    </a:lnTo>
                    <a:lnTo>
                      <a:pt x="1140" y="148"/>
                    </a:lnTo>
                    <a:lnTo>
                      <a:pt x="1187" y="189"/>
                    </a:lnTo>
                    <a:lnTo>
                      <a:pt x="1232" y="234"/>
                    </a:lnTo>
                    <a:lnTo>
                      <a:pt x="1272" y="282"/>
                    </a:lnTo>
                    <a:lnTo>
                      <a:pt x="1307" y="334"/>
                    </a:lnTo>
                    <a:lnTo>
                      <a:pt x="1339" y="390"/>
                    </a:lnTo>
                    <a:lnTo>
                      <a:pt x="1364" y="448"/>
                    </a:lnTo>
                    <a:lnTo>
                      <a:pt x="1385" y="509"/>
                    </a:lnTo>
                    <a:lnTo>
                      <a:pt x="1401" y="572"/>
                    </a:lnTo>
                    <a:lnTo>
                      <a:pt x="1410" y="637"/>
                    </a:lnTo>
                    <a:lnTo>
                      <a:pt x="1345" y="653"/>
                    </a:lnTo>
                    <a:lnTo>
                      <a:pt x="1279" y="673"/>
                    </a:lnTo>
                    <a:lnTo>
                      <a:pt x="1204" y="700"/>
                    </a:lnTo>
                    <a:lnTo>
                      <a:pt x="1130" y="733"/>
                    </a:lnTo>
                    <a:lnTo>
                      <a:pt x="1059" y="770"/>
                    </a:lnTo>
                    <a:lnTo>
                      <a:pt x="991" y="811"/>
                    </a:lnTo>
                    <a:lnTo>
                      <a:pt x="923" y="858"/>
                    </a:lnTo>
                    <a:lnTo>
                      <a:pt x="859" y="910"/>
                    </a:lnTo>
                    <a:lnTo>
                      <a:pt x="799" y="966"/>
                    </a:lnTo>
                    <a:lnTo>
                      <a:pt x="743" y="1025"/>
                    </a:lnTo>
                    <a:lnTo>
                      <a:pt x="690" y="1088"/>
                    </a:lnTo>
                    <a:lnTo>
                      <a:pt x="643" y="1154"/>
                    </a:lnTo>
                    <a:lnTo>
                      <a:pt x="599" y="1223"/>
                    </a:lnTo>
                    <a:lnTo>
                      <a:pt x="570" y="1276"/>
                    </a:lnTo>
                    <a:lnTo>
                      <a:pt x="544" y="1331"/>
                    </a:lnTo>
                    <a:lnTo>
                      <a:pt x="520" y="1386"/>
                    </a:lnTo>
                    <a:lnTo>
                      <a:pt x="460" y="1367"/>
                    </a:lnTo>
                    <a:lnTo>
                      <a:pt x="403" y="1342"/>
                    </a:lnTo>
                    <a:lnTo>
                      <a:pt x="348" y="1313"/>
                    </a:lnTo>
                    <a:lnTo>
                      <a:pt x="298" y="1280"/>
                    </a:lnTo>
                    <a:lnTo>
                      <a:pt x="249" y="1243"/>
                    </a:lnTo>
                    <a:lnTo>
                      <a:pt x="204" y="1202"/>
                    </a:lnTo>
                    <a:lnTo>
                      <a:pt x="163" y="1156"/>
                    </a:lnTo>
                    <a:lnTo>
                      <a:pt x="127" y="1107"/>
                    </a:lnTo>
                    <a:lnTo>
                      <a:pt x="94" y="1056"/>
                    </a:lnTo>
                    <a:lnTo>
                      <a:pt x="66" y="1001"/>
                    </a:lnTo>
                    <a:lnTo>
                      <a:pt x="42" y="944"/>
                    </a:lnTo>
                    <a:lnTo>
                      <a:pt x="23" y="884"/>
                    </a:lnTo>
                    <a:lnTo>
                      <a:pt x="10" y="822"/>
                    </a:lnTo>
                    <a:lnTo>
                      <a:pt x="2" y="759"/>
                    </a:lnTo>
                    <a:lnTo>
                      <a:pt x="0" y="693"/>
                    </a:lnTo>
                    <a:lnTo>
                      <a:pt x="6" y="625"/>
                    </a:lnTo>
                    <a:lnTo>
                      <a:pt x="16" y="559"/>
                    </a:lnTo>
                    <a:lnTo>
                      <a:pt x="33" y="496"/>
                    </a:lnTo>
                    <a:lnTo>
                      <a:pt x="54" y="435"/>
                    </a:lnTo>
                    <a:lnTo>
                      <a:pt x="82" y="376"/>
                    </a:lnTo>
                    <a:lnTo>
                      <a:pt x="114" y="321"/>
                    </a:lnTo>
                    <a:lnTo>
                      <a:pt x="152" y="269"/>
                    </a:lnTo>
                    <a:lnTo>
                      <a:pt x="194" y="220"/>
                    </a:lnTo>
                    <a:lnTo>
                      <a:pt x="240" y="176"/>
                    </a:lnTo>
                    <a:lnTo>
                      <a:pt x="289" y="136"/>
                    </a:lnTo>
                    <a:lnTo>
                      <a:pt x="342" y="100"/>
                    </a:lnTo>
                    <a:lnTo>
                      <a:pt x="399" y="70"/>
                    </a:lnTo>
                    <a:lnTo>
                      <a:pt x="458" y="44"/>
                    </a:lnTo>
                    <a:lnTo>
                      <a:pt x="520" y="25"/>
                    </a:lnTo>
                    <a:lnTo>
                      <a:pt x="585" y="10"/>
                    </a:lnTo>
                    <a:lnTo>
                      <a:pt x="651" y="2"/>
                    </a:lnTo>
                    <a:lnTo>
                      <a:pt x="71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9" name="Freeform 24"/>
              <p:cNvSpPr>
                <a:spLocks/>
              </p:cNvSpPr>
              <p:nvPr/>
            </p:nvSpPr>
            <p:spPr bwMode="auto">
              <a:xfrm>
                <a:off x="555625" y="5010151"/>
                <a:ext cx="303213" cy="303213"/>
              </a:xfrm>
              <a:custGeom>
                <a:avLst/>
                <a:gdLst>
                  <a:gd name="T0" fmla="*/ 383 w 766"/>
                  <a:gd name="T1" fmla="*/ 0 h 765"/>
                  <a:gd name="T2" fmla="*/ 431 w 766"/>
                  <a:gd name="T3" fmla="*/ 3 h 765"/>
                  <a:gd name="T4" fmla="*/ 477 w 766"/>
                  <a:gd name="T5" fmla="*/ 11 h 765"/>
                  <a:gd name="T6" fmla="*/ 522 w 766"/>
                  <a:gd name="T7" fmla="*/ 26 h 765"/>
                  <a:gd name="T8" fmla="*/ 563 w 766"/>
                  <a:gd name="T9" fmla="*/ 45 h 765"/>
                  <a:gd name="T10" fmla="*/ 602 w 766"/>
                  <a:gd name="T11" fmla="*/ 68 h 765"/>
                  <a:gd name="T12" fmla="*/ 638 w 766"/>
                  <a:gd name="T13" fmla="*/ 96 h 765"/>
                  <a:gd name="T14" fmla="*/ 670 w 766"/>
                  <a:gd name="T15" fmla="*/ 128 h 765"/>
                  <a:gd name="T16" fmla="*/ 698 w 766"/>
                  <a:gd name="T17" fmla="*/ 164 h 765"/>
                  <a:gd name="T18" fmla="*/ 722 w 766"/>
                  <a:gd name="T19" fmla="*/ 203 h 765"/>
                  <a:gd name="T20" fmla="*/ 740 w 766"/>
                  <a:gd name="T21" fmla="*/ 244 h 765"/>
                  <a:gd name="T22" fmla="*/ 755 w 766"/>
                  <a:gd name="T23" fmla="*/ 288 h 765"/>
                  <a:gd name="T24" fmla="*/ 763 w 766"/>
                  <a:gd name="T25" fmla="*/ 334 h 765"/>
                  <a:gd name="T26" fmla="*/ 766 w 766"/>
                  <a:gd name="T27" fmla="*/ 383 h 765"/>
                  <a:gd name="T28" fmla="*/ 763 w 766"/>
                  <a:gd name="T29" fmla="*/ 431 h 765"/>
                  <a:gd name="T30" fmla="*/ 755 w 766"/>
                  <a:gd name="T31" fmla="*/ 477 h 765"/>
                  <a:gd name="T32" fmla="*/ 740 w 766"/>
                  <a:gd name="T33" fmla="*/ 521 h 765"/>
                  <a:gd name="T34" fmla="*/ 722 w 766"/>
                  <a:gd name="T35" fmla="*/ 562 h 765"/>
                  <a:gd name="T36" fmla="*/ 698 w 766"/>
                  <a:gd name="T37" fmla="*/ 602 h 765"/>
                  <a:gd name="T38" fmla="*/ 670 w 766"/>
                  <a:gd name="T39" fmla="*/ 637 h 765"/>
                  <a:gd name="T40" fmla="*/ 638 w 766"/>
                  <a:gd name="T41" fmla="*/ 669 h 765"/>
                  <a:gd name="T42" fmla="*/ 602 w 766"/>
                  <a:gd name="T43" fmla="*/ 697 h 765"/>
                  <a:gd name="T44" fmla="*/ 563 w 766"/>
                  <a:gd name="T45" fmla="*/ 721 h 765"/>
                  <a:gd name="T46" fmla="*/ 522 w 766"/>
                  <a:gd name="T47" fmla="*/ 740 h 765"/>
                  <a:gd name="T48" fmla="*/ 477 w 766"/>
                  <a:gd name="T49" fmla="*/ 754 h 765"/>
                  <a:gd name="T50" fmla="*/ 431 w 766"/>
                  <a:gd name="T51" fmla="*/ 763 h 765"/>
                  <a:gd name="T52" fmla="*/ 383 w 766"/>
                  <a:gd name="T53" fmla="*/ 765 h 765"/>
                  <a:gd name="T54" fmla="*/ 336 w 766"/>
                  <a:gd name="T55" fmla="*/ 763 h 765"/>
                  <a:gd name="T56" fmla="*/ 289 w 766"/>
                  <a:gd name="T57" fmla="*/ 754 h 765"/>
                  <a:gd name="T58" fmla="*/ 244 w 766"/>
                  <a:gd name="T59" fmla="*/ 740 h 765"/>
                  <a:gd name="T60" fmla="*/ 203 w 766"/>
                  <a:gd name="T61" fmla="*/ 721 h 765"/>
                  <a:gd name="T62" fmla="*/ 165 w 766"/>
                  <a:gd name="T63" fmla="*/ 697 h 765"/>
                  <a:gd name="T64" fmla="*/ 128 w 766"/>
                  <a:gd name="T65" fmla="*/ 669 h 765"/>
                  <a:gd name="T66" fmla="*/ 97 w 766"/>
                  <a:gd name="T67" fmla="*/ 637 h 765"/>
                  <a:gd name="T68" fmla="*/ 68 w 766"/>
                  <a:gd name="T69" fmla="*/ 602 h 765"/>
                  <a:gd name="T70" fmla="*/ 46 w 766"/>
                  <a:gd name="T71" fmla="*/ 562 h 765"/>
                  <a:gd name="T72" fmla="*/ 26 w 766"/>
                  <a:gd name="T73" fmla="*/ 521 h 765"/>
                  <a:gd name="T74" fmla="*/ 12 w 766"/>
                  <a:gd name="T75" fmla="*/ 477 h 765"/>
                  <a:gd name="T76" fmla="*/ 3 w 766"/>
                  <a:gd name="T77" fmla="*/ 431 h 765"/>
                  <a:gd name="T78" fmla="*/ 0 w 766"/>
                  <a:gd name="T79" fmla="*/ 383 h 765"/>
                  <a:gd name="T80" fmla="*/ 3 w 766"/>
                  <a:gd name="T81" fmla="*/ 334 h 765"/>
                  <a:gd name="T82" fmla="*/ 12 w 766"/>
                  <a:gd name="T83" fmla="*/ 288 h 765"/>
                  <a:gd name="T84" fmla="*/ 26 w 766"/>
                  <a:gd name="T85" fmla="*/ 244 h 765"/>
                  <a:gd name="T86" fmla="*/ 46 w 766"/>
                  <a:gd name="T87" fmla="*/ 203 h 765"/>
                  <a:gd name="T88" fmla="*/ 68 w 766"/>
                  <a:gd name="T89" fmla="*/ 164 h 765"/>
                  <a:gd name="T90" fmla="*/ 97 w 766"/>
                  <a:gd name="T91" fmla="*/ 128 h 765"/>
                  <a:gd name="T92" fmla="*/ 128 w 766"/>
                  <a:gd name="T93" fmla="*/ 96 h 765"/>
                  <a:gd name="T94" fmla="*/ 165 w 766"/>
                  <a:gd name="T95" fmla="*/ 68 h 765"/>
                  <a:gd name="T96" fmla="*/ 203 w 766"/>
                  <a:gd name="T97" fmla="*/ 45 h 765"/>
                  <a:gd name="T98" fmla="*/ 244 w 766"/>
                  <a:gd name="T99" fmla="*/ 26 h 765"/>
                  <a:gd name="T100" fmla="*/ 289 w 766"/>
                  <a:gd name="T101" fmla="*/ 11 h 765"/>
                  <a:gd name="T102" fmla="*/ 336 w 766"/>
                  <a:gd name="T103" fmla="*/ 3 h 765"/>
                  <a:gd name="T104" fmla="*/ 383 w 766"/>
                  <a:gd name="T105" fmla="*/ 0 h 7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766" h="765">
                    <a:moveTo>
                      <a:pt x="383" y="0"/>
                    </a:moveTo>
                    <a:lnTo>
                      <a:pt x="431" y="3"/>
                    </a:lnTo>
                    <a:lnTo>
                      <a:pt x="477" y="11"/>
                    </a:lnTo>
                    <a:lnTo>
                      <a:pt x="522" y="26"/>
                    </a:lnTo>
                    <a:lnTo>
                      <a:pt x="563" y="45"/>
                    </a:lnTo>
                    <a:lnTo>
                      <a:pt x="602" y="68"/>
                    </a:lnTo>
                    <a:lnTo>
                      <a:pt x="638" y="96"/>
                    </a:lnTo>
                    <a:lnTo>
                      <a:pt x="670" y="128"/>
                    </a:lnTo>
                    <a:lnTo>
                      <a:pt x="698" y="164"/>
                    </a:lnTo>
                    <a:lnTo>
                      <a:pt x="722" y="203"/>
                    </a:lnTo>
                    <a:lnTo>
                      <a:pt x="740" y="244"/>
                    </a:lnTo>
                    <a:lnTo>
                      <a:pt x="755" y="288"/>
                    </a:lnTo>
                    <a:lnTo>
                      <a:pt x="763" y="334"/>
                    </a:lnTo>
                    <a:lnTo>
                      <a:pt x="766" y="383"/>
                    </a:lnTo>
                    <a:lnTo>
                      <a:pt x="763" y="431"/>
                    </a:lnTo>
                    <a:lnTo>
                      <a:pt x="755" y="477"/>
                    </a:lnTo>
                    <a:lnTo>
                      <a:pt x="740" y="521"/>
                    </a:lnTo>
                    <a:lnTo>
                      <a:pt x="722" y="562"/>
                    </a:lnTo>
                    <a:lnTo>
                      <a:pt x="698" y="602"/>
                    </a:lnTo>
                    <a:lnTo>
                      <a:pt x="670" y="637"/>
                    </a:lnTo>
                    <a:lnTo>
                      <a:pt x="638" y="669"/>
                    </a:lnTo>
                    <a:lnTo>
                      <a:pt x="602" y="697"/>
                    </a:lnTo>
                    <a:lnTo>
                      <a:pt x="563" y="721"/>
                    </a:lnTo>
                    <a:lnTo>
                      <a:pt x="522" y="740"/>
                    </a:lnTo>
                    <a:lnTo>
                      <a:pt x="477" y="754"/>
                    </a:lnTo>
                    <a:lnTo>
                      <a:pt x="431" y="763"/>
                    </a:lnTo>
                    <a:lnTo>
                      <a:pt x="383" y="765"/>
                    </a:lnTo>
                    <a:lnTo>
                      <a:pt x="336" y="763"/>
                    </a:lnTo>
                    <a:lnTo>
                      <a:pt x="289" y="754"/>
                    </a:lnTo>
                    <a:lnTo>
                      <a:pt x="244" y="740"/>
                    </a:lnTo>
                    <a:lnTo>
                      <a:pt x="203" y="721"/>
                    </a:lnTo>
                    <a:lnTo>
                      <a:pt x="165" y="697"/>
                    </a:lnTo>
                    <a:lnTo>
                      <a:pt x="128" y="669"/>
                    </a:lnTo>
                    <a:lnTo>
                      <a:pt x="97" y="637"/>
                    </a:lnTo>
                    <a:lnTo>
                      <a:pt x="68" y="602"/>
                    </a:lnTo>
                    <a:lnTo>
                      <a:pt x="46" y="562"/>
                    </a:lnTo>
                    <a:lnTo>
                      <a:pt x="26" y="521"/>
                    </a:lnTo>
                    <a:lnTo>
                      <a:pt x="12" y="477"/>
                    </a:lnTo>
                    <a:lnTo>
                      <a:pt x="3" y="431"/>
                    </a:lnTo>
                    <a:lnTo>
                      <a:pt x="0" y="383"/>
                    </a:lnTo>
                    <a:lnTo>
                      <a:pt x="3" y="334"/>
                    </a:lnTo>
                    <a:lnTo>
                      <a:pt x="12" y="288"/>
                    </a:lnTo>
                    <a:lnTo>
                      <a:pt x="26" y="244"/>
                    </a:lnTo>
                    <a:lnTo>
                      <a:pt x="46" y="203"/>
                    </a:lnTo>
                    <a:lnTo>
                      <a:pt x="68" y="164"/>
                    </a:lnTo>
                    <a:lnTo>
                      <a:pt x="97" y="128"/>
                    </a:lnTo>
                    <a:lnTo>
                      <a:pt x="128" y="96"/>
                    </a:lnTo>
                    <a:lnTo>
                      <a:pt x="165" y="68"/>
                    </a:lnTo>
                    <a:lnTo>
                      <a:pt x="203" y="45"/>
                    </a:lnTo>
                    <a:lnTo>
                      <a:pt x="244" y="26"/>
                    </a:lnTo>
                    <a:lnTo>
                      <a:pt x="289" y="11"/>
                    </a:lnTo>
                    <a:lnTo>
                      <a:pt x="336" y="3"/>
                    </a:lnTo>
                    <a:lnTo>
                      <a:pt x="38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0" name="Freeform 25"/>
              <p:cNvSpPr>
                <a:spLocks/>
              </p:cNvSpPr>
              <p:nvPr/>
            </p:nvSpPr>
            <p:spPr bwMode="auto">
              <a:xfrm>
                <a:off x="-169863" y="5294313"/>
                <a:ext cx="1346200" cy="1066800"/>
              </a:xfrm>
              <a:custGeom>
                <a:avLst/>
                <a:gdLst>
                  <a:gd name="T0" fmla="*/ 3233 w 3393"/>
                  <a:gd name="T1" fmla="*/ 14 h 2689"/>
                  <a:gd name="T2" fmla="*/ 3340 w 3393"/>
                  <a:gd name="T3" fmla="*/ 81 h 2689"/>
                  <a:gd name="T4" fmla="*/ 3392 w 3393"/>
                  <a:gd name="T5" fmla="*/ 202 h 2689"/>
                  <a:gd name="T6" fmla="*/ 3366 w 3393"/>
                  <a:gd name="T7" fmla="*/ 362 h 2689"/>
                  <a:gd name="T8" fmla="*/ 3271 w 3393"/>
                  <a:gd name="T9" fmla="*/ 554 h 2689"/>
                  <a:gd name="T10" fmla="*/ 3117 w 3393"/>
                  <a:gd name="T11" fmla="*/ 772 h 2689"/>
                  <a:gd name="T12" fmla="*/ 2913 w 3393"/>
                  <a:gd name="T13" fmla="*/ 1007 h 2689"/>
                  <a:gd name="T14" fmla="*/ 2669 w 3393"/>
                  <a:gd name="T15" fmla="*/ 1252 h 2689"/>
                  <a:gd name="T16" fmla="*/ 2394 w 3393"/>
                  <a:gd name="T17" fmla="*/ 1500 h 2689"/>
                  <a:gd name="T18" fmla="*/ 2097 w 3393"/>
                  <a:gd name="T19" fmla="*/ 1744 h 2689"/>
                  <a:gd name="T20" fmla="*/ 1789 w 3393"/>
                  <a:gd name="T21" fmla="*/ 1974 h 2689"/>
                  <a:gd name="T22" fmla="*/ 1477 w 3393"/>
                  <a:gd name="T23" fmla="*/ 2185 h 2689"/>
                  <a:gd name="T24" fmla="*/ 1171 w 3393"/>
                  <a:gd name="T25" fmla="*/ 2369 h 2689"/>
                  <a:gd name="T26" fmla="*/ 881 w 3393"/>
                  <a:gd name="T27" fmla="*/ 2518 h 2689"/>
                  <a:gd name="T28" fmla="*/ 617 w 3393"/>
                  <a:gd name="T29" fmla="*/ 2625 h 2689"/>
                  <a:gd name="T30" fmla="*/ 387 w 3393"/>
                  <a:gd name="T31" fmla="*/ 2682 h 2689"/>
                  <a:gd name="T32" fmla="*/ 206 w 3393"/>
                  <a:gd name="T33" fmla="*/ 2682 h 2689"/>
                  <a:gd name="T34" fmla="*/ 77 w 3393"/>
                  <a:gd name="T35" fmla="*/ 2623 h 2689"/>
                  <a:gd name="T36" fmla="*/ 5 w 3393"/>
                  <a:gd name="T37" fmla="*/ 2498 h 2689"/>
                  <a:gd name="T38" fmla="*/ 11 w 3393"/>
                  <a:gd name="T39" fmla="*/ 2355 h 2689"/>
                  <a:gd name="T40" fmla="*/ 74 w 3393"/>
                  <a:gd name="T41" fmla="*/ 2214 h 2689"/>
                  <a:gd name="T42" fmla="*/ 162 w 3393"/>
                  <a:gd name="T43" fmla="*/ 2086 h 2689"/>
                  <a:gd name="T44" fmla="*/ 239 w 3393"/>
                  <a:gd name="T45" fmla="*/ 2019 h 2689"/>
                  <a:gd name="T46" fmla="*/ 327 w 3393"/>
                  <a:gd name="T47" fmla="*/ 2020 h 2689"/>
                  <a:gd name="T48" fmla="*/ 400 w 3393"/>
                  <a:gd name="T49" fmla="*/ 2077 h 2689"/>
                  <a:gd name="T50" fmla="*/ 424 w 3393"/>
                  <a:gd name="T51" fmla="*/ 2166 h 2689"/>
                  <a:gd name="T52" fmla="*/ 371 w 3393"/>
                  <a:gd name="T53" fmla="*/ 2265 h 2689"/>
                  <a:gd name="T54" fmla="*/ 304 w 3393"/>
                  <a:gd name="T55" fmla="*/ 2368 h 2689"/>
                  <a:gd name="T56" fmla="*/ 281 w 3393"/>
                  <a:gd name="T57" fmla="*/ 2427 h 2689"/>
                  <a:gd name="T58" fmla="*/ 380 w 3393"/>
                  <a:gd name="T59" fmla="*/ 2421 h 2689"/>
                  <a:gd name="T60" fmla="*/ 581 w 3393"/>
                  <a:gd name="T61" fmla="*/ 2361 h 2689"/>
                  <a:gd name="T62" fmla="*/ 833 w 3393"/>
                  <a:gd name="T63" fmla="*/ 2236 h 2689"/>
                  <a:gd name="T64" fmla="*/ 879 w 3393"/>
                  <a:gd name="T65" fmla="*/ 2052 h 2689"/>
                  <a:gd name="T66" fmla="*/ 718 w 3393"/>
                  <a:gd name="T67" fmla="*/ 1799 h 2689"/>
                  <a:gd name="T68" fmla="*/ 632 w 3393"/>
                  <a:gd name="T69" fmla="*/ 1507 h 2689"/>
                  <a:gd name="T70" fmla="*/ 631 w 3393"/>
                  <a:gd name="T71" fmla="*/ 1207 h 2689"/>
                  <a:gd name="T72" fmla="*/ 710 w 3393"/>
                  <a:gd name="T73" fmla="*/ 919 h 2689"/>
                  <a:gd name="T74" fmla="*/ 850 w 3393"/>
                  <a:gd name="T75" fmla="*/ 684 h 2689"/>
                  <a:gd name="T76" fmla="*/ 1053 w 3393"/>
                  <a:gd name="T77" fmla="*/ 485 h 2689"/>
                  <a:gd name="T78" fmla="*/ 1311 w 3393"/>
                  <a:gd name="T79" fmla="*/ 340 h 2689"/>
                  <a:gd name="T80" fmla="*/ 1619 w 3393"/>
                  <a:gd name="T81" fmla="*/ 271 h 2689"/>
                  <a:gd name="T82" fmla="*/ 1914 w 3393"/>
                  <a:gd name="T83" fmla="*/ 287 h 2689"/>
                  <a:gd name="T84" fmla="*/ 2181 w 3393"/>
                  <a:gd name="T85" fmla="*/ 376 h 2689"/>
                  <a:gd name="T86" fmla="*/ 2419 w 3393"/>
                  <a:gd name="T87" fmla="*/ 536 h 2689"/>
                  <a:gd name="T88" fmla="*/ 2608 w 3393"/>
                  <a:gd name="T89" fmla="*/ 751 h 2689"/>
                  <a:gd name="T90" fmla="*/ 2745 w 3393"/>
                  <a:gd name="T91" fmla="*/ 804 h 2689"/>
                  <a:gd name="T92" fmla="*/ 2883 w 3393"/>
                  <a:gd name="T93" fmla="*/ 671 h 2689"/>
                  <a:gd name="T94" fmla="*/ 3002 w 3393"/>
                  <a:gd name="T95" fmla="*/ 531 h 2689"/>
                  <a:gd name="T96" fmla="*/ 3090 w 3393"/>
                  <a:gd name="T97" fmla="*/ 404 h 2689"/>
                  <a:gd name="T98" fmla="*/ 3136 w 3393"/>
                  <a:gd name="T99" fmla="*/ 308 h 2689"/>
                  <a:gd name="T100" fmla="*/ 3130 w 3393"/>
                  <a:gd name="T101" fmla="*/ 278 h 2689"/>
                  <a:gd name="T102" fmla="*/ 3066 w 3393"/>
                  <a:gd name="T103" fmla="*/ 286 h 2689"/>
                  <a:gd name="T104" fmla="*/ 2944 w 3393"/>
                  <a:gd name="T105" fmla="*/ 326 h 2689"/>
                  <a:gd name="T106" fmla="*/ 2832 w 3393"/>
                  <a:gd name="T107" fmla="*/ 350 h 2689"/>
                  <a:gd name="T108" fmla="*/ 2754 w 3393"/>
                  <a:gd name="T109" fmla="*/ 303 h 2689"/>
                  <a:gd name="T110" fmla="*/ 2718 w 3393"/>
                  <a:gd name="T111" fmla="*/ 213 h 2689"/>
                  <a:gd name="T112" fmla="*/ 2751 w 3393"/>
                  <a:gd name="T113" fmla="*/ 121 h 2689"/>
                  <a:gd name="T114" fmla="*/ 2885 w 3393"/>
                  <a:gd name="T115" fmla="*/ 53 h 2689"/>
                  <a:gd name="T116" fmla="*/ 3086 w 3393"/>
                  <a:gd name="T117" fmla="*/ 3 h 26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3393" h="2689">
                    <a:moveTo>
                      <a:pt x="3136" y="0"/>
                    </a:moveTo>
                    <a:lnTo>
                      <a:pt x="3169" y="2"/>
                    </a:lnTo>
                    <a:lnTo>
                      <a:pt x="3202" y="6"/>
                    </a:lnTo>
                    <a:lnTo>
                      <a:pt x="3233" y="14"/>
                    </a:lnTo>
                    <a:lnTo>
                      <a:pt x="3262" y="24"/>
                    </a:lnTo>
                    <a:lnTo>
                      <a:pt x="3290" y="39"/>
                    </a:lnTo>
                    <a:lnTo>
                      <a:pt x="3316" y="58"/>
                    </a:lnTo>
                    <a:lnTo>
                      <a:pt x="3340" y="81"/>
                    </a:lnTo>
                    <a:lnTo>
                      <a:pt x="3361" y="108"/>
                    </a:lnTo>
                    <a:lnTo>
                      <a:pt x="3376" y="137"/>
                    </a:lnTo>
                    <a:lnTo>
                      <a:pt x="3387" y="168"/>
                    </a:lnTo>
                    <a:lnTo>
                      <a:pt x="3392" y="202"/>
                    </a:lnTo>
                    <a:lnTo>
                      <a:pt x="3393" y="239"/>
                    </a:lnTo>
                    <a:lnTo>
                      <a:pt x="3388" y="278"/>
                    </a:lnTo>
                    <a:lnTo>
                      <a:pt x="3379" y="318"/>
                    </a:lnTo>
                    <a:lnTo>
                      <a:pt x="3366" y="362"/>
                    </a:lnTo>
                    <a:lnTo>
                      <a:pt x="3348" y="407"/>
                    </a:lnTo>
                    <a:lnTo>
                      <a:pt x="3327" y="454"/>
                    </a:lnTo>
                    <a:lnTo>
                      <a:pt x="3301" y="504"/>
                    </a:lnTo>
                    <a:lnTo>
                      <a:pt x="3271" y="554"/>
                    </a:lnTo>
                    <a:lnTo>
                      <a:pt x="3238" y="606"/>
                    </a:lnTo>
                    <a:lnTo>
                      <a:pt x="3201" y="660"/>
                    </a:lnTo>
                    <a:lnTo>
                      <a:pt x="3161" y="716"/>
                    </a:lnTo>
                    <a:lnTo>
                      <a:pt x="3117" y="772"/>
                    </a:lnTo>
                    <a:lnTo>
                      <a:pt x="3071" y="829"/>
                    </a:lnTo>
                    <a:lnTo>
                      <a:pt x="3021" y="888"/>
                    </a:lnTo>
                    <a:lnTo>
                      <a:pt x="2968" y="947"/>
                    </a:lnTo>
                    <a:lnTo>
                      <a:pt x="2913" y="1007"/>
                    </a:lnTo>
                    <a:lnTo>
                      <a:pt x="2855" y="1068"/>
                    </a:lnTo>
                    <a:lnTo>
                      <a:pt x="2796" y="1129"/>
                    </a:lnTo>
                    <a:lnTo>
                      <a:pt x="2733" y="1190"/>
                    </a:lnTo>
                    <a:lnTo>
                      <a:pt x="2669" y="1252"/>
                    </a:lnTo>
                    <a:lnTo>
                      <a:pt x="2603" y="1314"/>
                    </a:lnTo>
                    <a:lnTo>
                      <a:pt x="2535" y="1376"/>
                    </a:lnTo>
                    <a:lnTo>
                      <a:pt x="2465" y="1438"/>
                    </a:lnTo>
                    <a:lnTo>
                      <a:pt x="2394" y="1500"/>
                    </a:lnTo>
                    <a:lnTo>
                      <a:pt x="2322" y="1561"/>
                    </a:lnTo>
                    <a:lnTo>
                      <a:pt x="2248" y="1623"/>
                    </a:lnTo>
                    <a:lnTo>
                      <a:pt x="2173" y="1684"/>
                    </a:lnTo>
                    <a:lnTo>
                      <a:pt x="2097" y="1744"/>
                    </a:lnTo>
                    <a:lnTo>
                      <a:pt x="2021" y="1803"/>
                    </a:lnTo>
                    <a:lnTo>
                      <a:pt x="1944" y="1861"/>
                    </a:lnTo>
                    <a:lnTo>
                      <a:pt x="1866" y="1918"/>
                    </a:lnTo>
                    <a:lnTo>
                      <a:pt x="1789" y="1974"/>
                    </a:lnTo>
                    <a:lnTo>
                      <a:pt x="1710" y="2029"/>
                    </a:lnTo>
                    <a:lnTo>
                      <a:pt x="1632" y="2082"/>
                    </a:lnTo>
                    <a:lnTo>
                      <a:pt x="1555" y="2135"/>
                    </a:lnTo>
                    <a:lnTo>
                      <a:pt x="1477" y="2185"/>
                    </a:lnTo>
                    <a:lnTo>
                      <a:pt x="1399" y="2234"/>
                    </a:lnTo>
                    <a:lnTo>
                      <a:pt x="1323" y="2281"/>
                    </a:lnTo>
                    <a:lnTo>
                      <a:pt x="1246" y="2325"/>
                    </a:lnTo>
                    <a:lnTo>
                      <a:pt x="1171" y="2369"/>
                    </a:lnTo>
                    <a:lnTo>
                      <a:pt x="1097" y="2409"/>
                    </a:lnTo>
                    <a:lnTo>
                      <a:pt x="1024" y="2449"/>
                    </a:lnTo>
                    <a:lnTo>
                      <a:pt x="952" y="2485"/>
                    </a:lnTo>
                    <a:lnTo>
                      <a:pt x="881" y="2518"/>
                    </a:lnTo>
                    <a:lnTo>
                      <a:pt x="813" y="2549"/>
                    </a:lnTo>
                    <a:lnTo>
                      <a:pt x="746" y="2577"/>
                    </a:lnTo>
                    <a:lnTo>
                      <a:pt x="680" y="2602"/>
                    </a:lnTo>
                    <a:lnTo>
                      <a:pt x="617" y="2625"/>
                    </a:lnTo>
                    <a:lnTo>
                      <a:pt x="556" y="2644"/>
                    </a:lnTo>
                    <a:lnTo>
                      <a:pt x="498" y="2660"/>
                    </a:lnTo>
                    <a:lnTo>
                      <a:pt x="441" y="2672"/>
                    </a:lnTo>
                    <a:lnTo>
                      <a:pt x="387" y="2682"/>
                    </a:lnTo>
                    <a:lnTo>
                      <a:pt x="337" y="2687"/>
                    </a:lnTo>
                    <a:lnTo>
                      <a:pt x="289" y="2689"/>
                    </a:lnTo>
                    <a:lnTo>
                      <a:pt x="245" y="2688"/>
                    </a:lnTo>
                    <a:lnTo>
                      <a:pt x="206" y="2682"/>
                    </a:lnTo>
                    <a:lnTo>
                      <a:pt x="169" y="2673"/>
                    </a:lnTo>
                    <a:lnTo>
                      <a:pt x="135" y="2660"/>
                    </a:lnTo>
                    <a:lnTo>
                      <a:pt x="104" y="2643"/>
                    </a:lnTo>
                    <a:lnTo>
                      <a:pt x="77" y="2623"/>
                    </a:lnTo>
                    <a:lnTo>
                      <a:pt x="53" y="2598"/>
                    </a:lnTo>
                    <a:lnTo>
                      <a:pt x="31" y="2566"/>
                    </a:lnTo>
                    <a:lnTo>
                      <a:pt x="14" y="2532"/>
                    </a:lnTo>
                    <a:lnTo>
                      <a:pt x="5" y="2498"/>
                    </a:lnTo>
                    <a:lnTo>
                      <a:pt x="0" y="2463"/>
                    </a:lnTo>
                    <a:lnTo>
                      <a:pt x="0" y="2428"/>
                    </a:lnTo>
                    <a:lnTo>
                      <a:pt x="4" y="2392"/>
                    </a:lnTo>
                    <a:lnTo>
                      <a:pt x="11" y="2355"/>
                    </a:lnTo>
                    <a:lnTo>
                      <a:pt x="23" y="2319"/>
                    </a:lnTo>
                    <a:lnTo>
                      <a:pt x="37" y="2284"/>
                    </a:lnTo>
                    <a:lnTo>
                      <a:pt x="55" y="2249"/>
                    </a:lnTo>
                    <a:lnTo>
                      <a:pt x="74" y="2214"/>
                    </a:lnTo>
                    <a:lnTo>
                      <a:pt x="94" y="2180"/>
                    </a:lnTo>
                    <a:lnTo>
                      <a:pt x="116" y="2147"/>
                    </a:lnTo>
                    <a:lnTo>
                      <a:pt x="139" y="2116"/>
                    </a:lnTo>
                    <a:lnTo>
                      <a:pt x="162" y="2086"/>
                    </a:lnTo>
                    <a:lnTo>
                      <a:pt x="184" y="2057"/>
                    </a:lnTo>
                    <a:lnTo>
                      <a:pt x="201" y="2041"/>
                    </a:lnTo>
                    <a:lnTo>
                      <a:pt x="219" y="2028"/>
                    </a:lnTo>
                    <a:lnTo>
                      <a:pt x="239" y="2019"/>
                    </a:lnTo>
                    <a:lnTo>
                      <a:pt x="260" y="2014"/>
                    </a:lnTo>
                    <a:lnTo>
                      <a:pt x="282" y="2012"/>
                    </a:lnTo>
                    <a:lnTo>
                      <a:pt x="304" y="2014"/>
                    </a:lnTo>
                    <a:lnTo>
                      <a:pt x="327" y="2020"/>
                    </a:lnTo>
                    <a:lnTo>
                      <a:pt x="348" y="2030"/>
                    </a:lnTo>
                    <a:lnTo>
                      <a:pt x="368" y="2045"/>
                    </a:lnTo>
                    <a:lnTo>
                      <a:pt x="383" y="2059"/>
                    </a:lnTo>
                    <a:lnTo>
                      <a:pt x="400" y="2077"/>
                    </a:lnTo>
                    <a:lnTo>
                      <a:pt x="412" y="2098"/>
                    </a:lnTo>
                    <a:lnTo>
                      <a:pt x="420" y="2119"/>
                    </a:lnTo>
                    <a:lnTo>
                      <a:pt x="424" y="2142"/>
                    </a:lnTo>
                    <a:lnTo>
                      <a:pt x="424" y="2166"/>
                    </a:lnTo>
                    <a:lnTo>
                      <a:pt x="419" y="2189"/>
                    </a:lnTo>
                    <a:lnTo>
                      <a:pt x="410" y="2212"/>
                    </a:lnTo>
                    <a:lnTo>
                      <a:pt x="397" y="2231"/>
                    </a:lnTo>
                    <a:lnTo>
                      <a:pt x="371" y="2265"/>
                    </a:lnTo>
                    <a:lnTo>
                      <a:pt x="349" y="2295"/>
                    </a:lnTo>
                    <a:lnTo>
                      <a:pt x="331" y="2322"/>
                    </a:lnTo>
                    <a:lnTo>
                      <a:pt x="317" y="2347"/>
                    </a:lnTo>
                    <a:lnTo>
                      <a:pt x="304" y="2368"/>
                    </a:lnTo>
                    <a:lnTo>
                      <a:pt x="295" y="2386"/>
                    </a:lnTo>
                    <a:lnTo>
                      <a:pt x="289" y="2402"/>
                    </a:lnTo>
                    <a:lnTo>
                      <a:pt x="284" y="2415"/>
                    </a:lnTo>
                    <a:lnTo>
                      <a:pt x="281" y="2427"/>
                    </a:lnTo>
                    <a:lnTo>
                      <a:pt x="279" y="2435"/>
                    </a:lnTo>
                    <a:lnTo>
                      <a:pt x="307" y="2432"/>
                    </a:lnTo>
                    <a:lnTo>
                      <a:pt x="341" y="2428"/>
                    </a:lnTo>
                    <a:lnTo>
                      <a:pt x="380" y="2421"/>
                    </a:lnTo>
                    <a:lnTo>
                      <a:pt x="425" y="2410"/>
                    </a:lnTo>
                    <a:lnTo>
                      <a:pt x="473" y="2397"/>
                    </a:lnTo>
                    <a:lnTo>
                      <a:pt x="525" y="2380"/>
                    </a:lnTo>
                    <a:lnTo>
                      <a:pt x="581" y="2361"/>
                    </a:lnTo>
                    <a:lnTo>
                      <a:pt x="640" y="2336"/>
                    </a:lnTo>
                    <a:lnTo>
                      <a:pt x="702" y="2307"/>
                    </a:lnTo>
                    <a:lnTo>
                      <a:pt x="766" y="2274"/>
                    </a:lnTo>
                    <a:lnTo>
                      <a:pt x="833" y="2236"/>
                    </a:lnTo>
                    <a:lnTo>
                      <a:pt x="900" y="2193"/>
                    </a:lnTo>
                    <a:lnTo>
                      <a:pt x="968" y="2144"/>
                    </a:lnTo>
                    <a:lnTo>
                      <a:pt x="923" y="2100"/>
                    </a:lnTo>
                    <a:lnTo>
                      <a:pt x="879" y="2052"/>
                    </a:lnTo>
                    <a:lnTo>
                      <a:pt x="839" y="2001"/>
                    </a:lnTo>
                    <a:lnTo>
                      <a:pt x="793" y="1935"/>
                    </a:lnTo>
                    <a:lnTo>
                      <a:pt x="753" y="1868"/>
                    </a:lnTo>
                    <a:lnTo>
                      <a:pt x="718" y="1799"/>
                    </a:lnTo>
                    <a:lnTo>
                      <a:pt x="689" y="1727"/>
                    </a:lnTo>
                    <a:lnTo>
                      <a:pt x="665" y="1655"/>
                    </a:lnTo>
                    <a:lnTo>
                      <a:pt x="645" y="1580"/>
                    </a:lnTo>
                    <a:lnTo>
                      <a:pt x="632" y="1507"/>
                    </a:lnTo>
                    <a:lnTo>
                      <a:pt x="625" y="1431"/>
                    </a:lnTo>
                    <a:lnTo>
                      <a:pt x="621" y="1357"/>
                    </a:lnTo>
                    <a:lnTo>
                      <a:pt x="623" y="1282"/>
                    </a:lnTo>
                    <a:lnTo>
                      <a:pt x="631" y="1207"/>
                    </a:lnTo>
                    <a:lnTo>
                      <a:pt x="643" y="1133"/>
                    </a:lnTo>
                    <a:lnTo>
                      <a:pt x="661" y="1060"/>
                    </a:lnTo>
                    <a:lnTo>
                      <a:pt x="683" y="989"/>
                    </a:lnTo>
                    <a:lnTo>
                      <a:pt x="710" y="919"/>
                    </a:lnTo>
                    <a:lnTo>
                      <a:pt x="739" y="858"/>
                    </a:lnTo>
                    <a:lnTo>
                      <a:pt x="773" y="798"/>
                    </a:lnTo>
                    <a:lnTo>
                      <a:pt x="810" y="740"/>
                    </a:lnTo>
                    <a:lnTo>
                      <a:pt x="850" y="684"/>
                    </a:lnTo>
                    <a:lnTo>
                      <a:pt x="896" y="630"/>
                    </a:lnTo>
                    <a:lnTo>
                      <a:pt x="945" y="578"/>
                    </a:lnTo>
                    <a:lnTo>
                      <a:pt x="996" y="530"/>
                    </a:lnTo>
                    <a:lnTo>
                      <a:pt x="1053" y="485"/>
                    </a:lnTo>
                    <a:lnTo>
                      <a:pt x="1115" y="441"/>
                    </a:lnTo>
                    <a:lnTo>
                      <a:pt x="1179" y="403"/>
                    </a:lnTo>
                    <a:lnTo>
                      <a:pt x="1245" y="369"/>
                    </a:lnTo>
                    <a:lnTo>
                      <a:pt x="1311" y="340"/>
                    </a:lnTo>
                    <a:lnTo>
                      <a:pt x="1380" y="316"/>
                    </a:lnTo>
                    <a:lnTo>
                      <a:pt x="1449" y="298"/>
                    </a:lnTo>
                    <a:lnTo>
                      <a:pt x="1534" y="280"/>
                    </a:lnTo>
                    <a:lnTo>
                      <a:pt x="1619" y="271"/>
                    </a:lnTo>
                    <a:lnTo>
                      <a:pt x="1704" y="266"/>
                    </a:lnTo>
                    <a:lnTo>
                      <a:pt x="1774" y="270"/>
                    </a:lnTo>
                    <a:lnTo>
                      <a:pt x="1845" y="276"/>
                    </a:lnTo>
                    <a:lnTo>
                      <a:pt x="1914" y="287"/>
                    </a:lnTo>
                    <a:lnTo>
                      <a:pt x="1982" y="303"/>
                    </a:lnTo>
                    <a:lnTo>
                      <a:pt x="2050" y="323"/>
                    </a:lnTo>
                    <a:lnTo>
                      <a:pt x="2116" y="348"/>
                    </a:lnTo>
                    <a:lnTo>
                      <a:pt x="2181" y="376"/>
                    </a:lnTo>
                    <a:lnTo>
                      <a:pt x="2243" y="410"/>
                    </a:lnTo>
                    <a:lnTo>
                      <a:pt x="2304" y="448"/>
                    </a:lnTo>
                    <a:lnTo>
                      <a:pt x="2363" y="489"/>
                    </a:lnTo>
                    <a:lnTo>
                      <a:pt x="2419" y="536"/>
                    </a:lnTo>
                    <a:lnTo>
                      <a:pt x="2473" y="585"/>
                    </a:lnTo>
                    <a:lnTo>
                      <a:pt x="2523" y="640"/>
                    </a:lnTo>
                    <a:lnTo>
                      <a:pt x="2571" y="699"/>
                    </a:lnTo>
                    <a:lnTo>
                      <a:pt x="2608" y="751"/>
                    </a:lnTo>
                    <a:lnTo>
                      <a:pt x="2641" y="806"/>
                    </a:lnTo>
                    <a:lnTo>
                      <a:pt x="2671" y="861"/>
                    </a:lnTo>
                    <a:lnTo>
                      <a:pt x="2708" y="833"/>
                    </a:lnTo>
                    <a:lnTo>
                      <a:pt x="2745" y="804"/>
                    </a:lnTo>
                    <a:lnTo>
                      <a:pt x="2781" y="772"/>
                    </a:lnTo>
                    <a:lnTo>
                      <a:pt x="2816" y="740"/>
                    </a:lnTo>
                    <a:lnTo>
                      <a:pt x="2850" y="705"/>
                    </a:lnTo>
                    <a:lnTo>
                      <a:pt x="2883" y="671"/>
                    </a:lnTo>
                    <a:lnTo>
                      <a:pt x="2915" y="636"/>
                    </a:lnTo>
                    <a:lnTo>
                      <a:pt x="2947" y="601"/>
                    </a:lnTo>
                    <a:lnTo>
                      <a:pt x="2976" y="566"/>
                    </a:lnTo>
                    <a:lnTo>
                      <a:pt x="3002" y="531"/>
                    </a:lnTo>
                    <a:lnTo>
                      <a:pt x="3028" y="497"/>
                    </a:lnTo>
                    <a:lnTo>
                      <a:pt x="3051" y="465"/>
                    </a:lnTo>
                    <a:lnTo>
                      <a:pt x="3073" y="433"/>
                    </a:lnTo>
                    <a:lnTo>
                      <a:pt x="3090" y="404"/>
                    </a:lnTo>
                    <a:lnTo>
                      <a:pt x="3107" y="376"/>
                    </a:lnTo>
                    <a:lnTo>
                      <a:pt x="3119" y="350"/>
                    </a:lnTo>
                    <a:lnTo>
                      <a:pt x="3129" y="328"/>
                    </a:lnTo>
                    <a:lnTo>
                      <a:pt x="3136" y="308"/>
                    </a:lnTo>
                    <a:lnTo>
                      <a:pt x="3139" y="291"/>
                    </a:lnTo>
                    <a:lnTo>
                      <a:pt x="3138" y="278"/>
                    </a:lnTo>
                    <a:lnTo>
                      <a:pt x="3134" y="278"/>
                    </a:lnTo>
                    <a:lnTo>
                      <a:pt x="3130" y="278"/>
                    </a:lnTo>
                    <a:lnTo>
                      <a:pt x="3118" y="278"/>
                    </a:lnTo>
                    <a:lnTo>
                      <a:pt x="3104" y="279"/>
                    </a:lnTo>
                    <a:lnTo>
                      <a:pt x="3086" y="282"/>
                    </a:lnTo>
                    <a:lnTo>
                      <a:pt x="3066" y="286"/>
                    </a:lnTo>
                    <a:lnTo>
                      <a:pt x="3041" y="292"/>
                    </a:lnTo>
                    <a:lnTo>
                      <a:pt x="3013" y="301"/>
                    </a:lnTo>
                    <a:lnTo>
                      <a:pt x="2981" y="312"/>
                    </a:lnTo>
                    <a:lnTo>
                      <a:pt x="2944" y="326"/>
                    </a:lnTo>
                    <a:lnTo>
                      <a:pt x="2904" y="342"/>
                    </a:lnTo>
                    <a:lnTo>
                      <a:pt x="2879" y="349"/>
                    </a:lnTo>
                    <a:lnTo>
                      <a:pt x="2854" y="352"/>
                    </a:lnTo>
                    <a:lnTo>
                      <a:pt x="2832" y="350"/>
                    </a:lnTo>
                    <a:lnTo>
                      <a:pt x="2809" y="344"/>
                    </a:lnTo>
                    <a:lnTo>
                      <a:pt x="2788" y="334"/>
                    </a:lnTo>
                    <a:lnTo>
                      <a:pt x="2769" y="320"/>
                    </a:lnTo>
                    <a:lnTo>
                      <a:pt x="2754" y="303"/>
                    </a:lnTo>
                    <a:lnTo>
                      <a:pt x="2740" y="282"/>
                    </a:lnTo>
                    <a:lnTo>
                      <a:pt x="2731" y="263"/>
                    </a:lnTo>
                    <a:lnTo>
                      <a:pt x="2722" y="239"/>
                    </a:lnTo>
                    <a:lnTo>
                      <a:pt x="2718" y="213"/>
                    </a:lnTo>
                    <a:lnTo>
                      <a:pt x="2720" y="188"/>
                    </a:lnTo>
                    <a:lnTo>
                      <a:pt x="2725" y="164"/>
                    </a:lnTo>
                    <a:lnTo>
                      <a:pt x="2736" y="141"/>
                    </a:lnTo>
                    <a:lnTo>
                      <a:pt x="2751" y="121"/>
                    </a:lnTo>
                    <a:lnTo>
                      <a:pt x="2770" y="104"/>
                    </a:lnTo>
                    <a:lnTo>
                      <a:pt x="2793" y="91"/>
                    </a:lnTo>
                    <a:lnTo>
                      <a:pt x="2838" y="72"/>
                    </a:lnTo>
                    <a:lnTo>
                      <a:pt x="2885" y="53"/>
                    </a:lnTo>
                    <a:lnTo>
                      <a:pt x="2934" y="37"/>
                    </a:lnTo>
                    <a:lnTo>
                      <a:pt x="2985" y="22"/>
                    </a:lnTo>
                    <a:lnTo>
                      <a:pt x="3036" y="11"/>
                    </a:lnTo>
                    <a:lnTo>
                      <a:pt x="3086" y="3"/>
                    </a:lnTo>
                    <a:lnTo>
                      <a:pt x="313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1" name="Freeform 26"/>
              <p:cNvSpPr>
                <a:spLocks/>
              </p:cNvSpPr>
              <p:nvPr/>
            </p:nvSpPr>
            <p:spPr bwMode="auto">
              <a:xfrm>
                <a:off x="396875" y="5838826"/>
                <a:ext cx="542925" cy="423863"/>
              </a:xfrm>
              <a:custGeom>
                <a:avLst/>
                <a:gdLst>
                  <a:gd name="T0" fmla="*/ 1368 w 1368"/>
                  <a:gd name="T1" fmla="*/ 0 h 1069"/>
                  <a:gd name="T2" fmla="*/ 1365 w 1368"/>
                  <a:gd name="T3" fmla="*/ 69 h 1069"/>
                  <a:gd name="T4" fmla="*/ 1358 w 1368"/>
                  <a:gd name="T5" fmla="*/ 139 h 1069"/>
                  <a:gd name="T6" fmla="*/ 1347 w 1368"/>
                  <a:gd name="T7" fmla="*/ 207 h 1069"/>
                  <a:gd name="T8" fmla="*/ 1330 w 1368"/>
                  <a:gd name="T9" fmla="*/ 274 h 1069"/>
                  <a:gd name="T10" fmla="*/ 1309 w 1368"/>
                  <a:gd name="T11" fmla="*/ 341 h 1069"/>
                  <a:gd name="T12" fmla="*/ 1284 w 1368"/>
                  <a:gd name="T13" fmla="*/ 406 h 1069"/>
                  <a:gd name="T14" fmla="*/ 1255 w 1368"/>
                  <a:gd name="T15" fmla="*/ 469 h 1069"/>
                  <a:gd name="T16" fmla="*/ 1222 w 1368"/>
                  <a:gd name="T17" fmla="*/ 530 h 1069"/>
                  <a:gd name="T18" fmla="*/ 1185 w 1368"/>
                  <a:gd name="T19" fmla="*/ 590 h 1069"/>
                  <a:gd name="T20" fmla="*/ 1144 w 1368"/>
                  <a:gd name="T21" fmla="*/ 648 h 1069"/>
                  <a:gd name="T22" fmla="*/ 1098 w 1368"/>
                  <a:gd name="T23" fmla="*/ 703 h 1069"/>
                  <a:gd name="T24" fmla="*/ 1048 w 1368"/>
                  <a:gd name="T25" fmla="*/ 756 h 1069"/>
                  <a:gd name="T26" fmla="*/ 994 w 1368"/>
                  <a:gd name="T27" fmla="*/ 805 h 1069"/>
                  <a:gd name="T28" fmla="*/ 936 w 1368"/>
                  <a:gd name="T29" fmla="*/ 852 h 1069"/>
                  <a:gd name="T30" fmla="*/ 871 w 1368"/>
                  <a:gd name="T31" fmla="*/ 897 h 1069"/>
                  <a:gd name="T32" fmla="*/ 804 w 1368"/>
                  <a:gd name="T33" fmla="*/ 938 h 1069"/>
                  <a:gd name="T34" fmla="*/ 734 w 1368"/>
                  <a:gd name="T35" fmla="*/ 972 h 1069"/>
                  <a:gd name="T36" fmla="*/ 663 w 1368"/>
                  <a:gd name="T37" fmla="*/ 1002 h 1069"/>
                  <a:gd name="T38" fmla="*/ 592 w 1368"/>
                  <a:gd name="T39" fmla="*/ 1026 h 1069"/>
                  <a:gd name="T40" fmla="*/ 518 w 1368"/>
                  <a:gd name="T41" fmla="*/ 1044 h 1069"/>
                  <a:gd name="T42" fmla="*/ 443 w 1368"/>
                  <a:gd name="T43" fmla="*/ 1058 h 1069"/>
                  <a:gd name="T44" fmla="*/ 369 w 1368"/>
                  <a:gd name="T45" fmla="*/ 1066 h 1069"/>
                  <a:gd name="T46" fmla="*/ 294 w 1368"/>
                  <a:gd name="T47" fmla="*/ 1069 h 1069"/>
                  <a:gd name="T48" fmla="*/ 220 w 1368"/>
                  <a:gd name="T49" fmla="*/ 1067 h 1069"/>
                  <a:gd name="T50" fmla="*/ 146 w 1368"/>
                  <a:gd name="T51" fmla="*/ 1060 h 1069"/>
                  <a:gd name="T52" fmla="*/ 73 w 1368"/>
                  <a:gd name="T53" fmla="*/ 1049 h 1069"/>
                  <a:gd name="T54" fmla="*/ 0 w 1368"/>
                  <a:gd name="T55" fmla="*/ 1031 h 1069"/>
                  <a:gd name="T56" fmla="*/ 91 w 1368"/>
                  <a:gd name="T57" fmla="*/ 973 h 1069"/>
                  <a:gd name="T58" fmla="*/ 186 w 1368"/>
                  <a:gd name="T59" fmla="*/ 911 h 1069"/>
                  <a:gd name="T60" fmla="*/ 284 w 1368"/>
                  <a:gd name="T61" fmla="*/ 846 h 1069"/>
                  <a:gd name="T62" fmla="*/ 384 w 1368"/>
                  <a:gd name="T63" fmla="*/ 777 h 1069"/>
                  <a:gd name="T64" fmla="*/ 487 w 1368"/>
                  <a:gd name="T65" fmla="*/ 706 h 1069"/>
                  <a:gd name="T66" fmla="*/ 592 w 1368"/>
                  <a:gd name="T67" fmla="*/ 630 h 1069"/>
                  <a:gd name="T68" fmla="*/ 696 w 1368"/>
                  <a:gd name="T69" fmla="*/ 553 h 1069"/>
                  <a:gd name="T70" fmla="*/ 803 w 1368"/>
                  <a:gd name="T71" fmla="*/ 472 h 1069"/>
                  <a:gd name="T72" fmla="*/ 905 w 1368"/>
                  <a:gd name="T73" fmla="*/ 390 h 1069"/>
                  <a:gd name="T74" fmla="*/ 1006 w 1368"/>
                  <a:gd name="T75" fmla="*/ 310 h 1069"/>
                  <a:gd name="T76" fmla="*/ 1102 w 1368"/>
                  <a:gd name="T77" fmla="*/ 230 h 1069"/>
                  <a:gd name="T78" fmla="*/ 1195 w 1368"/>
                  <a:gd name="T79" fmla="*/ 152 h 1069"/>
                  <a:gd name="T80" fmla="*/ 1284 w 1368"/>
                  <a:gd name="T81" fmla="*/ 76 h 1069"/>
                  <a:gd name="T82" fmla="*/ 1368 w 1368"/>
                  <a:gd name="T83" fmla="*/ 0 h 10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368" h="1069">
                    <a:moveTo>
                      <a:pt x="1368" y="0"/>
                    </a:moveTo>
                    <a:lnTo>
                      <a:pt x="1365" y="69"/>
                    </a:lnTo>
                    <a:lnTo>
                      <a:pt x="1358" y="139"/>
                    </a:lnTo>
                    <a:lnTo>
                      <a:pt x="1347" y="207"/>
                    </a:lnTo>
                    <a:lnTo>
                      <a:pt x="1330" y="274"/>
                    </a:lnTo>
                    <a:lnTo>
                      <a:pt x="1309" y="341"/>
                    </a:lnTo>
                    <a:lnTo>
                      <a:pt x="1284" y="406"/>
                    </a:lnTo>
                    <a:lnTo>
                      <a:pt x="1255" y="469"/>
                    </a:lnTo>
                    <a:lnTo>
                      <a:pt x="1222" y="530"/>
                    </a:lnTo>
                    <a:lnTo>
                      <a:pt x="1185" y="590"/>
                    </a:lnTo>
                    <a:lnTo>
                      <a:pt x="1144" y="648"/>
                    </a:lnTo>
                    <a:lnTo>
                      <a:pt x="1098" y="703"/>
                    </a:lnTo>
                    <a:lnTo>
                      <a:pt x="1048" y="756"/>
                    </a:lnTo>
                    <a:lnTo>
                      <a:pt x="994" y="805"/>
                    </a:lnTo>
                    <a:lnTo>
                      <a:pt x="936" y="852"/>
                    </a:lnTo>
                    <a:lnTo>
                      <a:pt x="871" y="897"/>
                    </a:lnTo>
                    <a:lnTo>
                      <a:pt x="804" y="938"/>
                    </a:lnTo>
                    <a:lnTo>
                      <a:pt x="734" y="972"/>
                    </a:lnTo>
                    <a:lnTo>
                      <a:pt x="663" y="1002"/>
                    </a:lnTo>
                    <a:lnTo>
                      <a:pt x="592" y="1026"/>
                    </a:lnTo>
                    <a:lnTo>
                      <a:pt x="518" y="1044"/>
                    </a:lnTo>
                    <a:lnTo>
                      <a:pt x="443" y="1058"/>
                    </a:lnTo>
                    <a:lnTo>
                      <a:pt x="369" y="1066"/>
                    </a:lnTo>
                    <a:lnTo>
                      <a:pt x="294" y="1069"/>
                    </a:lnTo>
                    <a:lnTo>
                      <a:pt x="220" y="1067"/>
                    </a:lnTo>
                    <a:lnTo>
                      <a:pt x="146" y="1060"/>
                    </a:lnTo>
                    <a:lnTo>
                      <a:pt x="73" y="1049"/>
                    </a:lnTo>
                    <a:lnTo>
                      <a:pt x="0" y="1031"/>
                    </a:lnTo>
                    <a:lnTo>
                      <a:pt x="91" y="973"/>
                    </a:lnTo>
                    <a:lnTo>
                      <a:pt x="186" y="911"/>
                    </a:lnTo>
                    <a:lnTo>
                      <a:pt x="284" y="846"/>
                    </a:lnTo>
                    <a:lnTo>
                      <a:pt x="384" y="777"/>
                    </a:lnTo>
                    <a:lnTo>
                      <a:pt x="487" y="706"/>
                    </a:lnTo>
                    <a:lnTo>
                      <a:pt x="592" y="630"/>
                    </a:lnTo>
                    <a:lnTo>
                      <a:pt x="696" y="553"/>
                    </a:lnTo>
                    <a:lnTo>
                      <a:pt x="803" y="472"/>
                    </a:lnTo>
                    <a:lnTo>
                      <a:pt x="905" y="390"/>
                    </a:lnTo>
                    <a:lnTo>
                      <a:pt x="1006" y="310"/>
                    </a:lnTo>
                    <a:lnTo>
                      <a:pt x="1102" y="230"/>
                    </a:lnTo>
                    <a:lnTo>
                      <a:pt x="1195" y="152"/>
                    </a:lnTo>
                    <a:lnTo>
                      <a:pt x="1284" y="76"/>
                    </a:lnTo>
                    <a:lnTo>
                      <a:pt x="136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66" name="Group 165"/>
            <p:cNvGrpSpPr/>
            <p:nvPr/>
          </p:nvGrpSpPr>
          <p:grpSpPr>
            <a:xfrm>
              <a:off x="5197785" y="2339390"/>
              <a:ext cx="283510" cy="223586"/>
              <a:chOff x="1924702" y="2309895"/>
              <a:chExt cx="423801" cy="334225"/>
            </a:xfrm>
            <a:solidFill>
              <a:schemeClr val="bg1">
                <a:lumMod val="50000"/>
              </a:schemeClr>
            </a:solidFill>
          </p:grpSpPr>
          <p:sp>
            <p:nvSpPr>
              <p:cNvPr id="178" name="Oval 177"/>
              <p:cNvSpPr/>
              <p:nvPr/>
            </p:nvSpPr>
            <p:spPr>
              <a:xfrm>
                <a:off x="2085619" y="2309895"/>
                <a:ext cx="101967" cy="10196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79" name="Group 178"/>
              <p:cNvGrpSpPr/>
              <p:nvPr/>
            </p:nvGrpSpPr>
            <p:grpSpPr>
              <a:xfrm>
                <a:off x="2009144" y="2438298"/>
                <a:ext cx="254918" cy="67978"/>
                <a:chOff x="6094412" y="2895600"/>
                <a:chExt cx="1143000" cy="304800"/>
              </a:xfrm>
              <a:grpFill/>
            </p:grpSpPr>
            <p:sp>
              <p:nvSpPr>
                <p:cNvPr id="186" name="Oval 185"/>
                <p:cNvSpPr/>
                <p:nvPr/>
              </p:nvSpPr>
              <p:spPr>
                <a:xfrm>
                  <a:off x="6094412" y="2895600"/>
                  <a:ext cx="304800" cy="3048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7" name="Oval 186"/>
                <p:cNvSpPr/>
                <p:nvPr/>
              </p:nvSpPr>
              <p:spPr>
                <a:xfrm>
                  <a:off x="6932612" y="2895600"/>
                  <a:ext cx="304800" cy="3048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80" name="Group 179"/>
              <p:cNvGrpSpPr/>
              <p:nvPr/>
            </p:nvGrpSpPr>
            <p:grpSpPr>
              <a:xfrm>
                <a:off x="1958691" y="2532712"/>
                <a:ext cx="355823" cy="50983"/>
                <a:chOff x="5870574" y="3397250"/>
                <a:chExt cx="1595438" cy="228600"/>
              </a:xfrm>
              <a:grpFill/>
            </p:grpSpPr>
            <p:sp>
              <p:nvSpPr>
                <p:cNvPr id="184" name="Oval 183"/>
                <p:cNvSpPr/>
                <p:nvPr/>
              </p:nvSpPr>
              <p:spPr>
                <a:xfrm>
                  <a:off x="5870574" y="3397250"/>
                  <a:ext cx="228600" cy="228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5" name="Oval 184"/>
                <p:cNvSpPr/>
                <p:nvPr/>
              </p:nvSpPr>
              <p:spPr>
                <a:xfrm>
                  <a:off x="7237412" y="3397250"/>
                  <a:ext cx="228600" cy="228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81" name="Group 180"/>
              <p:cNvGrpSpPr/>
              <p:nvPr/>
            </p:nvGrpSpPr>
            <p:grpSpPr>
              <a:xfrm>
                <a:off x="1924702" y="2610131"/>
                <a:ext cx="423801" cy="33989"/>
                <a:chOff x="5718174" y="3708400"/>
                <a:chExt cx="1900238" cy="152400"/>
              </a:xfrm>
              <a:grpFill/>
            </p:grpSpPr>
            <p:sp>
              <p:nvSpPr>
                <p:cNvPr id="182" name="Oval 181"/>
                <p:cNvSpPr/>
                <p:nvPr/>
              </p:nvSpPr>
              <p:spPr>
                <a:xfrm>
                  <a:off x="7466012" y="3708400"/>
                  <a:ext cx="152400" cy="1524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3" name="Oval 182"/>
                <p:cNvSpPr/>
                <p:nvPr/>
              </p:nvSpPr>
              <p:spPr>
                <a:xfrm>
                  <a:off x="5718174" y="3708400"/>
                  <a:ext cx="152400" cy="1524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67" name="Group 166"/>
            <p:cNvGrpSpPr/>
            <p:nvPr/>
          </p:nvGrpSpPr>
          <p:grpSpPr>
            <a:xfrm rot="10800000">
              <a:off x="6720090" y="4875356"/>
              <a:ext cx="283510" cy="223586"/>
              <a:chOff x="1924702" y="2309895"/>
              <a:chExt cx="423801" cy="334225"/>
            </a:xfrm>
            <a:solidFill>
              <a:schemeClr val="bg1">
                <a:lumMod val="50000"/>
              </a:schemeClr>
            </a:solidFill>
          </p:grpSpPr>
          <p:sp>
            <p:nvSpPr>
              <p:cNvPr id="168" name="Oval 167"/>
              <p:cNvSpPr/>
              <p:nvPr/>
            </p:nvSpPr>
            <p:spPr>
              <a:xfrm>
                <a:off x="2085619" y="2309895"/>
                <a:ext cx="101967" cy="10196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69" name="Group 168"/>
              <p:cNvGrpSpPr/>
              <p:nvPr/>
            </p:nvGrpSpPr>
            <p:grpSpPr>
              <a:xfrm>
                <a:off x="2009144" y="2438298"/>
                <a:ext cx="254918" cy="67978"/>
                <a:chOff x="6094412" y="2895600"/>
                <a:chExt cx="1143000" cy="304800"/>
              </a:xfrm>
              <a:grpFill/>
            </p:grpSpPr>
            <p:sp>
              <p:nvSpPr>
                <p:cNvPr id="176" name="Oval 175"/>
                <p:cNvSpPr/>
                <p:nvPr/>
              </p:nvSpPr>
              <p:spPr>
                <a:xfrm>
                  <a:off x="6094412" y="2895600"/>
                  <a:ext cx="304800" cy="3048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7" name="Oval 176"/>
                <p:cNvSpPr/>
                <p:nvPr/>
              </p:nvSpPr>
              <p:spPr>
                <a:xfrm>
                  <a:off x="6932612" y="2895600"/>
                  <a:ext cx="304800" cy="3048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70" name="Group 169"/>
              <p:cNvGrpSpPr/>
              <p:nvPr/>
            </p:nvGrpSpPr>
            <p:grpSpPr>
              <a:xfrm>
                <a:off x="1958691" y="2532712"/>
                <a:ext cx="355823" cy="50983"/>
                <a:chOff x="5870574" y="3397250"/>
                <a:chExt cx="1595438" cy="228600"/>
              </a:xfrm>
              <a:grpFill/>
            </p:grpSpPr>
            <p:sp>
              <p:nvSpPr>
                <p:cNvPr id="174" name="Oval 173"/>
                <p:cNvSpPr/>
                <p:nvPr/>
              </p:nvSpPr>
              <p:spPr>
                <a:xfrm>
                  <a:off x="5870574" y="3397250"/>
                  <a:ext cx="228600" cy="228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5" name="Oval 174"/>
                <p:cNvSpPr/>
                <p:nvPr/>
              </p:nvSpPr>
              <p:spPr>
                <a:xfrm>
                  <a:off x="7237412" y="3397250"/>
                  <a:ext cx="228600" cy="228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71" name="Group 170"/>
              <p:cNvGrpSpPr/>
              <p:nvPr/>
            </p:nvGrpSpPr>
            <p:grpSpPr>
              <a:xfrm>
                <a:off x="1924702" y="2610131"/>
                <a:ext cx="423801" cy="33989"/>
                <a:chOff x="5718174" y="3708400"/>
                <a:chExt cx="1900238" cy="152400"/>
              </a:xfrm>
              <a:grpFill/>
            </p:grpSpPr>
            <p:sp>
              <p:nvSpPr>
                <p:cNvPr id="172" name="Oval 171"/>
                <p:cNvSpPr/>
                <p:nvPr/>
              </p:nvSpPr>
              <p:spPr>
                <a:xfrm>
                  <a:off x="7466012" y="3708400"/>
                  <a:ext cx="152400" cy="1524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3" name="Oval 172"/>
                <p:cNvSpPr/>
                <p:nvPr/>
              </p:nvSpPr>
              <p:spPr>
                <a:xfrm>
                  <a:off x="5718174" y="3708400"/>
                  <a:ext cx="152400" cy="1524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</p:grpSp>
      <p:sp>
        <p:nvSpPr>
          <p:cNvPr id="192" name="TextBox 191"/>
          <p:cNvSpPr txBox="1"/>
          <p:nvPr/>
        </p:nvSpPr>
        <p:spPr>
          <a:xfrm>
            <a:off x="1345403" y="1299885"/>
            <a:ext cx="28584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</a:p>
          <a:p>
            <a:pPr algn="ctr"/>
            <a:r>
              <a:rPr 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your desired text here</a:t>
            </a:r>
            <a:r>
              <a:rPr 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3" name="TextBox 192"/>
          <p:cNvSpPr txBox="1"/>
          <p:nvPr/>
        </p:nvSpPr>
        <p:spPr>
          <a:xfrm>
            <a:off x="3308457" y="5733434"/>
            <a:ext cx="28584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</a:p>
          <a:p>
            <a:pPr algn="ctr"/>
            <a:r>
              <a:rPr 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your desired text here</a:t>
            </a:r>
            <a:r>
              <a:rPr 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5" name="Rounded Rectangle 194"/>
          <p:cNvSpPr/>
          <p:nvPr/>
        </p:nvSpPr>
        <p:spPr>
          <a:xfrm>
            <a:off x="6957222" y="1853853"/>
            <a:ext cx="3886200" cy="1585992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96" name="Group 195"/>
          <p:cNvGrpSpPr/>
          <p:nvPr/>
        </p:nvGrpSpPr>
        <p:grpSpPr>
          <a:xfrm>
            <a:off x="7176054" y="2143161"/>
            <a:ext cx="3448537" cy="1007377"/>
            <a:chOff x="7085012" y="1587993"/>
            <a:chExt cx="3448537" cy="1007377"/>
          </a:xfrm>
        </p:grpSpPr>
        <p:sp>
          <p:nvSpPr>
            <p:cNvPr id="202" name="TextBox 201"/>
            <p:cNvSpPr txBox="1"/>
            <p:nvPr/>
          </p:nvSpPr>
          <p:spPr>
            <a:xfrm>
              <a:off x="7370275" y="2010595"/>
              <a:ext cx="285847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kern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is a sample text.</a:t>
              </a:r>
            </a:p>
            <a:p>
              <a:pPr algn="ctr"/>
              <a:r>
                <a:rPr lang="en-US" sz="1600" kern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Insert your desired text here</a:t>
              </a:r>
              <a:r>
                <a:rPr lang="en-US" sz="1600" kern="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  <a:endPara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3" name="TextBox 202"/>
            <p:cNvSpPr txBox="1"/>
            <p:nvPr/>
          </p:nvSpPr>
          <p:spPr>
            <a:xfrm>
              <a:off x="7370275" y="1587993"/>
              <a:ext cx="28498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Sample text</a:t>
              </a:r>
              <a:endPara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04" name="Straight Connector 203"/>
            <p:cNvCxnSpPr/>
            <p:nvPr/>
          </p:nvCxnSpPr>
          <p:spPr>
            <a:xfrm>
              <a:off x="7085012" y="2006699"/>
              <a:ext cx="344853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7" name="Rounded Rectangle 196"/>
          <p:cNvSpPr/>
          <p:nvPr/>
        </p:nvSpPr>
        <p:spPr>
          <a:xfrm>
            <a:off x="6957222" y="4178249"/>
            <a:ext cx="3886200" cy="1585992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98" name="Group 197"/>
          <p:cNvGrpSpPr/>
          <p:nvPr/>
        </p:nvGrpSpPr>
        <p:grpSpPr>
          <a:xfrm>
            <a:off x="7176054" y="4467557"/>
            <a:ext cx="3448537" cy="1007377"/>
            <a:chOff x="7085012" y="1587993"/>
            <a:chExt cx="3448537" cy="1007377"/>
          </a:xfrm>
        </p:grpSpPr>
        <p:sp>
          <p:nvSpPr>
            <p:cNvPr id="199" name="TextBox 198"/>
            <p:cNvSpPr txBox="1"/>
            <p:nvPr/>
          </p:nvSpPr>
          <p:spPr>
            <a:xfrm>
              <a:off x="7370275" y="2010595"/>
              <a:ext cx="285847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kern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is a sample text.</a:t>
              </a:r>
            </a:p>
            <a:p>
              <a:pPr algn="ctr"/>
              <a:r>
                <a:rPr lang="en-US" sz="1600" kern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Insert your desired text here</a:t>
              </a:r>
              <a:r>
                <a:rPr lang="en-US" sz="1600" kern="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  <a:endPara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0" name="TextBox 199"/>
            <p:cNvSpPr txBox="1"/>
            <p:nvPr/>
          </p:nvSpPr>
          <p:spPr>
            <a:xfrm>
              <a:off x="7370275" y="1587993"/>
              <a:ext cx="28498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Sample text</a:t>
              </a:r>
              <a:endPara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01" name="Straight Connector 200"/>
            <p:cNvCxnSpPr/>
            <p:nvPr/>
          </p:nvCxnSpPr>
          <p:spPr>
            <a:xfrm>
              <a:off x="7085012" y="2006699"/>
              <a:ext cx="344853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84643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5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PowerPoint Timeline with Milestones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2080422" y="1981200"/>
            <a:ext cx="3478107" cy="3612955"/>
            <a:chOff x="7865851" y="2339390"/>
            <a:chExt cx="2656556" cy="2759552"/>
          </a:xfrm>
        </p:grpSpPr>
        <p:sp>
          <p:nvSpPr>
            <p:cNvPr id="15" name="Rounded Rectangle 14"/>
            <p:cNvSpPr/>
            <p:nvPr/>
          </p:nvSpPr>
          <p:spPr>
            <a:xfrm rot="2700000">
              <a:off x="7865851" y="2843459"/>
              <a:ext cx="1087471" cy="1087471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  <a:effectLst>
              <a:innerShdw blurRad="76200" dist="50800" dir="135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Rounded Rectangle 16"/>
            <p:cNvSpPr/>
            <p:nvPr/>
          </p:nvSpPr>
          <p:spPr>
            <a:xfrm rot="2700000">
              <a:off x="9409300" y="3519734"/>
              <a:ext cx="1087471" cy="1087471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  <a:effectLst>
              <a:innerShdw blurRad="76200" dist="50800" dir="135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Rounded Rectangle 21"/>
            <p:cNvSpPr/>
            <p:nvPr/>
          </p:nvSpPr>
          <p:spPr>
            <a:xfrm rot="3564405">
              <a:off x="7899556" y="3167540"/>
              <a:ext cx="1087471" cy="108747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342900" sx="103000" sy="103000" algn="ctr" rotWithShape="0">
                <a:prstClr val="black">
                  <a:alpha val="2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Rounded Rectangle 22"/>
            <p:cNvSpPr/>
            <p:nvPr/>
          </p:nvSpPr>
          <p:spPr>
            <a:xfrm rot="1809825">
              <a:off x="9434936" y="3123226"/>
              <a:ext cx="1087471" cy="108747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342900" sx="103000" sy="103000" algn="ctr" rotWithShape="0">
                <a:prstClr val="black">
                  <a:alpha val="2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" name="Freeform 31"/>
            <p:cNvSpPr>
              <a:spLocks noEditPoints="1"/>
            </p:cNvSpPr>
            <p:nvPr/>
          </p:nvSpPr>
          <p:spPr bwMode="auto">
            <a:xfrm>
              <a:off x="8220440" y="3517203"/>
              <a:ext cx="476635" cy="449181"/>
            </a:xfrm>
            <a:custGeom>
              <a:avLst/>
              <a:gdLst>
                <a:gd name="T0" fmla="*/ 1124 w 3749"/>
                <a:gd name="T1" fmla="*/ 1845 h 3535"/>
                <a:gd name="T2" fmla="*/ 1065 w 3749"/>
                <a:gd name="T3" fmla="*/ 1868 h 3535"/>
                <a:gd name="T4" fmla="*/ 985 w 3749"/>
                <a:gd name="T5" fmla="*/ 1934 h 3535"/>
                <a:gd name="T6" fmla="*/ 903 w 3749"/>
                <a:gd name="T7" fmla="*/ 2022 h 3535"/>
                <a:gd name="T8" fmla="*/ 826 w 3749"/>
                <a:gd name="T9" fmla="*/ 1979 h 3535"/>
                <a:gd name="T10" fmla="*/ 826 w 3749"/>
                <a:gd name="T11" fmla="*/ 1888 h 3535"/>
                <a:gd name="T12" fmla="*/ 903 w 3749"/>
                <a:gd name="T13" fmla="*/ 1843 h 3535"/>
                <a:gd name="T14" fmla="*/ 2291 w 3749"/>
                <a:gd name="T15" fmla="*/ 1328 h 3535"/>
                <a:gd name="T16" fmla="*/ 2336 w 3749"/>
                <a:gd name="T17" fmla="*/ 1405 h 3535"/>
                <a:gd name="T18" fmla="*/ 2291 w 3749"/>
                <a:gd name="T19" fmla="*/ 1483 h 3535"/>
                <a:gd name="T20" fmla="*/ 880 w 3749"/>
                <a:gd name="T21" fmla="*/ 1492 h 3535"/>
                <a:gd name="T22" fmla="*/ 817 w 3749"/>
                <a:gd name="T23" fmla="*/ 1429 h 3535"/>
                <a:gd name="T24" fmla="*/ 840 w 3749"/>
                <a:gd name="T25" fmla="*/ 1342 h 3535"/>
                <a:gd name="T26" fmla="*/ 405 w 3749"/>
                <a:gd name="T27" fmla="*/ 1039 h 3535"/>
                <a:gd name="T28" fmla="*/ 239 w 3749"/>
                <a:gd name="T29" fmla="*/ 1228 h 3535"/>
                <a:gd name="T30" fmla="*/ 188 w 3749"/>
                <a:gd name="T31" fmla="*/ 1280 h 3535"/>
                <a:gd name="T32" fmla="*/ 183 w 3749"/>
                <a:gd name="T33" fmla="*/ 3283 h 3535"/>
                <a:gd name="T34" fmla="*/ 251 w 3749"/>
                <a:gd name="T35" fmla="*/ 3350 h 3535"/>
                <a:gd name="T36" fmla="*/ 1054 w 3749"/>
                <a:gd name="T37" fmla="*/ 2050 h 3535"/>
                <a:gd name="T38" fmla="*/ 1151 w 3749"/>
                <a:gd name="T39" fmla="*/ 1964 h 3535"/>
                <a:gd name="T40" fmla="*/ 2749 w 3749"/>
                <a:gd name="T41" fmla="*/ 1437 h 3535"/>
                <a:gd name="T42" fmla="*/ 2865 w 3749"/>
                <a:gd name="T43" fmla="*/ 1489 h 3535"/>
                <a:gd name="T44" fmla="*/ 2925 w 3749"/>
                <a:gd name="T45" fmla="*/ 1600 h 3535"/>
                <a:gd name="T46" fmla="*/ 3656 w 3749"/>
                <a:gd name="T47" fmla="*/ 1953 h 3535"/>
                <a:gd name="T48" fmla="*/ 3728 w 3749"/>
                <a:gd name="T49" fmla="*/ 1997 h 3535"/>
                <a:gd name="T50" fmla="*/ 3747 w 3749"/>
                <a:gd name="T51" fmla="*/ 2089 h 3535"/>
                <a:gd name="T52" fmla="*/ 3049 w 3749"/>
                <a:gd name="T53" fmla="*/ 3429 h 3535"/>
                <a:gd name="T54" fmla="*/ 2953 w 3749"/>
                <a:gd name="T55" fmla="*/ 3510 h 3535"/>
                <a:gd name="T56" fmla="*/ 212 w 3749"/>
                <a:gd name="T57" fmla="*/ 3535 h 3535"/>
                <a:gd name="T58" fmla="*/ 87 w 3749"/>
                <a:gd name="T59" fmla="*/ 3493 h 3535"/>
                <a:gd name="T60" fmla="*/ 10 w 3749"/>
                <a:gd name="T61" fmla="*/ 3388 h 3535"/>
                <a:gd name="T62" fmla="*/ 3 w 3749"/>
                <a:gd name="T63" fmla="*/ 1214 h 3535"/>
                <a:gd name="T64" fmla="*/ 76 w 3749"/>
                <a:gd name="T65" fmla="*/ 1090 h 3535"/>
                <a:gd name="T66" fmla="*/ 212 w 3749"/>
                <a:gd name="T67" fmla="*/ 1039 h 3535"/>
                <a:gd name="T68" fmla="*/ 2269 w 3749"/>
                <a:gd name="T69" fmla="*/ 795 h 3535"/>
                <a:gd name="T70" fmla="*/ 2332 w 3749"/>
                <a:gd name="T71" fmla="*/ 858 h 3535"/>
                <a:gd name="T72" fmla="*/ 2309 w 3749"/>
                <a:gd name="T73" fmla="*/ 945 h 3535"/>
                <a:gd name="T74" fmla="*/ 903 w 3749"/>
                <a:gd name="T75" fmla="*/ 972 h 3535"/>
                <a:gd name="T76" fmla="*/ 826 w 3749"/>
                <a:gd name="T77" fmla="*/ 927 h 3535"/>
                <a:gd name="T78" fmla="*/ 826 w 3749"/>
                <a:gd name="T79" fmla="*/ 836 h 3535"/>
                <a:gd name="T80" fmla="*/ 903 w 3749"/>
                <a:gd name="T81" fmla="*/ 792 h 3535"/>
                <a:gd name="T82" fmla="*/ 2166 w 3749"/>
                <a:gd name="T83" fmla="*/ 261 h 3535"/>
                <a:gd name="T84" fmla="*/ 2133 w 3749"/>
                <a:gd name="T85" fmla="*/ 12 h 3535"/>
                <a:gd name="T86" fmla="*/ 2617 w 3749"/>
                <a:gd name="T87" fmla="*/ 550 h 3535"/>
                <a:gd name="T88" fmla="*/ 2474 w 3749"/>
                <a:gd name="T89" fmla="*/ 680 h 3535"/>
                <a:gd name="T90" fmla="*/ 2438 w 3749"/>
                <a:gd name="T91" fmla="*/ 643 h 3535"/>
                <a:gd name="T92" fmla="*/ 2042 w 3749"/>
                <a:gd name="T93" fmla="*/ 621 h 3535"/>
                <a:gd name="T94" fmla="*/ 2021 w 3749"/>
                <a:gd name="T95" fmla="*/ 183 h 3535"/>
                <a:gd name="T96" fmla="*/ 1985 w 3749"/>
                <a:gd name="T97" fmla="*/ 146 h 3535"/>
                <a:gd name="T98" fmla="*/ 676 w 3749"/>
                <a:gd name="T99" fmla="*/ 164 h 3535"/>
                <a:gd name="T100" fmla="*/ 561 w 3749"/>
                <a:gd name="T101" fmla="*/ 2779 h 3535"/>
                <a:gd name="T102" fmla="*/ 540 w 3749"/>
                <a:gd name="T103" fmla="*/ 2761 h 3535"/>
                <a:gd name="T104" fmla="*/ 528 w 3749"/>
                <a:gd name="T105" fmla="*/ 2657 h 3535"/>
                <a:gd name="T106" fmla="*/ 527 w 3749"/>
                <a:gd name="T107" fmla="*/ 2383 h 3535"/>
                <a:gd name="T108" fmla="*/ 526 w 3749"/>
                <a:gd name="T109" fmla="*/ 2048 h 3535"/>
                <a:gd name="T110" fmla="*/ 526 w 3749"/>
                <a:gd name="T111" fmla="*/ 1677 h 3535"/>
                <a:gd name="T112" fmla="*/ 526 w 3749"/>
                <a:gd name="T113" fmla="*/ 1298 h 3535"/>
                <a:gd name="T114" fmla="*/ 527 w 3749"/>
                <a:gd name="T115" fmla="*/ 936 h 3535"/>
                <a:gd name="T116" fmla="*/ 527 w 3749"/>
                <a:gd name="T117" fmla="*/ 616 h 3535"/>
                <a:gd name="T118" fmla="*/ 528 w 3749"/>
                <a:gd name="T119" fmla="*/ 367 h 3535"/>
                <a:gd name="T120" fmla="*/ 528 w 3749"/>
                <a:gd name="T121" fmla="*/ 212 h 3535"/>
                <a:gd name="T122" fmla="*/ 531 w 3749"/>
                <a:gd name="T123" fmla="*/ 139 h 3535"/>
                <a:gd name="T124" fmla="*/ 605 w 3749"/>
                <a:gd name="T125" fmla="*/ 30 h 3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749" h="3535">
                  <a:moveTo>
                    <a:pt x="903" y="1843"/>
                  </a:moveTo>
                  <a:lnTo>
                    <a:pt x="1133" y="1843"/>
                  </a:lnTo>
                  <a:lnTo>
                    <a:pt x="1131" y="1843"/>
                  </a:lnTo>
                  <a:lnTo>
                    <a:pt x="1124" y="1845"/>
                  </a:lnTo>
                  <a:lnTo>
                    <a:pt x="1112" y="1848"/>
                  </a:lnTo>
                  <a:lnTo>
                    <a:pt x="1100" y="1852"/>
                  </a:lnTo>
                  <a:lnTo>
                    <a:pt x="1082" y="1859"/>
                  </a:lnTo>
                  <a:lnTo>
                    <a:pt x="1065" y="1868"/>
                  </a:lnTo>
                  <a:lnTo>
                    <a:pt x="1046" y="1880"/>
                  </a:lnTo>
                  <a:lnTo>
                    <a:pt x="1025" y="1895"/>
                  </a:lnTo>
                  <a:lnTo>
                    <a:pt x="1005" y="1912"/>
                  </a:lnTo>
                  <a:lnTo>
                    <a:pt x="985" y="1934"/>
                  </a:lnTo>
                  <a:lnTo>
                    <a:pt x="967" y="1959"/>
                  </a:lnTo>
                  <a:lnTo>
                    <a:pt x="950" y="1989"/>
                  </a:lnTo>
                  <a:lnTo>
                    <a:pt x="936" y="2022"/>
                  </a:lnTo>
                  <a:lnTo>
                    <a:pt x="903" y="2022"/>
                  </a:lnTo>
                  <a:lnTo>
                    <a:pt x="880" y="2020"/>
                  </a:lnTo>
                  <a:lnTo>
                    <a:pt x="858" y="2011"/>
                  </a:lnTo>
                  <a:lnTo>
                    <a:pt x="840" y="1997"/>
                  </a:lnTo>
                  <a:lnTo>
                    <a:pt x="826" y="1979"/>
                  </a:lnTo>
                  <a:lnTo>
                    <a:pt x="817" y="1957"/>
                  </a:lnTo>
                  <a:lnTo>
                    <a:pt x="813" y="1933"/>
                  </a:lnTo>
                  <a:lnTo>
                    <a:pt x="817" y="1908"/>
                  </a:lnTo>
                  <a:lnTo>
                    <a:pt x="826" y="1888"/>
                  </a:lnTo>
                  <a:lnTo>
                    <a:pt x="840" y="1869"/>
                  </a:lnTo>
                  <a:lnTo>
                    <a:pt x="858" y="1856"/>
                  </a:lnTo>
                  <a:lnTo>
                    <a:pt x="880" y="1846"/>
                  </a:lnTo>
                  <a:lnTo>
                    <a:pt x="903" y="1843"/>
                  </a:lnTo>
                  <a:close/>
                  <a:moveTo>
                    <a:pt x="903" y="1315"/>
                  </a:moveTo>
                  <a:lnTo>
                    <a:pt x="2245" y="1315"/>
                  </a:lnTo>
                  <a:lnTo>
                    <a:pt x="2269" y="1319"/>
                  </a:lnTo>
                  <a:lnTo>
                    <a:pt x="2291" y="1328"/>
                  </a:lnTo>
                  <a:lnTo>
                    <a:pt x="2309" y="1342"/>
                  </a:lnTo>
                  <a:lnTo>
                    <a:pt x="2323" y="1360"/>
                  </a:lnTo>
                  <a:lnTo>
                    <a:pt x="2332" y="1382"/>
                  </a:lnTo>
                  <a:lnTo>
                    <a:pt x="2336" y="1405"/>
                  </a:lnTo>
                  <a:lnTo>
                    <a:pt x="2332" y="1429"/>
                  </a:lnTo>
                  <a:lnTo>
                    <a:pt x="2323" y="1451"/>
                  </a:lnTo>
                  <a:lnTo>
                    <a:pt x="2309" y="1469"/>
                  </a:lnTo>
                  <a:lnTo>
                    <a:pt x="2291" y="1483"/>
                  </a:lnTo>
                  <a:lnTo>
                    <a:pt x="2269" y="1492"/>
                  </a:lnTo>
                  <a:lnTo>
                    <a:pt x="2245" y="1496"/>
                  </a:lnTo>
                  <a:lnTo>
                    <a:pt x="903" y="1496"/>
                  </a:lnTo>
                  <a:lnTo>
                    <a:pt x="880" y="1492"/>
                  </a:lnTo>
                  <a:lnTo>
                    <a:pt x="858" y="1483"/>
                  </a:lnTo>
                  <a:lnTo>
                    <a:pt x="840" y="1469"/>
                  </a:lnTo>
                  <a:lnTo>
                    <a:pt x="826" y="1451"/>
                  </a:lnTo>
                  <a:lnTo>
                    <a:pt x="817" y="1429"/>
                  </a:lnTo>
                  <a:lnTo>
                    <a:pt x="813" y="1405"/>
                  </a:lnTo>
                  <a:lnTo>
                    <a:pt x="817" y="1382"/>
                  </a:lnTo>
                  <a:lnTo>
                    <a:pt x="826" y="1360"/>
                  </a:lnTo>
                  <a:lnTo>
                    <a:pt x="840" y="1342"/>
                  </a:lnTo>
                  <a:lnTo>
                    <a:pt x="858" y="1328"/>
                  </a:lnTo>
                  <a:lnTo>
                    <a:pt x="880" y="1319"/>
                  </a:lnTo>
                  <a:lnTo>
                    <a:pt x="903" y="1315"/>
                  </a:lnTo>
                  <a:close/>
                  <a:moveTo>
                    <a:pt x="405" y="1039"/>
                  </a:moveTo>
                  <a:lnTo>
                    <a:pt x="405" y="1221"/>
                  </a:lnTo>
                  <a:lnTo>
                    <a:pt x="276" y="1221"/>
                  </a:lnTo>
                  <a:lnTo>
                    <a:pt x="258" y="1222"/>
                  </a:lnTo>
                  <a:lnTo>
                    <a:pt x="239" y="1228"/>
                  </a:lnTo>
                  <a:lnTo>
                    <a:pt x="222" y="1237"/>
                  </a:lnTo>
                  <a:lnTo>
                    <a:pt x="208" y="1249"/>
                  </a:lnTo>
                  <a:lnTo>
                    <a:pt x="196" y="1264"/>
                  </a:lnTo>
                  <a:lnTo>
                    <a:pt x="188" y="1280"/>
                  </a:lnTo>
                  <a:lnTo>
                    <a:pt x="182" y="1298"/>
                  </a:lnTo>
                  <a:lnTo>
                    <a:pt x="180" y="1316"/>
                  </a:lnTo>
                  <a:lnTo>
                    <a:pt x="180" y="3258"/>
                  </a:lnTo>
                  <a:lnTo>
                    <a:pt x="183" y="3283"/>
                  </a:lnTo>
                  <a:lnTo>
                    <a:pt x="194" y="3306"/>
                  </a:lnTo>
                  <a:lnTo>
                    <a:pt x="208" y="3326"/>
                  </a:lnTo>
                  <a:lnTo>
                    <a:pt x="228" y="3341"/>
                  </a:lnTo>
                  <a:lnTo>
                    <a:pt x="251" y="3350"/>
                  </a:lnTo>
                  <a:lnTo>
                    <a:pt x="276" y="3353"/>
                  </a:lnTo>
                  <a:lnTo>
                    <a:pt x="409" y="3353"/>
                  </a:lnTo>
                  <a:lnTo>
                    <a:pt x="1037" y="2080"/>
                  </a:lnTo>
                  <a:lnTo>
                    <a:pt x="1054" y="2050"/>
                  </a:lnTo>
                  <a:lnTo>
                    <a:pt x="1074" y="2022"/>
                  </a:lnTo>
                  <a:lnTo>
                    <a:pt x="1098" y="1998"/>
                  </a:lnTo>
                  <a:lnTo>
                    <a:pt x="1124" y="1979"/>
                  </a:lnTo>
                  <a:lnTo>
                    <a:pt x="1151" y="1964"/>
                  </a:lnTo>
                  <a:lnTo>
                    <a:pt x="1181" y="1954"/>
                  </a:lnTo>
                  <a:lnTo>
                    <a:pt x="1211" y="1951"/>
                  </a:lnTo>
                  <a:lnTo>
                    <a:pt x="2748" y="1951"/>
                  </a:lnTo>
                  <a:lnTo>
                    <a:pt x="2749" y="1437"/>
                  </a:lnTo>
                  <a:lnTo>
                    <a:pt x="2781" y="1443"/>
                  </a:lnTo>
                  <a:lnTo>
                    <a:pt x="2812" y="1454"/>
                  </a:lnTo>
                  <a:lnTo>
                    <a:pt x="2840" y="1469"/>
                  </a:lnTo>
                  <a:lnTo>
                    <a:pt x="2865" y="1489"/>
                  </a:lnTo>
                  <a:lnTo>
                    <a:pt x="2887" y="1513"/>
                  </a:lnTo>
                  <a:lnTo>
                    <a:pt x="2904" y="1539"/>
                  </a:lnTo>
                  <a:lnTo>
                    <a:pt x="2917" y="1568"/>
                  </a:lnTo>
                  <a:lnTo>
                    <a:pt x="2925" y="1600"/>
                  </a:lnTo>
                  <a:lnTo>
                    <a:pt x="2929" y="1634"/>
                  </a:lnTo>
                  <a:lnTo>
                    <a:pt x="2929" y="1951"/>
                  </a:lnTo>
                  <a:lnTo>
                    <a:pt x="3633" y="1951"/>
                  </a:lnTo>
                  <a:lnTo>
                    <a:pt x="3656" y="1953"/>
                  </a:lnTo>
                  <a:lnTo>
                    <a:pt x="3677" y="1959"/>
                  </a:lnTo>
                  <a:lnTo>
                    <a:pt x="3696" y="1968"/>
                  </a:lnTo>
                  <a:lnTo>
                    <a:pt x="3714" y="1981"/>
                  </a:lnTo>
                  <a:lnTo>
                    <a:pt x="3728" y="1997"/>
                  </a:lnTo>
                  <a:lnTo>
                    <a:pt x="3739" y="2016"/>
                  </a:lnTo>
                  <a:lnTo>
                    <a:pt x="3747" y="2038"/>
                  </a:lnTo>
                  <a:lnTo>
                    <a:pt x="3749" y="2062"/>
                  </a:lnTo>
                  <a:lnTo>
                    <a:pt x="3747" y="2089"/>
                  </a:lnTo>
                  <a:lnTo>
                    <a:pt x="3740" y="2116"/>
                  </a:lnTo>
                  <a:lnTo>
                    <a:pt x="3726" y="2148"/>
                  </a:lnTo>
                  <a:lnTo>
                    <a:pt x="3064" y="3405"/>
                  </a:lnTo>
                  <a:lnTo>
                    <a:pt x="3049" y="3429"/>
                  </a:lnTo>
                  <a:lnTo>
                    <a:pt x="3030" y="3452"/>
                  </a:lnTo>
                  <a:lnTo>
                    <a:pt x="3006" y="3474"/>
                  </a:lnTo>
                  <a:lnTo>
                    <a:pt x="2980" y="3493"/>
                  </a:lnTo>
                  <a:lnTo>
                    <a:pt x="2953" y="3510"/>
                  </a:lnTo>
                  <a:lnTo>
                    <a:pt x="2924" y="3522"/>
                  </a:lnTo>
                  <a:lnTo>
                    <a:pt x="2896" y="3531"/>
                  </a:lnTo>
                  <a:lnTo>
                    <a:pt x="2868" y="3534"/>
                  </a:lnTo>
                  <a:lnTo>
                    <a:pt x="212" y="3535"/>
                  </a:lnTo>
                  <a:lnTo>
                    <a:pt x="179" y="3531"/>
                  </a:lnTo>
                  <a:lnTo>
                    <a:pt x="145" y="3525"/>
                  </a:lnTo>
                  <a:lnTo>
                    <a:pt x="116" y="3512"/>
                  </a:lnTo>
                  <a:lnTo>
                    <a:pt x="87" y="3493"/>
                  </a:lnTo>
                  <a:lnTo>
                    <a:pt x="62" y="3473"/>
                  </a:lnTo>
                  <a:lnTo>
                    <a:pt x="40" y="3446"/>
                  </a:lnTo>
                  <a:lnTo>
                    <a:pt x="23" y="3419"/>
                  </a:lnTo>
                  <a:lnTo>
                    <a:pt x="10" y="3388"/>
                  </a:lnTo>
                  <a:lnTo>
                    <a:pt x="2" y="3356"/>
                  </a:lnTo>
                  <a:lnTo>
                    <a:pt x="0" y="3322"/>
                  </a:lnTo>
                  <a:lnTo>
                    <a:pt x="0" y="1252"/>
                  </a:lnTo>
                  <a:lnTo>
                    <a:pt x="3" y="1214"/>
                  </a:lnTo>
                  <a:lnTo>
                    <a:pt x="14" y="1179"/>
                  </a:lnTo>
                  <a:lnTo>
                    <a:pt x="30" y="1145"/>
                  </a:lnTo>
                  <a:lnTo>
                    <a:pt x="50" y="1115"/>
                  </a:lnTo>
                  <a:lnTo>
                    <a:pt x="76" y="1090"/>
                  </a:lnTo>
                  <a:lnTo>
                    <a:pt x="105" y="1069"/>
                  </a:lnTo>
                  <a:lnTo>
                    <a:pt x="137" y="1053"/>
                  </a:lnTo>
                  <a:lnTo>
                    <a:pt x="174" y="1043"/>
                  </a:lnTo>
                  <a:lnTo>
                    <a:pt x="212" y="1039"/>
                  </a:lnTo>
                  <a:lnTo>
                    <a:pt x="405" y="1039"/>
                  </a:lnTo>
                  <a:close/>
                  <a:moveTo>
                    <a:pt x="903" y="792"/>
                  </a:moveTo>
                  <a:lnTo>
                    <a:pt x="2245" y="792"/>
                  </a:lnTo>
                  <a:lnTo>
                    <a:pt x="2269" y="795"/>
                  </a:lnTo>
                  <a:lnTo>
                    <a:pt x="2291" y="804"/>
                  </a:lnTo>
                  <a:lnTo>
                    <a:pt x="2309" y="818"/>
                  </a:lnTo>
                  <a:lnTo>
                    <a:pt x="2323" y="836"/>
                  </a:lnTo>
                  <a:lnTo>
                    <a:pt x="2332" y="858"/>
                  </a:lnTo>
                  <a:lnTo>
                    <a:pt x="2336" y="882"/>
                  </a:lnTo>
                  <a:lnTo>
                    <a:pt x="2332" y="906"/>
                  </a:lnTo>
                  <a:lnTo>
                    <a:pt x="2323" y="927"/>
                  </a:lnTo>
                  <a:lnTo>
                    <a:pt x="2309" y="945"/>
                  </a:lnTo>
                  <a:lnTo>
                    <a:pt x="2291" y="959"/>
                  </a:lnTo>
                  <a:lnTo>
                    <a:pt x="2269" y="968"/>
                  </a:lnTo>
                  <a:lnTo>
                    <a:pt x="2245" y="972"/>
                  </a:lnTo>
                  <a:lnTo>
                    <a:pt x="903" y="972"/>
                  </a:lnTo>
                  <a:lnTo>
                    <a:pt x="880" y="968"/>
                  </a:lnTo>
                  <a:lnTo>
                    <a:pt x="858" y="959"/>
                  </a:lnTo>
                  <a:lnTo>
                    <a:pt x="840" y="945"/>
                  </a:lnTo>
                  <a:lnTo>
                    <a:pt x="826" y="927"/>
                  </a:lnTo>
                  <a:lnTo>
                    <a:pt x="817" y="906"/>
                  </a:lnTo>
                  <a:lnTo>
                    <a:pt x="813" y="882"/>
                  </a:lnTo>
                  <a:lnTo>
                    <a:pt x="817" y="858"/>
                  </a:lnTo>
                  <a:lnTo>
                    <a:pt x="826" y="836"/>
                  </a:lnTo>
                  <a:lnTo>
                    <a:pt x="840" y="818"/>
                  </a:lnTo>
                  <a:lnTo>
                    <a:pt x="858" y="804"/>
                  </a:lnTo>
                  <a:lnTo>
                    <a:pt x="880" y="795"/>
                  </a:lnTo>
                  <a:lnTo>
                    <a:pt x="903" y="792"/>
                  </a:lnTo>
                  <a:close/>
                  <a:moveTo>
                    <a:pt x="2166" y="261"/>
                  </a:moveTo>
                  <a:lnTo>
                    <a:pt x="2166" y="497"/>
                  </a:lnTo>
                  <a:lnTo>
                    <a:pt x="2383" y="497"/>
                  </a:lnTo>
                  <a:lnTo>
                    <a:pt x="2166" y="261"/>
                  </a:lnTo>
                  <a:close/>
                  <a:moveTo>
                    <a:pt x="702" y="0"/>
                  </a:moveTo>
                  <a:lnTo>
                    <a:pt x="2090" y="0"/>
                  </a:lnTo>
                  <a:lnTo>
                    <a:pt x="2112" y="4"/>
                  </a:lnTo>
                  <a:lnTo>
                    <a:pt x="2133" y="12"/>
                  </a:lnTo>
                  <a:lnTo>
                    <a:pt x="2149" y="26"/>
                  </a:lnTo>
                  <a:lnTo>
                    <a:pt x="2598" y="515"/>
                  </a:lnTo>
                  <a:lnTo>
                    <a:pt x="2609" y="531"/>
                  </a:lnTo>
                  <a:lnTo>
                    <a:pt x="2617" y="550"/>
                  </a:lnTo>
                  <a:lnTo>
                    <a:pt x="2620" y="569"/>
                  </a:lnTo>
                  <a:lnTo>
                    <a:pt x="2620" y="1838"/>
                  </a:lnTo>
                  <a:lnTo>
                    <a:pt x="2474" y="1838"/>
                  </a:lnTo>
                  <a:lnTo>
                    <a:pt x="2474" y="680"/>
                  </a:lnTo>
                  <a:lnTo>
                    <a:pt x="2471" y="665"/>
                  </a:lnTo>
                  <a:lnTo>
                    <a:pt x="2463" y="653"/>
                  </a:lnTo>
                  <a:lnTo>
                    <a:pt x="2451" y="645"/>
                  </a:lnTo>
                  <a:lnTo>
                    <a:pt x="2438" y="643"/>
                  </a:lnTo>
                  <a:lnTo>
                    <a:pt x="2094" y="643"/>
                  </a:lnTo>
                  <a:lnTo>
                    <a:pt x="2074" y="641"/>
                  </a:lnTo>
                  <a:lnTo>
                    <a:pt x="2057" y="633"/>
                  </a:lnTo>
                  <a:lnTo>
                    <a:pt x="2042" y="621"/>
                  </a:lnTo>
                  <a:lnTo>
                    <a:pt x="2031" y="606"/>
                  </a:lnTo>
                  <a:lnTo>
                    <a:pt x="2023" y="589"/>
                  </a:lnTo>
                  <a:lnTo>
                    <a:pt x="2021" y="569"/>
                  </a:lnTo>
                  <a:lnTo>
                    <a:pt x="2021" y="183"/>
                  </a:lnTo>
                  <a:lnTo>
                    <a:pt x="2018" y="168"/>
                  </a:lnTo>
                  <a:lnTo>
                    <a:pt x="2010" y="157"/>
                  </a:lnTo>
                  <a:lnTo>
                    <a:pt x="1999" y="150"/>
                  </a:lnTo>
                  <a:lnTo>
                    <a:pt x="1985" y="146"/>
                  </a:lnTo>
                  <a:lnTo>
                    <a:pt x="702" y="146"/>
                  </a:lnTo>
                  <a:lnTo>
                    <a:pt x="691" y="149"/>
                  </a:lnTo>
                  <a:lnTo>
                    <a:pt x="683" y="154"/>
                  </a:lnTo>
                  <a:lnTo>
                    <a:pt x="676" y="164"/>
                  </a:lnTo>
                  <a:lnTo>
                    <a:pt x="675" y="174"/>
                  </a:lnTo>
                  <a:lnTo>
                    <a:pt x="675" y="2552"/>
                  </a:lnTo>
                  <a:lnTo>
                    <a:pt x="562" y="2779"/>
                  </a:lnTo>
                  <a:lnTo>
                    <a:pt x="561" y="2779"/>
                  </a:lnTo>
                  <a:lnTo>
                    <a:pt x="558" y="2777"/>
                  </a:lnTo>
                  <a:lnTo>
                    <a:pt x="552" y="2775"/>
                  </a:lnTo>
                  <a:lnTo>
                    <a:pt x="545" y="2769"/>
                  </a:lnTo>
                  <a:lnTo>
                    <a:pt x="540" y="2761"/>
                  </a:lnTo>
                  <a:lnTo>
                    <a:pt x="534" y="2750"/>
                  </a:lnTo>
                  <a:lnTo>
                    <a:pt x="530" y="2734"/>
                  </a:lnTo>
                  <a:lnTo>
                    <a:pt x="528" y="2712"/>
                  </a:lnTo>
                  <a:lnTo>
                    <a:pt x="528" y="2657"/>
                  </a:lnTo>
                  <a:lnTo>
                    <a:pt x="528" y="2596"/>
                  </a:lnTo>
                  <a:lnTo>
                    <a:pt x="527" y="2529"/>
                  </a:lnTo>
                  <a:lnTo>
                    <a:pt x="527" y="2458"/>
                  </a:lnTo>
                  <a:lnTo>
                    <a:pt x="527" y="2383"/>
                  </a:lnTo>
                  <a:lnTo>
                    <a:pt x="527" y="2304"/>
                  </a:lnTo>
                  <a:lnTo>
                    <a:pt x="526" y="2221"/>
                  </a:lnTo>
                  <a:lnTo>
                    <a:pt x="526" y="2136"/>
                  </a:lnTo>
                  <a:lnTo>
                    <a:pt x="526" y="2048"/>
                  </a:lnTo>
                  <a:lnTo>
                    <a:pt x="526" y="1958"/>
                  </a:lnTo>
                  <a:lnTo>
                    <a:pt x="526" y="1866"/>
                  </a:lnTo>
                  <a:lnTo>
                    <a:pt x="526" y="1773"/>
                  </a:lnTo>
                  <a:lnTo>
                    <a:pt x="526" y="1677"/>
                  </a:lnTo>
                  <a:lnTo>
                    <a:pt x="526" y="1583"/>
                  </a:lnTo>
                  <a:lnTo>
                    <a:pt x="526" y="1488"/>
                  </a:lnTo>
                  <a:lnTo>
                    <a:pt x="526" y="1392"/>
                  </a:lnTo>
                  <a:lnTo>
                    <a:pt x="526" y="1298"/>
                  </a:lnTo>
                  <a:lnTo>
                    <a:pt x="526" y="1205"/>
                  </a:lnTo>
                  <a:lnTo>
                    <a:pt x="527" y="1114"/>
                  </a:lnTo>
                  <a:lnTo>
                    <a:pt x="527" y="1023"/>
                  </a:lnTo>
                  <a:lnTo>
                    <a:pt x="527" y="936"/>
                  </a:lnTo>
                  <a:lnTo>
                    <a:pt x="527" y="851"/>
                  </a:lnTo>
                  <a:lnTo>
                    <a:pt x="527" y="769"/>
                  </a:lnTo>
                  <a:lnTo>
                    <a:pt x="527" y="691"/>
                  </a:lnTo>
                  <a:lnTo>
                    <a:pt x="527" y="616"/>
                  </a:lnTo>
                  <a:lnTo>
                    <a:pt x="527" y="548"/>
                  </a:lnTo>
                  <a:lnTo>
                    <a:pt x="528" y="482"/>
                  </a:lnTo>
                  <a:lnTo>
                    <a:pt x="528" y="421"/>
                  </a:lnTo>
                  <a:lnTo>
                    <a:pt x="528" y="367"/>
                  </a:lnTo>
                  <a:lnTo>
                    <a:pt x="528" y="319"/>
                  </a:lnTo>
                  <a:lnTo>
                    <a:pt x="528" y="276"/>
                  </a:lnTo>
                  <a:lnTo>
                    <a:pt x="528" y="241"/>
                  </a:lnTo>
                  <a:lnTo>
                    <a:pt x="528" y="212"/>
                  </a:lnTo>
                  <a:lnTo>
                    <a:pt x="528" y="191"/>
                  </a:lnTo>
                  <a:lnTo>
                    <a:pt x="528" y="179"/>
                  </a:lnTo>
                  <a:lnTo>
                    <a:pt x="528" y="174"/>
                  </a:lnTo>
                  <a:lnTo>
                    <a:pt x="531" y="139"/>
                  </a:lnTo>
                  <a:lnTo>
                    <a:pt x="542" y="106"/>
                  </a:lnTo>
                  <a:lnTo>
                    <a:pt x="558" y="77"/>
                  </a:lnTo>
                  <a:lnTo>
                    <a:pt x="580" y="51"/>
                  </a:lnTo>
                  <a:lnTo>
                    <a:pt x="605" y="30"/>
                  </a:lnTo>
                  <a:lnTo>
                    <a:pt x="635" y="14"/>
                  </a:lnTo>
                  <a:lnTo>
                    <a:pt x="667" y="4"/>
                  </a:lnTo>
                  <a:lnTo>
                    <a:pt x="702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" name="Freeform 36"/>
            <p:cNvSpPr>
              <a:spLocks noEditPoints="1"/>
            </p:cNvSpPr>
            <p:nvPr/>
          </p:nvSpPr>
          <p:spPr bwMode="auto">
            <a:xfrm>
              <a:off x="9753914" y="3477024"/>
              <a:ext cx="428724" cy="408271"/>
            </a:xfrm>
            <a:custGeom>
              <a:avLst/>
              <a:gdLst>
                <a:gd name="T0" fmla="*/ 3696 w 3813"/>
                <a:gd name="T1" fmla="*/ 3371 h 3630"/>
                <a:gd name="T2" fmla="*/ 3365 w 3813"/>
                <a:gd name="T3" fmla="*/ 3427 h 3630"/>
                <a:gd name="T4" fmla="*/ 3195 w 3813"/>
                <a:gd name="T5" fmla="*/ 3235 h 3630"/>
                <a:gd name="T6" fmla="*/ 3398 w 3813"/>
                <a:gd name="T7" fmla="*/ 2982 h 3630"/>
                <a:gd name="T8" fmla="*/ 2802 w 3813"/>
                <a:gd name="T9" fmla="*/ 2182 h 3630"/>
                <a:gd name="T10" fmla="*/ 2639 w 3813"/>
                <a:gd name="T11" fmla="*/ 3585 h 3630"/>
                <a:gd name="T12" fmla="*/ 2315 w 3813"/>
                <a:gd name="T13" fmla="*/ 3601 h 3630"/>
                <a:gd name="T14" fmla="*/ 2189 w 3813"/>
                <a:gd name="T15" fmla="*/ 3388 h 3630"/>
                <a:gd name="T16" fmla="*/ 2434 w 3813"/>
                <a:gd name="T17" fmla="*/ 3162 h 3630"/>
                <a:gd name="T18" fmla="*/ 1829 w 3813"/>
                <a:gd name="T19" fmla="*/ 1520 h 3630"/>
                <a:gd name="T20" fmla="*/ 1559 w 3813"/>
                <a:gd name="T21" fmla="*/ 1690 h 3630"/>
                <a:gd name="T22" fmla="*/ 1604 w 3813"/>
                <a:gd name="T23" fmla="*/ 2008 h 3630"/>
                <a:gd name="T24" fmla="*/ 1914 w 3813"/>
                <a:gd name="T25" fmla="*/ 2097 h 3630"/>
                <a:gd name="T26" fmla="*/ 2122 w 3813"/>
                <a:gd name="T27" fmla="*/ 1858 h 3630"/>
                <a:gd name="T28" fmla="*/ 1990 w 3813"/>
                <a:gd name="T29" fmla="*/ 1567 h 3630"/>
                <a:gd name="T30" fmla="*/ 1978 w 3813"/>
                <a:gd name="T31" fmla="*/ 1430 h 3630"/>
                <a:gd name="T32" fmla="*/ 2232 w 3813"/>
                <a:gd name="T33" fmla="*/ 1713 h 3630"/>
                <a:gd name="T34" fmla="*/ 2139 w 3813"/>
                <a:gd name="T35" fmla="*/ 2089 h 3630"/>
                <a:gd name="T36" fmla="*/ 1777 w 3813"/>
                <a:gd name="T37" fmla="*/ 2225 h 3630"/>
                <a:gd name="T38" fmla="*/ 1462 w 3813"/>
                <a:gd name="T39" fmla="*/ 2008 h 3630"/>
                <a:gd name="T40" fmla="*/ 1462 w 3813"/>
                <a:gd name="T41" fmla="*/ 1621 h 3630"/>
                <a:gd name="T42" fmla="*/ 1777 w 3813"/>
                <a:gd name="T43" fmla="*/ 1405 h 3630"/>
                <a:gd name="T44" fmla="*/ 1487 w 3813"/>
                <a:gd name="T45" fmla="*/ 1392 h 3630"/>
                <a:gd name="T46" fmla="*/ 1283 w 3813"/>
                <a:gd name="T47" fmla="*/ 1814 h 3630"/>
                <a:gd name="T48" fmla="*/ 1487 w 3813"/>
                <a:gd name="T49" fmla="*/ 2237 h 3630"/>
                <a:gd name="T50" fmla="*/ 1954 w 3813"/>
                <a:gd name="T51" fmla="*/ 2342 h 3630"/>
                <a:gd name="T52" fmla="*/ 2319 w 3813"/>
                <a:gd name="T53" fmla="*/ 2052 h 3630"/>
                <a:gd name="T54" fmla="*/ 2319 w 3813"/>
                <a:gd name="T55" fmla="*/ 1576 h 3630"/>
                <a:gd name="T56" fmla="*/ 1954 w 3813"/>
                <a:gd name="T57" fmla="*/ 1288 h 3630"/>
                <a:gd name="T58" fmla="*/ 1671 w 3813"/>
                <a:gd name="T59" fmla="*/ 476 h 3630"/>
                <a:gd name="T60" fmla="*/ 2025 w 3813"/>
                <a:gd name="T61" fmla="*/ 457 h 3630"/>
                <a:gd name="T62" fmla="*/ 2030 w 3813"/>
                <a:gd name="T63" fmla="*/ 370 h 3630"/>
                <a:gd name="T64" fmla="*/ 2734 w 3813"/>
                <a:gd name="T65" fmla="*/ 667 h 3630"/>
                <a:gd name="T66" fmla="*/ 3188 w 3813"/>
                <a:gd name="T67" fmla="*/ 1265 h 3630"/>
                <a:gd name="T68" fmla="*/ 2302 w 3813"/>
                <a:gd name="T69" fmla="*/ 3063 h 3630"/>
                <a:gd name="T70" fmla="*/ 1906 w 3813"/>
                <a:gd name="T71" fmla="*/ 3271 h 3630"/>
                <a:gd name="T72" fmla="*/ 1144 w 3813"/>
                <a:gd name="T73" fmla="*/ 3105 h 3630"/>
                <a:gd name="T74" fmla="*/ 577 w 3813"/>
                <a:gd name="T75" fmla="*/ 2579 h 3630"/>
                <a:gd name="T76" fmla="*/ 359 w 3813"/>
                <a:gd name="T77" fmla="*/ 1814 h 3630"/>
                <a:gd name="T78" fmla="*/ 577 w 3813"/>
                <a:gd name="T79" fmla="*/ 1051 h 3630"/>
                <a:gd name="T80" fmla="*/ 1144 w 3813"/>
                <a:gd name="T81" fmla="*/ 524 h 3630"/>
                <a:gd name="T82" fmla="*/ 1829 w 3813"/>
                <a:gd name="T83" fmla="*/ 0 h 3630"/>
                <a:gd name="T84" fmla="*/ 2592 w 3813"/>
                <a:gd name="T85" fmla="*/ 165 h 3630"/>
                <a:gd name="T86" fmla="*/ 3267 w 3813"/>
                <a:gd name="T87" fmla="*/ 697 h 3630"/>
                <a:gd name="T88" fmla="*/ 3626 w 3813"/>
                <a:gd name="T89" fmla="*/ 1485 h 3630"/>
                <a:gd name="T90" fmla="*/ 3164 w 3813"/>
                <a:gd name="T91" fmla="*/ 857 h 3630"/>
                <a:gd name="T92" fmla="*/ 2545 w 3813"/>
                <a:gd name="T93" fmla="*/ 340 h 3630"/>
                <a:gd name="T94" fmla="*/ 1720 w 3813"/>
                <a:gd name="T95" fmla="*/ 181 h 3630"/>
                <a:gd name="T96" fmla="*/ 939 w 3813"/>
                <a:gd name="T97" fmla="*/ 437 h 3630"/>
                <a:gd name="T98" fmla="*/ 388 w 3813"/>
                <a:gd name="T99" fmla="*/ 1018 h 3630"/>
                <a:gd name="T100" fmla="*/ 180 w 3813"/>
                <a:gd name="T101" fmla="*/ 1814 h 3630"/>
                <a:gd name="T102" fmla="*/ 388 w 3813"/>
                <a:gd name="T103" fmla="*/ 2611 h 3630"/>
                <a:gd name="T104" fmla="*/ 939 w 3813"/>
                <a:gd name="T105" fmla="*/ 3193 h 3630"/>
                <a:gd name="T106" fmla="*/ 1720 w 3813"/>
                <a:gd name="T107" fmla="*/ 3448 h 3630"/>
                <a:gd name="T108" fmla="*/ 2062 w 3813"/>
                <a:gd name="T109" fmla="*/ 3615 h 3630"/>
                <a:gd name="T110" fmla="*/ 1272 w 3813"/>
                <a:gd name="T111" fmla="*/ 3545 h 3630"/>
                <a:gd name="T112" fmla="*/ 536 w 3813"/>
                <a:gd name="T113" fmla="*/ 3097 h 3630"/>
                <a:gd name="T114" fmla="*/ 87 w 3813"/>
                <a:gd name="T115" fmla="*/ 2367 h 3630"/>
                <a:gd name="T116" fmla="*/ 31 w 3813"/>
                <a:gd name="T117" fmla="*/ 1476 h 3630"/>
                <a:gd name="T118" fmla="*/ 393 w 3813"/>
                <a:gd name="T119" fmla="*/ 692 h 3630"/>
                <a:gd name="T120" fmla="*/ 1068 w 3813"/>
                <a:gd name="T121" fmla="*/ 164 h 3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813" h="3630">
                  <a:moveTo>
                    <a:pt x="3813" y="1583"/>
                  </a:moveTo>
                  <a:lnTo>
                    <a:pt x="3813" y="3157"/>
                  </a:lnTo>
                  <a:lnTo>
                    <a:pt x="3809" y="3200"/>
                  </a:lnTo>
                  <a:lnTo>
                    <a:pt x="3799" y="3240"/>
                  </a:lnTo>
                  <a:lnTo>
                    <a:pt x="3781" y="3278"/>
                  </a:lnTo>
                  <a:lnTo>
                    <a:pt x="3758" y="3312"/>
                  </a:lnTo>
                  <a:lnTo>
                    <a:pt x="3729" y="3343"/>
                  </a:lnTo>
                  <a:lnTo>
                    <a:pt x="3696" y="3371"/>
                  </a:lnTo>
                  <a:lnTo>
                    <a:pt x="3655" y="3395"/>
                  </a:lnTo>
                  <a:lnTo>
                    <a:pt x="3611" y="3415"/>
                  </a:lnTo>
                  <a:lnTo>
                    <a:pt x="3563" y="3430"/>
                  </a:lnTo>
                  <a:lnTo>
                    <a:pt x="3521" y="3438"/>
                  </a:lnTo>
                  <a:lnTo>
                    <a:pt x="3479" y="3441"/>
                  </a:lnTo>
                  <a:lnTo>
                    <a:pt x="3440" y="3441"/>
                  </a:lnTo>
                  <a:lnTo>
                    <a:pt x="3402" y="3436"/>
                  </a:lnTo>
                  <a:lnTo>
                    <a:pt x="3365" y="3427"/>
                  </a:lnTo>
                  <a:lnTo>
                    <a:pt x="3331" y="3416"/>
                  </a:lnTo>
                  <a:lnTo>
                    <a:pt x="3300" y="3400"/>
                  </a:lnTo>
                  <a:lnTo>
                    <a:pt x="3272" y="3380"/>
                  </a:lnTo>
                  <a:lnTo>
                    <a:pt x="3248" y="3358"/>
                  </a:lnTo>
                  <a:lnTo>
                    <a:pt x="3227" y="3333"/>
                  </a:lnTo>
                  <a:lnTo>
                    <a:pt x="3212" y="3304"/>
                  </a:lnTo>
                  <a:lnTo>
                    <a:pt x="3201" y="3274"/>
                  </a:lnTo>
                  <a:lnTo>
                    <a:pt x="3195" y="3235"/>
                  </a:lnTo>
                  <a:lnTo>
                    <a:pt x="3198" y="3197"/>
                  </a:lnTo>
                  <a:lnTo>
                    <a:pt x="3208" y="3159"/>
                  </a:lnTo>
                  <a:lnTo>
                    <a:pt x="3224" y="3123"/>
                  </a:lnTo>
                  <a:lnTo>
                    <a:pt x="3249" y="3088"/>
                  </a:lnTo>
                  <a:lnTo>
                    <a:pt x="3278" y="3057"/>
                  </a:lnTo>
                  <a:lnTo>
                    <a:pt x="3314" y="3028"/>
                  </a:lnTo>
                  <a:lnTo>
                    <a:pt x="3353" y="3003"/>
                  </a:lnTo>
                  <a:lnTo>
                    <a:pt x="3398" y="2982"/>
                  </a:lnTo>
                  <a:lnTo>
                    <a:pt x="3446" y="2967"/>
                  </a:lnTo>
                  <a:lnTo>
                    <a:pt x="3491" y="2959"/>
                  </a:lnTo>
                  <a:lnTo>
                    <a:pt x="3536" y="2956"/>
                  </a:lnTo>
                  <a:lnTo>
                    <a:pt x="3579" y="2957"/>
                  </a:lnTo>
                  <a:lnTo>
                    <a:pt x="3619" y="2964"/>
                  </a:lnTo>
                  <a:lnTo>
                    <a:pt x="3659" y="2974"/>
                  </a:lnTo>
                  <a:lnTo>
                    <a:pt x="3659" y="2027"/>
                  </a:lnTo>
                  <a:lnTo>
                    <a:pt x="2802" y="2182"/>
                  </a:lnTo>
                  <a:lnTo>
                    <a:pt x="2797" y="3362"/>
                  </a:lnTo>
                  <a:lnTo>
                    <a:pt x="2794" y="3399"/>
                  </a:lnTo>
                  <a:lnTo>
                    <a:pt x="2783" y="3435"/>
                  </a:lnTo>
                  <a:lnTo>
                    <a:pt x="2766" y="3470"/>
                  </a:lnTo>
                  <a:lnTo>
                    <a:pt x="2741" y="3503"/>
                  </a:lnTo>
                  <a:lnTo>
                    <a:pt x="2712" y="3533"/>
                  </a:lnTo>
                  <a:lnTo>
                    <a:pt x="2679" y="3561"/>
                  </a:lnTo>
                  <a:lnTo>
                    <a:pt x="2639" y="3585"/>
                  </a:lnTo>
                  <a:lnTo>
                    <a:pt x="2597" y="3604"/>
                  </a:lnTo>
                  <a:lnTo>
                    <a:pt x="2549" y="3618"/>
                  </a:lnTo>
                  <a:lnTo>
                    <a:pt x="2507" y="3626"/>
                  </a:lnTo>
                  <a:lnTo>
                    <a:pt x="2467" y="3630"/>
                  </a:lnTo>
                  <a:lnTo>
                    <a:pt x="2426" y="3629"/>
                  </a:lnTo>
                  <a:lnTo>
                    <a:pt x="2387" y="3623"/>
                  </a:lnTo>
                  <a:lnTo>
                    <a:pt x="2350" y="3614"/>
                  </a:lnTo>
                  <a:lnTo>
                    <a:pt x="2315" y="3601"/>
                  </a:lnTo>
                  <a:lnTo>
                    <a:pt x="2284" y="3585"/>
                  </a:lnTo>
                  <a:lnTo>
                    <a:pt x="2256" y="3566"/>
                  </a:lnTo>
                  <a:lnTo>
                    <a:pt x="2232" y="3543"/>
                  </a:lnTo>
                  <a:lnTo>
                    <a:pt x="2213" y="3519"/>
                  </a:lnTo>
                  <a:lnTo>
                    <a:pt x="2199" y="3493"/>
                  </a:lnTo>
                  <a:lnTo>
                    <a:pt x="2191" y="3465"/>
                  </a:lnTo>
                  <a:lnTo>
                    <a:pt x="2187" y="3426"/>
                  </a:lnTo>
                  <a:lnTo>
                    <a:pt x="2189" y="3388"/>
                  </a:lnTo>
                  <a:lnTo>
                    <a:pt x="2198" y="3351"/>
                  </a:lnTo>
                  <a:lnTo>
                    <a:pt x="2216" y="3316"/>
                  </a:lnTo>
                  <a:lnTo>
                    <a:pt x="2239" y="3281"/>
                  </a:lnTo>
                  <a:lnTo>
                    <a:pt x="2268" y="3249"/>
                  </a:lnTo>
                  <a:lnTo>
                    <a:pt x="2302" y="3221"/>
                  </a:lnTo>
                  <a:lnTo>
                    <a:pt x="2342" y="3196"/>
                  </a:lnTo>
                  <a:lnTo>
                    <a:pt x="2386" y="3177"/>
                  </a:lnTo>
                  <a:lnTo>
                    <a:pt x="2434" y="3162"/>
                  </a:lnTo>
                  <a:lnTo>
                    <a:pt x="2479" y="3152"/>
                  </a:lnTo>
                  <a:lnTo>
                    <a:pt x="2523" y="3150"/>
                  </a:lnTo>
                  <a:lnTo>
                    <a:pt x="2564" y="3151"/>
                  </a:lnTo>
                  <a:lnTo>
                    <a:pt x="2605" y="3157"/>
                  </a:lnTo>
                  <a:lnTo>
                    <a:pt x="2643" y="3169"/>
                  </a:lnTo>
                  <a:lnTo>
                    <a:pt x="2643" y="1772"/>
                  </a:lnTo>
                  <a:lnTo>
                    <a:pt x="3813" y="1583"/>
                  </a:lnTo>
                  <a:close/>
                  <a:moveTo>
                    <a:pt x="1829" y="1520"/>
                  </a:moveTo>
                  <a:lnTo>
                    <a:pt x="1785" y="1523"/>
                  </a:lnTo>
                  <a:lnTo>
                    <a:pt x="1743" y="1532"/>
                  </a:lnTo>
                  <a:lnTo>
                    <a:pt x="1704" y="1547"/>
                  </a:lnTo>
                  <a:lnTo>
                    <a:pt x="1667" y="1567"/>
                  </a:lnTo>
                  <a:lnTo>
                    <a:pt x="1634" y="1592"/>
                  </a:lnTo>
                  <a:lnTo>
                    <a:pt x="1604" y="1621"/>
                  </a:lnTo>
                  <a:lnTo>
                    <a:pt x="1580" y="1654"/>
                  </a:lnTo>
                  <a:lnTo>
                    <a:pt x="1559" y="1690"/>
                  </a:lnTo>
                  <a:lnTo>
                    <a:pt x="1544" y="1729"/>
                  </a:lnTo>
                  <a:lnTo>
                    <a:pt x="1535" y="1772"/>
                  </a:lnTo>
                  <a:lnTo>
                    <a:pt x="1531" y="1814"/>
                  </a:lnTo>
                  <a:lnTo>
                    <a:pt x="1535" y="1858"/>
                  </a:lnTo>
                  <a:lnTo>
                    <a:pt x="1544" y="1899"/>
                  </a:lnTo>
                  <a:lnTo>
                    <a:pt x="1559" y="1938"/>
                  </a:lnTo>
                  <a:lnTo>
                    <a:pt x="1580" y="1975"/>
                  </a:lnTo>
                  <a:lnTo>
                    <a:pt x="1604" y="2008"/>
                  </a:lnTo>
                  <a:lnTo>
                    <a:pt x="1634" y="2037"/>
                  </a:lnTo>
                  <a:lnTo>
                    <a:pt x="1667" y="2061"/>
                  </a:lnTo>
                  <a:lnTo>
                    <a:pt x="1704" y="2082"/>
                  </a:lnTo>
                  <a:lnTo>
                    <a:pt x="1743" y="2097"/>
                  </a:lnTo>
                  <a:lnTo>
                    <a:pt x="1785" y="2106"/>
                  </a:lnTo>
                  <a:lnTo>
                    <a:pt x="1829" y="2110"/>
                  </a:lnTo>
                  <a:lnTo>
                    <a:pt x="1873" y="2106"/>
                  </a:lnTo>
                  <a:lnTo>
                    <a:pt x="1914" y="2097"/>
                  </a:lnTo>
                  <a:lnTo>
                    <a:pt x="1954" y="2082"/>
                  </a:lnTo>
                  <a:lnTo>
                    <a:pt x="1990" y="2061"/>
                  </a:lnTo>
                  <a:lnTo>
                    <a:pt x="2023" y="2037"/>
                  </a:lnTo>
                  <a:lnTo>
                    <a:pt x="2052" y="2008"/>
                  </a:lnTo>
                  <a:lnTo>
                    <a:pt x="2078" y="1975"/>
                  </a:lnTo>
                  <a:lnTo>
                    <a:pt x="2097" y="1938"/>
                  </a:lnTo>
                  <a:lnTo>
                    <a:pt x="2113" y="1899"/>
                  </a:lnTo>
                  <a:lnTo>
                    <a:pt x="2122" y="1858"/>
                  </a:lnTo>
                  <a:lnTo>
                    <a:pt x="2125" y="1814"/>
                  </a:lnTo>
                  <a:lnTo>
                    <a:pt x="2122" y="1772"/>
                  </a:lnTo>
                  <a:lnTo>
                    <a:pt x="2113" y="1729"/>
                  </a:lnTo>
                  <a:lnTo>
                    <a:pt x="2097" y="1690"/>
                  </a:lnTo>
                  <a:lnTo>
                    <a:pt x="2078" y="1654"/>
                  </a:lnTo>
                  <a:lnTo>
                    <a:pt x="2052" y="1621"/>
                  </a:lnTo>
                  <a:lnTo>
                    <a:pt x="2023" y="1592"/>
                  </a:lnTo>
                  <a:lnTo>
                    <a:pt x="1990" y="1567"/>
                  </a:lnTo>
                  <a:lnTo>
                    <a:pt x="1954" y="1547"/>
                  </a:lnTo>
                  <a:lnTo>
                    <a:pt x="1914" y="1532"/>
                  </a:lnTo>
                  <a:lnTo>
                    <a:pt x="1873" y="1523"/>
                  </a:lnTo>
                  <a:lnTo>
                    <a:pt x="1829" y="1520"/>
                  </a:lnTo>
                  <a:close/>
                  <a:moveTo>
                    <a:pt x="1829" y="1401"/>
                  </a:moveTo>
                  <a:lnTo>
                    <a:pt x="1881" y="1405"/>
                  </a:lnTo>
                  <a:lnTo>
                    <a:pt x="1931" y="1414"/>
                  </a:lnTo>
                  <a:lnTo>
                    <a:pt x="1978" y="1430"/>
                  </a:lnTo>
                  <a:lnTo>
                    <a:pt x="2023" y="1451"/>
                  </a:lnTo>
                  <a:lnTo>
                    <a:pt x="2066" y="1476"/>
                  </a:lnTo>
                  <a:lnTo>
                    <a:pt x="2104" y="1506"/>
                  </a:lnTo>
                  <a:lnTo>
                    <a:pt x="2139" y="1540"/>
                  </a:lnTo>
                  <a:lnTo>
                    <a:pt x="2169" y="1578"/>
                  </a:lnTo>
                  <a:lnTo>
                    <a:pt x="2196" y="1621"/>
                  </a:lnTo>
                  <a:lnTo>
                    <a:pt x="2217" y="1666"/>
                  </a:lnTo>
                  <a:lnTo>
                    <a:pt x="2232" y="1713"/>
                  </a:lnTo>
                  <a:lnTo>
                    <a:pt x="2241" y="1762"/>
                  </a:lnTo>
                  <a:lnTo>
                    <a:pt x="2245" y="1814"/>
                  </a:lnTo>
                  <a:lnTo>
                    <a:pt x="2241" y="1866"/>
                  </a:lnTo>
                  <a:lnTo>
                    <a:pt x="2232" y="1916"/>
                  </a:lnTo>
                  <a:lnTo>
                    <a:pt x="2217" y="1964"/>
                  </a:lnTo>
                  <a:lnTo>
                    <a:pt x="2196" y="2008"/>
                  </a:lnTo>
                  <a:lnTo>
                    <a:pt x="2169" y="2050"/>
                  </a:lnTo>
                  <a:lnTo>
                    <a:pt x="2139" y="2089"/>
                  </a:lnTo>
                  <a:lnTo>
                    <a:pt x="2104" y="2123"/>
                  </a:lnTo>
                  <a:lnTo>
                    <a:pt x="2066" y="2153"/>
                  </a:lnTo>
                  <a:lnTo>
                    <a:pt x="2023" y="2179"/>
                  </a:lnTo>
                  <a:lnTo>
                    <a:pt x="1978" y="2199"/>
                  </a:lnTo>
                  <a:lnTo>
                    <a:pt x="1931" y="2214"/>
                  </a:lnTo>
                  <a:lnTo>
                    <a:pt x="1881" y="2225"/>
                  </a:lnTo>
                  <a:lnTo>
                    <a:pt x="1829" y="2227"/>
                  </a:lnTo>
                  <a:lnTo>
                    <a:pt x="1777" y="2225"/>
                  </a:lnTo>
                  <a:lnTo>
                    <a:pt x="1726" y="2214"/>
                  </a:lnTo>
                  <a:lnTo>
                    <a:pt x="1678" y="2199"/>
                  </a:lnTo>
                  <a:lnTo>
                    <a:pt x="1633" y="2179"/>
                  </a:lnTo>
                  <a:lnTo>
                    <a:pt x="1591" y="2153"/>
                  </a:lnTo>
                  <a:lnTo>
                    <a:pt x="1553" y="2123"/>
                  </a:lnTo>
                  <a:lnTo>
                    <a:pt x="1518" y="2089"/>
                  </a:lnTo>
                  <a:lnTo>
                    <a:pt x="1487" y="2050"/>
                  </a:lnTo>
                  <a:lnTo>
                    <a:pt x="1462" y="2008"/>
                  </a:lnTo>
                  <a:lnTo>
                    <a:pt x="1441" y="1964"/>
                  </a:lnTo>
                  <a:lnTo>
                    <a:pt x="1426" y="1916"/>
                  </a:lnTo>
                  <a:lnTo>
                    <a:pt x="1416" y="1866"/>
                  </a:lnTo>
                  <a:lnTo>
                    <a:pt x="1413" y="1814"/>
                  </a:lnTo>
                  <a:lnTo>
                    <a:pt x="1416" y="1762"/>
                  </a:lnTo>
                  <a:lnTo>
                    <a:pt x="1426" y="1713"/>
                  </a:lnTo>
                  <a:lnTo>
                    <a:pt x="1441" y="1666"/>
                  </a:lnTo>
                  <a:lnTo>
                    <a:pt x="1462" y="1621"/>
                  </a:lnTo>
                  <a:lnTo>
                    <a:pt x="1487" y="1578"/>
                  </a:lnTo>
                  <a:lnTo>
                    <a:pt x="1518" y="1540"/>
                  </a:lnTo>
                  <a:lnTo>
                    <a:pt x="1553" y="1506"/>
                  </a:lnTo>
                  <a:lnTo>
                    <a:pt x="1591" y="1476"/>
                  </a:lnTo>
                  <a:lnTo>
                    <a:pt x="1633" y="1451"/>
                  </a:lnTo>
                  <a:lnTo>
                    <a:pt x="1678" y="1430"/>
                  </a:lnTo>
                  <a:lnTo>
                    <a:pt x="1726" y="1414"/>
                  </a:lnTo>
                  <a:lnTo>
                    <a:pt x="1777" y="1405"/>
                  </a:lnTo>
                  <a:lnTo>
                    <a:pt x="1829" y="1401"/>
                  </a:lnTo>
                  <a:close/>
                  <a:moveTo>
                    <a:pt x="1829" y="1274"/>
                  </a:moveTo>
                  <a:lnTo>
                    <a:pt x="1765" y="1277"/>
                  </a:lnTo>
                  <a:lnTo>
                    <a:pt x="1704" y="1288"/>
                  </a:lnTo>
                  <a:lnTo>
                    <a:pt x="1645" y="1305"/>
                  </a:lnTo>
                  <a:lnTo>
                    <a:pt x="1589" y="1328"/>
                  </a:lnTo>
                  <a:lnTo>
                    <a:pt x="1536" y="1358"/>
                  </a:lnTo>
                  <a:lnTo>
                    <a:pt x="1487" y="1392"/>
                  </a:lnTo>
                  <a:lnTo>
                    <a:pt x="1443" y="1432"/>
                  </a:lnTo>
                  <a:lnTo>
                    <a:pt x="1403" y="1476"/>
                  </a:lnTo>
                  <a:lnTo>
                    <a:pt x="1368" y="1524"/>
                  </a:lnTo>
                  <a:lnTo>
                    <a:pt x="1339" y="1576"/>
                  </a:lnTo>
                  <a:lnTo>
                    <a:pt x="1315" y="1632"/>
                  </a:lnTo>
                  <a:lnTo>
                    <a:pt x="1297" y="1690"/>
                  </a:lnTo>
                  <a:lnTo>
                    <a:pt x="1287" y="1751"/>
                  </a:lnTo>
                  <a:lnTo>
                    <a:pt x="1283" y="1814"/>
                  </a:lnTo>
                  <a:lnTo>
                    <a:pt x="1287" y="1877"/>
                  </a:lnTo>
                  <a:lnTo>
                    <a:pt x="1297" y="1938"/>
                  </a:lnTo>
                  <a:lnTo>
                    <a:pt x="1315" y="1997"/>
                  </a:lnTo>
                  <a:lnTo>
                    <a:pt x="1339" y="2052"/>
                  </a:lnTo>
                  <a:lnTo>
                    <a:pt x="1368" y="2105"/>
                  </a:lnTo>
                  <a:lnTo>
                    <a:pt x="1403" y="2153"/>
                  </a:lnTo>
                  <a:lnTo>
                    <a:pt x="1443" y="2197"/>
                  </a:lnTo>
                  <a:lnTo>
                    <a:pt x="1487" y="2237"/>
                  </a:lnTo>
                  <a:lnTo>
                    <a:pt x="1536" y="2272"/>
                  </a:lnTo>
                  <a:lnTo>
                    <a:pt x="1589" y="2300"/>
                  </a:lnTo>
                  <a:lnTo>
                    <a:pt x="1645" y="2325"/>
                  </a:lnTo>
                  <a:lnTo>
                    <a:pt x="1704" y="2342"/>
                  </a:lnTo>
                  <a:lnTo>
                    <a:pt x="1765" y="2352"/>
                  </a:lnTo>
                  <a:lnTo>
                    <a:pt x="1829" y="2356"/>
                  </a:lnTo>
                  <a:lnTo>
                    <a:pt x="1892" y="2352"/>
                  </a:lnTo>
                  <a:lnTo>
                    <a:pt x="1954" y="2342"/>
                  </a:lnTo>
                  <a:lnTo>
                    <a:pt x="2013" y="2325"/>
                  </a:lnTo>
                  <a:lnTo>
                    <a:pt x="2069" y="2300"/>
                  </a:lnTo>
                  <a:lnTo>
                    <a:pt x="2121" y="2272"/>
                  </a:lnTo>
                  <a:lnTo>
                    <a:pt x="2169" y="2237"/>
                  </a:lnTo>
                  <a:lnTo>
                    <a:pt x="2214" y="2197"/>
                  </a:lnTo>
                  <a:lnTo>
                    <a:pt x="2254" y="2153"/>
                  </a:lnTo>
                  <a:lnTo>
                    <a:pt x="2289" y="2105"/>
                  </a:lnTo>
                  <a:lnTo>
                    <a:pt x="2319" y="2052"/>
                  </a:lnTo>
                  <a:lnTo>
                    <a:pt x="2342" y="1997"/>
                  </a:lnTo>
                  <a:lnTo>
                    <a:pt x="2359" y="1938"/>
                  </a:lnTo>
                  <a:lnTo>
                    <a:pt x="2370" y="1877"/>
                  </a:lnTo>
                  <a:lnTo>
                    <a:pt x="2374" y="1814"/>
                  </a:lnTo>
                  <a:lnTo>
                    <a:pt x="2370" y="1751"/>
                  </a:lnTo>
                  <a:lnTo>
                    <a:pt x="2359" y="1690"/>
                  </a:lnTo>
                  <a:lnTo>
                    <a:pt x="2342" y="1632"/>
                  </a:lnTo>
                  <a:lnTo>
                    <a:pt x="2319" y="1576"/>
                  </a:lnTo>
                  <a:lnTo>
                    <a:pt x="2289" y="1524"/>
                  </a:lnTo>
                  <a:lnTo>
                    <a:pt x="2254" y="1476"/>
                  </a:lnTo>
                  <a:lnTo>
                    <a:pt x="2214" y="1432"/>
                  </a:lnTo>
                  <a:lnTo>
                    <a:pt x="2169" y="1392"/>
                  </a:lnTo>
                  <a:lnTo>
                    <a:pt x="2121" y="1358"/>
                  </a:lnTo>
                  <a:lnTo>
                    <a:pt x="2069" y="1328"/>
                  </a:lnTo>
                  <a:lnTo>
                    <a:pt x="2013" y="1305"/>
                  </a:lnTo>
                  <a:lnTo>
                    <a:pt x="1954" y="1288"/>
                  </a:lnTo>
                  <a:lnTo>
                    <a:pt x="1892" y="1277"/>
                  </a:lnTo>
                  <a:lnTo>
                    <a:pt x="1829" y="1274"/>
                  </a:lnTo>
                  <a:close/>
                  <a:moveTo>
                    <a:pt x="1855" y="439"/>
                  </a:moveTo>
                  <a:lnTo>
                    <a:pt x="1817" y="440"/>
                  </a:lnTo>
                  <a:lnTo>
                    <a:pt x="1779" y="444"/>
                  </a:lnTo>
                  <a:lnTo>
                    <a:pt x="1742" y="450"/>
                  </a:lnTo>
                  <a:lnTo>
                    <a:pt x="1705" y="461"/>
                  </a:lnTo>
                  <a:lnTo>
                    <a:pt x="1671" y="476"/>
                  </a:lnTo>
                  <a:lnTo>
                    <a:pt x="1784" y="1160"/>
                  </a:lnTo>
                  <a:lnTo>
                    <a:pt x="1941" y="1160"/>
                  </a:lnTo>
                  <a:lnTo>
                    <a:pt x="2099" y="476"/>
                  </a:lnTo>
                  <a:lnTo>
                    <a:pt x="2095" y="475"/>
                  </a:lnTo>
                  <a:lnTo>
                    <a:pt x="2086" y="471"/>
                  </a:lnTo>
                  <a:lnTo>
                    <a:pt x="2070" y="468"/>
                  </a:lnTo>
                  <a:lnTo>
                    <a:pt x="2049" y="463"/>
                  </a:lnTo>
                  <a:lnTo>
                    <a:pt x="2025" y="457"/>
                  </a:lnTo>
                  <a:lnTo>
                    <a:pt x="1996" y="452"/>
                  </a:lnTo>
                  <a:lnTo>
                    <a:pt x="1963" y="447"/>
                  </a:lnTo>
                  <a:lnTo>
                    <a:pt x="1930" y="442"/>
                  </a:lnTo>
                  <a:lnTo>
                    <a:pt x="1892" y="440"/>
                  </a:lnTo>
                  <a:lnTo>
                    <a:pt x="1855" y="439"/>
                  </a:lnTo>
                  <a:close/>
                  <a:moveTo>
                    <a:pt x="1829" y="356"/>
                  </a:moveTo>
                  <a:lnTo>
                    <a:pt x="1930" y="360"/>
                  </a:lnTo>
                  <a:lnTo>
                    <a:pt x="2030" y="370"/>
                  </a:lnTo>
                  <a:lnTo>
                    <a:pt x="2128" y="386"/>
                  </a:lnTo>
                  <a:lnTo>
                    <a:pt x="2223" y="409"/>
                  </a:lnTo>
                  <a:lnTo>
                    <a:pt x="2316" y="439"/>
                  </a:lnTo>
                  <a:lnTo>
                    <a:pt x="2406" y="473"/>
                  </a:lnTo>
                  <a:lnTo>
                    <a:pt x="2494" y="514"/>
                  </a:lnTo>
                  <a:lnTo>
                    <a:pt x="2577" y="560"/>
                  </a:lnTo>
                  <a:lnTo>
                    <a:pt x="2657" y="610"/>
                  </a:lnTo>
                  <a:lnTo>
                    <a:pt x="2734" y="667"/>
                  </a:lnTo>
                  <a:lnTo>
                    <a:pt x="2807" y="728"/>
                  </a:lnTo>
                  <a:lnTo>
                    <a:pt x="2876" y="792"/>
                  </a:lnTo>
                  <a:lnTo>
                    <a:pt x="2939" y="862"/>
                  </a:lnTo>
                  <a:lnTo>
                    <a:pt x="3000" y="935"/>
                  </a:lnTo>
                  <a:lnTo>
                    <a:pt x="3055" y="1012"/>
                  </a:lnTo>
                  <a:lnTo>
                    <a:pt x="3105" y="1093"/>
                  </a:lnTo>
                  <a:lnTo>
                    <a:pt x="3149" y="1177"/>
                  </a:lnTo>
                  <a:lnTo>
                    <a:pt x="3188" y="1265"/>
                  </a:lnTo>
                  <a:lnTo>
                    <a:pt x="3222" y="1354"/>
                  </a:lnTo>
                  <a:lnTo>
                    <a:pt x="3250" y="1447"/>
                  </a:lnTo>
                  <a:lnTo>
                    <a:pt x="3272" y="1543"/>
                  </a:lnTo>
                  <a:lnTo>
                    <a:pt x="2466" y="1673"/>
                  </a:lnTo>
                  <a:lnTo>
                    <a:pt x="2466" y="3031"/>
                  </a:lnTo>
                  <a:lnTo>
                    <a:pt x="2412" y="3036"/>
                  </a:lnTo>
                  <a:lnTo>
                    <a:pt x="2359" y="3047"/>
                  </a:lnTo>
                  <a:lnTo>
                    <a:pt x="2302" y="3063"/>
                  </a:lnTo>
                  <a:lnTo>
                    <a:pt x="2252" y="3085"/>
                  </a:lnTo>
                  <a:lnTo>
                    <a:pt x="2203" y="3112"/>
                  </a:lnTo>
                  <a:lnTo>
                    <a:pt x="2160" y="3142"/>
                  </a:lnTo>
                  <a:lnTo>
                    <a:pt x="2122" y="3177"/>
                  </a:lnTo>
                  <a:lnTo>
                    <a:pt x="2088" y="3215"/>
                  </a:lnTo>
                  <a:lnTo>
                    <a:pt x="2059" y="3255"/>
                  </a:lnTo>
                  <a:lnTo>
                    <a:pt x="1984" y="3265"/>
                  </a:lnTo>
                  <a:lnTo>
                    <a:pt x="1906" y="3271"/>
                  </a:lnTo>
                  <a:lnTo>
                    <a:pt x="1829" y="3273"/>
                  </a:lnTo>
                  <a:lnTo>
                    <a:pt x="1723" y="3270"/>
                  </a:lnTo>
                  <a:lnTo>
                    <a:pt x="1620" y="3258"/>
                  </a:lnTo>
                  <a:lnTo>
                    <a:pt x="1520" y="3241"/>
                  </a:lnTo>
                  <a:lnTo>
                    <a:pt x="1422" y="3216"/>
                  </a:lnTo>
                  <a:lnTo>
                    <a:pt x="1326" y="3186"/>
                  </a:lnTo>
                  <a:lnTo>
                    <a:pt x="1233" y="3148"/>
                  </a:lnTo>
                  <a:lnTo>
                    <a:pt x="1144" y="3105"/>
                  </a:lnTo>
                  <a:lnTo>
                    <a:pt x="1059" y="3057"/>
                  </a:lnTo>
                  <a:lnTo>
                    <a:pt x="976" y="3003"/>
                  </a:lnTo>
                  <a:lnTo>
                    <a:pt x="899" y="2943"/>
                  </a:lnTo>
                  <a:lnTo>
                    <a:pt x="825" y="2880"/>
                  </a:lnTo>
                  <a:lnTo>
                    <a:pt x="756" y="2811"/>
                  </a:lnTo>
                  <a:lnTo>
                    <a:pt x="691" y="2737"/>
                  </a:lnTo>
                  <a:lnTo>
                    <a:pt x="631" y="2660"/>
                  </a:lnTo>
                  <a:lnTo>
                    <a:pt x="577" y="2579"/>
                  </a:lnTo>
                  <a:lnTo>
                    <a:pt x="528" y="2494"/>
                  </a:lnTo>
                  <a:lnTo>
                    <a:pt x="485" y="2405"/>
                  </a:lnTo>
                  <a:lnTo>
                    <a:pt x="448" y="2313"/>
                  </a:lnTo>
                  <a:lnTo>
                    <a:pt x="417" y="2218"/>
                  </a:lnTo>
                  <a:lnTo>
                    <a:pt x="393" y="2121"/>
                  </a:lnTo>
                  <a:lnTo>
                    <a:pt x="374" y="2021"/>
                  </a:lnTo>
                  <a:lnTo>
                    <a:pt x="364" y="1919"/>
                  </a:lnTo>
                  <a:lnTo>
                    <a:pt x="359" y="1814"/>
                  </a:lnTo>
                  <a:lnTo>
                    <a:pt x="364" y="1711"/>
                  </a:lnTo>
                  <a:lnTo>
                    <a:pt x="374" y="1608"/>
                  </a:lnTo>
                  <a:lnTo>
                    <a:pt x="393" y="1508"/>
                  </a:lnTo>
                  <a:lnTo>
                    <a:pt x="417" y="1411"/>
                  </a:lnTo>
                  <a:lnTo>
                    <a:pt x="448" y="1316"/>
                  </a:lnTo>
                  <a:lnTo>
                    <a:pt x="485" y="1224"/>
                  </a:lnTo>
                  <a:lnTo>
                    <a:pt x="528" y="1136"/>
                  </a:lnTo>
                  <a:lnTo>
                    <a:pt x="577" y="1051"/>
                  </a:lnTo>
                  <a:lnTo>
                    <a:pt x="631" y="969"/>
                  </a:lnTo>
                  <a:lnTo>
                    <a:pt x="691" y="892"/>
                  </a:lnTo>
                  <a:lnTo>
                    <a:pt x="756" y="818"/>
                  </a:lnTo>
                  <a:lnTo>
                    <a:pt x="825" y="749"/>
                  </a:lnTo>
                  <a:lnTo>
                    <a:pt x="899" y="685"/>
                  </a:lnTo>
                  <a:lnTo>
                    <a:pt x="976" y="626"/>
                  </a:lnTo>
                  <a:lnTo>
                    <a:pt x="1059" y="572"/>
                  </a:lnTo>
                  <a:lnTo>
                    <a:pt x="1144" y="524"/>
                  </a:lnTo>
                  <a:lnTo>
                    <a:pt x="1233" y="480"/>
                  </a:lnTo>
                  <a:lnTo>
                    <a:pt x="1326" y="444"/>
                  </a:lnTo>
                  <a:lnTo>
                    <a:pt x="1422" y="413"/>
                  </a:lnTo>
                  <a:lnTo>
                    <a:pt x="1520" y="388"/>
                  </a:lnTo>
                  <a:lnTo>
                    <a:pt x="1620" y="371"/>
                  </a:lnTo>
                  <a:lnTo>
                    <a:pt x="1723" y="360"/>
                  </a:lnTo>
                  <a:lnTo>
                    <a:pt x="1829" y="356"/>
                  </a:lnTo>
                  <a:close/>
                  <a:moveTo>
                    <a:pt x="1829" y="0"/>
                  </a:moveTo>
                  <a:lnTo>
                    <a:pt x="1829" y="0"/>
                  </a:lnTo>
                  <a:lnTo>
                    <a:pt x="1945" y="3"/>
                  </a:lnTo>
                  <a:lnTo>
                    <a:pt x="2058" y="14"/>
                  </a:lnTo>
                  <a:lnTo>
                    <a:pt x="2170" y="31"/>
                  </a:lnTo>
                  <a:lnTo>
                    <a:pt x="2279" y="55"/>
                  </a:lnTo>
                  <a:lnTo>
                    <a:pt x="2387" y="86"/>
                  </a:lnTo>
                  <a:lnTo>
                    <a:pt x="2491" y="123"/>
                  </a:lnTo>
                  <a:lnTo>
                    <a:pt x="2592" y="165"/>
                  </a:lnTo>
                  <a:lnTo>
                    <a:pt x="2690" y="214"/>
                  </a:lnTo>
                  <a:lnTo>
                    <a:pt x="2784" y="268"/>
                  </a:lnTo>
                  <a:lnTo>
                    <a:pt x="2876" y="327"/>
                  </a:lnTo>
                  <a:lnTo>
                    <a:pt x="2963" y="392"/>
                  </a:lnTo>
                  <a:lnTo>
                    <a:pt x="3045" y="461"/>
                  </a:lnTo>
                  <a:lnTo>
                    <a:pt x="3124" y="536"/>
                  </a:lnTo>
                  <a:lnTo>
                    <a:pt x="3198" y="614"/>
                  </a:lnTo>
                  <a:lnTo>
                    <a:pt x="3267" y="697"/>
                  </a:lnTo>
                  <a:lnTo>
                    <a:pt x="3332" y="783"/>
                  </a:lnTo>
                  <a:lnTo>
                    <a:pt x="3391" y="874"/>
                  </a:lnTo>
                  <a:lnTo>
                    <a:pt x="3446" y="968"/>
                  </a:lnTo>
                  <a:lnTo>
                    <a:pt x="3493" y="1066"/>
                  </a:lnTo>
                  <a:lnTo>
                    <a:pt x="3536" y="1167"/>
                  </a:lnTo>
                  <a:lnTo>
                    <a:pt x="3573" y="1270"/>
                  </a:lnTo>
                  <a:lnTo>
                    <a:pt x="3603" y="1377"/>
                  </a:lnTo>
                  <a:lnTo>
                    <a:pt x="3626" y="1485"/>
                  </a:lnTo>
                  <a:lnTo>
                    <a:pt x="3449" y="1514"/>
                  </a:lnTo>
                  <a:lnTo>
                    <a:pt x="3426" y="1412"/>
                  </a:lnTo>
                  <a:lnTo>
                    <a:pt x="3397" y="1312"/>
                  </a:lnTo>
                  <a:lnTo>
                    <a:pt x="3362" y="1215"/>
                  </a:lnTo>
                  <a:lnTo>
                    <a:pt x="3321" y="1121"/>
                  </a:lnTo>
                  <a:lnTo>
                    <a:pt x="3274" y="1029"/>
                  </a:lnTo>
                  <a:lnTo>
                    <a:pt x="3222" y="941"/>
                  </a:lnTo>
                  <a:lnTo>
                    <a:pt x="3164" y="857"/>
                  </a:lnTo>
                  <a:lnTo>
                    <a:pt x="3103" y="777"/>
                  </a:lnTo>
                  <a:lnTo>
                    <a:pt x="3036" y="701"/>
                  </a:lnTo>
                  <a:lnTo>
                    <a:pt x="2964" y="629"/>
                  </a:lnTo>
                  <a:lnTo>
                    <a:pt x="2887" y="561"/>
                  </a:lnTo>
                  <a:lnTo>
                    <a:pt x="2807" y="499"/>
                  </a:lnTo>
                  <a:lnTo>
                    <a:pt x="2723" y="440"/>
                  </a:lnTo>
                  <a:lnTo>
                    <a:pt x="2635" y="387"/>
                  </a:lnTo>
                  <a:lnTo>
                    <a:pt x="2545" y="340"/>
                  </a:lnTo>
                  <a:lnTo>
                    <a:pt x="2450" y="299"/>
                  </a:lnTo>
                  <a:lnTo>
                    <a:pt x="2352" y="263"/>
                  </a:lnTo>
                  <a:lnTo>
                    <a:pt x="2253" y="233"/>
                  </a:lnTo>
                  <a:lnTo>
                    <a:pt x="2150" y="209"/>
                  </a:lnTo>
                  <a:lnTo>
                    <a:pt x="2044" y="192"/>
                  </a:lnTo>
                  <a:lnTo>
                    <a:pt x="1938" y="181"/>
                  </a:lnTo>
                  <a:lnTo>
                    <a:pt x="1829" y="178"/>
                  </a:lnTo>
                  <a:lnTo>
                    <a:pt x="1720" y="181"/>
                  </a:lnTo>
                  <a:lnTo>
                    <a:pt x="1613" y="192"/>
                  </a:lnTo>
                  <a:lnTo>
                    <a:pt x="1509" y="209"/>
                  </a:lnTo>
                  <a:lnTo>
                    <a:pt x="1407" y="232"/>
                  </a:lnTo>
                  <a:lnTo>
                    <a:pt x="1308" y="262"/>
                  </a:lnTo>
                  <a:lnTo>
                    <a:pt x="1211" y="296"/>
                  </a:lnTo>
                  <a:lnTo>
                    <a:pt x="1118" y="338"/>
                  </a:lnTo>
                  <a:lnTo>
                    <a:pt x="1026" y="385"/>
                  </a:lnTo>
                  <a:lnTo>
                    <a:pt x="939" y="437"/>
                  </a:lnTo>
                  <a:lnTo>
                    <a:pt x="856" y="494"/>
                  </a:lnTo>
                  <a:lnTo>
                    <a:pt x="776" y="556"/>
                  </a:lnTo>
                  <a:lnTo>
                    <a:pt x="700" y="623"/>
                  </a:lnTo>
                  <a:lnTo>
                    <a:pt x="628" y="694"/>
                  </a:lnTo>
                  <a:lnTo>
                    <a:pt x="561" y="769"/>
                  </a:lnTo>
                  <a:lnTo>
                    <a:pt x="498" y="848"/>
                  </a:lnTo>
                  <a:lnTo>
                    <a:pt x="441" y="932"/>
                  </a:lnTo>
                  <a:lnTo>
                    <a:pt x="388" y="1018"/>
                  </a:lnTo>
                  <a:lnTo>
                    <a:pt x="342" y="1108"/>
                  </a:lnTo>
                  <a:lnTo>
                    <a:pt x="300" y="1201"/>
                  </a:lnTo>
                  <a:lnTo>
                    <a:pt x="264" y="1298"/>
                  </a:lnTo>
                  <a:lnTo>
                    <a:pt x="234" y="1397"/>
                  </a:lnTo>
                  <a:lnTo>
                    <a:pt x="211" y="1498"/>
                  </a:lnTo>
                  <a:lnTo>
                    <a:pt x="193" y="1601"/>
                  </a:lnTo>
                  <a:lnTo>
                    <a:pt x="183" y="1707"/>
                  </a:lnTo>
                  <a:lnTo>
                    <a:pt x="180" y="1814"/>
                  </a:lnTo>
                  <a:lnTo>
                    <a:pt x="183" y="1922"/>
                  </a:lnTo>
                  <a:lnTo>
                    <a:pt x="193" y="2028"/>
                  </a:lnTo>
                  <a:lnTo>
                    <a:pt x="211" y="2131"/>
                  </a:lnTo>
                  <a:lnTo>
                    <a:pt x="234" y="2233"/>
                  </a:lnTo>
                  <a:lnTo>
                    <a:pt x="264" y="2332"/>
                  </a:lnTo>
                  <a:lnTo>
                    <a:pt x="300" y="2427"/>
                  </a:lnTo>
                  <a:lnTo>
                    <a:pt x="342" y="2521"/>
                  </a:lnTo>
                  <a:lnTo>
                    <a:pt x="388" y="2611"/>
                  </a:lnTo>
                  <a:lnTo>
                    <a:pt x="441" y="2697"/>
                  </a:lnTo>
                  <a:lnTo>
                    <a:pt x="498" y="2781"/>
                  </a:lnTo>
                  <a:lnTo>
                    <a:pt x="561" y="2860"/>
                  </a:lnTo>
                  <a:lnTo>
                    <a:pt x="628" y="2935"/>
                  </a:lnTo>
                  <a:lnTo>
                    <a:pt x="700" y="3006"/>
                  </a:lnTo>
                  <a:lnTo>
                    <a:pt x="776" y="3073"/>
                  </a:lnTo>
                  <a:lnTo>
                    <a:pt x="856" y="3135"/>
                  </a:lnTo>
                  <a:lnTo>
                    <a:pt x="939" y="3193"/>
                  </a:lnTo>
                  <a:lnTo>
                    <a:pt x="1026" y="3244"/>
                  </a:lnTo>
                  <a:lnTo>
                    <a:pt x="1118" y="3292"/>
                  </a:lnTo>
                  <a:lnTo>
                    <a:pt x="1211" y="3332"/>
                  </a:lnTo>
                  <a:lnTo>
                    <a:pt x="1308" y="3368"/>
                  </a:lnTo>
                  <a:lnTo>
                    <a:pt x="1407" y="3397"/>
                  </a:lnTo>
                  <a:lnTo>
                    <a:pt x="1509" y="3420"/>
                  </a:lnTo>
                  <a:lnTo>
                    <a:pt x="1613" y="3438"/>
                  </a:lnTo>
                  <a:lnTo>
                    <a:pt x="1720" y="3448"/>
                  </a:lnTo>
                  <a:lnTo>
                    <a:pt x="1829" y="3451"/>
                  </a:lnTo>
                  <a:lnTo>
                    <a:pt x="1919" y="3449"/>
                  </a:lnTo>
                  <a:lnTo>
                    <a:pt x="2008" y="3441"/>
                  </a:lnTo>
                  <a:lnTo>
                    <a:pt x="2011" y="3473"/>
                  </a:lnTo>
                  <a:lnTo>
                    <a:pt x="2016" y="3507"/>
                  </a:lnTo>
                  <a:lnTo>
                    <a:pt x="2027" y="3545"/>
                  </a:lnTo>
                  <a:lnTo>
                    <a:pt x="2042" y="3580"/>
                  </a:lnTo>
                  <a:lnTo>
                    <a:pt x="2062" y="3615"/>
                  </a:lnTo>
                  <a:lnTo>
                    <a:pt x="1985" y="3623"/>
                  </a:lnTo>
                  <a:lnTo>
                    <a:pt x="1908" y="3629"/>
                  </a:lnTo>
                  <a:lnTo>
                    <a:pt x="1829" y="3630"/>
                  </a:lnTo>
                  <a:lnTo>
                    <a:pt x="1713" y="3626"/>
                  </a:lnTo>
                  <a:lnTo>
                    <a:pt x="1599" y="3616"/>
                  </a:lnTo>
                  <a:lnTo>
                    <a:pt x="1488" y="3599"/>
                  </a:lnTo>
                  <a:lnTo>
                    <a:pt x="1379" y="3574"/>
                  </a:lnTo>
                  <a:lnTo>
                    <a:pt x="1272" y="3545"/>
                  </a:lnTo>
                  <a:lnTo>
                    <a:pt x="1169" y="3508"/>
                  </a:lnTo>
                  <a:lnTo>
                    <a:pt x="1068" y="3465"/>
                  </a:lnTo>
                  <a:lnTo>
                    <a:pt x="969" y="3417"/>
                  </a:lnTo>
                  <a:lnTo>
                    <a:pt x="876" y="3363"/>
                  </a:lnTo>
                  <a:lnTo>
                    <a:pt x="784" y="3304"/>
                  </a:lnTo>
                  <a:lnTo>
                    <a:pt x="697" y="3240"/>
                  </a:lnTo>
                  <a:lnTo>
                    <a:pt x="615" y="3171"/>
                  </a:lnTo>
                  <a:lnTo>
                    <a:pt x="536" y="3097"/>
                  </a:lnTo>
                  <a:lnTo>
                    <a:pt x="462" y="3019"/>
                  </a:lnTo>
                  <a:lnTo>
                    <a:pt x="393" y="2937"/>
                  </a:lnTo>
                  <a:lnTo>
                    <a:pt x="328" y="2851"/>
                  </a:lnTo>
                  <a:lnTo>
                    <a:pt x="269" y="2760"/>
                  </a:lnTo>
                  <a:lnTo>
                    <a:pt x="214" y="2667"/>
                  </a:lnTo>
                  <a:lnTo>
                    <a:pt x="166" y="2571"/>
                  </a:lnTo>
                  <a:lnTo>
                    <a:pt x="123" y="2470"/>
                  </a:lnTo>
                  <a:lnTo>
                    <a:pt x="87" y="2367"/>
                  </a:lnTo>
                  <a:lnTo>
                    <a:pt x="56" y="2261"/>
                  </a:lnTo>
                  <a:lnTo>
                    <a:pt x="31" y="2152"/>
                  </a:lnTo>
                  <a:lnTo>
                    <a:pt x="14" y="2042"/>
                  </a:lnTo>
                  <a:lnTo>
                    <a:pt x="3" y="1929"/>
                  </a:lnTo>
                  <a:lnTo>
                    <a:pt x="0" y="1814"/>
                  </a:lnTo>
                  <a:lnTo>
                    <a:pt x="3" y="1700"/>
                  </a:lnTo>
                  <a:lnTo>
                    <a:pt x="14" y="1588"/>
                  </a:lnTo>
                  <a:lnTo>
                    <a:pt x="31" y="1476"/>
                  </a:lnTo>
                  <a:lnTo>
                    <a:pt x="56" y="1368"/>
                  </a:lnTo>
                  <a:lnTo>
                    <a:pt x="87" y="1262"/>
                  </a:lnTo>
                  <a:lnTo>
                    <a:pt x="123" y="1159"/>
                  </a:lnTo>
                  <a:lnTo>
                    <a:pt x="166" y="1059"/>
                  </a:lnTo>
                  <a:lnTo>
                    <a:pt x="214" y="962"/>
                  </a:lnTo>
                  <a:lnTo>
                    <a:pt x="269" y="868"/>
                  </a:lnTo>
                  <a:lnTo>
                    <a:pt x="328" y="778"/>
                  </a:lnTo>
                  <a:lnTo>
                    <a:pt x="393" y="692"/>
                  </a:lnTo>
                  <a:lnTo>
                    <a:pt x="462" y="609"/>
                  </a:lnTo>
                  <a:lnTo>
                    <a:pt x="536" y="532"/>
                  </a:lnTo>
                  <a:lnTo>
                    <a:pt x="615" y="459"/>
                  </a:lnTo>
                  <a:lnTo>
                    <a:pt x="697" y="390"/>
                  </a:lnTo>
                  <a:lnTo>
                    <a:pt x="784" y="325"/>
                  </a:lnTo>
                  <a:lnTo>
                    <a:pt x="876" y="266"/>
                  </a:lnTo>
                  <a:lnTo>
                    <a:pt x="969" y="212"/>
                  </a:lnTo>
                  <a:lnTo>
                    <a:pt x="1068" y="164"/>
                  </a:lnTo>
                  <a:lnTo>
                    <a:pt x="1169" y="122"/>
                  </a:lnTo>
                  <a:lnTo>
                    <a:pt x="1272" y="85"/>
                  </a:lnTo>
                  <a:lnTo>
                    <a:pt x="1378" y="55"/>
                  </a:lnTo>
                  <a:lnTo>
                    <a:pt x="1488" y="31"/>
                  </a:lnTo>
                  <a:lnTo>
                    <a:pt x="1599" y="14"/>
                  </a:lnTo>
                  <a:lnTo>
                    <a:pt x="1713" y="3"/>
                  </a:lnTo>
                  <a:lnTo>
                    <a:pt x="1829" y="0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15" name="Group 114"/>
            <p:cNvGrpSpPr/>
            <p:nvPr/>
          </p:nvGrpSpPr>
          <p:grpSpPr>
            <a:xfrm>
              <a:off x="8301535" y="2339390"/>
              <a:ext cx="283510" cy="223586"/>
              <a:chOff x="1924702" y="2309895"/>
              <a:chExt cx="423801" cy="334225"/>
            </a:xfrm>
            <a:solidFill>
              <a:schemeClr val="bg1">
                <a:lumMod val="50000"/>
              </a:schemeClr>
            </a:solidFill>
          </p:grpSpPr>
          <p:sp>
            <p:nvSpPr>
              <p:cNvPr id="116" name="Oval 115"/>
              <p:cNvSpPr/>
              <p:nvPr/>
            </p:nvSpPr>
            <p:spPr>
              <a:xfrm>
                <a:off x="2085619" y="2309895"/>
                <a:ext cx="101967" cy="10196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17" name="Group 116"/>
              <p:cNvGrpSpPr/>
              <p:nvPr/>
            </p:nvGrpSpPr>
            <p:grpSpPr>
              <a:xfrm>
                <a:off x="2009144" y="2438298"/>
                <a:ext cx="254918" cy="67978"/>
                <a:chOff x="6094412" y="2895600"/>
                <a:chExt cx="1143000" cy="304800"/>
              </a:xfrm>
              <a:grpFill/>
            </p:grpSpPr>
            <p:sp>
              <p:nvSpPr>
                <p:cNvPr id="124" name="Oval 123"/>
                <p:cNvSpPr/>
                <p:nvPr/>
              </p:nvSpPr>
              <p:spPr>
                <a:xfrm>
                  <a:off x="6094412" y="2895600"/>
                  <a:ext cx="304800" cy="3048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5" name="Oval 124"/>
                <p:cNvSpPr/>
                <p:nvPr/>
              </p:nvSpPr>
              <p:spPr>
                <a:xfrm>
                  <a:off x="6932612" y="2895600"/>
                  <a:ext cx="304800" cy="3048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18" name="Group 117"/>
              <p:cNvGrpSpPr/>
              <p:nvPr/>
            </p:nvGrpSpPr>
            <p:grpSpPr>
              <a:xfrm>
                <a:off x="1958691" y="2532712"/>
                <a:ext cx="355823" cy="50983"/>
                <a:chOff x="5870574" y="3397250"/>
                <a:chExt cx="1595438" cy="228600"/>
              </a:xfrm>
              <a:grpFill/>
            </p:grpSpPr>
            <p:sp>
              <p:nvSpPr>
                <p:cNvPr id="122" name="Oval 121"/>
                <p:cNvSpPr/>
                <p:nvPr/>
              </p:nvSpPr>
              <p:spPr>
                <a:xfrm>
                  <a:off x="5870574" y="3397250"/>
                  <a:ext cx="228600" cy="228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3" name="Oval 122"/>
                <p:cNvSpPr/>
                <p:nvPr/>
              </p:nvSpPr>
              <p:spPr>
                <a:xfrm>
                  <a:off x="7237412" y="3397250"/>
                  <a:ext cx="228600" cy="228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19" name="Group 118"/>
              <p:cNvGrpSpPr/>
              <p:nvPr/>
            </p:nvGrpSpPr>
            <p:grpSpPr>
              <a:xfrm>
                <a:off x="1924702" y="2610131"/>
                <a:ext cx="423801" cy="33989"/>
                <a:chOff x="5718174" y="3708400"/>
                <a:chExt cx="1900238" cy="152400"/>
              </a:xfrm>
              <a:grpFill/>
            </p:grpSpPr>
            <p:sp>
              <p:nvSpPr>
                <p:cNvPr id="120" name="Oval 119"/>
                <p:cNvSpPr/>
                <p:nvPr/>
              </p:nvSpPr>
              <p:spPr>
                <a:xfrm>
                  <a:off x="7466012" y="3708400"/>
                  <a:ext cx="152400" cy="1524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1" name="Oval 120"/>
                <p:cNvSpPr/>
                <p:nvPr/>
              </p:nvSpPr>
              <p:spPr>
                <a:xfrm>
                  <a:off x="5718174" y="3708400"/>
                  <a:ext cx="152400" cy="1524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26" name="Group 125"/>
            <p:cNvGrpSpPr/>
            <p:nvPr/>
          </p:nvGrpSpPr>
          <p:grpSpPr>
            <a:xfrm rot="10800000">
              <a:off x="9806987" y="4875356"/>
              <a:ext cx="283510" cy="223586"/>
              <a:chOff x="1924702" y="2309895"/>
              <a:chExt cx="423801" cy="334225"/>
            </a:xfrm>
            <a:solidFill>
              <a:schemeClr val="bg1">
                <a:lumMod val="50000"/>
              </a:schemeClr>
            </a:solidFill>
          </p:grpSpPr>
          <p:sp>
            <p:nvSpPr>
              <p:cNvPr id="127" name="Oval 126"/>
              <p:cNvSpPr/>
              <p:nvPr/>
            </p:nvSpPr>
            <p:spPr>
              <a:xfrm>
                <a:off x="2085619" y="2309895"/>
                <a:ext cx="101967" cy="10196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28" name="Group 127"/>
              <p:cNvGrpSpPr/>
              <p:nvPr/>
            </p:nvGrpSpPr>
            <p:grpSpPr>
              <a:xfrm>
                <a:off x="2009144" y="2438298"/>
                <a:ext cx="254918" cy="67978"/>
                <a:chOff x="6094412" y="2895600"/>
                <a:chExt cx="1143000" cy="304800"/>
              </a:xfrm>
              <a:grpFill/>
            </p:grpSpPr>
            <p:sp>
              <p:nvSpPr>
                <p:cNvPr id="135" name="Oval 134"/>
                <p:cNvSpPr/>
                <p:nvPr/>
              </p:nvSpPr>
              <p:spPr>
                <a:xfrm>
                  <a:off x="6094412" y="2895600"/>
                  <a:ext cx="304800" cy="3048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6" name="Oval 135"/>
                <p:cNvSpPr/>
                <p:nvPr/>
              </p:nvSpPr>
              <p:spPr>
                <a:xfrm>
                  <a:off x="6932612" y="2895600"/>
                  <a:ext cx="304800" cy="3048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29" name="Group 128"/>
              <p:cNvGrpSpPr/>
              <p:nvPr/>
            </p:nvGrpSpPr>
            <p:grpSpPr>
              <a:xfrm>
                <a:off x="1958691" y="2532712"/>
                <a:ext cx="355823" cy="50983"/>
                <a:chOff x="5870574" y="3397250"/>
                <a:chExt cx="1595438" cy="228600"/>
              </a:xfrm>
              <a:grpFill/>
            </p:grpSpPr>
            <p:sp>
              <p:nvSpPr>
                <p:cNvPr id="133" name="Oval 132"/>
                <p:cNvSpPr/>
                <p:nvPr/>
              </p:nvSpPr>
              <p:spPr>
                <a:xfrm>
                  <a:off x="5870574" y="3397250"/>
                  <a:ext cx="228600" cy="228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4" name="Oval 133"/>
                <p:cNvSpPr/>
                <p:nvPr/>
              </p:nvSpPr>
              <p:spPr>
                <a:xfrm>
                  <a:off x="7237412" y="3397250"/>
                  <a:ext cx="228600" cy="228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30" name="Group 129"/>
              <p:cNvGrpSpPr/>
              <p:nvPr/>
            </p:nvGrpSpPr>
            <p:grpSpPr>
              <a:xfrm>
                <a:off x="1924702" y="2610131"/>
                <a:ext cx="423801" cy="33989"/>
                <a:chOff x="5718174" y="3708400"/>
                <a:chExt cx="1900238" cy="152400"/>
              </a:xfrm>
              <a:grpFill/>
            </p:grpSpPr>
            <p:sp>
              <p:nvSpPr>
                <p:cNvPr id="131" name="Oval 130"/>
                <p:cNvSpPr/>
                <p:nvPr/>
              </p:nvSpPr>
              <p:spPr>
                <a:xfrm>
                  <a:off x="7466012" y="3708400"/>
                  <a:ext cx="152400" cy="1524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2" name="Oval 131"/>
                <p:cNvSpPr/>
                <p:nvPr/>
              </p:nvSpPr>
              <p:spPr>
                <a:xfrm>
                  <a:off x="5718174" y="3708400"/>
                  <a:ext cx="152400" cy="1524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</p:grpSp>
      <p:sp>
        <p:nvSpPr>
          <p:cNvPr id="224" name="TextBox 223"/>
          <p:cNvSpPr txBox="1"/>
          <p:nvPr/>
        </p:nvSpPr>
        <p:spPr>
          <a:xfrm>
            <a:off x="1345403" y="1299885"/>
            <a:ext cx="28584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</a:p>
          <a:p>
            <a:pPr algn="ctr"/>
            <a:r>
              <a:rPr 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your desired </a:t>
            </a:r>
            <a:r>
              <a:rPr 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 </a:t>
            </a:r>
            <a:r>
              <a:rPr 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here</a:t>
            </a:r>
            <a:r>
              <a:rPr 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5" name="TextBox 224"/>
          <p:cNvSpPr txBox="1"/>
          <p:nvPr/>
        </p:nvSpPr>
        <p:spPr>
          <a:xfrm>
            <a:off x="3308457" y="5733434"/>
            <a:ext cx="28584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</a:p>
          <a:p>
            <a:pPr algn="ctr"/>
            <a:r>
              <a:rPr lang="en-US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your desired text here</a:t>
            </a:r>
            <a:r>
              <a:rPr 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957222" y="1853853"/>
            <a:ext cx="3886200" cy="1585992"/>
          </a:xfrm>
          <a:prstGeom prst="roundRect">
            <a:avLst/>
          </a:prstGeom>
          <a:solidFill>
            <a:schemeClr val="accent3"/>
          </a:soli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7176054" y="2143161"/>
            <a:ext cx="3448537" cy="1007377"/>
            <a:chOff x="7085012" y="1587993"/>
            <a:chExt cx="3448537" cy="1007377"/>
          </a:xfrm>
        </p:grpSpPr>
        <p:sp>
          <p:nvSpPr>
            <p:cNvPr id="227" name="TextBox 226"/>
            <p:cNvSpPr txBox="1"/>
            <p:nvPr/>
          </p:nvSpPr>
          <p:spPr>
            <a:xfrm>
              <a:off x="7370275" y="2010595"/>
              <a:ext cx="285847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kern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is a sample text.</a:t>
              </a:r>
            </a:p>
            <a:p>
              <a:pPr algn="ctr"/>
              <a:r>
                <a:rPr lang="en-US" sz="1600" kern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Insert your desired text here</a:t>
              </a:r>
              <a:r>
                <a:rPr lang="en-US" sz="1600" kern="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  <a:endPara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8" name="TextBox 227"/>
            <p:cNvSpPr txBox="1"/>
            <p:nvPr/>
          </p:nvSpPr>
          <p:spPr>
            <a:xfrm>
              <a:off x="7370275" y="1587993"/>
              <a:ext cx="28498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Sample text</a:t>
              </a:r>
              <a:endPara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9" name="Straight Connector 8"/>
            <p:cNvCxnSpPr/>
            <p:nvPr/>
          </p:nvCxnSpPr>
          <p:spPr>
            <a:xfrm>
              <a:off x="7085012" y="2006699"/>
              <a:ext cx="344853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9" name="Rounded Rectangle 228"/>
          <p:cNvSpPr/>
          <p:nvPr/>
        </p:nvSpPr>
        <p:spPr>
          <a:xfrm>
            <a:off x="6957222" y="4178249"/>
            <a:ext cx="3886200" cy="1585992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30" name="Group 229"/>
          <p:cNvGrpSpPr/>
          <p:nvPr/>
        </p:nvGrpSpPr>
        <p:grpSpPr>
          <a:xfrm>
            <a:off x="7176054" y="4467557"/>
            <a:ext cx="3448537" cy="1007377"/>
            <a:chOff x="7085012" y="1587993"/>
            <a:chExt cx="3448537" cy="1007377"/>
          </a:xfrm>
        </p:grpSpPr>
        <p:sp>
          <p:nvSpPr>
            <p:cNvPr id="231" name="TextBox 230"/>
            <p:cNvSpPr txBox="1"/>
            <p:nvPr/>
          </p:nvSpPr>
          <p:spPr>
            <a:xfrm>
              <a:off x="7370275" y="2010595"/>
              <a:ext cx="285847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kern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is a sample text.</a:t>
              </a:r>
            </a:p>
            <a:p>
              <a:pPr algn="ctr"/>
              <a:r>
                <a:rPr lang="en-US" sz="1600" kern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Insert your desired text here</a:t>
              </a:r>
              <a:r>
                <a:rPr lang="en-US" sz="1600" kern="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  <a:endPara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2" name="TextBox 231"/>
            <p:cNvSpPr txBox="1"/>
            <p:nvPr/>
          </p:nvSpPr>
          <p:spPr>
            <a:xfrm>
              <a:off x="7370275" y="1587993"/>
              <a:ext cx="28498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Sample text</a:t>
              </a:r>
              <a:endPara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33" name="Straight Connector 232"/>
            <p:cNvCxnSpPr/>
            <p:nvPr/>
          </p:nvCxnSpPr>
          <p:spPr>
            <a:xfrm>
              <a:off x="7085012" y="2006699"/>
              <a:ext cx="344853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50424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3738"/>
            <a:ext cx="12185651" cy="686801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Y" sz="2398" dirty="0">
              <a:solidFill>
                <a:prstClr val="white"/>
              </a:solidFill>
            </a:endParaRPr>
          </a:p>
        </p:txBody>
      </p:sp>
      <p:sp>
        <p:nvSpPr>
          <p:cNvPr id="14" name="Rounded Rectangle 13">
            <a:hlinkClick r:id="rId3"/>
          </p:cNvPr>
          <p:cNvSpPr/>
          <p:nvPr/>
        </p:nvSpPr>
        <p:spPr>
          <a:xfrm>
            <a:off x="7465298" y="4650414"/>
            <a:ext cx="2838343" cy="609282"/>
          </a:xfrm>
          <a:prstGeom prst="roundRect">
            <a:avLst/>
          </a:prstGeom>
          <a:solidFill>
            <a:srgbClr val="F794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98" b="1" dirty="0">
                <a:solidFill>
                  <a:prstClr val="white"/>
                </a:solidFill>
              </a:rPr>
              <a:t>SUBSCRIBE NOW</a:t>
            </a:r>
            <a:endParaRPr lang="es-UY" sz="2398" b="1" dirty="0">
              <a:solidFill>
                <a:prstClr val="white"/>
              </a:solidFill>
            </a:endParaRPr>
          </a:p>
        </p:txBody>
      </p:sp>
      <p:sp>
        <p:nvSpPr>
          <p:cNvPr id="17" name="Freeform 19"/>
          <p:cNvSpPr>
            <a:spLocks noChangeAspect="1" noEditPoints="1"/>
          </p:cNvSpPr>
          <p:nvPr/>
        </p:nvSpPr>
        <p:spPr bwMode="auto">
          <a:xfrm rot="7401880">
            <a:off x="10476378" y="4034684"/>
            <a:ext cx="1843715" cy="742564"/>
          </a:xfrm>
          <a:custGeom>
            <a:avLst/>
            <a:gdLst>
              <a:gd name="T0" fmla="*/ 715 w 868"/>
              <a:gd name="T1" fmla="*/ 128 h 351"/>
              <a:gd name="T2" fmla="*/ 363 w 868"/>
              <a:gd name="T3" fmla="*/ 50 h 351"/>
              <a:gd name="T4" fmla="*/ 226 w 868"/>
              <a:gd name="T5" fmla="*/ 94 h 351"/>
              <a:gd name="T6" fmla="*/ 155 w 868"/>
              <a:gd name="T7" fmla="*/ 112 h 351"/>
              <a:gd name="T8" fmla="*/ 111 w 868"/>
              <a:gd name="T9" fmla="*/ 138 h 351"/>
              <a:gd name="T10" fmla="*/ 85 w 868"/>
              <a:gd name="T11" fmla="*/ 163 h 351"/>
              <a:gd name="T12" fmla="*/ 104 w 868"/>
              <a:gd name="T13" fmla="*/ 185 h 351"/>
              <a:gd name="T14" fmla="*/ 69 w 868"/>
              <a:gd name="T15" fmla="*/ 174 h 351"/>
              <a:gd name="T16" fmla="*/ 92 w 868"/>
              <a:gd name="T17" fmla="*/ 203 h 351"/>
              <a:gd name="T18" fmla="*/ 66 w 868"/>
              <a:gd name="T19" fmla="*/ 192 h 351"/>
              <a:gd name="T20" fmla="*/ 75 w 868"/>
              <a:gd name="T21" fmla="*/ 207 h 351"/>
              <a:gd name="T22" fmla="*/ 72 w 868"/>
              <a:gd name="T23" fmla="*/ 224 h 351"/>
              <a:gd name="T24" fmla="*/ 64 w 868"/>
              <a:gd name="T25" fmla="*/ 228 h 351"/>
              <a:gd name="T26" fmla="*/ 29 w 868"/>
              <a:gd name="T27" fmla="*/ 217 h 351"/>
              <a:gd name="T28" fmla="*/ 31 w 868"/>
              <a:gd name="T29" fmla="*/ 228 h 351"/>
              <a:gd name="T30" fmla="*/ 53 w 868"/>
              <a:gd name="T31" fmla="*/ 253 h 351"/>
              <a:gd name="T32" fmla="*/ 36 w 868"/>
              <a:gd name="T33" fmla="*/ 257 h 351"/>
              <a:gd name="T34" fmla="*/ 774 w 868"/>
              <a:gd name="T35" fmla="*/ 258 h 351"/>
              <a:gd name="T36" fmla="*/ 640 w 868"/>
              <a:gd name="T37" fmla="*/ 136 h 351"/>
              <a:gd name="T38" fmla="*/ 376 w 868"/>
              <a:gd name="T39" fmla="*/ 47 h 351"/>
              <a:gd name="T40" fmla="*/ 235 w 868"/>
              <a:gd name="T41" fmla="*/ 76 h 351"/>
              <a:gd name="T42" fmla="*/ 221 w 868"/>
              <a:gd name="T43" fmla="*/ 70 h 351"/>
              <a:gd name="T44" fmla="*/ 180 w 868"/>
              <a:gd name="T45" fmla="*/ 89 h 351"/>
              <a:gd name="T46" fmla="*/ 168 w 868"/>
              <a:gd name="T47" fmla="*/ 110 h 351"/>
              <a:gd name="T48" fmla="*/ 140 w 868"/>
              <a:gd name="T49" fmla="*/ 145 h 351"/>
              <a:gd name="T50" fmla="*/ 81 w 868"/>
              <a:gd name="T51" fmla="*/ 192 h 351"/>
              <a:gd name="T52" fmla="*/ 126 w 868"/>
              <a:gd name="T53" fmla="*/ 134 h 351"/>
              <a:gd name="T54" fmla="*/ 253 w 868"/>
              <a:gd name="T55" fmla="*/ 36 h 351"/>
              <a:gd name="T56" fmla="*/ 399 w 868"/>
              <a:gd name="T57" fmla="*/ 2 h 351"/>
              <a:gd name="T58" fmla="*/ 510 w 868"/>
              <a:gd name="T59" fmla="*/ 14 h 351"/>
              <a:gd name="T60" fmla="*/ 732 w 868"/>
              <a:gd name="T61" fmla="*/ 145 h 351"/>
              <a:gd name="T62" fmla="*/ 794 w 868"/>
              <a:gd name="T63" fmla="*/ 260 h 351"/>
              <a:gd name="T64" fmla="*/ 787 w 868"/>
              <a:gd name="T65" fmla="*/ 222 h 351"/>
              <a:gd name="T66" fmla="*/ 721 w 868"/>
              <a:gd name="T67" fmla="*/ 150 h 351"/>
              <a:gd name="T68" fmla="*/ 533 w 868"/>
              <a:gd name="T69" fmla="*/ 22 h 351"/>
              <a:gd name="T70" fmla="*/ 380 w 868"/>
              <a:gd name="T71" fmla="*/ 47 h 351"/>
              <a:gd name="T72" fmla="*/ 307 w 868"/>
              <a:gd name="T73" fmla="*/ 53 h 351"/>
              <a:gd name="T74" fmla="*/ 281 w 868"/>
              <a:gd name="T75" fmla="*/ 47 h 351"/>
              <a:gd name="T76" fmla="*/ 242 w 868"/>
              <a:gd name="T77" fmla="*/ 43 h 351"/>
              <a:gd name="T78" fmla="*/ 222 w 868"/>
              <a:gd name="T79" fmla="*/ 51 h 351"/>
              <a:gd name="T80" fmla="*/ 197 w 868"/>
              <a:gd name="T81" fmla="*/ 73 h 351"/>
              <a:gd name="T82" fmla="*/ 164 w 868"/>
              <a:gd name="T83" fmla="*/ 99 h 351"/>
              <a:gd name="T84" fmla="*/ 142 w 868"/>
              <a:gd name="T85" fmla="*/ 117 h 351"/>
              <a:gd name="T86" fmla="*/ 141 w 868"/>
              <a:gd name="T87" fmla="*/ 138 h 351"/>
              <a:gd name="T88" fmla="*/ 124 w 868"/>
              <a:gd name="T89" fmla="*/ 129 h 351"/>
              <a:gd name="T90" fmla="*/ 113 w 868"/>
              <a:gd name="T91" fmla="*/ 142 h 351"/>
              <a:gd name="T92" fmla="*/ 337 w 868"/>
              <a:gd name="T93" fmla="*/ 9 h 351"/>
              <a:gd name="T94" fmla="*/ 168 w 868"/>
              <a:gd name="T95" fmla="*/ 125 h 351"/>
              <a:gd name="T96" fmla="*/ 197 w 868"/>
              <a:gd name="T97" fmla="*/ 105 h 351"/>
              <a:gd name="T98" fmla="*/ 131 w 868"/>
              <a:gd name="T99" fmla="*/ 159 h 351"/>
              <a:gd name="T100" fmla="*/ 88 w 868"/>
              <a:gd name="T101" fmla="*/ 171 h 351"/>
              <a:gd name="T102" fmla="*/ 85 w 868"/>
              <a:gd name="T103" fmla="*/ 191 h 351"/>
              <a:gd name="T104" fmla="*/ 79 w 868"/>
              <a:gd name="T105" fmla="*/ 215 h 351"/>
              <a:gd name="T106" fmla="*/ 48 w 868"/>
              <a:gd name="T107" fmla="*/ 193 h 351"/>
              <a:gd name="T108" fmla="*/ 64 w 868"/>
              <a:gd name="T109" fmla="*/ 238 h 351"/>
              <a:gd name="T110" fmla="*/ 17 w 868"/>
              <a:gd name="T111" fmla="*/ 235 h 351"/>
              <a:gd name="T112" fmla="*/ 87 w 868"/>
              <a:gd name="T113" fmla="*/ 158 h 351"/>
              <a:gd name="T114" fmla="*/ 865 w 868"/>
              <a:gd name="T115" fmla="*/ 172 h 351"/>
              <a:gd name="T116" fmla="*/ 859 w 868"/>
              <a:gd name="T117" fmla="*/ 117 h 351"/>
              <a:gd name="T118" fmla="*/ 782 w 868"/>
              <a:gd name="T119" fmla="*/ 277 h 351"/>
              <a:gd name="T120" fmla="*/ 841 w 868"/>
              <a:gd name="T121" fmla="*/ 164 h 351"/>
              <a:gd name="T122" fmla="*/ 861 w 868"/>
              <a:gd name="T123" fmla="*/ 201 h 351"/>
              <a:gd name="T124" fmla="*/ 666 w 868"/>
              <a:gd name="T125" fmla="*/ 296 h 3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868" h="351">
                <a:moveTo>
                  <a:pt x="813" y="278"/>
                </a:moveTo>
                <a:cubicBezTo>
                  <a:pt x="812" y="276"/>
                  <a:pt x="811" y="275"/>
                  <a:pt x="812" y="275"/>
                </a:cubicBezTo>
                <a:cubicBezTo>
                  <a:pt x="813" y="277"/>
                  <a:pt x="813" y="278"/>
                  <a:pt x="813" y="278"/>
                </a:cubicBezTo>
                <a:close/>
                <a:moveTo>
                  <a:pt x="812" y="266"/>
                </a:moveTo>
                <a:cubicBezTo>
                  <a:pt x="813" y="269"/>
                  <a:pt x="814" y="269"/>
                  <a:pt x="814" y="271"/>
                </a:cubicBezTo>
                <a:cubicBezTo>
                  <a:pt x="813" y="267"/>
                  <a:pt x="813" y="271"/>
                  <a:pt x="813" y="270"/>
                </a:cubicBezTo>
                <a:cubicBezTo>
                  <a:pt x="815" y="276"/>
                  <a:pt x="814" y="270"/>
                  <a:pt x="815" y="272"/>
                </a:cubicBezTo>
                <a:cubicBezTo>
                  <a:pt x="814" y="268"/>
                  <a:pt x="813" y="267"/>
                  <a:pt x="812" y="266"/>
                </a:cubicBezTo>
                <a:close/>
                <a:moveTo>
                  <a:pt x="781" y="282"/>
                </a:moveTo>
                <a:cubicBezTo>
                  <a:pt x="782" y="285"/>
                  <a:pt x="783" y="285"/>
                  <a:pt x="784" y="284"/>
                </a:cubicBezTo>
                <a:cubicBezTo>
                  <a:pt x="782" y="282"/>
                  <a:pt x="782" y="282"/>
                  <a:pt x="781" y="282"/>
                </a:cubicBezTo>
                <a:close/>
                <a:moveTo>
                  <a:pt x="798" y="267"/>
                </a:moveTo>
                <a:cubicBezTo>
                  <a:pt x="798" y="268"/>
                  <a:pt x="801" y="272"/>
                  <a:pt x="801" y="272"/>
                </a:cubicBezTo>
                <a:cubicBezTo>
                  <a:pt x="801" y="269"/>
                  <a:pt x="799" y="267"/>
                  <a:pt x="798" y="267"/>
                </a:cubicBezTo>
                <a:close/>
                <a:moveTo>
                  <a:pt x="791" y="270"/>
                </a:moveTo>
                <a:cubicBezTo>
                  <a:pt x="791" y="272"/>
                  <a:pt x="793" y="275"/>
                  <a:pt x="793" y="276"/>
                </a:cubicBezTo>
                <a:cubicBezTo>
                  <a:pt x="793" y="274"/>
                  <a:pt x="791" y="271"/>
                  <a:pt x="791" y="270"/>
                </a:cubicBezTo>
                <a:close/>
                <a:moveTo>
                  <a:pt x="789" y="269"/>
                </a:moveTo>
                <a:cubicBezTo>
                  <a:pt x="788" y="269"/>
                  <a:pt x="791" y="272"/>
                  <a:pt x="790" y="273"/>
                </a:cubicBezTo>
                <a:cubicBezTo>
                  <a:pt x="789" y="270"/>
                  <a:pt x="788" y="270"/>
                  <a:pt x="787" y="270"/>
                </a:cubicBezTo>
                <a:cubicBezTo>
                  <a:pt x="789" y="273"/>
                  <a:pt x="790" y="274"/>
                  <a:pt x="791" y="276"/>
                </a:cubicBezTo>
                <a:cubicBezTo>
                  <a:pt x="792" y="276"/>
                  <a:pt x="792" y="274"/>
                  <a:pt x="793" y="276"/>
                </a:cubicBezTo>
                <a:cubicBezTo>
                  <a:pt x="792" y="273"/>
                  <a:pt x="791" y="272"/>
                  <a:pt x="789" y="269"/>
                </a:cubicBezTo>
                <a:close/>
                <a:moveTo>
                  <a:pt x="801" y="266"/>
                </a:moveTo>
                <a:cubicBezTo>
                  <a:pt x="800" y="266"/>
                  <a:pt x="800" y="268"/>
                  <a:pt x="801" y="271"/>
                </a:cubicBezTo>
                <a:cubicBezTo>
                  <a:pt x="802" y="271"/>
                  <a:pt x="801" y="267"/>
                  <a:pt x="801" y="266"/>
                </a:cubicBezTo>
                <a:close/>
                <a:moveTo>
                  <a:pt x="799" y="270"/>
                </a:moveTo>
                <a:cubicBezTo>
                  <a:pt x="799" y="270"/>
                  <a:pt x="798" y="270"/>
                  <a:pt x="798" y="269"/>
                </a:cubicBezTo>
                <a:cubicBezTo>
                  <a:pt x="797" y="269"/>
                  <a:pt x="797" y="270"/>
                  <a:pt x="798" y="272"/>
                </a:cubicBezTo>
                <a:cubicBezTo>
                  <a:pt x="798" y="271"/>
                  <a:pt x="800" y="273"/>
                  <a:pt x="799" y="270"/>
                </a:cubicBezTo>
                <a:close/>
                <a:moveTo>
                  <a:pt x="770" y="269"/>
                </a:moveTo>
                <a:cubicBezTo>
                  <a:pt x="771" y="271"/>
                  <a:pt x="772" y="272"/>
                  <a:pt x="773" y="272"/>
                </a:cubicBezTo>
                <a:cubicBezTo>
                  <a:pt x="772" y="270"/>
                  <a:pt x="771" y="269"/>
                  <a:pt x="770" y="269"/>
                </a:cubicBezTo>
                <a:close/>
                <a:moveTo>
                  <a:pt x="807" y="248"/>
                </a:moveTo>
                <a:cubicBezTo>
                  <a:pt x="808" y="250"/>
                  <a:pt x="810" y="253"/>
                  <a:pt x="810" y="252"/>
                </a:cubicBezTo>
                <a:cubicBezTo>
                  <a:pt x="809" y="249"/>
                  <a:pt x="808" y="247"/>
                  <a:pt x="807" y="248"/>
                </a:cubicBezTo>
                <a:close/>
                <a:moveTo>
                  <a:pt x="802" y="246"/>
                </a:moveTo>
                <a:cubicBezTo>
                  <a:pt x="803" y="247"/>
                  <a:pt x="803" y="248"/>
                  <a:pt x="804" y="251"/>
                </a:cubicBezTo>
                <a:cubicBezTo>
                  <a:pt x="805" y="251"/>
                  <a:pt x="803" y="245"/>
                  <a:pt x="802" y="246"/>
                </a:cubicBezTo>
                <a:close/>
                <a:moveTo>
                  <a:pt x="805" y="245"/>
                </a:moveTo>
                <a:cubicBezTo>
                  <a:pt x="803" y="240"/>
                  <a:pt x="804" y="239"/>
                  <a:pt x="802" y="235"/>
                </a:cubicBezTo>
                <a:cubicBezTo>
                  <a:pt x="800" y="234"/>
                  <a:pt x="796" y="236"/>
                  <a:pt x="801" y="245"/>
                </a:cubicBezTo>
                <a:cubicBezTo>
                  <a:pt x="801" y="242"/>
                  <a:pt x="806" y="248"/>
                  <a:pt x="805" y="245"/>
                </a:cubicBezTo>
                <a:close/>
                <a:moveTo>
                  <a:pt x="759" y="246"/>
                </a:moveTo>
                <a:cubicBezTo>
                  <a:pt x="759" y="247"/>
                  <a:pt x="758" y="246"/>
                  <a:pt x="758" y="246"/>
                </a:cubicBezTo>
                <a:cubicBezTo>
                  <a:pt x="759" y="248"/>
                  <a:pt x="760" y="248"/>
                  <a:pt x="759" y="248"/>
                </a:cubicBezTo>
                <a:cubicBezTo>
                  <a:pt x="760" y="250"/>
                  <a:pt x="760" y="250"/>
                  <a:pt x="761" y="250"/>
                </a:cubicBezTo>
                <a:cubicBezTo>
                  <a:pt x="759" y="248"/>
                  <a:pt x="760" y="248"/>
                  <a:pt x="759" y="246"/>
                </a:cubicBezTo>
                <a:close/>
                <a:moveTo>
                  <a:pt x="766" y="178"/>
                </a:moveTo>
                <a:cubicBezTo>
                  <a:pt x="766" y="178"/>
                  <a:pt x="766" y="178"/>
                  <a:pt x="767" y="180"/>
                </a:cubicBezTo>
                <a:cubicBezTo>
                  <a:pt x="767" y="180"/>
                  <a:pt x="768" y="181"/>
                  <a:pt x="768" y="181"/>
                </a:cubicBezTo>
                <a:cubicBezTo>
                  <a:pt x="767" y="179"/>
                  <a:pt x="768" y="180"/>
                  <a:pt x="766" y="178"/>
                </a:cubicBezTo>
                <a:close/>
                <a:moveTo>
                  <a:pt x="756" y="167"/>
                </a:moveTo>
                <a:cubicBezTo>
                  <a:pt x="757" y="168"/>
                  <a:pt x="758" y="169"/>
                  <a:pt x="757" y="169"/>
                </a:cubicBezTo>
                <a:cubicBezTo>
                  <a:pt x="762" y="175"/>
                  <a:pt x="758" y="167"/>
                  <a:pt x="756" y="167"/>
                </a:cubicBezTo>
                <a:close/>
                <a:moveTo>
                  <a:pt x="713" y="128"/>
                </a:moveTo>
                <a:cubicBezTo>
                  <a:pt x="713" y="127"/>
                  <a:pt x="714" y="127"/>
                  <a:pt x="715" y="128"/>
                </a:cubicBezTo>
                <a:cubicBezTo>
                  <a:pt x="712" y="125"/>
                  <a:pt x="710" y="125"/>
                  <a:pt x="713" y="128"/>
                </a:cubicBezTo>
                <a:close/>
                <a:moveTo>
                  <a:pt x="640" y="70"/>
                </a:moveTo>
                <a:cubicBezTo>
                  <a:pt x="634" y="64"/>
                  <a:pt x="636" y="68"/>
                  <a:pt x="640" y="70"/>
                </a:cubicBezTo>
                <a:close/>
                <a:moveTo>
                  <a:pt x="545" y="23"/>
                </a:moveTo>
                <a:cubicBezTo>
                  <a:pt x="544" y="24"/>
                  <a:pt x="548" y="25"/>
                  <a:pt x="549" y="24"/>
                </a:cubicBezTo>
                <a:cubicBezTo>
                  <a:pt x="546" y="24"/>
                  <a:pt x="547" y="24"/>
                  <a:pt x="545" y="23"/>
                </a:cubicBezTo>
                <a:close/>
                <a:moveTo>
                  <a:pt x="539" y="20"/>
                </a:moveTo>
                <a:cubicBezTo>
                  <a:pt x="539" y="20"/>
                  <a:pt x="538" y="20"/>
                  <a:pt x="538" y="20"/>
                </a:cubicBezTo>
                <a:cubicBezTo>
                  <a:pt x="540" y="21"/>
                  <a:pt x="543" y="22"/>
                  <a:pt x="543" y="21"/>
                </a:cubicBezTo>
                <a:cubicBezTo>
                  <a:pt x="540" y="20"/>
                  <a:pt x="540" y="21"/>
                  <a:pt x="539" y="20"/>
                </a:cubicBezTo>
                <a:close/>
                <a:moveTo>
                  <a:pt x="530" y="17"/>
                </a:moveTo>
                <a:cubicBezTo>
                  <a:pt x="529" y="18"/>
                  <a:pt x="534" y="19"/>
                  <a:pt x="534" y="18"/>
                </a:cubicBezTo>
                <a:lnTo>
                  <a:pt x="530" y="17"/>
                </a:lnTo>
                <a:close/>
                <a:moveTo>
                  <a:pt x="524" y="16"/>
                </a:moveTo>
                <a:cubicBezTo>
                  <a:pt x="524" y="16"/>
                  <a:pt x="522" y="16"/>
                  <a:pt x="522" y="17"/>
                </a:cubicBezTo>
                <a:cubicBezTo>
                  <a:pt x="524" y="17"/>
                  <a:pt x="527" y="18"/>
                  <a:pt x="529" y="18"/>
                </a:cubicBezTo>
                <a:cubicBezTo>
                  <a:pt x="528" y="17"/>
                  <a:pt x="526" y="17"/>
                  <a:pt x="524" y="16"/>
                </a:cubicBezTo>
                <a:close/>
                <a:moveTo>
                  <a:pt x="498" y="10"/>
                </a:moveTo>
                <a:cubicBezTo>
                  <a:pt x="501" y="10"/>
                  <a:pt x="502" y="10"/>
                  <a:pt x="503" y="10"/>
                </a:cubicBezTo>
                <a:cubicBezTo>
                  <a:pt x="502" y="10"/>
                  <a:pt x="498" y="9"/>
                  <a:pt x="498" y="10"/>
                </a:cubicBezTo>
                <a:close/>
                <a:moveTo>
                  <a:pt x="467" y="7"/>
                </a:moveTo>
                <a:cubicBezTo>
                  <a:pt x="468" y="7"/>
                  <a:pt x="473" y="8"/>
                  <a:pt x="473" y="7"/>
                </a:cubicBezTo>
                <a:cubicBezTo>
                  <a:pt x="470" y="7"/>
                  <a:pt x="467" y="6"/>
                  <a:pt x="467" y="7"/>
                </a:cubicBezTo>
                <a:close/>
                <a:moveTo>
                  <a:pt x="443" y="52"/>
                </a:moveTo>
                <a:cubicBezTo>
                  <a:pt x="443" y="52"/>
                  <a:pt x="443" y="52"/>
                  <a:pt x="443" y="53"/>
                </a:cubicBezTo>
                <a:cubicBezTo>
                  <a:pt x="445" y="53"/>
                  <a:pt x="444" y="54"/>
                  <a:pt x="447" y="54"/>
                </a:cubicBezTo>
                <a:cubicBezTo>
                  <a:pt x="446" y="53"/>
                  <a:pt x="446" y="53"/>
                  <a:pt x="448" y="53"/>
                </a:cubicBezTo>
                <a:cubicBezTo>
                  <a:pt x="447" y="52"/>
                  <a:pt x="446" y="52"/>
                  <a:pt x="443" y="52"/>
                </a:cubicBezTo>
                <a:close/>
                <a:moveTo>
                  <a:pt x="435" y="51"/>
                </a:moveTo>
                <a:cubicBezTo>
                  <a:pt x="435" y="52"/>
                  <a:pt x="430" y="51"/>
                  <a:pt x="431" y="51"/>
                </a:cubicBezTo>
                <a:cubicBezTo>
                  <a:pt x="432" y="51"/>
                  <a:pt x="436" y="52"/>
                  <a:pt x="437" y="52"/>
                </a:cubicBezTo>
                <a:cubicBezTo>
                  <a:pt x="435" y="52"/>
                  <a:pt x="437" y="51"/>
                  <a:pt x="435" y="51"/>
                </a:cubicBezTo>
                <a:close/>
                <a:moveTo>
                  <a:pt x="402" y="50"/>
                </a:moveTo>
                <a:cubicBezTo>
                  <a:pt x="404" y="50"/>
                  <a:pt x="406" y="50"/>
                  <a:pt x="406" y="49"/>
                </a:cubicBezTo>
                <a:cubicBezTo>
                  <a:pt x="404" y="49"/>
                  <a:pt x="402" y="49"/>
                  <a:pt x="402" y="50"/>
                </a:cubicBezTo>
                <a:close/>
                <a:moveTo>
                  <a:pt x="391" y="1"/>
                </a:moveTo>
                <a:cubicBezTo>
                  <a:pt x="391" y="2"/>
                  <a:pt x="395" y="2"/>
                  <a:pt x="397" y="2"/>
                </a:cubicBezTo>
                <a:cubicBezTo>
                  <a:pt x="397" y="2"/>
                  <a:pt x="395" y="2"/>
                  <a:pt x="395" y="3"/>
                </a:cubicBezTo>
                <a:cubicBezTo>
                  <a:pt x="396" y="3"/>
                  <a:pt x="397" y="3"/>
                  <a:pt x="398" y="3"/>
                </a:cubicBezTo>
                <a:cubicBezTo>
                  <a:pt x="397" y="2"/>
                  <a:pt x="401" y="4"/>
                  <a:pt x="402" y="3"/>
                </a:cubicBezTo>
                <a:cubicBezTo>
                  <a:pt x="400" y="2"/>
                  <a:pt x="396" y="3"/>
                  <a:pt x="399" y="2"/>
                </a:cubicBezTo>
                <a:cubicBezTo>
                  <a:pt x="393" y="2"/>
                  <a:pt x="395" y="1"/>
                  <a:pt x="391" y="1"/>
                </a:cubicBezTo>
                <a:close/>
                <a:moveTo>
                  <a:pt x="394" y="3"/>
                </a:moveTo>
                <a:cubicBezTo>
                  <a:pt x="391" y="3"/>
                  <a:pt x="389" y="3"/>
                  <a:pt x="388" y="3"/>
                </a:cubicBezTo>
                <a:cubicBezTo>
                  <a:pt x="391" y="3"/>
                  <a:pt x="394" y="4"/>
                  <a:pt x="395" y="3"/>
                </a:cubicBezTo>
                <a:cubicBezTo>
                  <a:pt x="394" y="3"/>
                  <a:pt x="394" y="3"/>
                  <a:pt x="394" y="3"/>
                </a:cubicBezTo>
                <a:close/>
                <a:moveTo>
                  <a:pt x="384" y="2"/>
                </a:moveTo>
                <a:cubicBezTo>
                  <a:pt x="386" y="2"/>
                  <a:pt x="388" y="2"/>
                  <a:pt x="389" y="2"/>
                </a:cubicBezTo>
                <a:cubicBezTo>
                  <a:pt x="387" y="2"/>
                  <a:pt x="384" y="2"/>
                  <a:pt x="384" y="2"/>
                </a:cubicBezTo>
                <a:close/>
                <a:moveTo>
                  <a:pt x="371" y="5"/>
                </a:moveTo>
                <a:cubicBezTo>
                  <a:pt x="370" y="6"/>
                  <a:pt x="367" y="6"/>
                  <a:pt x="365" y="6"/>
                </a:cubicBezTo>
                <a:cubicBezTo>
                  <a:pt x="367" y="7"/>
                  <a:pt x="377" y="6"/>
                  <a:pt x="377" y="5"/>
                </a:cubicBezTo>
                <a:cubicBezTo>
                  <a:pt x="374" y="5"/>
                  <a:pt x="374" y="5"/>
                  <a:pt x="371" y="5"/>
                </a:cubicBezTo>
                <a:close/>
                <a:moveTo>
                  <a:pt x="364" y="51"/>
                </a:moveTo>
                <a:cubicBezTo>
                  <a:pt x="364" y="52"/>
                  <a:pt x="367" y="51"/>
                  <a:pt x="370" y="51"/>
                </a:cubicBezTo>
                <a:cubicBezTo>
                  <a:pt x="370" y="51"/>
                  <a:pt x="366" y="51"/>
                  <a:pt x="364" y="51"/>
                </a:cubicBezTo>
                <a:close/>
                <a:moveTo>
                  <a:pt x="363" y="50"/>
                </a:moveTo>
                <a:cubicBezTo>
                  <a:pt x="365" y="49"/>
                  <a:pt x="366" y="49"/>
                  <a:pt x="367" y="49"/>
                </a:cubicBezTo>
                <a:cubicBezTo>
                  <a:pt x="365" y="48"/>
                  <a:pt x="363" y="49"/>
                  <a:pt x="363" y="50"/>
                </a:cubicBezTo>
                <a:close/>
                <a:moveTo>
                  <a:pt x="326" y="13"/>
                </a:moveTo>
                <a:cubicBezTo>
                  <a:pt x="327" y="12"/>
                  <a:pt x="332" y="11"/>
                  <a:pt x="333" y="11"/>
                </a:cubicBezTo>
                <a:cubicBezTo>
                  <a:pt x="329" y="11"/>
                  <a:pt x="328" y="12"/>
                  <a:pt x="326" y="13"/>
                </a:cubicBezTo>
                <a:close/>
                <a:moveTo>
                  <a:pt x="321" y="10"/>
                </a:moveTo>
                <a:cubicBezTo>
                  <a:pt x="322" y="11"/>
                  <a:pt x="325" y="10"/>
                  <a:pt x="329" y="9"/>
                </a:cubicBezTo>
                <a:cubicBezTo>
                  <a:pt x="329" y="9"/>
                  <a:pt x="329" y="9"/>
                  <a:pt x="328" y="9"/>
                </a:cubicBezTo>
                <a:cubicBezTo>
                  <a:pt x="326" y="10"/>
                  <a:pt x="323" y="10"/>
                  <a:pt x="321" y="10"/>
                </a:cubicBezTo>
                <a:close/>
                <a:moveTo>
                  <a:pt x="322" y="58"/>
                </a:moveTo>
                <a:cubicBezTo>
                  <a:pt x="323" y="58"/>
                  <a:pt x="326" y="58"/>
                  <a:pt x="328" y="58"/>
                </a:cubicBezTo>
                <a:cubicBezTo>
                  <a:pt x="327" y="57"/>
                  <a:pt x="325" y="57"/>
                  <a:pt x="322" y="58"/>
                </a:cubicBezTo>
                <a:close/>
                <a:moveTo>
                  <a:pt x="313" y="59"/>
                </a:moveTo>
                <a:cubicBezTo>
                  <a:pt x="314" y="60"/>
                  <a:pt x="309" y="60"/>
                  <a:pt x="309" y="61"/>
                </a:cubicBezTo>
                <a:cubicBezTo>
                  <a:pt x="311" y="61"/>
                  <a:pt x="312" y="61"/>
                  <a:pt x="316" y="60"/>
                </a:cubicBezTo>
                <a:cubicBezTo>
                  <a:pt x="315" y="60"/>
                  <a:pt x="316" y="59"/>
                  <a:pt x="313" y="59"/>
                </a:cubicBezTo>
                <a:close/>
                <a:moveTo>
                  <a:pt x="286" y="24"/>
                </a:moveTo>
                <a:cubicBezTo>
                  <a:pt x="286" y="24"/>
                  <a:pt x="280" y="25"/>
                  <a:pt x="280" y="26"/>
                </a:cubicBezTo>
                <a:cubicBezTo>
                  <a:pt x="281" y="26"/>
                  <a:pt x="280" y="26"/>
                  <a:pt x="281" y="26"/>
                </a:cubicBezTo>
                <a:cubicBezTo>
                  <a:pt x="282" y="26"/>
                  <a:pt x="284" y="25"/>
                  <a:pt x="285" y="24"/>
                </a:cubicBezTo>
                <a:cubicBezTo>
                  <a:pt x="285" y="25"/>
                  <a:pt x="286" y="25"/>
                  <a:pt x="287" y="25"/>
                </a:cubicBezTo>
                <a:cubicBezTo>
                  <a:pt x="290" y="24"/>
                  <a:pt x="290" y="24"/>
                  <a:pt x="294" y="23"/>
                </a:cubicBezTo>
                <a:cubicBezTo>
                  <a:pt x="293" y="22"/>
                  <a:pt x="293" y="22"/>
                  <a:pt x="293" y="22"/>
                </a:cubicBezTo>
                <a:cubicBezTo>
                  <a:pt x="290" y="23"/>
                  <a:pt x="288" y="23"/>
                  <a:pt x="286" y="24"/>
                </a:cubicBezTo>
                <a:close/>
                <a:moveTo>
                  <a:pt x="287" y="68"/>
                </a:moveTo>
                <a:cubicBezTo>
                  <a:pt x="289" y="67"/>
                  <a:pt x="289" y="67"/>
                  <a:pt x="289" y="66"/>
                </a:cubicBezTo>
                <a:cubicBezTo>
                  <a:pt x="287" y="67"/>
                  <a:pt x="287" y="67"/>
                  <a:pt x="287" y="68"/>
                </a:cubicBezTo>
                <a:close/>
                <a:moveTo>
                  <a:pt x="237" y="80"/>
                </a:moveTo>
                <a:cubicBezTo>
                  <a:pt x="236" y="81"/>
                  <a:pt x="235" y="83"/>
                  <a:pt x="230" y="86"/>
                </a:cubicBezTo>
                <a:cubicBezTo>
                  <a:pt x="227" y="86"/>
                  <a:pt x="224" y="88"/>
                  <a:pt x="221" y="89"/>
                </a:cubicBezTo>
                <a:cubicBezTo>
                  <a:pt x="221" y="89"/>
                  <a:pt x="221" y="90"/>
                  <a:pt x="220" y="91"/>
                </a:cubicBezTo>
                <a:cubicBezTo>
                  <a:pt x="219" y="91"/>
                  <a:pt x="215" y="92"/>
                  <a:pt x="215" y="93"/>
                </a:cubicBezTo>
                <a:cubicBezTo>
                  <a:pt x="217" y="93"/>
                  <a:pt x="218" y="93"/>
                  <a:pt x="220" y="92"/>
                </a:cubicBezTo>
                <a:cubicBezTo>
                  <a:pt x="222" y="91"/>
                  <a:pt x="219" y="91"/>
                  <a:pt x="221" y="90"/>
                </a:cubicBezTo>
                <a:cubicBezTo>
                  <a:pt x="227" y="88"/>
                  <a:pt x="233" y="84"/>
                  <a:pt x="238" y="81"/>
                </a:cubicBezTo>
                <a:cubicBezTo>
                  <a:pt x="237" y="81"/>
                  <a:pt x="237" y="81"/>
                  <a:pt x="236" y="81"/>
                </a:cubicBezTo>
                <a:cubicBezTo>
                  <a:pt x="239" y="80"/>
                  <a:pt x="241" y="79"/>
                  <a:pt x="242" y="78"/>
                </a:cubicBezTo>
                <a:cubicBezTo>
                  <a:pt x="239" y="79"/>
                  <a:pt x="238" y="79"/>
                  <a:pt x="237" y="80"/>
                </a:cubicBezTo>
                <a:close/>
                <a:moveTo>
                  <a:pt x="228" y="79"/>
                </a:moveTo>
                <a:cubicBezTo>
                  <a:pt x="228" y="80"/>
                  <a:pt x="230" y="79"/>
                  <a:pt x="228" y="80"/>
                </a:cubicBezTo>
                <a:cubicBezTo>
                  <a:pt x="228" y="80"/>
                  <a:pt x="224" y="82"/>
                  <a:pt x="224" y="81"/>
                </a:cubicBezTo>
                <a:cubicBezTo>
                  <a:pt x="219" y="84"/>
                  <a:pt x="214" y="86"/>
                  <a:pt x="212" y="89"/>
                </a:cubicBezTo>
                <a:cubicBezTo>
                  <a:pt x="217" y="86"/>
                  <a:pt x="220" y="83"/>
                  <a:pt x="224" y="82"/>
                </a:cubicBezTo>
                <a:cubicBezTo>
                  <a:pt x="224" y="82"/>
                  <a:pt x="222" y="83"/>
                  <a:pt x="223" y="83"/>
                </a:cubicBezTo>
                <a:cubicBezTo>
                  <a:pt x="226" y="82"/>
                  <a:pt x="228" y="80"/>
                  <a:pt x="232" y="79"/>
                </a:cubicBezTo>
                <a:cubicBezTo>
                  <a:pt x="231" y="78"/>
                  <a:pt x="231" y="78"/>
                  <a:pt x="228" y="79"/>
                </a:cubicBezTo>
                <a:close/>
                <a:moveTo>
                  <a:pt x="209" y="55"/>
                </a:moveTo>
                <a:cubicBezTo>
                  <a:pt x="212" y="54"/>
                  <a:pt x="215" y="52"/>
                  <a:pt x="216" y="50"/>
                </a:cubicBezTo>
                <a:cubicBezTo>
                  <a:pt x="212" y="52"/>
                  <a:pt x="211" y="53"/>
                  <a:pt x="209" y="55"/>
                </a:cubicBezTo>
                <a:close/>
                <a:moveTo>
                  <a:pt x="220" y="66"/>
                </a:moveTo>
                <a:cubicBezTo>
                  <a:pt x="223" y="64"/>
                  <a:pt x="220" y="67"/>
                  <a:pt x="223" y="65"/>
                </a:cubicBezTo>
                <a:cubicBezTo>
                  <a:pt x="224" y="64"/>
                  <a:pt x="223" y="65"/>
                  <a:pt x="223" y="64"/>
                </a:cubicBezTo>
                <a:cubicBezTo>
                  <a:pt x="222" y="65"/>
                  <a:pt x="220" y="65"/>
                  <a:pt x="220" y="66"/>
                </a:cubicBezTo>
                <a:close/>
                <a:moveTo>
                  <a:pt x="217" y="67"/>
                </a:moveTo>
                <a:cubicBezTo>
                  <a:pt x="214" y="69"/>
                  <a:pt x="216" y="70"/>
                  <a:pt x="219" y="67"/>
                </a:cubicBezTo>
                <a:cubicBezTo>
                  <a:pt x="214" y="69"/>
                  <a:pt x="222" y="65"/>
                  <a:pt x="217" y="67"/>
                </a:cubicBezTo>
                <a:close/>
                <a:moveTo>
                  <a:pt x="226" y="94"/>
                </a:moveTo>
                <a:cubicBezTo>
                  <a:pt x="225" y="94"/>
                  <a:pt x="224" y="95"/>
                  <a:pt x="224" y="96"/>
                </a:cubicBezTo>
                <a:cubicBezTo>
                  <a:pt x="226" y="94"/>
                  <a:pt x="226" y="95"/>
                  <a:pt x="228" y="94"/>
                </a:cubicBezTo>
                <a:cubicBezTo>
                  <a:pt x="228" y="93"/>
                  <a:pt x="227" y="94"/>
                  <a:pt x="226" y="94"/>
                </a:cubicBezTo>
                <a:close/>
                <a:moveTo>
                  <a:pt x="216" y="80"/>
                </a:moveTo>
                <a:cubicBezTo>
                  <a:pt x="215" y="80"/>
                  <a:pt x="213" y="82"/>
                  <a:pt x="211" y="82"/>
                </a:cubicBezTo>
                <a:cubicBezTo>
                  <a:pt x="211" y="83"/>
                  <a:pt x="214" y="82"/>
                  <a:pt x="216" y="80"/>
                </a:cubicBezTo>
                <a:close/>
                <a:moveTo>
                  <a:pt x="206" y="79"/>
                </a:moveTo>
                <a:cubicBezTo>
                  <a:pt x="206" y="79"/>
                  <a:pt x="208" y="78"/>
                  <a:pt x="207" y="79"/>
                </a:cubicBezTo>
                <a:cubicBezTo>
                  <a:pt x="209" y="77"/>
                  <a:pt x="210" y="78"/>
                  <a:pt x="212" y="75"/>
                </a:cubicBezTo>
                <a:cubicBezTo>
                  <a:pt x="210" y="76"/>
                  <a:pt x="208" y="77"/>
                  <a:pt x="206" y="79"/>
                </a:cubicBezTo>
                <a:close/>
                <a:moveTo>
                  <a:pt x="192" y="65"/>
                </a:moveTo>
                <a:cubicBezTo>
                  <a:pt x="191" y="66"/>
                  <a:pt x="190" y="67"/>
                  <a:pt x="190" y="67"/>
                </a:cubicBezTo>
                <a:cubicBezTo>
                  <a:pt x="193" y="65"/>
                  <a:pt x="197" y="64"/>
                  <a:pt x="198" y="63"/>
                </a:cubicBezTo>
                <a:cubicBezTo>
                  <a:pt x="194" y="64"/>
                  <a:pt x="195" y="64"/>
                  <a:pt x="192" y="65"/>
                </a:cubicBezTo>
                <a:close/>
                <a:moveTo>
                  <a:pt x="208" y="90"/>
                </a:moveTo>
                <a:cubicBezTo>
                  <a:pt x="207" y="91"/>
                  <a:pt x="206" y="91"/>
                  <a:pt x="206" y="92"/>
                </a:cubicBezTo>
                <a:cubicBezTo>
                  <a:pt x="207" y="91"/>
                  <a:pt x="206" y="93"/>
                  <a:pt x="209" y="91"/>
                </a:cubicBezTo>
                <a:cubicBezTo>
                  <a:pt x="210" y="90"/>
                  <a:pt x="208" y="91"/>
                  <a:pt x="208" y="90"/>
                </a:cubicBezTo>
                <a:close/>
                <a:moveTo>
                  <a:pt x="207" y="101"/>
                </a:moveTo>
                <a:cubicBezTo>
                  <a:pt x="208" y="101"/>
                  <a:pt x="212" y="98"/>
                  <a:pt x="214" y="97"/>
                </a:cubicBezTo>
                <a:cubicBezTo>
                  <a:pt x="211" y="99"/>
                  <a:pt x="207" y="101"/>
                  <a:pt x="207" y="101"/>
                </a:cubicBezTo>
                <a:close/>
                <a:moveTo>
                  <a:pt x="190" y="86"/>
                </a:moveTo>
                <a:cubicBezTo>
                  <a:pt x="191" y="85"/>
                  <a:pt x="196" y="82"/>
                  <a:pt x="196" y="82"/>
                </a:cubicBezTo>
                <a:cubicBezTo>
                  <a:pt x="194" y="83"/>
                  <a:pt x="192" y="85"/>
                  <a:pt x="190" y="86"/>
                </a:cubicBezTo>
                <a:close/>
                <a:moveTo>
                  <a:pt x="198" y="111"/>
                </a:moveTo>
                <a:cubicBezTo>
                  <a:pt x="199" y="112"/>
                  <a:pt x="204" y="109"/>
                  <a:pt x="205" y="107"/>
                </a:cubicBezTo>
                <a:cubicBezTo>
                  <a:pt x="203" y="109"/>
                  <a:pt x="201" y="110"/>
                  <a:pt x="198" y="111"/>
                </a:cubicBezTo>
                <a:close/>
                <a:moveTo>
                  <a:pt x="185" y="86"/>
                </a:moveTo>
                <a:cubicBezTo>
                  <a:pt x="185" y="86"/>
                  <a:pt x="189" y="84"/>
                  <a:pt x="188" y="84"/>
                </a:cubicBezTo>
                <a:cubicBezTo>
                  <a:pt x="184" y="85"/>
                  <a:pt x="184" y="87"/>
                  <a:pt x="183" y="89"/>
                </a:cubicBezTo>
                <a:cubicBezTo>
                  <a:pt x="184" y="88"/>
                  <a:pt x="184" y="88"/>
                  <a:pt x="184" y="88"/>
                </a:cubicBezTo>
                <a:cubicBezTo>
                  <a:pt x="187" y="87"/>
                  <a:pt x="190" y="84"/>
                  <a:pt x="188" y="84"/>
                </a:cubicBezTo>
                <a:cubicBezTo>
                  <a:pt x="188" y="84"/>
                  <a:pt x="186" y="86"/>
                  <a:pt x="185" y="86"/>
                </a:cubicBezTo>
                <a:close/>
                <a:moveTo>
                  <a:pt x="175" y="77"/>
                </a:moveTo>
                <a:cubicBezTo>
                  <a:pt x="177" y="75"/>
                  <a:pt x="182" y="73"/>
                  <a:pt x="180" y="73"/>
                </a:cubicBezTo>
                <a:cubicBezTo>
                  <a:pt x="179" y="75"/>
                  <a:pt x="174" y="76"/>
                  <a:pt x="175" y="77"/>
                </a:cubicBezTo>
                <a:close/>
                <a:moveTo>
                  <a:pt x="186" y="115"/>
                </a:moveTo>
                <a:cubicBezTo>
                  <a:pt x="187" y="115"/>
                  <a:pt x="191" y="112"/>
                  <a:pt x="191" y="111"/>
                </a:cubicBezTo>
                <a:cubicBezTo>
                  <a:pt x="190" y="112"/>
                  <a:pt x="187" y="113"/>
                  <a:pt x="186" y="115"/>
                </a:cubicBezTo>
                <a:close/>
                <a:moveTo>
                  <a:pt x="177" y="93"/>
                </a:moveTo>
                <a:cubicBezTo>
                  <a:pt x="170" y="97"/>
                  <a:pt x="177" y="95"/>
                  <a:pt x="177" y="93"/>
                </a:cubicBezTo>
                <a:close/>
                <a:moveTo>
                  <a:pt x="183" y="114"/>
                </a:moveTo>
                <a:cubicBezTo>
                  <a:pt x="185" y="113"/>
                  <a:pt x="188" y="111"/>
                  <a:pt x="188" y="110"/>
                </a:cubicBezTo>
                <a:cubicBezTo>
                  <a:pt x="185" y="112"/>
                  <a:pt x="184" y="113"/>
                  <a:pt x="183" y="114"/>
                </a:cubicBezTo>
                <a:close/>
                <a:moveTo>
                  <a:pt x="158" y="89"/>
                </a:moveTo>
                <a:cubicBezTo>
                  <a:pt x="160" y="88"/>
                  <a:pt x="165" y="84"/>
                  <a:pt x="163" y="85"/>
                </a:cubicBezTo>
                <a:cubicBezTo>
                  <a:pt x="163" y="85"/>
                  <a:pt x="157" y="89"/>
                  <a:pt x="158" y="89"/>
                </a:cubicBezTo>
                <a:close/>
                <a:moveTo>
                  <a:pt x="166" y="104"/>
                </a:moveTo>
                <a:cubicBezTo>
                  <a:pt x="168" y="103"/>
                  <a:pt x="170" y="102"/>
                  <a:pt x="171" y="101"/>
                </a:cubicBezTo>
                <a:cubicBezTo>
                  <a:pt x="169" y="103"/>
                  <a:pt x="166" y="103"/>
                  <a:pt x="166" y="104"/>
                </a:cubicBezTo>
                <a:close/>
                <a:moveTo>
                  <a:pt x="172" y="122"/>
                </a:moveTo>
                <a:cubicBezTo>
                  <a:pt x="172" y="122"/>
                  <a:pt x="176" y="120"/>
                  <a:pt x="176" y="120"/>
                </a:cubicBezTo>
                <a:cubicBezTo>
                  <a:pt x="175" y="120"/>
                  <a:pt x="175" y="120"/>
                  <a:pt x="172" y="122"/>
                </a:cubicBezTo>
                <a:close/>
                <a:moveTo>
                  <a:pt x="142" y="97"/>
                </a:moveTo>
                <a:cubicBezTo>
                  <a:pt x="145" y="95"/>
                  <a:pt x="147" y="93"/>
                  <a:pt x="148" y="92"/>
                </a:cubicBezTo>
                <a:cubicBezTo>
                  <a:pt x="146" y="93"/>
                  <a:pt x="142" y="96"/>
                  <a:pt x="142" y="97"/>
                </a:cubicBezTo>
                <a:close/>
                <a:moveTo>
                  <a:pt x="155" y="112"/>
                </a:moveTo>
                <a:cubicBezTo>
                  <a:pt x="155" y="112"/>
                  <a:pt x="156" y="111"/>
                  <a:pt x="156" y="111"/>
                </a:cubicBezTo>
                <a:cubicBezTo>
                  <a:pt x="155" y="112"/>
                  <a:pt x="156" y="112"/>
                  <a:pt x="157" y="111"/>
                </a:cubicBezTo>
                <a:cubicBezTo>
                  <a:pt x="157" y="111"/>
                  <a:pt x="158" y="110"/>
                  <a:pt x="158" y="109"/>
                </a:cubicBezTo>
                <a:cubicBezTo>
                  <a:pt x="157" y="110"/>
                  <a:pt x="155" y="111"/>
                  <a:pt x="155" y="112"/>
                </a:cubicBezTo>
                <a:close/>
                <a:moveTo>
                  <a:pt x="164" y="129"/>
                </a:moveTo>
                <a:cubicBezTo>
                  <a:pt x="165" y="128"/>
                  <a:pt x="170" y="125"/>
                  <a:pt x="169" y="124"/>
                </a:cubicBezTo>
                <a:cubicBezTo>
                  <a:pt x="167" y="126"/>
                  <a:pt x="165" y="127"/>
                  <a:pt x="164" y="129"/>
                </a:cubicBezTo>
                <a:close/>
                <a:moveTo>
                  <a:pt x="153" y="112"/>
                </a:moveTo>
                <a:cubicBezTo>
                  <a:pt x="155" y="111"/>
                  <a:pt x="158" y="109"/>
                  <a:pt x="157" y="109"/>
                </a:cubicBezTo>
                <a:cubicBezTo>
                  <a:pt x="154" y="110"/>
                  <a:pt x="154" y="111"/>
                  <a:pt x="153" y="112"/>
                </a:cubicBezTo>
                <a:close/>
                <a:moveTo>
                  <a:pt x="164" y="125"/>
                </a:moveTo>
                <a:cubicBezTo>
                  <a:pt x="165" y="124"/>
                  <a:pt x="167" y="122"/>
                  <a:pt x="167" y="122"/>
                </a:cubicBezTo>
                <a:cubicBezTo>
                  <a:pt x="166" y="122"/>
                  <a:pt x="162" y="125"/>
                  <a:pt x="164" y="125"/>
                </a:cubicBezTo>
                <a:close/>
                <a:moveTo>
                  <a:pt x="162" y="131"/>
                </a:moveTo>
                <a:cubicBezTo>
                  <a:pt x="162" y="131"/>
                  <a:pt x="161" y="132"/>
                  <a:pt x="161" y="133"/>
                </a:cubicBezTo>
                <a:cubicBezTo>
                  <a:pt x="164" y="130"/>
                  <a:pt x="164" y="130"/>
                  <a:pt x="164" y="130"/>
                </a:cubicBezTo>
                <a:cubicBezTo>
                  <a:pt x="162" y="131"/>
                  <a:pt x="170" y="126"/>
                  <a:pt x="167" y="127"/>
                </a:cubicBezTo>
                <a:cubicBezTo>
                  <a:pt x="165" y="129"/>
                  <a:pt x="163" y="130"/>
                  <a:pt x="162" y="131"/>
                </a:cubicBezTo>
                <a:close/>
                <a:moveTo>
                  <a:pt x="153" y="115"/>
                </a:moveTo>
                <a:cubicBezTo>
                  <a:pt x="153" y="115"/>
                  <a:pt x="154" y="114"/>
                  <a:pt x="153" y="114"/>
                </a:cubicBezTo>
                <a:cubicBezTo>
                  <a:pt x="149" y="118"/>
                  <a:pt x="155" y="114"/>
                  <a:pt x="153" y="116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5" y="115"/>
                  <a:pt x="155" y="114"/>
                  <a:pt x="155" y="114"/>
                </a:cubicBezTo>
                <a:cubicBezTo>
                  <a:pt x="154" y="115"/>
                  <a:pt x="153" y="115"/>
                  <a:pt x="153" y="115"/>
                </a:cubicBezTo>
                <a:close/>
                <a:moveTo>
                  <a:pt x="132" y="105"/>
                </a:moveTo>
                <a:cubicBezTo>
                  <a:pt x="135" y="103"/>
                  <a:pt x="140" y="99"/>
                  <a:pt x="140" y="98"/>
                </a:cubicBezTo>
                <a:cubicBezTo>
                  <a:pt x="136" y="101"/>
                  <a:pt x="133" y="104"/>
                  <a:pt x="132" y="105"/>
                </a:cubicBezTo>
                <a:close/>
                <a:moveTo>
                  <a:pt x="158" y="134"/>
                </a:moveTo>
                <a:cubicBezTo>
                  <a:pt x="159" y="132"/>
                  <a:pt x="163" y="130"/>
                  <a:pt x="163" y="130"/>
                </a:cubicBezTo>
                <a:cubicBezTo>
                  <a:pt x="161" y="131"/>
                  <a:pt x="157" y="133"/>
                  <a:pt x="158" y="134"/>
                </a:cubicBezTo>
                <a:close/>
                <a:moveTo>
                  <a:pt x="149" y="141"/>
                </a:moveTo>
                <a:cubicBezTo>
                  <a:pt x="151" y="141"/>
                  <a:pt x="153" y="139"/>
                  <a:pt x="153" y="138"/>
                </a:cubicBezTo>
                <a:cubicBezTo>
                  <a:pt x="154" y="138"/>
                  <a:pt x="157" y="136"/>
                  <a:pt x="158" y="135"/>
                </a:cubicBezTo>
                <a:cubicBezTo>
                  <a:pt x="155" y="136"/>
                  <a:pt x="151" y="139"/>
                  <a:pt x="149" y="141"/>
                </a:cubicBezTo>
                <a:close/>
                <a:moveTo>
                  <a:pt x="132" y="110"/>
                </a:moveTo>
                <a:cubicBezTo>
                  <a:pt x="132" y="108"/>
                  <a:pt x="128" y="112"/>
                  <a:pt x="127" y="113"/>
                </a:cubicBezTo>
                <a:cubicBezTo>
                  <a:pt x="126" y="114"/>
                  <a:pt x="128" y="114"/>
                  <a:pt x="129" y="112"/>
                </a:cubicBezTo>
                <a:cubicBezTo>
                  <a:pt x="129" y="111"/>
                  <a:pt x="131" y="110"/>
                  <a:pt x="131" y="110"/>
                </a:cubicBezTo>
                <a:cubicBezTo>
                  <a:pt x="131" y="110"/>
                  <a:pt x="131" y="110"/>
                  <a:pt x="132" y="110"/>
                </a:cubicBezTo>
                <a:close/>
                <a:moveTo>
                  <a:pt x="137" y="153"/>
                </a:moveTo>
                <a:cubicBezTo>
                  <a:pt x="139" y="150"/>
                  <a:pt x="143" y="148"/>
                  <a:pt x="143" y="147"/>
                </a:cubicBezTo>
                <a:cubicBezTo>
                  <a:pt x="140" y="149"/>
                  <a:pt x="138" y="151"/>
                  <a:pt x="137" y="153"/>
                </a:cubicBezTo>
                <a:close/>
                <a:moveTo>
                  <a:pt x="105" y="131"/>
                </a:moveTo>
                <a:cubicBezTo>
                  <a:pt x="110" y="128"/>
                  <a:pt x="114" y="123"/>
                  <a:pt x="118" y="120"/>
                </a:cubicBezTo>
                <a:cubicBezTo>
                  <a:pt x="117" y="119"/>
                  <a:pt x="117" y="119"/>
                  <a:pt x="117" y="119"/>
                </a:cubicBezTo>
                <a:cubicBezTo>
                  <a:pt x="113" y="123"/>
                  <a:pt x="107" y="128"/>
                  <a:pt x="105" y="131"/>
                </a:cubicBezTo>
                <a:close/>
                <a:moveTo>
                  <a:pt x="144" y="153"/>
                </a:moveTo>
                <a:cubicBezTo>
                  <a:pt x="144" y="154"/>
                  <a:pt x="143" y="155"/>
                  <a:pt x="143" y="155"/>
                </a:cubicBezTo>
                <a:cubicBezTo>
                  <a:pt x="146" y="153"/>
                  <a:pt x="146" y="153"/>
                  <a:pt x="146" y="153"/>
                </a:cubicBezTo>
                <a:cubicBezTo>
                  <a:pt x="145" y="153"/>
                  <a:pt x="146" y="152"/>
                  <a:pt x="144" y="153"/>
                </a:cubicBezTo>
                <a:close/>
                <a:moveTo>
                  <a:pt x="124" y="137"/>
                </a:moveTo>
                <a:cubicBezTo>
                  <a:pt x="125" y="137"/>
                  <a:pt x="126" y="136"/>
                  <a:pt x="126" y="136"/>
                </a:cubicBezTo>
                <a:cubicBezTo>
                  <a:pt x="125" y="136"/>
                  <a:pt x="123" y="138"/>
                  <a:pt x="122" y="139"/>
                </a:cubicBezTo>
                <a:cubicBezTo>
                  <a:pt x="121" y="140"/>
                  <a:pt x="121" y="140"/>
                  <a:pt x="122" y="140"/>
                </a:cubicBezTo>
                <a:cubicBezTo>
                  <a:pt x="124" y="138"/>
                  <a:pt x="123" y="138"/>
                  <a:pt x="124" y="137"/>
                </a:cubicBezTo>
                <a:close/>
                <a:moveTo>
                  <a:pt x="112" y="136"/>
                </a:moveTo>
                <a:cubicBezTo>
                  <a:pt x="109" y="139"/>
                  <a:pt x="114" y="135"/>
                  <a:pt x="111" y="138"/>
                </a:cubicBezTo>
                <a:cubicBezTo>
                  <a:pt x="113" y="136"/>
                  <a:pt x="113" y="136"/>
                  <a:pt x="115" y="135"/>
                </a:cubicBezTo>
                <a:cubicBezTo>
                  <a:pt x="115" y="135"/>
                  <a:pt x="116" y="134"/>
                  <a:pt x="115" y="134"/>
                </a:cubicBezTo>
                <a:cubicBezTo>
                  <a:pt x="113" y="136"/>
                  <a:pt x="114" y="134"/>
                  <a:pt x="112" y="136"/>
                </a:cubicBezTo>
                <a:close/>
                <a:moveTo>
                  <a:pt x="125" y="156"/>
                </a:moveTo>
                <a:cubicBezTo>
                  <a:pt x="126" y="156"/>
                  <a:pt x="128" y="154"/>
                  <a:pt x="129" y="152"/>
                </a:cubicBezTo>
                <a:cubicBezTo>
                  <a:pt x="128" y="153"/>
                  <a:pt x="126" y="154"/>
                  <a:pt x="125" y="156"/>
                </a:cubicBezTo>
                <a:close/>
                <a:moveTo>
                  <a:pt x="113" y="150"/>
                </a:moveTo>
                <a:cubicBezTo>
                  <a:pt x="117" y="147"/>
                  <a:pt x="116" y="148"/>
                  <a:pt x="120" y="145"/>
                </a:cubicBezTo>
                <a:cubicBezTo>
                  <a:pt x="118" y="145"/>
                  <a:pt x="121" y="143"/>
                  <a:pt x="120" y="143"/>
                </a:cubicBezTo>
                <a:cubicBezTo>
                  <a:pt x="119" y="145"/>
                  <a:pt x="113" y="149"/>
                  <a:pt x="113" y="150"/>
                </a:cubicBezTo>
                <a:close/>
                <a:moveTo>
                  <a:pt x="112" y="138"/>
                </a:moveTo>
                <a:cubicBezTo>
                  <a:pt x="110" y="140"/>
                  <a:pt x="110" y="138"/>
                  <a:pt x="108" y="140"/>
                </a:cubicBezTo>
                <a:cubicBezTo>
                  <a:pt x="107" y="142"/>
                  <a:pt x="109" y="140"/>
                  <a:pt x="110" y="141"/>
                </a:cubicBezTo>
                <a:cubicBezTo>
                  <a:pt x="111" y="140"/>
                  <a:pt x="114" y="137"/>
                  <a:pt x="112" y="138"/>
                </a:cubicBezTo>
                <a:close/>
                <a:moveTo>
                  <a:pt x="96" y="141"/>
                </a:moveTo>
                <a:cubicBezTo>
                  <a:pt x="99" y="138"/>
                  <a:pt x="99" y="138"/>
                  <a:pt x="99" y="138"/>
                </a:cubicBezTo>
                <a:cubicBezTo>
                  <a:pt x="98" y="137"/>
                  <a:pt x="98" y="137"/>
                  <a:pt x="98" y="137"/>
                </a:cubicBezTo>
                <a:cubicBezTo>
                  <a:pt x="96" y="139"/>
                  <a:pt x="97" y="139"/>
                  <a:pt x="96" y="141"/>
                </a:cubicBezTo>
                <a:close/>
                <a:moveTo>
                  <a:pt x="119" y="170"/>
                </a:moveTo>
                <a:cubicBezTo>
                  <a:pt x="119" y="171"/>
                  <a:pt x="120" y="168"/>
                  <a:pt x="120" y="169"/>
                </a:cubicBezTo>
                <a:cubicBezTo>
                  <a:pt x="121" y="168"/>
                  <a:pt x="125" y="165"/>
                  <a:pt x="123" y="166"/>
                </a:cubicBezTo>
                <a:cubicBezTo>
                  <a:pt x="121" y="168"/>
                  <a:pt x="121" y="168"/>
                  <a:pt x="119" y="170"/>
                </a:cubicBezTo>
                <a:close/>
                <a:moveTo>
                  <a:pt x="111" y="161"/>
                </a:moveTo>
                <a:cubicBezTo>
                  <a:pt x="113" y="159"/>
                  <a:pt x="114" y="159"/>
                  <a:pt x="115" y="158"/>
                </a:cubicBezTo>
                <a:cubicBezTo>
                  <a:pt x="114" y="158"/>
                  <a:pt x="115" y="157"/>
                  <a:pt x="114" y="157"/>
                </a:cubicBezTo>
                <a:cubicBezTo>
                  <a:pt x="113" y="159"/>
                  <a:pt x="111" y="160"/>
                  <a:pt x="111" y="161"/>
                </a:cubicBezTo>
                <a:close/>
                <a:moveTo>
                  <a:pt x="85" y="151"/>
                </a:moveTo>
                <a:cubicBezTo>
                  <a:pt x="83" y="153"/>
                  <a:pt x="82" y="154"/>
                  <a:pt x="81" y="155"/>
                </a:cubicBezTo>
                <a:cubicBezTo>
                  <a:pt x="81" y="156"/>
                  <a:pt x="81" y="156"/>
                  <a:pt x="81" y="156"/>
                </a:cubicBezTo>
                <a:cubicBezTo>
                  <a:pt x="81" y="156"/>
                  <a:pt x="81" y="156"/>
                  <a:pt x="81" y="156"/>
                </a:cubicBezTo>
                <a:cubicBezTo>
                  <a:pt x="82" y="156"/>
                  <a:pt x="82" y="156"/>
                  <a:pt x="82" y="156"/>
                </a:cubicBezTo>
                <a:cubicBezTo>
                  <a:pt x="83" y="155"/>
                  <a:pt x="83" y="155"/>
                  <a:pt x="83" y="155"/>
                </a:cubicBezTo>
                <a:cubicBezTo>
                  <a:pt x="84" y="154"/>
                  <a:pt x="85" y="152"/>
                  <a:pt x="86" y="151"/>
                </a:cubicBezTo>
                <a:cubicBezTo>
                  <a:pt x="89" y="149"/>
                  <a:pt x="91" y="146"/>
                  <a:pt x="93" y="143"/>
                </a:cubicBezTo>
                <a:cubicBezTo>
                  <a:pt x="90" y="146"/>
                  <a:pt x="87" y="149"/>
                  <a:pt x="85" y="151"/>
                </a:cubicBezTo>
                <a:close/>
                <a:moveTo>
                  <a:pt x="88" y="156"/>
                </a:moveTo>
                <a:cubicBezTo>
                  <a:pt x="90" y="154"/>
                  <a:pt x="91" y="154"/>
                  <a:pt x="93" y="152"/>
                </a:cubicBezTo>
                <a:cubicBezTo>
                  <a:pt x="93" y="151"/>
                  <a:pt x="93" y="150"/>
                  <a:pt x="94" y="149"/>
                </a:cubicBezTo>
                <a:cubicBezTo>
                  <a:pt x="91" y="152"/>
                  <a:pt x="87" y="156"/>
                  <a:pt x="88" y="156"/>
                </a:cubicBezTo>
                <a:close/>
                <a:moveTo>
                  <a:pt x="86" y="154"/>
                </a:moveTo>
                <a:cubicBezTo>
                  <a:pt x="88" y="153"/>
                  <a:pt x="87" y="154"/>
                  <a:pt x="89" y="152"/>
                </a:cubicBezTo>
                <a:cubicBezTo>
                  <a:pt x="89" y="152"/>
                  <a:pt x="89" y="152"/>
                  <a:pt x="90" y="151"/>
                </a:cubicBezTo>
                <a:cubicBezTo>
                  <a:pt x="89" y="151"/>
                  <a:pt x="89" y="151"/>
                  <a:pt x="90" y="151"/>
                </a:cubicBezTo>
                <a:cubicBezTo>
                  <a:pt x="90" y="150"/>
                  <a:pt x="90" y="150"/>
                  <a:pt x="90" y="150"/>
                </a:cubicBezTo>
                <a:cubicBezTo>
                  <a:pt x="89" y="152"/>
                  <a:pt x="86" y="154"/>
                  <a:pt x="86" y="154"/>
                </a:cubicBezTo>
                <a:close/>
                <a:moveTo>
                  <a:pt x="96" y="160"/>
                </a:moveTo>
                <a:cubicBezTo>
                  <a:pt x="96" y="161"/>
                  <a:pt x="94" y="163"/>
                  <a:pt x="94" y="164"/>
                </a:cubicBezTo>
                <a:cubicBezTo>
                  <a:pt x="96" y="162"/>
                  <a:pt x="96" y="161"/>
                  <a:pt x="98" y="160"/>
                </a:cubicBezTo>
                <a:cubicBezTo>
                  <a:pt x="97" y="159"/>
                  <a:pt x="97" y="160"/>
                  <a:pt x="96" y="160"/>
                </a:cubicBezTo>
                <a:close/>
                <a:moveTo>
                  <a:pt x="95" y="158"/>
                </a:moveTo>
                <a:cubicBezTo>
                  <a:pt x="95" y="158"/>
                  <a:pt x="95" y="158"/>
                  <a:pt x="95" y="158"/>
                </a:cubicBezTo>
                <a:cubicBezTo>
                  <a:pt x="93" y="159"/>
                  <a:pt x="94" y="159"/>
                  <a:pt x="92" y="160"/>
                </a:cubicBezTo>
                <a:cubicBezTo>
                  <a:pt x="93" y="161"/>
                  <a:pt x="93" y="161"/>
                  <a:pt x="93" y="161"/>
                </a:cubicBezTo>
                <a:cubicBezTo>
                  <a:pt x="94" y="159"/>
                  <a:pt x="94" y="160"/>
                  <a:pt x="95" y="158"/>
                </a:cubicBezTo>
                <a:close/>
                <a:moveTo>
                  <a:pt x="85" y="163"/>
                </a:moveTo>
                <a:cubicBezTo>
                  <a:pt x="86" y="162"/>
                  <a:pt x="86" y="162"/>
                  <a:pt x="86" y="162"/>
                </a:cubicBezTo>
                <a:cubicBezTo>
                  <a:pt x="86" y="162"/>
                  <a:pt x="85" y="162"/>
                  <a:pt x="85" y="163"/>
                </a:cubicBezTo>
                <a:close/>
                <a:moveTo>
                  <a:pt x="91" y="167"/>
                </a:moveTo>
                <a:cubicBezTo>
                  <a:pt x="91" y="167"/>
                  <a:pt x="91" y="167"/>
                  <a:pt x="91" y="168"/>
                </a:cubicBezTo>
                <a:cubicBezTo>
                  <a:pt x="92" y="168"/>
                  <a:pt x="92" y="168"/>
                  <a:pt x="92" y="167"/>
                </a:cubicBezTo>
                <a:cubicBezTo>
                  <a:pt x="92" y="167"/>
                  <a:pt x="92" y="167"/>
                  <a:pt x="92" y="167"/>
                </a:cubicBezTo>
                <a:cubicBezTo>
                  <a:pt x="92" y="167"/>
                  <a:pt x="91" y="166"/>
                  <a:pt x="91" y="167"/>
                </a:cubicBezTo>
                <a:close/>
                <a:moveTo>
                  <a:pt x="101" y="179"/>
                </a:moveTo>
                <a:cubicBezTo>
                  <a:pt x="101" y="179"/>
                  <a:pt x="101" y="179"/>
                  <a:pt x="102" y="180"/>
                </a:cubicBezTo>
                <a:cubicBezTo>
                  <a:pt x="102" y="179"/>
                  <a:pt x="102" y="178"/>
                  <a:pt x="103" y="178"/>
                </a:cubicBezTo>
                <a:cubicBezTo>
                  <a:pt x="103" y="178"/>
                  <a:pt x="103" y="178"/>
                  <a:pt x="103" y="177"/>
                </a:cubicBezTo>
                <a:cubicBezTo>
                  <a:pt x="102" y="178"/>
                  <a:pt x="102" y="178"/>
                  <a:pt x="101" y="179"/>
                </a:cubicBezTo>
                <a:close/>
                <a:moveTo>
                  <a:pt x="111" y="187"/>
                </a:moveTo>
                <a:cubicBezTo>
                  <a:pt x="111" y="188"/>
                  <a:pt x="112" y="187"/>
                  <a:pt x="112" y="187"/>
                </a:cubicBezTo>
                <a:cubicBezTo>
                  <a:pt x="111" y="187"/>
                  <a:pt x="112" y="187"/>
                  <a:pt x="112" y="186"/>
                </a:cubicBezTo>
                <a:cubicBezTo>
                  <a:pt x="111" y="186"/>
                  <a:pt x="112" y="187"/>
                  <a:pt x="111" y="187"/>
                </a:cubicBezTo>
                <a:close/>
                <a:moveTo>
                  <a:pt x="100" y="178"/>
                </a:moveTo>
                <a:cubicBezTo>
                  <a:pt x="100" y="179"/>
                  <a:pt x="101" y="179"/>
                  <a:pt x="101" y="178"/>
                </a:cubicBezTo>
                <a:cubicBezTo>
                  <a:pt x="101" y="178"/>
                  <a:pt x="101" y="178"/>
                  <a:pt x="101" y="178"/>
                </a:cubicBezTo>
                <a:cubicBezTo>
                  <a:pt x="101" y="178"/>
                  <a:pt x="101" y="178"/>
                  <a:pt x="101" y="178"/>
                </a:cubicBezTo>
                <a:cubicBezTo>
                  <a:pt x="101" y="178"/>
                  <a:pt x="100" y="178"/>
                  <a:pt x="100" y="178"/>
                </a:cubicBezTo>
                <a:close/>
                <a:moveTo>
                  <a:pt x="101" y="180"/>
                </a:moveTo>
                <a:cubicBezTo>
                  <a:pt x="101" y="179"/>
                  <a:pt x="101" y="181"/>
                  <a:pt x="102" y="180"/>
                </a:cubicBezTo>
                <a:cubicBezTo>
                  <a:pt x="102" y="180"/>
                  <a:pt x="101" y="179"/>
                  <a:pt x="101" y="179"/>
                </a:cubicBezTo>
                <a:cubicBezTo>
                  <a:pt x="101" y="179"/>
                  <a:pt x="100" y="180"/>
                  <a:pt x="101" y="180"/>
                </a:cubicBezTo>
                <a:close/>
                <a:moveTo>
                  <a:pt x="76" y="157"/>
                </a:moveTo>
                <a:cubicBezTo>
                  <a:pt x="76" y="157"/>
                  <a:pt x="77" y="156"/>
                  <a:pt x="76" y="156"/>
                </a:cubicBezTo>
                <a:cubicBezTo>
                  <a:pt x="76" y="156"/>
                  <a:pt x="76" y="157"/>
                  <a:pt x="76" y="157"/>
                </a:cubicBezTo>
                <a:close/>
                <a:moveTo>
                  <a:pt x="99" y="179"/>
                </a:moveTo>
                <a:cubicBezTo>
                  <a:pt x="99" y="178"/>
                  <a:pt x="100" y="180"/>
                  <a:pt x="100" y="179"/>
                </a:cubicBezTo>
                <a:cubicBezTo>
                  <a:pt x="99" y="179"/>
                  <a:pt x="100" y="179"/>
                  <a:pt x="100" y="178"/>
                </a:cubicBezTo>
                <a:cubicBezTo>
                  <a:pt x="100" y="178"/>
                  <a:pt x="99" y="179"/>
                  <a:pt x="99" y="179"/>
                </a:cubicBezTo>
                <a:close/>
                <a:moveTo>
                  <a:pt x="104" y="186"/>
                </a:moveTo>
                <a:cubicBezTo>
                  <a:pt x="105" y="185"/>
                  <a:pt x="105" y="185"/>
                  <a:pt x="105" y="185"/>
                </a:cubicBezTo>
                <a:cubicBezTo>
                  <a:pt x="105" y="184"/>
                  <a:pt x="104" y="185"/>
                  <a:pt x="104" y="186"/>
                </a:cubicBezTo>
                <a:close/>
                <a:moveTo>
                  <a:pt x="100" y="181"/>
                </a:moveTo>
                <a:cubicBezTo>
                  <a:pt x="100" y="181"/>
                  <a:pt x="100" y="181"/>
                  <a:pt x="100" y="181"/>
                </a:cubicBezTo>
                <a:cubicBezTo>
                  <a:pt x="100" y="181"/>
                  <a:pt x="100" y="181"/>
                  <a:pt x="100" y="181"/>
                </a:cubicBezTo>
                <a:cubicBezTo>
                  <a:pt x="100" y="181"/>
                  <a:pt x="101" y="181"/>
                  <a:pt x="101" y="181"/>
                </a:cubicBezTo>
                <a:cubicBezTo>
                  <a:pt x="100" y="181"/>
                  <a:pt x="100" y="180"/>
                  <a:pt x="100" y="181"/>
                </a:cubicBezTo>
                <a:close/>
                <a:moveTo>
                  <a:pt x="108" y="192"/>
                </a:moveTo>
                <a:cubicBezTo>
                  <a:pt x="108" y="191"/>
                  <a:pt x="109" y="190"/>
                  <a:pt x="109" y="190"/>
                </a:cubicBezTo>
                <a:cubicBezTo>
                  <a:pt x="108" y="191"/>
                  <a:pt x="107" y="191"/>
                  <a:pt x="108" y="192"/>
                </a:cubicBezTo>
                <a:close/>
                <a:moveTo>
                  <a:pt x="76" y="161"/>
                </a:moveTo>
                <a:cubicBezTo>
                  <a:pt x="76" y="161"/>
                  <a:pt x="77" y="162"/>
                  <a:pt x="77" y="161"/>
                </a:cubicBezTo>
                <a:cubicBezTo>
                  <a:pt x="77" y="161"/>
                  <a:pt x="77" y="161"/>
                  <a:pt x="77" y="161"/>
                </a:cubicBezTo>
                <a:cubicBezTo>
                  <a:pt x="77" y="161"/>
                  <a:pt x="78" y="161"/>
                  <a:pt x="77" y="161"/>
                </a:cubicBezTo>
                <a:cubicBezTo>
                  <a:pt x="77" y="161"/>
                  <a:pt x="77" y="161"/>
                  <a:pt x="76" y="161"/>
                </a:cubicBezTo>
                <a:close/>
                <a:moveTo>
                  <a:pt x="99" y="182"/>
                </a:moveTo>
                <a:cubicBezTo>
                  <a:pt x="99" y="182"/>
                  <a:pt x="99" y="182"/>
                  <a:pt x="99" y="182"/>
                </a:cubicBezTo>
                <a:cubicBezTo>
                  <a:pt x="100" y="182"/>
                  <a:pt x="100" y="182"/>
                  <a:pt x="100" y="181"/>
                </a:cubicBezTo>
                <a:cubicBezTo>
                  <a:pt x="99" y="181"/>
                  <a:pt x="99" y="182"/>
                  <a:pt x="99" y="182"/>
                </a:cubicBezTo>
                <a:close/>
                <a:moveTo>
                  <a:pt x="102" y="184"/>
                </a:moveTo>
                <a:cubicBezTo>
                  <a:pt x="102" y="184"/>
                  <a:pt x="102" y="185"/>
                  <a:pt x="102" y="185"/>
                </a:cubicBezTo>
                <a:cubicBezTo>
                  <a:pt x="102" y="185"/>
                  <a:pt x="102" y="185"/>
                  <a:pt x="102" y="185"/>
                </a:cubicBezTo>
                <a:cubicBezTo>
                  <a:pt x="102" y="185"/>
                  <a:pt x="103" y="185"/>
                  <a:pt x="103" y="184"/>
                </a:cubicBezTo>
                <a:cubicBezTo>
                  <a:pt x="103" y="185"/>
                  <a:pt x="102" y="184"/>
                  <a:pt x="102" y="184"/>
                </a:cubicBezTo>
                <a:close/>
                <a:moveTo>
                  <a:pt x="103" y="187"/>
                </a:moveTo>
                <a:cubicBezTo>
                  <a:pt x="104" y="186"/>
                  <a:pt x="104" y="186"/>
                  <a:pt x="104" y="185"/>
                </a:cubicBezTo>
                <a:cubicBezTo>
                  <a:pt x="104" y="186"/>
                  <a:pt x="103" y="186"/>
                  <a:pt x="103" y="187"/>
                </a:cubicBezTo>
                <a:close/>
                <a:moveTo>
                  <a:pt x="99" y="185"/>
                </a:moveTo>
                <a:cubicBezTo>
                  <a:pt x="99" y="185"/>
                  <a:pt x="100" y="185"/>
                  <a:pt x="100" y="185"/>
                </a:cubicBezTo>
                <a:cubicBezTo>
                  <a:pt x="100" y="185"/>
                  <a:pt x="101" y="185"/>
                  <a:pt x="101" y="186"/>
                </a:cubicBezTo>
                <a:cubicBezTo>
                  <a:pt x="102" y="186"/>
                  <a:pt x="100" y="184"/>
                  <a:pt x="102" y="184"/>
                </a:cubicBezTo>
                <a:cubicBezTo>
                  <a:pt x="101" y="184"/>
                  <a:pt x="101" y="184"/>
                  <a:pt x="101" y="183"/>
                </a:cubicBezTo>
                <a:cubicBezTo>
                  <a:pt x="100" y="184"/>
                  <a:pt x="99" y="184"/>
                  <a:pt x="99" y="185"/>
                </a:cubicBezTo>
                <a:close/>
                <a:moveTo>
                  <a:pt x="84" y="169"/>
                </a:moveTo>
                <a:cubicBezTo>
                  <a:pt x="84" y="169"/>
                  <a:pt x="85" y="169"/>
                  <a:pt x="85" y="168"/>
                </a:cubicBezTo>
                <a:cubicBezTo>
                  <a:pt x="85" y="169"/>
                  <a:pt x="84" y="169"/>
                  <a:pt x="84" y="169"/>
                </a:cubicBezTo>
                <a:close/>
                <a:moveTo>
                  <a:pt x="97" y="181"/>
                </a:moveTo>
                <a:cubicBezTo>
                  <a:pt x="98" y="181"/>
                  <a:pt x="97" y="182"/>
                  <a:pt x="98" y="182"/>
                </a:cubicBezTo>
                <a:cubicBezTo>
                  <a:pt x="98" y="181"/>
                  <a:pt x="98" y="181"/>
                  <a:pt x="98" y="181"/>
                </a:cubicBezTo>
                <a:cubicBezTo>
                  <a:pt x="98" y="181"/>
                  <a:pt x="98" y="181"/>
                  <a:pt x="97" y="181"/>
                </a:cubicBezTo>
                <a:close/>
                <a:moveTo>
                  <a:pt x="105" y="194"/>
                </a:moveTo>
                <a:cubicBezTo>
                  <a:pt x="106" y="194"/>
                  <a:pt x="106" y="192"/>
                  <a:pt x="107" y="192"/>
                </a:cubicBezTo>
                <a:cubicBezTo>
                  <a:pt x="107" y="192"/>
                  <a:pt x="107" y="192"/>
                  <a:pt x="107" y="192"/>
                </a:cubicBezTo>
                <a:cubicBezTo>
                  <a:pt x="106" y="192"/>
                  <a:pt x="105" y="193"/>
                  <a:pt x="105" y="194"/>
                </a:cubicBezTo>
                <a:close/>
                <a:moveTo>
                  <a:pt x="91" y="184"/>
                </a:moveTo>
                <a:cubicBezTo>
                  <a:pt x="92" y="184"/>
                  <a:pt x="91" y="185"/>
                  <a:pt x="91" y="185"/>
                </a:cubicBezTo>
                <a:cubicBezTo>
                  <a:pt x="92" y="185"/>
                  <a:pt x="92" y="184"/>
                  <a:pt x="93" y="184"/>
                </a:cubicBezTo>
                <a:cubicBezTo>
                  <a:pt x="92" y="184"/>
                  <a:pt x="92" y="184"/>
                  <a:pt x="92" y="183"/>
                </a:cubicBezTo>
                <a:cubicBezTo>
                  <a:pt x="92" y="184"/>
                  <a:pt x="92" y="184"/>
                  <a:pt x="91" y="184"/>
                </a:cubicBezTo>
                <a:close/>
                <a:moveTo>
                  <a:pt x="72" y="169"/>
                </a:moveTo>
                <a:cubicBezTo>
                  <a:pt x="73" y="170"/>
                  <a:pt x="73" y="170"/>
                  <a:pt x="73" y="170"/>
                </a:cubicBezTo>
                <a:cubicBezTo>
                  <a:pt x="73" y="169"/>
                  <a:pt x="75" y="168"/>
                  <a:pt x="74" y="167"/>
                </a:cubicBezTo>
                <a:cubicBezTo>
                  <a:pt x="73" y="168"/>
                  <a:pt x="73" y="169"/>
                  <a:pt x="72" y="169"/>
                </a:cubicBezTo>
                <a:close/>
                <a:moveTo>
                  <a:pt x="74" y="170"/>
                </a:moveTo>
                <a:cubicBezTo>
                  <a:pt x="75" y="170"/>
                  <a:pt x="76" y="169"/>
                  <a:pt x="76" y="168"/>
                </a:cubicBezTo>
                <a:cubicBezTo>
                  <a:pt x="75" y="169"/>
                  <a:pt x="74" y="170"/>
                  <a:pt x="74" y="170"/>
                </a:cubicBezTo>
                <a:close/>
                <a:moveTo>
                  <a:pt x="88" y="184"/>
                </a:moveTo>
                <a:cubicBezTo>
                  <a:pt x="89" y="185"/>
                  <a:pt x="89" y="185"/>
                  <a:pt x="89" y="185"/>
                </a:cubicBezTo>
                <a:cubicBezTo>
                  <a:pt x="90" y="184"/>
                  <a:pt x="90" y="184"/>
                  <a:pt x="90" y="183"/>
                </a:cubicBezTo>
                <a:cubicBezTo>
                  <a:pt x="90" y="183"/>
                  <a:pt x="89" y="184"/>
                  <a:pt x="88" y="184"/>
                </a:cubicBezTo>
                <a:close/>
                <a:moveTo>
                  <a:pt x="71" y="168"/>
                </a:moveTo>
                <a:cubicBezTo>
                  <a:pt x="71" y="168"/>
                  <a:pt x="71" y="167"/>
                  <a:pt x="71" y="167"/>
                </a:cubicBezTo>
                <a:cubicBezTo>
                  <a:pt x="71" y="167"/>
                  <a:pt x="71" y="168"/>
                  <a:pt x="71" y="168"/>
                </a:cubicBezTo>
                <a:close/>
                <a:moveTo>
                  <a:pt x="89" y="187"/>
                </a:moveTo>
                <a:cubicBezTo>
                  <a:pt x="90" y="188"/>
                  <a:pt x="90" y="187"/>
                  <a:pt x="90" y="187"/>
                </a:cubicBezTo>
                <a:cubicBezTo>
                  <a:pt x="91" y="187"/>
                  <a:pt x="91" y="186"/>
                  <a:pt x="91" y="186"/>
                </a:cubicBezTo>
                <a:cubicBezTo>
                  <a:pt x="90" y="186"/>
                  <a:pt x="90" y="187"/>
                  <a:pt x="89" y="186"/>
                </a:cubicBezTo>
                <a:cubicBezTo>
                  <a:pt x="89" y="186"/>
                  <a:pt x="90" y="187"/>
                  <a:pt x="89" y="187"/>
                </a:cubicBezTo>
                <a:close/>
                <a:moveTo>
                  <a:pt x="84" y="182"/>
                </a:moveTo>
                <a:cubicBezTo>
                  <a:pt x="84" y="182"/>
                  <a:pt x="85" y="180"/>
                  <a:pt x="84" y="180"/>
                </a:cubicBezTo>
                <a:cubicBezTo>
                  <a:pt x="84" y="181"/>
                  <a:pt x="83" y="181"/>
                  <a:pt x="84" y="182"/>
                </a:cubicBezTo>
                <a:close/>
                <a:moveTo>
                  <a:pt x="72" y="173"/>
                </a:moveTo>
                <a:cubicBezTo>
                  <a:pt x="72" y="173"/>
                  <a:pt x="73" y="173"/>
                  <a:pt x="73" y="173"/>
                </a:cubicBezTo>
                <a:cubicBezTo>
                  <a:pt x="73" y="173"/>
                  <a:pt x="73" y="173"/>
                  <a:pt x="73" y="172"/>
                </a:cubicBezTo>
                <a:cubicBezTo>
                  <a:pt x="72" y="172"/>
                  <a:pt x="75" y="172"/>
                  <a:pt x="74" y="171"/>
                </a:cubicBezTo>
                <a:cubicBezTo>
                  <a:pt x="73" y="171"/>
                  <a:pt x="73" y="172"/>
                  <a:pt x="72" y="173"/>
                </a:cubicBezTo>
                <a:close/>
                <a:moveTo>
                  <a:pt x="97" y="197"/>
                </a:moveTo>
                <a:cubicBezTo>
                  <a:pt x="98" y="196"/>
                  <a:pt x="99" y="195"/>
                  <a:pt x="99" y="194"/>
                </a:cubicBezTo>
                <a:cubicBezTo>
                  <a:pt x="99" y="195"/>
                  <a:pt x="97" y="195"/>
                  <a:pt x="97" y="197"/>
                </a:cubicBezTo>
                <a:close/>
                <a:moveTo>
                  <a:pt x="69" y="174"/>
                </a:moveTo>
                <a:cubicBezTo>
                  <a:pt x="70" y="173"/>
                  <a:pt x="71" y="172"/>
                  <a:pt x="72" y="171"/>
                </a:cubicBezTo>
                <a:cubicBezTo>
                  <a:pt x="72" y="170"/>
                  <a:pt x="72" y="170"/>
                  <a:pt x="72" y="170"/>
                </a:cubicBezTo>
                <a:cubicBezTo>
                  <a:pt x="71" y="172"/>
                  <a:pt x="69" y="172"/>
                  <a:pt x="69" y="174"/>
                </a:cubicBezTo>
                <a:close/>
                <a:moveTo>
                  <a:pt x="91" y="189"/>
                </a:moveTo>
                <a:cubicBezTo>
                  <a:pt x="91" y="189"/>
                  <a:pt x="92" y="189"/>
                  <a:pt x="91" y="188"/>
                </a:cubicBezTo>
                <a:cubicBezTo>
                  <a:pt x="91" y="189"/>
                  <a:pt x="90" y="189"/>
                  <a:pt x="91" y="189"/>
                </a:cubicBezTo>
                <a:close/>
                <a:moveTo>
                  <a:pt x="69" y="171"/>
                </a:moveTo>
                <a:cubicBezTo>
                  <a:pt x="69" y="170"/>
                  <a:pt x="70" y="169"/>
                  <a:pt x="70" y="169"/>
                </a:cubicBezTo>
                <a:cubicBezTo>
                  <a:pt x="69" y="169"/>
                  <a:pt x="68" y="170"/>
                  <a:pt x="69" y="171"/>
                </a:cubicBezTo>
                <a:close/>
                <a:moveTo>
                  <a:pt x="67" y="172"/>
                </a:moveTo>
                <a:cubicBezTo>
                  <a:pt x="68" y="173"/>
                  <a:pt x="68" y="172"/>
                  <a:pt x="68" y="171"/>
                </a:cubicBezTo>
                <a:lnTo>
                  <a:pt x="67" y="172"/>
                </a:lnTo>
                <a:close/>
                <a:moveTo>
                  <a:pt x="96" y="198"/>
                </a:moveTo>
                <a:cubicBezTo>
                  <a:pt x="97" y="198"/>
                  <a:pt x="97" y="197"/>
                  <a:pt x="97" y="197"/>
                </a:cubicBezTo>
                <a:cubicBezTo>
                  <a:pt x="96" y="197"/>
                  <a:pt x="96" y="198"/>
                  <a:pt x="96" y="198"/>
                </a:cubicBezTo>
                <a:close/>
                <a:moveTo>
                  <a:pt x="75" y="181"/>
                </a:moveTo>
                <a:cubicBezTo>
                  <a:pt x="76" y="181"/>
                  <a:pt x="77" y="180"/>
                  <a:pt x="76" y="180"/>
                </a:cubicBezTo>
                <a:cubicBezTo>
                  <a:pt x="76" y="180"/>
                  <a:pt x="75" y="181"/>
                  <a:pt x="75" y="181"/>
                </a:cubicBezTo>
                <a:close/>
                <a:moveTo>
                  <a:pt x="90" y="195"/>
                </a:moveTo>
                <a:cubicBezTo>
                  <a:pt x="91" y="196"/>
                  <a:pt x="91" y="194"/>
                  <a:pt x="92" y="194"/>
                </a:cubicBezTo>
                <a:cubicBezTo>
                  <a:pt x="92" y="194"/>
                  <a:pt x="92" y="194"/>
                  <a:pt x="91" y="193"/>
                </a:cubicBezTo>
                <a:cubicBezTo>
                  <a:pt x="91" y="194"/>
                  <a:pt x="91" y="195"/>
                  <a:pt x="90" y="195"/>
                </a:cubicBezTo>
                <a:close/>
                <a:moveTo>
                  <a:pt x="65" y="173"/>
                </a:moveTo>
                <a:cubicBezTo>
                  <a:pt x="66" y="173"/>
                  <a:pt x="66" y="172"/>
                  <a:pt x="66" y="172"/>
                </a:cubicBezTo>
                <a:cubicBezTo>
                  <a:pt x="66" y="172"/>
                  <a:pt x="65" y="173"/>
                  <a:pt x="65" y="173"/>
                </a:cubicBezTo>
                <a:close/>
                <a:moveTo>
                  <a:pt x="67" y="176"/>
                </a:moveTo>
                <a:cubicBezTo>
                  <a:pt x="68" y="177"/>
                  <a:pt x="69" y="175"/>
                  <a:pt x="68" y="175"/>
                </a:cubicBezTo>
                <a:cubicBezTo>
                  <a:pt x="68" y="176"/>
                  <a:pt x="67" y="176"/>
                  <a:pt x="67" y="176"/>
                </a:cubicBezTo>
                <a:close/>
                <a:moveTo>
                  <a:pt x="70" y="178"/>
                </a:moveTo>
                <a:cubicBezTo>
                  <a:pt x="70" y="179"/>
                  <a:pt x="70" y="178"/>
                  <a:pt x="70" y="177"/>
                </a:cubicBezTo>
                <a:cubicBezTo>
                  <a:pt x="70" y="177"/>
                  <a:pt x="70" y="178"/>
                  <a:pt x="70" y="178"/>
                </a:cubicBezTo>
                <a:close/>
                <a:moveTo>
                  <a:pt x="88" y="196"/>
                </a:moveTo>
                <a:cubicBezTo>
                  <a:pt x="89" y="196"/>
                  <a:pt x="90" y="195"/>
                  <a:pt x="89" y="194"/>
                </a:cubicBezTo>
                <a:cubicBezTo>
                  <a:pt x="89" y="196"/>
                  <a:pt x="87" y="195"/>
                  <a:pt x="88" y="196"/>
                </a:cubicBezTo>
                <a:close/>
                <a:moveTo>
                  <a:pt x="63" y="174"/>
                </a:moveTo>
                <a:cubicBezTo>
                  <a:pt x="63" y="174"/>
                  <a:pt x="63" y="174"/>
                  <a:pt x="63" y="174"/>
                </a:cubicBezTo>
                <a:cubicBezTo>
                  <a:pt x="64" y="174"/>
                  <a:pt x="64" y="173"/>
                  <a:pt x="64" y="172"/>
                </a:cubicBezTo>
                <a:cubicBezTo>
                  <a:pt x="64" y="172"/>
                  <a:pt x="64" y="173"/>
                  <a:pt x="63" y="174"/>
                </a:cubicBezTo>
                <a:close/>
                <a:moveTo>
                  <a:pt x="87" y="195"/>
                </a:moveTo>
                <a:cubicBezTo>
                  <a:pt x="87" y="194"/>
                  <a:pt x="87" y="194"/>
                  <a:pt x="88" y="194"/>
                </a:cubicBezTo>
                <a:cubicBezTo>
                  <a:pt x="87" y="193"/>
                  <a:pt x="87" y="193"/>
                  <a:pt x="87" y="193"/>
                </a:cubicBezTo>
                <a:cubicBezTo>
                  <a:pt x="87" y="194"/>
                  <a:pt x="86" y="194"/>
                  <a:pt x="87" y="195"/>
                </a:cubicBezTo>
                <a:close/>
                <a:moveTo>
                  <a:pt x="89" y="196"/>
                </a:moveTo>
                <a:cubicBezTo>
                  <a:pt x="89" y="196"/>
                  <a:pt x="90" y="197"/>
                  <a:pt x="90" y="197"/>
                </a:cubicBezTo>
                <a:cubicBezTo>
                  <a:pt x="90" y="196"/>
                  <a:pt x="90" y="196"/>
                  <a:pt x="89" y="196"/>
                </a:cubicBezTo>
                <a:close/>
                <a:moveTo>
                  <a:pt x="70" y="180"/>
                </a:moveTo>
                <a:cubicBezTo>
                  <a:pt x="70" y="180"/>
                  <a:pt x="70" y="180"/>
                  <a:pt x="70" y="179"/>
                </a:cubicBezTo>
                <a:cubicBezTo>
                  <a:pt x="70" y="179"/>
                  <a:pt x="69" y="179"/>
                  <a:pt x="69" y="180"/>
                </a:cubicBezTo>
                <a:cubicBezTo>
                  <a:pt x="69" y="180"/>
                  <a:pt x="69" y="180"/>
                  <a:pt x="70" y="180"/>
                </a:cubicBezTo>
                <a:close/>
                <a:moveTo>
                  <a:pt x="63" y="175"/>
                </a:moveTo>
                <a:cubicBezTo>
                  <a:pt x="62" y="175"/>
                  <a:pt x="61" y="176"/>
                  <a:pt x="61" y="177"/>
                </a:cubicBezTo>
                <a:cubicBezTo>
                  <a:pt x="62" y="177"/>
                  <a:pt x="63" y="175"/>
                  <a:pt x="63" y="174"/>
                </a:cubicBezTo>
                <a:cubicBezTo>
                  <a:pt x="63" y="174"/>
                  <a:pt x="63" y="175"/>
                  <a:pt x="63" y="175"/>
                </a:cubicBezTo>
                <a:close/>
                <a:moveTo>
                  <a:pt x="88" y="201"/>
                </a:moveTo>
                <a:cubicBezTo>
                  <a:pt x="88" y="202"/>
                  <a:pt x="88" y="202"/>
                  <a:pt x="89" y="202"/>
                </a:cubicBezTo>
                <a:cubicBezTo>
                  <a:pt x="89" y="201"/>
                  <a:pt x="89" y="201"/>
                  <a:pt x="90" y="200"/>
                </a:cubicBezTo>
                <a:cubicBezTo>
                  <a:pt x="90" y="200"/>
                  <a:pt x="90" y="200"/>
                  <a:pt x="90" y="199"/>
                </a:cubicBezTo>
                <a:cubicBezTo>
                  <a:pt x="90" y="199"/>
                  <a:pt x="90" y="199"/>
                  <a:pt x="90" y="199"/>
                </a:cubicBezTo>
                <a:cubicBezTo>
                  <a:pt x="89" y="200"/>
                  <a:pt x="89" y="201"/>
                  <a:pt x="88" y="201"/>
                </a:cubicBezTo>
                <a:close/>
                <a:moveTo>
                  <a:pt x="92" y="203"/>
                </a:moveTo>
                <a:cubicBezTo>
                  <a:pt x="92" y="203"/>
                  <a:pt x="93" y="202"/>
                  <a:pt x="93" y="202"/>
                </a:cubicBezTo>
                <a:cubicBezTo>
                  <a:pt x="92" y="202"/>
                  <a:pt x="92" y="202"/>
                  <a:pt x="92" y="203"/>
                </a:cubicBezTo>
                <a:close/>
                <a:moveTo>
                  <a:pt x="62" y="177"/>
                </a:moveTo>
                <a:cubicBezTo>
                  <a:pt x="62" y="177"/>
                  <a:pt x="63" y="177"/>
                  <a:pt x="63" y="176"/>
                </a:cubicBezTo>
                <a:cubicBezTo>
                  <a:pt x="62" y="176"/>
                  <a:pt x="62" y="177"/>
                  <a:pt x="62" y="177"/>
                </a:cubicBezTo>
                <a:close/>
                <a:moveTo>
                  <a:pt x="62" y="177"/>
                </a:moveTo>
                <a:cubicBezTo>
                  <a:pt x="62" y="178"/>
                  <a:pt x="63" y="178"/>
                  <a:pt x="63" y="178"/>
                </a:cubicBezTo>
                <a:cubicBezTo>
                  <a:pt x="63" y="177"/>
                  <a:pt x="63" y="177"/>
                  <a:pt x="62" y="177"/>
                </a:cubicBezTo>
                <a:close/>
                <a:moveTo>
                  <a:pt x="90" y="205"/>
                </a:moveTo>
                <a:cubicBezTo>
                  <a:pt x="90" y="205"/>
                  <a:pt x="92" y="204"/>
                  <a:pt x="91" y="203"/>
                </a:cubicBezTo>
                <a:cubicBezTo>
                  <a:pt x="91" y="203"/>
                  <a:pt x="90" y="204"/>
                  <a:pt x="90" y="205"/>
                </a:cubicBezTo>
                <a:close/>
                <a:moveTo>
                  <a:pt x="89" y="203"/>
                </a:moveTo>
                <a:cubicBezTo>
                  <a:pt x="90" y="204"/>
                  <a:pt x="91" y="202"/>
                  <a:pt x="90" y="202"/>
                </a:cubicBezTo>
                <a:cubicBezTo>
                  <a:pt x="90" y="203"/>
                  <a:pt x="90" y="203"/>
                  <a:pt x="89" y="203"/>
                </a:cubicBezTo>
                <a:close/>
                <a:moveTo>
                  <a:pt x="78" y="193"/>
                </a:moveTo>
                <a:cubicBezTo>
                  <a:pt x="76" y="194"/>
                  <a:pt x="79" y="195"/>
                  <a:pt x="78" y="196"/>
                </a:cubicBezTo>
                <a:cubicBezTo>
                  <a:pt x="79" y="196"/>
                  <a:pt x="80" y="194"/>
                  <a:pt x="80" y="194"/>
                </a:cubicBezTo>
                <a:cubicBezTo>
                  <a:pt x="79" y="195"/>
                  <a:pt x="78" y="194"/>
                  <a:pt x="78" y="193"/>
                </a:cubicBezTo>
                <a:close/>
                <a:moveTo>
                  <a:pt x="70" y="188"/>
                </a:moveTo>
                <a:cubicBezTo>
                  <a:pt x="69" y="188"/>
                  <a:pt x="70" y="188"/>
                  <a:pt x="69" y="188"/>
                </a:cubicBezTo>
                <a:cubicBezTo>
                  <a:pt x="69" y="189"/>
                  <a:pt x="67" y="189"/>
                  <a:pt x="68" y="190"/>
                </a:cubicBezTo>
                <a:cubicBezTo>
                  <a:pt x="68" y="189"/>
                  <a:pt x="70" y="190"/>
                  <a:pt x="70" y="188"/>
                </a:cubicBezTo>
                <a:cubicBezTo>
                  <a:pt x="70" y="188"/>
                  <a:pt x="70" y="188"/>
                  <a:pt x="70" y="188"/>
                </a:cubicBezTo>
                <a:close/>
                <a:moveTo>
                  <a:pt x="66" y="185"/>
                </a:moveTo>
                <a:cubicBezTo>
                  <a:pt x="65" y="185"/>
                  <a:pt x="65" y="185"/>
                  <a:pt x="66" y="186"/>
                </a:cubicBezTo>
                <a:cubicBezTo>
                  <a:pt x="66" y="185"/>
                  <a:pt x="66" y="184"/>
                  <a:pt x="66" y="185"/>
                </a:cubicBezTo>
                <a:close/>
                <a:moveTo>
                  <a:pt x="79" y="199"/>
                </a:moveTo>
                <a:cubicBezTo>
                  <a:pt x="80" y="199"/>
                  <a:pt x="81" y="198"/>
                  <a:pt x="81" y="198"/>
                </a:cubicBezTo>
                <a:cubicBezTo>
                  <a:pt x="80" y="198"/>
                  <a:pt x="79" y="199"/>
                  <a:pt x="79" y="199"/>
                </a:cubicBezTo>
                <a:close/>
                <a:moveTo>
                  <a:pt x="84" y="202"/>
                </a:moveTo>
                <a:cubicBezTo>
                  <a:pt x="85" y="202"/>
                  <a:pt x="85" y="201"/>
                  <a:pt x="85" y="201"/>
                </a:cubicBezTo>
                <a:cubicBezTo>
                  <a:pt x="84" y="201"/>
                  <a:pt x="84" y="202"/>
                  <a:pt x="84" y="202"/>
                </a:cubicBezTo>
                <a:close/>
                <a:moveTo>
                  <a:pt x="58" y="182"/>
                </a:moveTo>
                <a:cubicBezTo>
                  <a:pt x="58" y="183"/>
                  <a:pt x="60" y="181"/>
                  <a:pt x="59" y="181"/>
                </a:cubicBezTo>
                <a:cubicBezTo>
                  <a:pt x="59" y="181"/>
                  <a:pt x="57" y="182"/>
                  <a:pt x="58" y="182"/>
                </a:cubicBezTo>
                <a:close/>
                <a:moveTo>
                  <a:pt x="76" y="197"/>
                </a:moveTo>
                <a:cubicBezTo>
                  <a:pt x="77" y="198"/>
                  <a:pt x="78" y="196"/>
                  <a:pt x="77" y="197"/>
                </a:cubicBezTo>
                <a:cubicBezTo>
                  <a:pt x="77" y="197"/>
                  <a:pt x="76" y="197"/>
                  <a:pt x="76" y="197"/>
                </a:cubicBezTo>
                <a:close/>
                <a:moveTo>
                  <a:pt x="68" y="191"/>
                </a:moveTo>
                <a:cubicBezTo>
                  <a:pt x="68" y="191"/>
                  <a:pt x="68" y="191"/>
                  <a:pt x="69" y="191"/>
                </a:cubicBezTo>
                <a:cubicBezTo>
                  <a:pt x="68" y="191"/>
                  <a:pt x="69" y="190"/>
                  <a:pt x="69" y="190"/>
                </a:cubicBezTo>
                <a:cubicBezTo>
                  <a:pt x="68" y="190"/>
                  <a:pt x="68" y="191"/>
                  <a:pt x="68" y="191"/>
                </a:cubicBezTo>
                <a:close/>
                <a:moveTo>
                  <a:pt x="69" y="194"/>
                </a:moveTo>
                <a:cubicBezTo>
                  <a:pt x="70" y="195"/>
                  <a:pt x="70" y="194"/>
                  <a:pt x="71" y="194"/>
                </a:cubicBezTo>
                <a:cubicBezTo>
                  <a:pt x="70" y="193"/>
                  <a:pt x="71" y="193"/>
                  <a:pt x="70" y="193"/>
                </a:cubicBezTo>
                <a:cubicBezTo>
                  <a:pt x="70" y="193"/>
                  <a:pt x="70" y="194"/>
                  <a:pt x="69" y="194"/>
                </a:cubicBezTo>
                <a:close/>
                <a:moveTo>
                  <a:pt x="64" y="195"/>
                </a:moveTo>
                <a:cubicBezTo>
                  <a:pt x="64" y="194"/>
                  <a:pt x="64" y="195"/>
                  <a:pt x="64" y="194"/>
                </a:cubicBezTo>
                <a:cubicBezTo>
                  <a:pt x="65" y="193"/>
                  <a:pt x="65" y="191"/>
                  <a:pt x="67" y="190"/>
                </a:cubicBezTo>
                <a:cubicBezTo>
                  <a:pt x="67" y="191"/>
                  <a:pt x="67" y="192"/>
                  <a:pt x="68" y="191"/>
                </a:cubicBezTo>
                <a:cubicBezTo>
                  <a:pt x="67" y="193"/>
                  <a:pt x="66" y="194"/>
                  <a:pt x="65" y="195"/>
                </a:cubicBezTo>
                <a:cubicBezTo>
                  <a:pt x="65" y="194"/>
                  <a:pt x="66" y="194"/>
                  <a:pt x="66" y="193"/>
                </a:cubicBezTo>
                <a:cubicBezTo>
                  <a:pt x="65" y="192"/>
                  <a:pt x="65" y="195"/>
                  <a:pt x="64" y="195"/>
                </a:cubicBezTo>
                <a:cubicBezTo>
                  <a:pt x="64" y="195"/>
                  <a:pt x="64" y="195"/>
                  <a:pt x="64" y="195"/>
                </a:cubicBezTo>
                <a:close/>
                <a:moveTo>
                  <a:pt x="66" y="192"/>
                </a:moveTo>
                <a:cubicBezTo>
                  <a:pt x="66" y="192"/>
                  <a:pt x="68" y="192"/>
                  <a:pt x="67" y="191"/>
                </a:cubicBezTo>
                <a:cubicBezTo>
                  <a:pt x="67" y="192"/>
                  <a:pt x="66" y="192"/>
                  <a:pt x="66" y="192"/>
                </a:cubicBezTo>
                <a:close/>
                <a:moveTo>
                  <a:pt x="68" y="196"/>
                </a:moveTo>
                <a:cubicBezTo>
                  <a:pt x="69" y="196"/>
                  <a:pt x="69" y="195"/>
                  <a:pt x="69" y="195"/>
                </a:cubicBezTo>
                <a:cubicBezTo>
                  <a:pt x="69" y="195"/>
                  <a:pt x="68" y="196"/>
                  <a:pt x="68" y="196"/>
                </a:cubicBezTo>
                <a:close/>
                <a:moveTo>
                  <a:pt x="81" y="205"/>
                </a:moveTo>
                <a:cubicBezTo>
                  <a:pt x="81" y="206"/>
                  <a:pt x="80" y="206"/>
                  <a:pt x="80" y="207"/>
                </a:cubicBezTo>
                <a:cubicBezTo>
                  <a:pt x="81" y="207"/>
                  <a:pt x="81" y="206"/>
                  <a:pt x="81" y="205"/>
                </a:cubicBezTo>
                <a:close/>
                <a:moveTo>
                  <a:pt x="85" y="210"/>
                </a:moveTo>
                <a:cubicBezTo>
                  <a:pt x="85" y="211"/>
                  <a:pt x="84" y="211"/>
                  <a:pt x="84" y="213"/>
                </a:cubicBezTo>
                <a:cubicBezTo>
                  <a:pt x="84" y="212"/>
                  <a:pt x="87" y="210"/>
                  <a:pt x="86" y="210"/>
                </a:cubicBezTo>
                <a:cubicBezTo>
                  <a:pt x="86" y="210"/>
                  <a:pt x="85" y="210"/>
                  <a:pt x="85" y="210"/>
                </a:cubicBezTo>
                <a:close/>
                <a:moveTo>
                  <a:pt x="81" y="210"/>
                </a:moveTo>
                <a:cubicBezTo>
                  <a:pt x="82" y="210"/>
                  <a:pt x="83" y="209"/>
                  <a:pt x="83" y="207"/>
                </a:cubicBezTo>
                <a:cubicBezTo>
                  <a:pt x="82" y="208"/>
                  <a:pt x="81" y="209"/>
                  <a:pt x="81" y="210"/>
                </a:cubicBezTo>
                <a:close/>
                <a:moveTo>
                  <a:pt x="67" y="196"/>
                </a:moveTo>
                <a:cubicBezTo>
                  <a:pt x="67" y="195"/>
                  <a:pt x="67" y="195"/>
                  <a:pt x="67" y="195"/>
                </a:cubicBezTo>
                <a:cubicBezTo>
                  <a:pt x="66" y="194"/>
                  <a:pt x="67" y="195"/>
                  <a:pt x="67" y="196"/>
                </a:cubicBezTo>
                <a:close/>
                <a:moveTo>
                  <a:pt x="54" y="186"/>
                </a:moveTo>
                <a:cubicBezTo>
                  <a:pt x="55" y="186"/>
                  <a:pt x="55" y="186"/>
                  <a:pt x="55" y="186"/>
                </a:cubicBezTo>
                <a:cubicBezTo>
                  <a:pt x="55" y="186"/>
                  <a:pt x="55" y="187"/>
                  <a:pt x="55" y="187"/>
                </a:cubicBezTo>
                <a:cubicBezTo>
                  <a:pt x="56" y="186"/>
                  <a:pt x="55" y="186"/>
                  <a:pt x="55" y="186"/>
                </a:cubicBezTo>
                <a:cubicBezTo>
                  <a:pt x="55" y="185"/>
                  <a:pt x="55" y="186"/>
                  <a:pt x="54" y="186"/>
                </a:cubicBezTo>
                <a:cubicBezTo>
                  <a:pt x="54" y="186"/>
                  <a:pt x="54" y="186"/>
                  <a:pt x="54" y="186"/>
                </a:cubicBezTo>
                <a:close/>
                <a:moveTo>
                  <a:pt x="63" y="194"/>
                </a:moveTo>
                <a:cubicBezTo>
                  <a:pt x="63" y="194"/>
                  <a:pt x="64" y="194"/>
                  <a:pt x="64" y="193"/>
                </a:cubicBezTo>
                <a:cubicBezTo>
                  <a:pt x="63" y="193"/>
                  <a:pt x="62" y="194"/>
                  <a:pt x="63" y="194"/>
                </a:cubicBezTo>
                <a:close/>
                <a:moveTo>
                  <a:pt x="68" y="198"/>
                </a:moveTo>
                <a:cubicBezTo>
                  <a:pt x="68" y="197"/>
                  <a:pt x="68" y="197"/>
                  <a:pt x="68" y="197"/>
                </a:cubicBezTo>
                <a:cubicBezTo>
                  <a:pt x="68" y="197"/>
                  <a:pt x="67" y="198"/>
                  <a:pt x="68" y="198"/>
                </a:cubicBezTo>
                <a:close/>
                <a:moveTo>
                  <a:pt x="68" y="200"/>
                </a:moveTo>
                <a:cubicBezTo>
                  <a:pt x="69" y="201"/>
                  <a:pt x="69" y="200"/>
                  <a:pt x="70" y="200"/>
                </a:cubicBezTo>
                <a:cubicBezTo>
                  <a:pt x="70" y="200"/>
                  <a:pt x="70" y="199"/>
                  <a:pt x="70" y="199"/>
                </a:cubicBezTo>
                <a:cubicBezTo>
                  <a:pt x="70" y="199"/>
                  <a:pt x="70" y="199"/>
                  <a:pt x="70" y="198"/>
                </a:cubicBezTo>
                <a:cubicBezTo>
                  <a:pt x="69" y="199"/>
                  <a:pt x="69" y="200"/>
                  <a:pt x="68" y="200"/>
                </a:cubicBezTo>
                <a:close/>
                <a:moveTo>
                  <a:pt x="53" y="186"/>
                </a:moveTo>
                <a:cubicBezTo>
                  <a:pt x="53" y="185"/>
                  <a:pt x="54" y="185"/>
                  <a:pt x="53" y="184"/>
                </a:cubicBezTo>
                <a:cubicBezTo>
                  <a:pt x="53" y="184"/>
                  <a:pt x="53" y="185"/>
                  <a:pt x="53" y="186"/>
                </a:cubicBezTo>
                <a:close/>
                <a:moveTo>
                  <a:pt x="66" y="197"/>
                </a:moveTo>
                <a:cubicBezTo>
                  <a:pt x="67" y="196"/>
                  <a:pt x="66" y="197"/>
                  <a:pt x="66" y="196"/>
                </a:cubicBezTo>
                <a:cubicBezTo>
                  <a:pt x="66" y="196"/>
                  <a:pt x="66" y="197"/>
                  <a:pt x="66" y="197"/>
                </a:cubicBezTo>
                <a:close/>
                <a:moveTo>
                  <a:pt x="71" y="202"/>
                </a:moveTo>
                <a:cubicBezTo>
                  <a:pt x="71" y="202"/>
                  <a:pt x="72" y="202"/>
                  <a:pt x="72" y="201"/>
                </a:cubicBezTo>
                <a:cubicBezTo>
                  <a:pt x="71" y="201"/>
                  <a:pt x="70" y="202"/>
                  <a:pt x="71" y="202"/>
                </a:cubicBezTo>
                <a:close/>
                <a:moveTo>
                  <a:pt x="60" y="193"/>
                </a:moveTo>
                <a:cubicBezTo>
                  <a:pt x="61" y="193"/>
                  <a:pt x="61" y="193"/>
                  <a:pt x="61" y="194"/>
                </a:cubicBezTo>
                <a:cubicBezTo>
                  <a:pt x="61" y="193"/>
                  <a:pt x="61" y="194"/>
                  <a:pt x="61" y="194"/>
                </a:cubicBezTo>
                <a:cubicBezTo>
                  <a:pt x="61" y="194"/>
                  <a:pt x="62" y="193"/>
                  <a:pt x="61" y="193"/>
                </a:cubicBezTo>
                <a:cubicBezTo>
                  <a:pt x="61" y="193"/>
                  <a:pt x="61" y="193"/>
                  <a:pt x="60" y="193"/>
                </a:cubicBezTo>
                <a:close/>
                <a:moveTo>
                  <a:pt x="54" y="191"/>
                </a:moveTo>
                <a:cubicBezTo>
                  <a:pt x="55" y="191"/>
                  <a:pt x="56" y="190"/>
                  <a:pt x="56" y="189"/>
                </a:cubicBezTo>
                <a:cubicBezTo>
                  <a:pt x="55" y="189"/>
                  <a:pt x="54" y="190"/>
                  <a:pt x="54" y="191"/>
                </a:cubicBezTo>
                <a:close/>
                <a:moveTo>
                  <a:pt x="76" y="210"/>
                </a:moveTo>
                <a:cubicBezTo>
                  <a:pt x="77" y="209"/>
                  <a:pt x="78" y="209"/>
                  <a:pt x="78" y="208"/>
                </a:cubicBezTo>
                <a:cubicBezTo>
                  <a:pt x="78" y="208"/>
                  <a:pt x="76" y="210"/>
                  <a:pt x="76" y="210"/>
                </a:cubicBezTo>
                <a:close/>
                <a:moveTo>
                  <a:pt x="75" y="208"/>
                </a:moveTo>
                <a:cubicBezTo>
                  <a:pt x="75" y="208"/>
                  <a:pt x="75" y="208"/>
                  <a:pt x="75" y="208"/>
                </a:cubicBezTo>
                <a:cubicBezTo>
                  <a:pt x="75" y="208"/>
                  <a:pt x="75" y="207"/>
                  <a:pt x="75" y="207"/>
                </a:cubicBezTo>
                <a:cubicBezTo>
                  <a:pt x="75" y="207"/>
                  <a:pt x="75" y="207"/>
                  <a:pt x="75" y="207"/>
                </a:cubicBezTo>
                <a:cubicBezTo>
                  <a:pt x="74" y="207"/>
                  <a:pt x="75" y="207"/>
                  <a:pt x="74" y="208"/>
                </a:cubicBezTo>
                <a:lnTo>
                  <a:pt x="75" y="208"/>
                </a:lnTo>
                <a:close/>
                <a:moveTo>
                  <a:pt x="74" y="206"/>
                </a:moveTo>
                <a:cubicBezTo>
                  <a:pt x="73" y="207"/>
                  <a:pt x="73" y="205"/>
                  <a:pt x="73" y="206"/>
                </a:cubicBezTo>
                <a:cubicBezTo>
                  <a:pt x="73" y="206"/>
                  <a:pt x="72" y="207"/>
                  <a:pt x="73" y="207"/>
                </a:cubicBezTo>
                <a:cubicBezTo>
                  <a:pt x="73" y="207"/>
                  <a:pt x="73" y="207"/>
                  <a:pt x="73" y="207"/>
                </a:cubicBezTo>
                <a:cubicBezTo>
                  <a:pt x="73" y="207"/>
                  <a:pt x="73" y="207"/>
                  <a:pt x="73" y="207"/>
                </a:cubicBezTo>
                <a:cubicBezTo>
                  <a:pt x="74" y="207"/>
                  <a:pt x="74" y="206"/>
                  <a:pt x="74" y="206"/>
                </a:cubicBezTo>
                <a:close/>
                <a:moveTo>
                  <a:pt x="50" y="189"/>
                </a:moveTo>
                <a:cubicBezTo>
                  <a:pt x="51" y="190"/>
                  <a:pt x="52" y="189"/>
                  <a:pt x="51" y="188"/>
                </a:cubicBezTo>
                <a:cubicBezTo>
                  <a:pt x="51" y="189"/>
                  <a:pt x="51" y="189"/>
                  <a:pt x="50" y="189"/>
                </a:cubicBezTo>
                <a:close/>
                <a:moveTo>
                  <a:pt x="53" y="192"/>
                </a:moveTo>
                <a:cubicBezTo>
                  <a:pt x="54" y="193"/>
                  <a:pt x="54" y="192"/>
                  <a:pt x="54" y="192"/>
                </a:cubicBezTo>
                <a:cubicBezTo>
                  <a:pt x="54" y="192"/>
                  <a:pt x="54" y="191"/>
                  <a:pt x="54" y="191"/>
                </a:cubicBezTo>
                <a:lnTo>
                  <a:pt x="53" y="192"/>
                </a:lnTo>
                <a:close/>
                <a:moveTo>
                  <a:pt x="73" y="209"/>
                </a:moveTo>
                <a:cubicBezTo>
                  <a:pt x="73" y="209"/>
                  <a:pt x="73" y="210"/>
                  <a:pt x="73" y="209"/>
                </a:cubicBezTo>
                <a:cubicBezTo>
                  <a:pt x="73" y="209"/>
                  <a:pt x="74" y="210"/>
                  <a:pt x="74" y="209"/>
                </a:cubicBezTo>
                <a:cubicBezTo>
                  <a:pt x="74" y="209"/>
                  <a:pt x="74" y="208"/>
                  <a:pt x="74" y="208"/>
                </a:cubicBezTo>
                <a:cubicBezTo>
                  <a:pt x="73" y="209"/>
                  <a:pt x="73" y="208"/>
                  <a:pt x="73" y="208"/>
                </a:cubicBezTo>
                <a:cubicBezTo>
                  <a:pt x="73" y="208"/>
                  <a:pt x="73" y="209"/>
                  <a:pt x="73" y="209"/>
                </a:cubicBezTo>
                <a:cubicBezTo>
                  <a:pt x="73" y="209"/>
                  <a:pt x="73" y="209"/>
                  <a:pt x="73" y="209"/>
                </a:cubicBezTo>
                <a:close/>
                <a:moveTo>
                  <a:pt x="49" y="190"/>
                </a:moveTo>
                <a:cubicBezTo>
                  <a:pt x="49" y="190"/>
                  <a:pt x="50" y="189"/>
                  <a:pt x="50" y="189"/>
                </a:cubicBezTo>
                <a:cubicBezTo>
                  <a:pt x="50" y="189"/>
                  <a:pt x="49" y="190"/>
                  <a:pt x="49" y="190"/>
                </a:cubicBezTo>
                <a:close/>
                <a:moveTo>
                  <a:pt x="52" y="194"/>
                </a:moveTo>
                <a:cubicBezTo>
                  <a:pt x="53" y="194"/>
                  <a:pt x="54" y="193"/>
                  <a:pt x="53" y="192"/>
                </a:cubicBezTo>
                <a:cubicBezTo>
                  <a:pt x="53" y="193"/>
                  <a:pt x="52" y="193"/>
                  <a:pt x="52" y="194"/>
                </a:cubicBezTo>
                <a:close/>
                <a:moveTo>
                  <a:pt x="66" y="205"/>
                </a:moveTo>
                <a:cubicBezTo>
                  <a:pt x="66" y="205"/>
                  <a:pt x="67" y="204"/>
                  <a:pt x="67" y="204"/>
                </a:cubicBezTo>
                <a:cubicBezTo>
                  <a:pt x="67" y="204"/>
                  <a:pt x="67" y="204"/>
                  <a:pt x="67" y="204"/>
                </a:cubicBezTo>
                <a:cubicBezTo>
                  <a:pt x="67" y="204"/>
                  <a:pt x="66" y="205"/>
                  <a:pt x="66" y="205"/>
                </a:cubicBezTo>
                <a:close/>
                <a:moveTo>
                  <a:pt x="58" y="198"/>
                </a:moveTo>
                <a:cubicBezTo>
                  <a:pt x="57" y="198"/>
                  <a:pt x="57" y="197"/>
                  <a:pt x="57" y="197"/>
                </a:cubicBezTo>
                <a:cubicBezTo>
                  <a:pt x="56" y="197"/>
                  <a:pt x="57" y="198"/>
                  <a:pt x="58" y="198"/>
                </a:cubicBezTo>
                <a:close/>
                <a:moveTo>
                  <a:pt x="50" y="197"/>
                </a:moveTo>
                <a:cubicBezTo>
                  <a:pt x="51" y="196"/>
                  <a:pt x="51" y="195"/>
                  <a:pt x="52" y="195"/>
                </a:cubicBezTo>
                <a:cubicBezTo>
                  <a:pt x="52" y="194"/>
                  <a:pt x="52" y="194"/>
                  <a:pt x="52" y="194"/>
                </a:cubicBezTo>
                <a:cubicBezTo>
                  <a:pt x="51" y="195"/>
                  <a:pt x="50" y="196"/>
                  <a:pt x="50" y="197"/>
                </a:cubicBezTo>
                <a:close/>
                <a:moveTo>
                  <a:pt x="79" y="218"/>
                </a:moveTo>
                <a:cubicBezTo>
                  <a:pt x="80" y="219"/>
                  <a:pt x="80" y="218"/>
                  <a:pt x="80" y="218"/>
                </a:cubicBezTo>
                <a:cubicBezTo>
                  <a:pt x="80" y="218"/>
                  <a:pt x="80" y="218"/>
                  <a:pt x="79" y="218"/>
                </a:cubicBezTo>
                <a:close/>
                <a:moveTo>
                  <a:pt x="45" y="192"/>
                </a:moveTo>
                <a:cubicBezTo>
                  <a:pt x="45" y="192"/>
                  <a:pt x="47" y="192"/>
                  <a:pt x="46" y="191"/>
                </a:cubicBezTo>
                <a:cubicBezTo>
                  <a:pt x="46" y="192"/>
                  <a:pt x="45" y="191"/>
                  <a:pt x="45" y="192"/>
                </a:cubicBezTo>
                <a:close/>
                <a:moveTo>
                  <a:pt x="42" y="196"/>
                </a:moveTo>
                <a:cubicBezTo>
                  <a:pt x="44" y="196"/>
                  <a:pt x="43" y="194"/>
                  <a:pt x="45" y="193"/>
                </a:cubicBezTo>
                <a:cubicBezTo>
                  <a:pt x="44" y="193"/>
                  <a:pt x="44" y="193"/>
                  <a:pt x="44" y="193"/>
                </a:cubicBezTo>
                <a:cubicBezTo>
                  <a:pt x="44" y="194"/>
                  <a:pt x="42" y="194"/>
                  <a:pt x="42" y="196"/>
                </a:cubicBezTo>
                <a:close/>
                <a:moveTo>
                  <a:pt x="49" y="199"/>
                </a:moveTo>
                <a:cubicBezTo>
                  <a:pt x="49" y="198"/>
                  <a:pt x="50" y="198"/>
                  <a:pt x="49" y="197"/>
                </a:cubicBezTo>
                <a:cubicBezTo>
                  <a:pt x="49" y="198"/>
                  <a:pt x="48" y="198"/>
                  <a:pt x="49" y="199"/>
                </a:cubicBezTo>
                <a:close/>
                <a:moveTo>
                  <a:pt x="67" y="214"/>
                </a:moveTo>
                <a:cubicBezTo>
                  <a:pt x="67" y="214"/>
                  <a:pt x="66" y="215"/>
                  <a:pt x="67" y="215"/>
                </a:cubicBezTo>
                <a:cubicBezTo>
                  <a:pt x="66" y="214"/>
                  <a:pt x="68" y="214"/>
                  <a:pt x="68" y="214"/>
                </a:cubicBezTo>
                <a:cubicBezTo>
                  <a:pt x="67" y="214"/>
                  <a:pt x="67" y="214"/>
                  <a:pt x="67" y="214"/>
                </a:cubicBezTo>
                <a:close/>
                <a:moveTo>
                  <a:pt x="72" y="224"/>
                </a:moveTo>
                <a:cubicBezTo>
                  <a:pt x="72" y="224"/>
                  <a:pt x="74" y="222"/>
                  <a:pt x="74" y="221"/>
                </a:cubicBezTo>
                <a:cubicBezTo>
                  <a:pt x="74" y="222"/>
                  <a:pt x="72" y="224"/>
                  <a:pt x="72" y="224"/>
                </a:cubicBezTo>
                <a:close/>
                <a:moveTo>
                  <a:pt x="59" y="212"/>
                </a:moveTo>
                <a:cubicBezTo>
                  <a:pt x="59" y="211"/>
                  <a:pt x="61" y="211"/>
                  <a:pt x="61" y="211"/>
                </a:cubicBezTo>
                <a:cubicBezTo>
                  <a:pt x="60" y="211"/>
                  <a:pt x="59" y="211"/>
                  <a:pt x="59" y="212"/>
                </a:cubicBezTo>
                <a:close/>
                <a:moveTo>
                  <a:pt x="71" y="219"/>
                </a:moveTo>
                <a:cubicBezTo>
                  <a:pt x="71" y="219"/>
                  <a:pt x="70" y="219"/>
                  <a:pt x="70" y="218"/>
                </a:cubicBezTo>
                <a:cubicBezTo>
                  <a:pt x="70" y="219"/>
                  <a:pt x="70" y="219"/>
                  <a:pt x="71" y="219"/>
                </a:cubicBezTo>
                <a:close/>
                <a:moveTo>
                  <a:pt x="41" y="197"/>
                </a:moveTo>
                <a:cubicBezTo>
                  <a:pt x="42" y="198"/>
                  <a:pt x="42" y="197"/>
                  <a:pt x="42" y="196"/>
                </a:cubicBezTo>
                <a:cubicBezTo>
                  <a:pt x="42" y="196"/>
                  <a:pt x="42" y="196"/>
                  <a:pt x="41" y="197"/>
                </a:cubicBezTo>
                <a:close/>
                <a:moveTo>
                  <a:pt x="57" y="214"/>
                </a:moveTo>
                <a:cubicBezTo>
                  <a:pt x="57" y="214"/>
                  <a:pt x="57" y="214"/>
                  <a:pt x="57" y="215"/>
                </a:cubicBezTo>
                <a:cubicBezTo>
                  <a:pt x="58" y="214"/>
                  <a:pt x="58" y="214"/>
                  <a:pt x="58" y="213"/>
                </a:cubicBezTo>
                <a:cubicBezTo>
                  <a:pt x="58" y="214"/>
                  <a:pt x="58" y="214"/>
                  <a:pt x="57" y="214"/>
                </a:cubicBezTo>
                <a:close/>
                <a:moveTo>
                  <a:pt x="62" y="219"/>
                </a:moveTo>
                <a:cubicBezTo>
                  <a:pt x="62" y="218"/>
                  <a:pt x="62" y="218"/>
                  <a:pt x="62" y="218"/>
                </a:cubicBezTo>
                <a:cubicBezTo>
                  <a:pt x="61" y="218"/>
                  <a:pt x="61" y="218"/>
                  <a:pt x="62" y="219"/>
                </a:cubicBezTo>
                <a:close/>
                <a:moveTo>
                  <a:pt x="62" y="219"/>
                </a:moveTo>
                <a:cubicBezTo>
                  <a:pt x="62" y="220"/>
                  <a:pt x="63" y="220"/>
                  <a:pt x="63" y="220"/>
                </a:cubicBezTo>
                <a:cubicBezTo>
                  <a:pt x="63" y="220"/>
                  <a:pt x="62" y="219"/>
                  <a:pt x="62" y="219"/>
                </a:cubicBezTo>
                <a:close/>
                <a:moveTo>
                  <a:pt x="43" y="206"/>
                </a:moveTo>
                <a:cubicBezTo>
                  <a:pt x="43" y="205"/>
                  <a:pt x="44" y="204"/>
                  <a:pt x="43" y="204"/>
                </a:cubicBezTo>
                <a:cubicBezTo>
                  <a:pt x="42" y="205"/>
                  <a:pt x="42" y="205"/>
                  <a:pt x="43" y="206"/>
                </a:cubicBezTo>
                <a:close/>
                <a:moveTo>
                  <a:pt x="59" y="218"/>
                </a:moveTo>
                <a:cubicBezTo>
                  <a:pt x="60" y="219"/>
                  <a:pt x="60" y="218"/>
                  <a:pt x="60" y="217"/>
                </a:cubicBezTo>
                <a:cubicBezTo>
                  <a:pt x="60" y="217"/>
                  <a:pt x="59" y="218"/>
                  <a:pt x="59" y="218"/>
                </a:cubicBezTo>
                <a:close/>
                <a:moveTo>
                  <a:pt x="57" y="218"/>
                </a:moveTo>
                <a:cubicBezTo>
                  <a:pt x="57" y="217"/>
                  <a:pt x="58" y="217"/>
                  <a:pt x="58" y="216"/>
                </a:cubicBezTo>
                <a:cubicBezTo>
                  <a:pt x="58" y="216"/>
                  <a:pt x="57" y="217"/>
                  <a:pt x="57" y="218"/>
                </a:cubicBezTo>
                <a:close/>
                <a:moveTo>
                  <a:pt x="64" y="226"/>
                </a:moveTo>
                <a:cubicBezTo>
                  <a:pt x="65" y="225"/>
                  <a:pt x="66" y="225"/>
                  <a:pt x="66" y="224"/>
                </a:cubicBezTo>
                <a:cubicBezTo>
                  <a:pt x="66" y="224"/>
                  <a:pt x="66" y="224"/>
                  <a:pt x="66" y="223"/>
                </a:cubicBezTo>
                <a:cubicBezTo>
                  <a:pt x="65" y="224"/>
                  <a:pt x="64" y="225"/>
                  <a:pt x="64" y="226"/>
                </a:cubicBezTo>
                <a:close/>
                <a:moveTo>
                  <a:pt x="49" y="214"/>
                </a:moveTo>
                <a:cubicBezTo>
                  <a:pt x="50" y="214"/>
                  <a:pt x="51" y="213"/>
                  <a:pt x="51" y="212"/>
                </a:cubicBezTo>
                <a:cubicBezTo>
                  <a:pt x="50" y="213"/>
                  <a:pt x="49" y="213"/>
                  <a:pt x="49" y="214"/>
                </a:cubicBezTo>
                <a:close/>
                <a:moveTo>
                  <a:pt x="57" y="221"/>
                </a:moveTo>
                <a:cubicBezTo>
                  <a:pt x="58" y="220"/>
                  <a:pt x="59" y="220"/>
                  <a:pt x="59" y="219"/>
                </a:cubicBezTo>
                <a:cubicBezTo>
                  <a:pt x="58" y="219"/>
                  <a:pt x="56" y="220"/>
                  <a:pt x="57" y="221"/>
                </a:cubicBezTo>
                <a:close/>
                <a:moveTo>
                  <a:pt x="41" y="208"/>
                </a:moveTo>
                <a:cubicBezTo>
                  <a:pt x="41" y="208"/>
                  <a:pt x="41" y="207"/>
                  <a:pt x="41" y="207"/>
                </a:cubicBezTo>
                <a:cubicBezTo>
                  <a:pt x="41" y="207"/>
                  <a:pt x="40" y="208"/>
                  <a:pt x="41" y="208"/>
                </a:cubicBezTo>
                <a:close/>
                <a:moveTo>
                  <a:pt x="62" y="226"/>
                </a:moveTo>
                <a:cubicBezTo>
                  <a:pt x="62" y="225"/>
                  <a:pt x="63" y="225"/>
                  <a:pt x="62" y="224"/>
                </a:cubicBezTo>
                <a:cubicBezTo>
                  <a:pt x="62" y="225"/>
                  <a:pt x="61" y="225"/>
                  <a:pt x="62" y="226"/>
                </a:cubicBezTo>
                <a:close/>
                <a:moveTo>
                  <a:pt x="53" y="219"/>
                </a:moveTo>
                <a:cubicBezTo>
                  <a:pt x="54" y="219"/>
                  <a:pt x="54" y="220"/>
                  <a:pt x="55" y="219"/>
                </a:cubicBezTo>
                <a:cubicBezTo>
                  <a:pt x="54" y="219"/>
                  <a:pt x="54" y="218"/>
                  <a:pt x="53" y="219"/>
                </a:cubicBezTo>
                <a:close/>
                <a:moveTo>
                  <a:pt x="68" y="232"/>
                </a:moveTo>
                <a:cubicBezTo>
                  <a:pt x="69" y="233"/>
                  <a:pt x="70" y="231"/>
                  <a:pt x="69" y="231"/>
                </a:cubicBezTo>
                <a:cubicBezTo>
                  <a:pt x="69" y="231"/>
                  <a:pt x="69" y="232"/>
                  <a:pt x="68" y="232"/>
                </a:cubicBezTo>
                <a:close/>
                <a:moveTo>
                  <a:pt x="55" y="224"/>
                </a:moveTo>
                <a:cubicBezTo>
                  <a:pt x="56" y="223"/>
                  <a:pt x="57" y="222"/>
                  <a:pt x="57" y="221"/>
                </a:cubicBezTo>
                <a:cubicBezTo>
                  <a:pt x="56" y="222"/>
                  <a:pt x="56" y="223"/>
                  <a:pt x="55" y="224"/>
                </a:cubicBezTo>
                <a:close/>
                <a:moveTo>
                  <a:pt x="62" y="228"/>
                </a:moveTo>
                <a:cubicBezTo>
                  <a:pt x="63" y="228"/>
                  <a:pt x="63" y="228"/>
                  <a:pt x="64" y="228"/>
                </a:cubicBezTo>
                <a:cubicBezTo>
                  <a:pt x="63" y="227"/>
                  <a:pt x="64" y="227"/>
                  <a:pt x="63" y="226"/>
                </a:cubicBezTo>
                <a:cubicBezTo>
                  <a:pt x="63" y="227"/>
                  <a:pt x="62" y="228"/>
                  <a:pt x="62" y="228"/>
                </a:cubicBezTo>
                <a:close/>
                <a:moveTo>
                  <a:pt x="53" y="220"/>
                </a:moveTo>
                <a:cubicBezTo>
                  <a:pt x="53" y="220"/>
                  <a:pt x="54" y="219"/>
                  <a:pt x="53" y="219"/>
                </a:cubicBezTo>
                <a:cubicBezTo>
                  <a:pt x="52" y="221"/>
                  <a:pt x="51" y="222"/>
                  <a:pt x="53" y="220"/>
                </a:cubicBezTo>
                <a:close/>
                <a:moveTo>
                  <a:pt x="47" y="216"/>
                </a:moveTo>
                <a:cubicBezTo>
                  <a:pt x="47" y="217"/>
                  <a:pt x="46" y="217"/>
                  <a:pt x="47" y="218"/>
                </a:cubicBezTo>
                <a:cubicBezTo>
                  <a:pt x="47" y="217"/>
                  <a:pt x="47" y="217"/>
                  <a:pt x="48" y="217"/>
                </a:cubicBezTo>
                <a:cubicBezTo>
                  <a:pt x="48" y="216"/>
                  <a:pt x="48" y="216"/>
                  <a:pt x="47" y="216"/>
                </a:cubicBezTo>
                <a:close/>
                <a:moveTo>
                  <a:pt x="59" y="227"/>
                </a:moveTo>
                <a:cubicBezTo>
                  <a:pt x="59" y="227"/>
                  <a:pt x="59" y="227"/>
                  <a:pt x="59" y="228"/>
                </a:cubicBezTo>
                <a:cubicBezTo>
                  <a:pt x="59" y="227"/>
                  <a:pt x="60" y="227"/>
                  <a:pt x="60" y="226"/>
                </a:cubicBezTo>
                <a:cubicBezTo>
                  <a:pt x="60" y="227"/>
                  <a:pt x="59" y="226"/>
                  <a:pt x="59" y="227"/>
                </a:cubicBezTo>
                <a:close/>
                <a:moveTo>
                  <a:pt x="57" y="227"/>
                </a:moveTo>
                <a:cubicBezTo>
                  <a:pt x="57" y="227"/>
                  <a:pt x="59" y="226"/>
                  <a:pt x="58" y="226"/>
                </a:cubicBezTo>
                <a:cubicBezTo>
                  <a:pt x="58" y="226"/>
                  <a:pt x="57" y="226"/>
                  <a:pt x="57" y="227"/>
                </a:cubicBezTo>
                <a:close/>
                <a:moveTo>
                  <a:pt x="51" y="223"/>
                </a:moveTo>
                <a:cubicBezTo>
                  <a:pt x="51" y="222"/>
                  <a:pt x="52" y="222"/>
                  <a:pt x="52" y="221"/>
                </a:cubicBezTo>
                <a:cubicBezTo>
                  <a:pt x="51" y="222"/>
                  <a:pt x="51" y="222"/>
                  <a:pt x="51" y="223"/>
                </a:cubicBezTo>
                <a:close/>
                <a:moveTo>
                  <a:pt x="33" y="211"/>
                </a:moveTo>
                <a:cubicBezTo>
                  <a:pt x="34" y="212"/>
                  <a:pt x="35" y="210"/>
                  <a:pt x="35" y="209"/>
                </a:cubicBezTo>
                <a:cubicBezTo>
                  <a:pt x="34" y="210"/>
                  <a:pt x="34" y="211"/>
                  <a:pt x="33" y="211"/>
                </a:cubicBezTo>
                <a:close/>
                <a:moveTo>
                  <a:pt x="40" y="214"/>
                </a:moveTo>
                <a:cubicBezTo>
                  <a:pt x="40" y="214"/>
                  <a:pt x="41" y="214"/>
                  <a:pt x="40" y="213"/>
                </a:cubicBezTo>
                <a:cubicBezTo>
                  <a:pt x="40" y="213"/>
                  <a:pt x="39" y="214"/>
                  <a:pt x="40" y="214"/>
                </a:cubicBezTo>
                <a:close/>
                <a:moveTo>
                  <a:pt x="35" y="215"/>
                </a:moveTo>
                <a:cubicBezTo>
                  <a:pt x="36" y="215"/>
                  <a:pt x="37" y="214"/>
                  <a:pt x="37" y="213"/>
                </a:cubicBezTo>
                <a:cubicBezTo>
                  <a:pt x="36" y="214"/>
                  <a:pt x="35" y="215"/>
                  <a:pt x="35" y="215"/>
                </a:cubicBezTo>
                <a:close/>
                <a:moveTo>
                  <a:pt x="48" y="223"/>
                </a:moveTo>
                <a:cubicBezTo>
                  <a:pt x="49" y="223"/>
                  <a:pt x="49" y="222"/>
                  <a:pt x="48" y="222"/>
                </a:cubicBezTo>
                <a:cubicBezTo>
                  <a:pt x="48" y="222"/>
                  <a:pt x="48" y="223"/>
                  <a:pt x="48" y="223"/>
                </a:cubicBezTo>
                <a:close/>
                <a:moveTo>
                  <a:pt x="38" y="217"/>
                </a:moveTo>
                <a:cubicBezTo>
                  <a:pt x="38" y="217"/>
                  <a:pt x="39" y="216"/>
                  <a:pt x="39" y="215"/>
                </a:cubicBezTo>
                <a:lnTo>
                  <a:pt x="38" y="217"/>
                </a:lnTo>
                <a:close/>
                <a:moveTo>
                  <a:pt x="43" y="223"/>
                </a:moveTo>
                <a:cubicBezTo>
                  <a:pt x="43" y="223"/>
                  <a:pt x="45" y="222"/>
                  <a:pt x="44" y="221"/>
                </a:cubicBezTo>
                <a:cubicBezTo>
                  <a:pt x="44" y="222"/>
                  <a:pt x="42" y="223"/>
                  <a:pt x="43" y="223"/>
                </a:cubicBezTo>
                <a:close/>
                <a:moveTo>
                  <a:pt x="62" y="237"/>
                </a:moveTo>
                <a:cubicBezTo>
                  <a:pt x="62" y="237"/>
                  <a:pt x="63" y="236"/>
                  <a:pt x="62" y="235"/>
                </a:cubicBezTo>
                <a:cubicBezTo>
                  <a:pt x="62" y="236"/>
                  <a:pt x="61" y="237"/>
                  <a:pt x="62" y="237"/>
                </a:cubicBezTo>
                <a:close/>
                <a:moveTo>
                  <a:pt x="30" y="213"/>
                </a:moveTo>
                <a:cubicBezTo>
                  <a:pt x="30" y="212"/>
                  <a:pt x="31" y="212"/>
                  <a:pt x="30" y="211"/>
                </a:cubicBezTo>
                <a:cubicBezTo>
                  <a:pt x="30" y="212"/>
                  <a:pt x="29" y="212"/>
                  <a:pt x="30" y="213"/>
                </a:cubicBezTo>
                <a:close/>
                <a:moveTo>
                  <a:pt x="49" y="228"/>
                </a:moveTo>
                <a:cubicBezTo>
                  <a:pt x="50" y="229"/>
                  <a:pt x="50" y="227"/>
                  <a:pt x="50" y="228"/>
                </a:cubicBezTo>
                <a:cubicBezTo>
                  <a:pt x="51" y="227"/>
                  <a:pt x="51" y="227"/>
                  <a:pt x="51" y="227"/>
                </a:cubicBezTo>
                <a:cubicBezTo>
                  <a:pt x="51" y="227"/>
                  <a:pt x="51" y="227"/>
                  <a:pt x="51" y="227"/>
                </a:cubicBezTo>
                <a:cubicBezTo>
                  <a:pt x="50" y="228"/>
                  <a:pt x="49" y="227"/>
                  <a:pt x="49" y="228"/>
                </a:cubicBezTo>
                <a:close/>
                <a:moveTo>
                  <a:pt x="44" y="225"/>
                </a:moveTo>
                <a:cubicBezTo>
                  <a:pt x="44" y="224"/>
                  <a:pt x="45" y="224"/>
                  <a:pt x="44" y="223"/>
                </a:cubicBezTo>
                <a:cubicBezTo>
                  <a:pt x="44" y="224"/>
                  <a:pt x="44" y="224"/>
                  <a:pt x="44" y="225"/>
                </a:cubicBezTo>
                <a:close/>
                <a:moveTo>
                  <a:pt x="64" y="238"/>
                </a:moveTo>
                <a:cubicBezTo>
                  <a:pt x="63" y="238"/>
                  <a:pt x="63" y="239"/>
                  <a:pt x="63" y="239"/>
                </a:cubicBezTo>
                <a:cubicBezTo>
                  <a:pt x="64" y="239"/>
                  <a:pt x="64" y="239"/>
                  <a:pt x="64" y="238"/>
                </a:cubicBezTo>
                <a:close/>
                <a:moveTo>
                  <a:pt x="29" y="217"/>
                </a:moveTo>
                <a:cubicBezTo>
                  <a:pt x="30" y="217"/>
                  <a:pt x="30" y="216"/>
                  <a:pt x="30" y="215"/>
                </a:cubicBezTo>
                <a:cubicBezTo>
                  <a:pt x="30" y="216"/>
                  <a:pt x="29" y="216"/>
                  <a:pt x="29" y="217"/>
                </a:cubicBezTo>
                <a:close/>
                <a:moveTo>
                  <a:pt x="55" y="237"/>
                </a:moveTo>
                <a:cubicBezTo>
                  <a:pt x="55" y="236"/>
                  <a:pt x="56" y="236"/>
                  <a:pt x="56" y="235"/>
                </a:cubicBezTo>
                <a:cubicBezTo>
                  <a:pt x="55" y="235"/>
                  <a:pt x="55" y="236"/>
                  <a:pt x="55" y="237"/>
                </a:cubicBezTo>
                <a:close/>
                <a:moveTo>
                  <a:pt x="47" y="231"/>
                </a:moveTo>
                <a:cubicBezTo>
                  <a:pt x="47" y="232"/>
                  <a:pt x="48" y="230"/>
                  <a:pt x="48" y="230"/>
                </a:cubicBezTo>
                <a:cubicBezTo>
                  <a:pt x="47" y="230"/>
                  <a:pt x="47" y="230"/>
                  <a:pt x="47" y="231"/>
                </a:cubicBezTo>
                <a:close/>
                <a:moveTo>
                  <a:pt x="61" y="240"/>
                </a:moveTo>
                <a:cubicBezTo>
                  <a:pt x="62" y="240"/>
                  <a:pt x="61" y="240"/>
                  <a:pt x="61" y="239"/>
                </a:cubicBezTo>
                <a:cubicBezTo>
                  <a:pt x="61" y="240"/>
                  <a:pt x="61" y="240"/>
                  <a:pt x="61" y="240"/>
                </a:cubicBezTo>
                <a:close/>
                <a:moveTo>
                  <a:pt x="34" y="223"/>
                </a:moveTo>
                <a:cubicBezTo>
                  <a:pt x="34" y="222"/>
                  <a:pt x="35" y="222"/>
                  <a:pt x="35" y="221"/>
                </a:cubicBezTo>
                <a:cubicBezTo>
                  <a:pt x="34" y="221"/>
                  <a:pt x="33" y="222"/>
                  <a:pt x="34" y="223"/>
                </a:cubicBezTo>
                <a:close/>
                <a:moveTo>
                  <a:pt x="26" y="217"/>
                </a:moveTo>
                <a:cubicBezTo>
                  <a:pt x="26" y="217"/>
                  <a:pt x="27" y="217"/>
                  <a:pt x="26" y="216"/>
                </a:cubicBezTo>
                <a:cubicBezTo>
                  <a:pt x="26" y="217"/>
                  <a:pt x="26" y="217"/>
                  <a:pt x="26" y="217"/>
                </a:cubicBezTo>
                <a:close/>
                <a:moveTo>
                  <a:pt x="32" y="222"/>
                </a:moveTo>
                <a:cubicBezTo>
                  <a:pt x="33" y="222"/>
                  <a:pt x="33" y="222"/>
                  <a:pt x="33" y="221"/>
                </a:cubicBezTo>
                <a:cubicBezTo>
                  <a:pt x="32" y="221"/>
                  <a:pt x="32" y="222"/>
                  <a:pt x="32" y="222"/>
                </a:cubicBezTo>
                <a:close/>
                <a:moveTo>
                  <a:pt x="27" y="218"/>
                </a:moveTo>
                <a:cubicBezTo>
                  <a:pt x="27" y="219"/>
                  <a:pt x="26" y="220"/>
                  <a:pt x="27" y="221"/>
                </a:cubicBezTo>
                <a:cubicBezTo>
                  <a:pt x="27" y="220"/>
                  <a:pt x="27" y="220"/>
                  <a:pt x="28" y="219"/>
                </a:cubicBezTo>
                <a:cubicBezTo>
                  <a:pt x="28" y="219"/>
                  <a:pt x="28" y="218"/>
                  <a:pt x="27" y="218"/>
                </a:cubicBezTo>
                <a:close/>
                <a:moveTo>
                  <a:pt x="32" y="225"/>
                </a:moveTo>
                <a:cubicBezTo>
                  <a:pt x="33" y="224"/>
                  <a:pt x="33" y="224"/>
                  <a:pt x="34" y="223"/>
                </a:cubicBezTo>
                <a:cubicBezTo>
                  <a:pt x="33" y="223"/>
                  <a:pt x="33" y="223"/>
                  <a:pt x="33" y="223"/>
                </a:cubicBezTo>
                <a:cubicBezTo>
                  <a:pt x="32" y="223"/>
                  <a:pt x="32" y="224"/>
                  <a:pt x="32" y="225"/>
                </a:cubicBezTo>
                <a:close/>
                <a:moveTo>
                  <a:pt x="23" y="221"/>
                </a:moveTo>
                <a:cubicBezTo>
                  <a:pt x="24" y="220"/>
                  <a:pt x="25" y="219"/>
                  <a:pt x="26" y="217"/>
                </a:cubicBezTo>
                <a:cubicBezTo>
                  <a:pt x="25" y="219"/>
                  <a:pt x="24" y="220"/>
                  <a:pt x="23" y="221"/>
                </a:cubicBezTo>
                <a:close/>
                <a:moveTo>
                  <a:pt x="57" y="242"/>
                </a:moveTo>
                <a:cubicBezTo>
                  <a:pt x="58" y="243"/>
                  <a:pt x="58" y="243"/>
                  <a:pt x="58" y="243"/>
                </a:cubicBezTo>
                <a:cubicBezTo>
                  <a:pt x="59" y="243"/>
                  <a:pt x="58" y="242"/>
                  <a:pt x="58" y="241"/>
                </a:cubicBezTo>
                <a:lnTo>
                  <a:pt x="57" y="242"/>
                </a:lnTo>
                <a:close/>
                <a:moveTo>
                  <a:pt x="25" y="220"/>
                </a:moveTo>
                <a:cubicBezTo>
                  <a:pt x="26" y="220"/>
                  <a:pt x="26" y="219"/>
                  <a:pt x="26" y="218"/>
                </a:cubicBezTo>
                <a:cubicBezTo>
                  <a:pt x="26" y="218"/>
                  <a:pt x="25" y="219"/>
                  <a:pt x="25" y="220"/>
                </a:cubicBezTo>
                <a:close/>
                <a:moveTo>
                  <a:pt x="44" y="234"/>
                </a:moveTo>
                <a:cubicBezTo>
                  <a:pt x="44" y="234"/>
                  <a:pt x="45" y="233"/>
                  <a:pt x="45" y="233"/>
                </a:cubicBezTo>
                <a:cubicBezTo>
                  <a:pt x="44" y="233"/>
                  <a:pt x="43" y="233"/>
                  <a:pt x="44" y="234"/>
                </a:cubicBezTo>
                <a:close/>
                <a:moveTo>
                  <a:pt x="49" y="243"/>
                </a:moveTo>
                <a:cubicBezTo>
                  <a:pt x="50" y="242"/>
                  <a:pt x="52" y="240"/>
                  <a:pt x="52" y="239"/>
                </a:cubicBezTo>
                <a:cubicBezTo>
                  <a:pt x="51" y="241"/>
                  <a:pt x="49" y="241"/>
                  <a:pt x="49" y="243"/>
                </a:cubicBezTo>
                <a:close/>
                <a:moveTo>
                  <a:pt x="31" y="225"/>
                </a:moveTo>
                <a:cubicBezTo>
                  <a:pt x="32" y="225"/>
                  <a:pt x="31" y="226"/>
                  <a:pt x="31" y="226"/>
                </a:cubicBezTo>
                <a:cubicBezTo>
                  <a:pt x="32" y="226"/>
                  <a:pt x="32" y="226"/>
                  <a:pt x="32" y="225"/>
                </a:cubicBezTo>
                <a:cubicBezTo>
                  <a:pt x="32" y="225"/>
                  <a:pt x="32" y="225"/>
                  <a:pt x="31" y="225"/>
                </a:cubicBezTo>
                <a:close/>
                <a:moveTo>
                  <a:pt x="42" y="242"/>
                </a:moveTo>
                <a:cubicBezTo>
                  <a:pt x="43" y="241"/>
                  <a:pt x="45" y="239"/>
                  <a:pt x="46" y="236"/>
                </a:cubicBezTo>
                <a:cubicBezTo>
                  <a:pt x="46" y="237"/>
                  <a:pt x="46" y="238"/>
                  <a:pt x="47" y="237"/>
                </a:cubicBezTo>
                <a:cubicBezTo>
                  <a:pt x="47" y="236"/>
                  <a:pt x="46" y="236"/>
                  <a:pt x="46" y="235"/>
                </a:cubicBezTo>
                <a:cubicBezTo>
                  <a:pt x="45" y="238"/>
                  <a:pt x="42" y="240"/>
                  <a:pt x="42" y="242"/>
                </a:cubicBezTo>
                <a:close/>
                <a:moveTo>
                  <a:pt x="23" y="220"/>
                </a:moveTo>
                <a:cubicBezTo>
                  <a:pt x="23" y="220"/>
                  <a:pt x="22" y="220"/>
                  <a:pt x="23" y="219"/>
                </a:cubicBezTo>
                <a:cubicBezTo>
                  <a:pt x="22" y="219"/>
                  <a:pt x="22" y="219"/>
                  <a:pt x="22" y="219"/>
                </a:cubicBezTo>
                <a:cubicBezTo>
                  <a:pt x="22" y="219"/>
                  <a:pt x="22" y="221"/>
                  <a:pt x="23" y="220"/>
                </a:cubicBezTo>
                <a:close/>
                <a:moveTo>
                  <a:pt x="30" y="227"/>
                </a:moveTo>
                <a:cubicBezTo>
                  <a:pt x="30" y="227"/>
                  <a:pt x="30" y="227"/>
                  <a:pt x="31" y="228"/>
                </a:cubicBezTo>
                <a:cubicBezTo>
                  <a:pt x="31" y="227"/>
                  <a:pt x="31" y="227"/>
                  <a:pt x="31" y="227"/>
                </a:cubicBezTo>
                <a:cubicBezTo>
                  <a:pt x="31" y="226"/>
                  <a:pt x="32" y="227"/>
                  <a:pt x="31" y="226"/>
                </a:cubicBezTo>
                <a:cubicBezTo>
                  <a:pt x="31" y="226"/>
                  <a:pt x="31" y="226"/>
                  <a:pt x="30" y="227"/>
                </a:cubicBezTo>
                <a:close/>
                <a:moveTo>
                  <a:pt x="31" y="230"/>
                </a:moveTo>
                <a:cubicBezTo>
                  <a:pt x="32" y="229"/>
                  <a:pt x="33" y="228"/>
                  <a:pt x="33" y="228"/>
                </a:cubicBezTo>
                <a:cubicBezTo>
                  <a:pt x="32" y="228"/>
                  <a:pt x="31" y="229"/>
                  <a:pt x="31" y="230"/>
                </a:cubicBezTo>
                <a:close/>
                <a:moveTo>
                  <a:pt x="57" y="246"/>
                </a:moveTo>
                <a:cubicBezTo>
                  <a:pt x="57" y="246"/>
                  <a:pt x="57" y="246"/>
                  <a:pt x="58" y="246"/>
                </a:cubicBezTo>
                <a:cubicBezTo>
                  <a:pt x="57" y="246"/>
                  <a:pt x="57" y="246"/>
                  <a:pt x="57" y="246"/>
                </a:cubicBezTo>
                <a:close/>
                <a:moveTo>
                  <a:pt x="21" y="224"/>
                </a:moveTo>
                <a:cubicBezTo>
                  <a:pt x="22" y="224"/>
                  <a:pt x="22" y="223"/>
                  <a:pt x="22" y="223"/>
                </a:cubicBezTo>
                <a:cubicBezTo>
                  <a:pt x="22" y="223"/>
                  <a:pt x="21" y="224"/>
                  <a:pt x="21" y="224"/>
                </a:cubicBezTo>
                <a:close/>
                <a:moveTo>
                  <a:pt x="52" y="249"/>
                </a:moveTo>
                <a:cubicBezTo>
                  <a:pt x="52" y="249"/>
                  <a:pt x="52" y="249"/>
                  <a:pt x="51" y="249"/>
                </a:cubicBezTo>
                <a:cubicBezTo>
                  <a:pt x="52" y="250"/>
                  <a:pt x="52" y="249"/>
                  <a:pt x="52" y="250"/>
                </a:cubicBezTo>
                <a:cubicBezTo>
                  <a:pt x="53" y="248"/>
                  <a:pt x="53" y="248"/>
                  <a:pt x="54" y="247"/>
                </a:cubicBezTo>
                <a:cubicBezTo>
                  <a:pt x="53" y="247"/>
                  <a:pt x="52" y="248"/>
                  <a:pt x="52" y="249"/>
                </a:cubicBezTo>
                <a:close/>
                <a:moveTo>
                  <a:pt x="29" y="230"/>
                </a:moveTo>
                <a:cubicBezTo>
                  <a:pt x="29" y="230"/>
                  <a:pt x="29" y="230"/>
                  <a:pt x="29" y="230"/>
                </a:cubicBezTo>
                <a:cubicBezTo>
                  <a:pt x="29" y="229"/>
                  <a:pt x="28" y="230"/>
                  <a:pt x="29" y="230"/>
                </a:cubicBezTo>
                <a:close/>
                <a:moveTo>
                  <a:pt x="54" y="249"/>
                </a:moveTo>
                <a:cubicBezTo>
                  <a:pt x="55" y="250"/>
                  <a:pt x="54" y="251"/>
                  <a:pt x="55" y="250"/>
                </a:cubicBezTo>
                <a:cubicBezTo>
                  <a:pt x="56" y="251"/>
                  <a:pt x="55" y="250"/>
                  <a:pt x="55" y="251"/>
                </a:cubicBezTo>
                <a:cubicBezTo>
                  <a:pt x="56" y="251"/>
                  <a:pt x="56" y="250"/>
                  <a:pt x="56" y="250"/>
                </a:cubicBezTo>
                <a:cubicBezTo>
                  <a:pt x="55" y="249"/>
                  <a:pt x="55" y="249"/>
                  <a:pt x="54" y="249"/>
                </a:cubicBezTo>
                <a:close/>
                <a:moveTo>
                  <a:pt x="47" y="245"/>
                </a:moveTo>
                <a:cubicBezTo>
                  <a:pt x="47" y="246"/>
                  <a:pt x="46" y="246"/>
                  <a:pt x="47" y="246"/>
                </a:cubicBezTo>
                <a:cubicBezTo>
                  <a:pt x="48" y="245"/>
                  <a:pt x="48" y="245"/>
                  <a:pt x="48" y="245"/>
                </a:cubicBezTo>
                <a:cubicBezTo>
                  <a:pt x="48" y="245"/>
                  <a:pt x="47" y="245"/>
                  <a:pt x="47" y="245"/>
                </a:cubicBezTo>
                <a:close/>
                <a:moveTo>
                  <a:pt x="28" y="231"/>
                </a:moveTo>
                <a:cubicBezTo>
                  <a:pt x="28" y="232"/>
                  <a:pt x="27" y="232"/>
                  <a:pt x="27" y="233"/>
                </a:cubicBezTo>
                <a:cubicBezTo>
                  <a:pt x="28" y="232"/>
                  <a:pt x="28" y="231"/>
                  <a:pt x="28" y="231"/>
                </a:cubicBezTo>
                <a:cubicBezTo>
                  <a:pt x="28" y="231"/>
                  <a:pt x="28" y="230"/>
                  <a:pt x="28" y="231"/>
                </a:cubicBezTo>
                <a:close/>
                <a:moveTo>
                  <a:pt x="28" y="235"/>
                </a:moveTo>
                <a:cubicBezTo>
                  <a:pt x="29" y="234"/>
                  <a:pt x="30" y="233"/>
                  <a:pt x="29" y="232"/>
                </a:cubicBezTo>
                <a:cubicBezTo>
                  <a:pt x="29" y="233"/>
                  <a:pt x="29" y="234"/>
                  <a:pt x="28" y="235"/>
                </a:cubicBezTo>
                <a:close/>
                <a:moveTo>
                  <a:pt x="48" y="247"/>
                </a:moveTo>
                <a:cubicBezTo>
                  <a:pt x="48" y="248"/>
                  <a:pt x="49" y="248"/>
                  <a:pt x="49" y="248"/>
                </a:cubicBezTo>
                <a:cubicBezTo>
                  <a:pt x="49" y="248"/>
                  <a:pt x="49" y="248"/>
                  <a:pt x="49" y="248"/>
                </a:cubicBezTo>
                <a:cubicBezTo>
                  <a:pt x="49" y="248"/>
                  <a:pt x="49" y="247"/>
                  <a:pt x="48" y="247"/>
                </a:cubicBezTo>
                <a:close/>
                <a:moveTo>
                  <a:pt x="17" y="226"/>
                </a:moveTo>
                <a:cubicBezTo>
                  <a:pt x="17" y="226"/>
                  <a:pt x="17" y="227"/>
                  <a:pt x="17" y="227"/>
                </a:cubicBezTo>
                <a:cubicBezTo>
                  <a:pt x="17" y="226"/>
                  <a:pt x="18" y="227"/>
                  <a:pt x="18" y="227"/>
                </a:cubicBezTo>
                <a:cubicBezTo>
                  <a:pt x="18" y="226"/>
                  <a:pt x="17" y="226"/>
                  <a:pt x="17" y="225"/>
                </a:cubicBezTo>
                <a:lnTo>
                  <a:pt x="17" y="226"/>
                </a:lnTo>
                <a:close/>
                <a:moveTo>
                  <a:pt x="41" y="244"/>
                </a:moveTo>
                <a:cubicBezTo>
                  <a:pt x="41" y="244"/>
                  <a:pt x="42" y="243"/>
                  <a:pt x="41" y="243"/>
                </a:cubicBezTo>
                <a:cubicBezTo>
                  <a:pt x="40" y="245"/>
                  <a:pt x="39" y="245"/>
                  <a:pt x="41" y="244"/>
                </a:cubicBezTo>
                <a:close/>
                <a:moveTo>
                  <a:pt x="50" y="252"/>
                </a:moveTo>
                <a:cubicBezTo>
                  <a:pt x="50" y="251"/>
                  <a:pt x="51" y="252"/>
                  <a:pt x="51" y="252"/>
                </a:cubicBezTo>
                <a:cubicBezTo>
                  <a:pt x="50" y="252"/>
                  <a:pt x="51" y="251"/>
                  <a:pt x="51" y="250"/>
                </a:cubicBezTo>
                <a:cubicBezTo>
                  <a:pt x="51" y="252"/>
                  <a:pt x="49" y="251"/>
                  <a:pt x="50" y="252"/>
                </a:cubicBezTo>
                <a:close/>
                <a:moveTo>
                  <a:pt x="42" y="245"/>
                </a:moveTo>
                <a:cubicBezTo>
                  <a:pt x="42" y="246"/>
                  <a:pt x="42" y="246"/>
                  <a:pt x="43" y="246"/>
                </a:cubicBezTo>
                <a:cubicBezTo>
                  <a:pt x="43" y="245"/>
                  <a:pt x="42" y="245"/>
                  <a:pt x="42" y="245"/>
                </a:cubicBezTo>
                <a:close/>
                <a:moveTo>
                  <a:pt x="53" y="255"/>
                </a:moveTo>
                <a:cubicBezTo>
                  <a:pt x="53" y="254"/>
                  <a:pt x="54" y="254"/>
                  <a:pt x="53" y="253"/>
                </a:cubicBezTo>
                <a:cubicBezTo>
                  <a:pt x="53" y="254"/>
                  <a:pt x="52" y="254"/>
                  <a:pt x="53" y="255"/>
                </a:cubicBezTo>
                <a:close/>
                <a:moveTo>
                  <a:pt x="40" y="247"/>
                </a:moveTo>
                <a:cubicBezTo>
                  <a:pt x="41" y="247"/>
                  <a:pt x="42" y="246"/>
                  <a:pt x="41" y="246"/>
                </a:cubicBezTo>
                <a:lnTo>
                  <a:pt x="40" y="247"/>
                </a:lnTo>
                <a:close/>
                <a:moveTo>
                  <a:pt x="43" y="248"/>
                </a:moveTo>
                <a:cubicBezTo>
                  <a:pt x="44" y="249"/>
                  <a:pt x="44" y="249"/>
                  <a:pt x="44" y="249"/>
                </a:cubicBezTo>
                <a:cubicBezTo>
                  <a:pt x="44" y="248"/>
                  <a:pt x="43" y="248"/>
                  <a:pt x="43" y="248"/>
                </a:cubicBezTo>
                <a:close/>
                <a:moveTo>
                  <a:pt x="15" y="234"/>
                </a:moveTo>
                <a:cubicBezTo>
                  <a:pt x="15" y="233"/>
                  <a:pt x="15" y="233"/>
                  <a:pt x="15" y="232"/>
                </a:cubicBezTo>
                <a:cubicBezTo>
                  <a:pt x="15" y="233"/>
                  <a:pt x="15" y="233"/>
                  <a:pt x="15" y="233"/>
                </a:cubicBezTo>
                <a:cubicBezTo>
                  <a:pt x="16" y="234"/>
                  <a:pt x="16" y="234"/>
                  <a:pt x="16" y="234"/>
                </a:cubicBezTo>
                <a:cubicBezTo>
                  <a:pt x="17" y="232"/>
                  <a:pt x="17" y="233"/>
                  <a:pt x="18" y="231"/>
                </a:cubicBezTo>
                <a:cubicBezTo>
                  <a:pt x="18" y="231"/>
                  <a:pt x="17" y="231"/>
                  <a:pt x="17" y="230"/>
                </a:cubicBezTo>
                <a:cubicBezTo>
                  <a:pt x="17" y="230"/>
                  <a:pt x="17" y="231"/>
                  <a:pt x="17" y="230"/>
                </a:cubicBezTo>
                <a:cubicBezTo>
                  <a:pt x="17" y="232"/>
                  <a:pt x="16" y="232"/>
                  <a:pt x="15" y="234"/>
                </a:cubicBezTo>
                <a:close/>
                <a:moveTo>
                  <a:pt x="51" y="255"/>
                </a:moveTo>
                <a:cubicBezTo>
                  <a:pt x="51" y="256"/>
                  <a:pt x="50" y="257"/>
                  <a:pt x="51" y="257"/>
                </a:cubicBezTo>
                <a:cubicBezTo>
                  <a:pt x="51" y="256"/>
                  <a:pt x="52" y="256"/>
                  <a:pt x="52" y="255"/>
                </a:cubicBezTo>
                <a:cubicBezTo>
                  <a:pt x="51" y="255"/>
                  <a:pt x="51" y="255"/>
                  <a:pt x="51" y="255"/>
                </a:cubicBezTo>
                <a:close/>
                <a:moveTo>
                  <a:pt x="20" y="235"/>
                </a:moveTo>
                <a:cubicBezTo>
                  <a:pt x="19" y="235"/>
                  <a:pt x="19" y="236"/>
                  <a:pt x="19" y="236"/>
                </a:cubicBezTo>
                <a:cubicBezTo>
                  <a:pt x="20" y="236"/>
                  <a:pt x="20" y="236"/>
                  <a:pt x="20" y="236"/>
                </a:cubicBezTo>
                <a:cubicBezTo>
                  <a:pt x="20" y="236"/>
                  <a:pt x="21" y="235"/>
                  <a:pt x="21" y="235"/>
                </a:cubicBezTo>
                <a:cubicBezTo>
                  <a:pt x="20" y="235"/>
                  <a:pt x="20" y="236"/>
                  <a:pt x="20" y="235"/>
                </a:cubicBezTo>
                <a:close/>
                <a:moveTo>
                  <a:pt x="21" y="238"/>
                </a:moveTo>
                <a:cubicBezTo>
                  <a:pt x="21" y="237"/>
                  <a:pt x="22" y="237"/>
                  <a:pt x="22" y="236"/>
                </a:cubicBezTo>
                <a:cubicBezTo>
                  <a:pt x="21" y="236"/>
                  <a:pt x="21" y="237"/>
                  <a:pt x="21" y="238"/>
                </a:cubicBezTo>
                <a:close/>
                <a:moveTo>
                  <a:pt x="17" y="236"/>
                </a:moveTo>
                <a:cubicBezTo>
                  <a:pt x="18" y="236"/>
                  <a:pt x="18" y="235"/>
                  <a:pt x="18" y="235"/>
                </a:cubicBezTo>
                <a:cubicBezTo>
                  <a:pt x="18" y="235"/>
                  <a:pt x="17" y="236"/>
                  <a:pt x="17" y="236"/>
                </a:cubicBezTo>
                <a:close/>
                <a:moveTo>
                  <a:pt x="23" y="243"/>
                </a:moveTo>
                <a:cubicBezTo>
                  <a:pt x="24" y="243"/>
                  <a:pt x="25" y="241"/>
                  <a:pt x="26" y="240"/>
                </a:cubicBezTo>
                <a:cubicBezTo>
                  <a:pt x="25" y="240"/>
                  <a:pt x="25" y="240"/>
                  <a:pt x="25" y="240"/>
                </a:cubicBezTo>
                <a:cubicBezTo>
                  <a:pt x="24" y="241"/>
                  <a:pt x="24" y="242"/>
                  <a:pt x="23" y="243"/>
                </a:cubicBezTo>
                <a:close/>
                <a:moveTo>
                  <a:pt x="17" y="238"/>
                </a:moveTo>
                <a:cubicBezTo>
                  <a:pt x="17" y="237"/>
                  <a:pt x="18" y="237"/>
                  <a:pt x="18" y="236"/>
                </a:cubicBezTo>
                <a:cubicBezTo>
                  <a:pt x="17" y="236"/>
                  <a:pt x="16" y="237"/>
                  <a:pt x="17" y="238"/>
                </a:cubicBezTo>
                <a:close/>
                <a:moveTo>
                  <a:pt x="35" y="251"/>
                </a:moveTo>
                <a:cubicBezTo>
                  <a:pt x="35" y="252"/>
                  <a:pt x="36" y="250"/>
                  <a:pt x="36" y="250"/>
                </a:cubicBezTo>
                <a:lnTo>
                  <a:pt x="35" y="251"/>
                </a:lnTo>
                <a:close/>
                <a:moveTo>
                  <a:pt x="38" y="255"/>
                </a:moveTo>
                <a:cubicBezTo>
                  <a:pt x="39" y="254"/>
                  <a:pt x="39" y="254"/>
                  <a:pt x="39" y="254"/>
                </a:cubicBezTo>
                <a:cubicBezTo>
                  <a:pt x="39" y="254"/>
                  <a:pt x="38" y="254"/>
                  <a:pt x="38" y="255"/>
                </a:cubicBezTo>
                <a:close/>
                <a:moveTo>
                  <a:pt x="12" y="236"/>
                </a:moveTo>
                <a:cubicBezTo>
                  <a:pt x="12" y="236"/>
                  <a:pt x="12" y="237"/>
                  <a:pt x="12" y="237"/>
                </a:cubicBezTo>
                <a:cubicBezTo>
                  <a:pt x="13" y="236"/>
                  <a:pt x="13" y="236"/>
                  <a:pt x="13" y="236"/>
                </a:cubicBezTo>
                <a:cubicBezTo>
                  <a:pt x="13" y="236"/>
                  <a:pt x="12" y="236"/>
                  <a:pt x="12" y="236"/>
                </a:cubicBezTo>
                <a:close/>
                <a:moveTo>
                  <a:pt x="38" y="253"/>
                </a:moveTo>
                <a:cubicBezTo>
                  <a:pt x="36" y="252"/>
                  <a:pt x="36" y="252"/>
                  <a:pt x="36" y="252"/>
                </a:cubicBezTo>
                <a:cubicBezTo>
                  <a:pt x="36" y="253"/>
                  <a:pt x="37" y="254"/>
                  <a:pt x="38" y="253"/>
                </a:cubicBezTo>
                <a:close/>
                <a:moveTo>
                  <a:pt x="12" y="239"/>
                </a:moveTo>
                <a:cubicBezTo>
                  <a:pt x="13" y="238"/>
                  <a:pt x="13" y="238"/>
                  <a:pt x="13" y="238"/>
                </a:cubicBezTo>
                <a:cubicBezTo>
                  <a:pt x="13" y="238"/>
                  <a:pt x="13" y="239"/>
                  <a:pt x="13" y="238"/>
                </a:cubicBezTo>
                <a:cubicBezTo>
                  <a:pt x="12" y="238"/>
                  <a:pt x="14" y="237"/>
                  <a:pt x="13" y="237"/>
                </a:cubicBezTo>
                <a:cubicBezTo>
                  <a:pt x="12" y="237"/>
                  <a:pt x="12" y="238"/>
                  <a:pt x="12" y="239"/>
                </a:cubicBezTo>
                <a:close/>
                <a:moveTo>
                  <a:pt x="35" y="256"/>
                </a:moveTo>
                <a:cubicBezTo>
                  <a:pt x="35" y="256"/>
                  <a:pt x="36" y="257"/>
                  <a:pt x="36" y="257"/>
                </a:cubicBezTo>
                <a:cubicBezTo>
                  <a:pt x="36" y="256"/>
                  <a:pt x="35" y="256"/>
                  <a:pt x="35" y="256"/>
                </a:cubicBezTo>
                <a:close/>
                <a:moveTo>
                  <a:pt x="27" y="255"/>
                </a:moveTo>
                <a:cubicBezTo>
                  <a:pt x="27" y="255"/>
                  <a:pt x="28" y="254"/>
                  <a:pt x="28" y="254"/>
                </a:cubicBezTo>
                <a:cubicBezTo>
                  <a:pt x="27" y="254"/>
                  <a:pt x="27" y="254"/>
                  <a:pt x="27" y="255"/>
                </a:cubicBezTo>
                <a:close/>
                <a:moveTo>
                  <a:pt x="8" y="244"/>
                </a:moveTo>
                <a:cubicBezTo>
                  <a:pt x="7" y="244"/>
                  <a:pt x="7" y="244"/>
                  <a:pt x="7" y="244"/>
                </a:cubicBezTo>
                <a:cubicBezTo>
                  <a:pt x="8" y="245"/>
                  <a:pt x="8" y="243"/>
                  <a:pt x="7" y="243"/>
                </a:cubicBezTo>
                <a:cubicBezTo>
                  <a:pt x="7" y="243"/>
                  <a:pt x="7" y="243"/>
                  <a:pt x="8" y="244"/>
                </a:cubicBezTo>
                <a:close/>
                <a:moveTo>
                  <a:pt x="6" y="247"/>
                </a:moveTo>
                <a:cubicBezTo>
                  <a:pt x="7" y="248"/>
                  <a:pt x="9" y="244"/>
                  <a:pt x="8" y="244"/>
                </a:cubicBezTo>
                <a:cubicBezTo>
                  <a:pt x="7" y="245"/>
                  <a:pt x="7" y="246"/>
                  <a:pt x="6" y="247"/>
                </a:cubicBezTo>
                <a:close/>
                <a:moveTo>
                  <a:pt x="11" y="248"/>
                </a:moveTo>
                <a:cubicBezTo>
                  <a:pt x="12" y="248"/>
                  <a:pt x="12" y="247"/>
                  <a:pt x="11" y="247"/>
                </a:cubicBezTo>
                <a:cubicBezTo>
                  <a:pt x="11" y="247"/>
                  <a:pt x="11" y="248"/>
                  <a:pt x="11" y="248"/>
                </a:cubicBezTo>
                <a:close/>
                <a:moveTo>
                  <a:pt x="32" y="264"/>
                </a:moveTo>
                <a:cubicBezTo>
                  <a:pt x="33" y="264"/>
                  <a:pt x="33" y="264"/>
                  <a:pt x="33" y="263"/>
                </a:cubicBezTo>
                <a:cubicBezTo>
                  <a:pt x="32" y="263"/>
                  <a:pt x="32" y="263"/>
                  <a:pt x="32" y="264"/>
                </a:cubicBezTo>
                <a:close/>
                <a:moveTo>
                  <a:pt x="10" y="250"/>
                </a:moveTo>
                <a:cubicBezTo>
                  <a:pt x="10" y="250"/>
                  <a:pt x="11" y="249"/>
                  <a:pt x="11" y="249"/>
                </a:cubicBezTo>
                <a:cubicBezTo>
                  <a:pt x="10" y="248"/>
                  <a:pt x="10" y="248"/>
                  <a:pt x="10" y="248"/>
                </a:cubicBezTo>
                <a:cubicBezTo>
                  <a:pt x="10" y="249"/>
                  <a:pt x="9" y="249"/>
                  <a:pt x="10" y="250"/>
                </a:cubicBezTo>
                <a:close/>
                <a:moveTo>
                  <a:pt x="7" y="252"/>
                </a:moveTo>
                <a:cubicBezTo>
                  <a:pt x="7" y="251"/>
                  <a:pt x="9" y="249"/>
                  <a:pt x="8" y="248"/>
                </a:cubicBezTo>
                <a:cubicBezTo>
                  <a:pt x="8" y="249"/>
                  <a:pt x="6" y="251"/>
                  <a:pt x="7" y="252"/>
                </a:cubicBezTo>
                <a:close/>
                <a:moveTo>
                  <a:pt x="3" y="247"/>
                </a:moveTo>
                <a:cubicBezTo>
                  <a:pt x="3" y="246"/>
                  <a:pt x="4" y="246"/>
                  <a:pt x="4" y="246"/>
                </a:cubicBezTo>
                <a:cubicBezTo>
                  <a:pt x="3" y="246"/>
                  <a:pt x="2" y="246"/>
                  <a:pt x="3" y="247"/>
                </a:cubicBezTo>
                <a:close/>
                <a:moveTo>
                  <a:pt x="0" y="255"/>
                </a:moveTo>
                <a:cubicBezTo>
                  <a:pt x="1" y="253"/>
                  <a:pt x="3" y="253"/>
                  <a:pt x="2" y="251"/>
                </a:cubicBezTo>
                <a:cubicBezTo>
                  <a:pt x="2" y="253"/>
                  <a:pt x="0" y="254"/>
                  <a:pt x="0" y="255"/>
                </a:cubicBezTo>
                <a:close/>
                <a:moveTo>
                  <a:pt x="30" y="271"/>
                </a:moveTo>
                <a:cubicBezTo>
                  <a:pt x="30" y="271"/>
                  <a:pt x="31" y="271"/>
                  <a:pt x="31" y="271"/>
                </a:cubicBezTo>
                <a:cubicBezTo>
                  <a:pt x="31" y="271"/>
                  <a:pt x="30" y="270"/>
                  <a:pt x="30" y="271"/>
                </a:cubicBezTo>
                <a:close/>
                <a:moveTo>
                  <a:pt x="34" y="274"/>
                </a:moveTo>
                <a:cubicBezTo>
                  <a:pt x="35" y="275"/>
                  <a:pt x="34" y="275"/>
                  <a:pt x="35" y="275"/>
                </a:cubicBezTo>
                <a:cubicBezTo>
                  <a:pt x="36" y="275"/>
                  <a:pt x="35" y="275"/>
                  <a:pt x="35" y="274"/>
                </a:cubicBezTo>
                <a:cubicBezTo>
                  <a:pt x="35" y="274"/>
                  <a:pt x="35" y="274"/>
                  <a:pt x="34" y="274"/>
                </a:cubicBezTo>
                <a:close/>
                <a:moveTo>
                  <a:pt x="3" y="254"/>
                </a:moveTo>
                <a:cubicBezTo>
                  <a:pt x="2" y="254"/>
                  <a:pt x="2" y="254"/>
                  <a:pt x="2" y="253"/>
                </a:cubicBezTo>
                <a:cubicBezTo>
                  <a:pt x="2" y="254"/>
                  <a:pt x="2" y="254"/>
                  <a:pt x="2" y="254"/>
                </a:cubicBezTo>
                <a:cubicBezTo>
                  <a:pt x="2" y="254"/>
                  <a:pt x="4" y="254"/>
                  <a:pt x="3" y="253"/>
                </a:cubicBezTo>
                <a:lnTo>
                  <a:pt x="3" y="254"/>
                </a:lnTo>
                <a:close/>
                <a:moveTo>
                  <a:pt x="27" y="271"/>
                </a:moveTo>
                <a:cubicBezTo>
                  <a:pt x="27" y="271"/>
                  <a:pt x="27" y="272"/>
                  <a:pt x="28" y="271"/>
                </a:cubicBezTo>
                <a:cubicBezTo>
                  <a:pt x="28" y="271"/>
                  <a:pt x="27" y="270"/>
                  <a:pt x="27" y="271"/>
                </a:cubicBezTo>
                <a:close/>
                <a:moveTo>
                  <a:pt x="31" y="278"/>
                </a:moveTo>
                <a:cubicBezTo>
                  <a:pt x="31" y="277"/>
                  <a:pt x="30" y="277"/>
                  <a:pt x="30" y="276"/>
                </a:cubicBezTo>
                <a:cubicBezTo>
                  <a:pt x="30" y="277"/>
                  <a:pt x="31" y="277"/>
                  <a:pt x="31" y="278"/>
                </a:cubicBezTo>
                <a:close/>
                <a:moveTo>
                  <a:pt x="31" y="281"/>
                </a:moveTo>
                <a:cubicBezTo>
                  <a:pt x="32" y="281"/>
                  <a:pt x="32" y="281"/>
                  <a:pt x="32" y="281"/>
                </a:cubicBezTo>
                <a:cubicBezTo>
                  <a:pt x="32" y="280"/>
                  <a:pt x="32" y="280"/>
                  <a:pt x="33" y="280"/>
                </a:cubicBezTo>
                <a:cubicBezTo>
                  <a:pt x="33" y="280"/>
                  <a:pt x="33" y="279"/>
                  <a:pt x="33" y="279"/>
                </a:cubicBezTo>
                <a:cubicBezTo>
                  <a:pt x="32" y="280"/>
                  <a:pt x="32" y="281"/>
                  <a:pt x="31" y="281"/>
                </a:cubicBezTo>
                <a:close/>
                <a:moveTo>
                  <a:pt x="782" y="255"/>
                </a:moveTo>
                <a:cubicBezTo>
                  <a:pt x="781" y="255"/>
                  <a:pt x="779" y="253"/>
                  <a:pt x="779" y="256"/>
                </a:cubicBezTo>
                <a:cubicBezTo>
                  <a:pt x="781" y="259"/>
                  <a:pt x="782" y="261"/>
                  <a:pt x="783" y="263"/>
                </a:cubicBezTo>
                <a:cubicBezTo>
                  <a:pt x="781" y="263"/>
                  <a:pt x="777" y="259"/>
                  <a:pt x="774" y="258"/>
                </a:cubicBezTo>
                <a:cubicBezTo>
                  <a:pt x="775" y="259"/>
                  <a:pt x="777" y="263"/>
                  <a:pt x="778" y="264"/>
                </a:cubicBezTo>
                <a:cubicBezTo>
                  <a:pt x="779" y="267"/>
                  <a:pt x="779" y="268"/>
                  <a:pt x="780" y="271"/>
                </a:cubicBezTo>
                <a:cubicBezTo>
                  <a:pt x="779" y="271"/>
                  <a:pt x="779" y="271"/>
                  <a:pt x="779" y="272"/>
                </a:cubicBezTo>
                <a:cubicBezTo>
                  <a:pt x="776" y="269"/>
                  <a:pt x="775" y="267"/>
                  <a:pt x="772" y="264"/>
                </a:cubicBezTo>
                <a:cubicBezTo>
                  <a:pt x="771" y="262"/>
                  <a:pt x="772" y="262"/>
                  <a:pt x="771" y="260"/>
                </a:cubicBezTo>
                <a:cubicBezTo>
                  <a:pt x="770" y="259"/>
                  <a:pt x="767" y="254"/>
                  <a:pt x="766" y="252"/>
                </a:cubicBezTo>
                <a:cubicBezTo>
                  <a:pt x="766" y="254"/>
                  <a:pt x="763" y="249"/>
                  <a:pt x="762" y="246"/>
                </a:cubicBezTo>
                <a:cubicBezTo>
                  <a:pt x="763" y="250"/>
                  <a:pt x="761" y="249"/>
                  <a:pt x="764" y="255"/>
                </a:cubicBezTo>
                <a:cubicBezTo>
                  <a:pt x="763" y="252"/>
                  <a:pt x="764" y="254"/>
                  <a:pt x="765" y="256"/>
                </a:cubicBezTo>
                <a:cubicBezTo>
                  <a:pt x="765" y="257"/>
                  <a:pt x="765" y="255"/>
                  <a:pt x="765" y="255"/>
                </a:cubicBezTo>
                <a:cubicBezTo>
                  <a:pt x="766" y="256"/>
                  <a:pt x="766" y="257"/>
                  <a:pt x="766" y="258"/>
                </a:cubicBezTo>
                <a:cubicBezTo>
                  <a:pt x="767" y="259"/>
                  <a:pt x="768" y="260"/>
                  <a:pt x="770" y="260"/>
                </a:cubicBezTo>
                <a:cubicBezTo>
                  <a:pt x="770" y="262"/>
                  <a:pt x="771" y="264"/>
                  <a:pt x="772" y="267"/>
                </a:cubicBezTo>
                <a:cubicBezTo>
                  <a:pt x="771" y="267"/>
                  <a:pt x="768" y="261"/>
                  <a:pt x="769" y="264"/>
                </a:cubicBezTo>
                <a:cubicBezTo>
                  <a:pt x="768" y="262"/>
                  <a:pt x="766" y="259"/>
                  <a:pt x="766" y="260"/>
                </a:cubicBezTo>
                <a:cubicBezTo>
                  <a:pt x="766" y="259"/>
                  <a:pt x="764" y="256"/>
                  <a:pt x="764" y="255"/>
                </a:cubicBezTo>
                <a:cubicBezTo>
                  <a:pt x="763" y="254"/>
                  <a:pt x="762" y="254"/>
                  <a:pt x="761" y="253"/>
                </a:cubicBezTo>
                <a:cubicBezTo>
                  <a:pt x="761" y="252"/>
                  <a:pt x="762" y="253"/>
                  <a:pt x="762" y="252"/>
                </a:cubicBezTo>
                <a:cubicBezTo>
                  <a:pt x="762" y="251"/>
                  <a:pt x="761" y="249"/>
                  <a:pt x="761" y="249"/>
                </a:cubicBezTo>
                <a:cubicBezTo>
                  <a:pt x="757" y="243"/>
                  <a:pt x="757" y="246"/>
                  <a:pt x="752" y="241"/>
                </a:cubicBezTo>
                <a:cubicBezTo>
                  <a:pt x="752" y="241"/>
                  <a:pt x="755" y="244"/>
                  <a:pt x="755" y="245"/>
                </a:cubicBezTo>
                <a:cubicBezTo>
                  <a:pt x="755" y="246"/>
                  <a:pt x="755" y="245"/>
                  <a:pt x="755" y="244"/>
                </a:cubicBezTo>
                <a:cubicBezTo>
                  <a:pt x="755" y="244"/>
                  <a:pt x="755" y="246"/>
                  <a:pt x="756" y="246"/>
                </a:cubicBezTo>
                <a:cubicBezTo>
                  <a:pt x="757" y="248"/>
                  <a:pt x="756" y="247"/>
                  <a:pt x="757" y="249"/>
                </a:cubicBezTo>
                <a:cubicBezTo>
                  <a:pt x="755" y="246"/>
                  <a:pt x="755" y="248"/>
                  <a:pt x="753" y="248"/>
                </a:cubicBezTo>
                <a:cubicBezTo>
                  <a:pt x="752" y="245"/>
                  <a:pt x="751" y="244"/>
                  <a:pt x="750" y="245"/>
                </a:cubicBezTo>
                <a:cubicBezTo>
                  <a:pt x="748" y="242"/>
                  <a:pt x="747" y="243"/>
                  <a:pt x="745" y="239"/>
                </a:cubicBezTo>
                <a:cubicBezTo>
                  <a:pt x="744" y="239"/>
                  <a:pt x="744" y="239"/>
                  <a:pt x="744" y="239"/>
                </a:cubicBezTo>
                <a:cubicBezTo>
                  <a:pt x="743" y="237"/>
                  <a:pt x="741" y="236"/>
                  <a:pt x="739" y="233"/>
                </a:cubicBezTo>
                <a:cubicBezTo>
                  <a:pt x="739" y="232"/>
                  <a:pt x="739" y="231"/>
                  <a:pt x="740" y="231"/>
                </a:cubicBezTo>
                <a:cubicBezTo>
                  <a:pt x="741" y="233"/>
                  <a:pt x="741" y="234"/>
                  <a:pt x="742" y="234"/>
                </a:cubicBezTo>
                <a:cubicBezTo>
                  <a:pt x="742" y="234"/>
                  <a:pt x="741" y="231"/>
                  <a:pt x="743" y="234"/>
                </a:cubicBezTo>
                <a:cubicBezTo>
                  <a:pt x="743" y="233"/>
                  <a:pt x="742" y="232"/>
                  <a:pt x="741" y="231"/>
                </a:cubicBezTo>
                <a:cubicBezTo>
                  <a:pt x="740" y="230"/>
                  <a:pt x="741" y="231"/>
                  <a:pt x="740" y="231"/>
                </a:cubicBezTo>
                <a:cubicBezTo>
                  <a:pt x="739" y="227"/>
                  <a:pt x="737" y="229"/>
                  <a:pt x="736" y="226"/>
                </a:cubicBezTo>
                <a:cubicBezTo>
                  <a:pt x="736" y="227"/>
                  <a:pt x="735" y="226"/>
                  <a:pt x="733" y="224"/>
                </a:cubicBezTo>
                <a:cubicBezTo>
                  <a:pt x="734" y="226"/>
                  <a:pt x="737" y="229"/>
                  <a:pt x="738" y="231"/>
                </a:cubicBezTo>
                <a:cubicBezTo>
                  <a:pt x="735" y="229"/>
                  <a:pt x="728" y="217"/>
                  <a:pt x="726" y="218"/>
                </a:cubicBezTo>
                <a:cubicBezTo>
                  <a:pt x="724" y="215"/>
                  <a:pt x="723" y="213"/>
                  <a:pt x="721" y="210"/>
                </a:cubicBezTo>
                <a:cubicBezTo>
                  <a:pt x="715" y="205"/>
                  <a:pt x="707" y="195"/>
                  <a:pt x="698" y="186"/>
                </a:cubicBezTo>
                <a:cubicBezTo>
                  <a:pt x="698" y="186"/>
                  <a:pt x="701" y="188"/>
                  <a:pt x="700" y="188"/>
                </a:cubicBezTo>
                <a:cubicBezTo>
                  <a:pt x="696" y="184"/>
                  <a:pt x="693" y="182"/>
                  <a:pt x="688" y="177"/>
                </a:cubicBezTo>
                <a:cubicBezTo>
                  <a:pt x="689" y="178"/>
                  <a:pt x="690" y="178"/>
                  <a:pt x="690" y="177"/>
                </a:cubicBezTo>
                <a:cubicBezTo>
                  <a:pt x="689" y="176"/>
                  <a:pt x="689" y="176"/>
                  <a:pt x="689" y="176"/>
                </a:cubicBezTo>
                <a:cubicBezTo>
                  <a:pt x="687" y="174"/>
                  <a:pt x="689" y="177"/>
                  <a:pt x="688" y="177"/>
                </a:cubicBezTo>
                <a:cubicBezTo>
                  <a:pt x="686" y="175"/>
                  <a:pt x="687" y="175"/>
                  <a:pt x="686" y="174"/>
                </a:cubicBezTo>
                <a:cubicBezTo>
                  <a:pt x="684" y="172"/>
                  <a:pt x="686" y="174"/>
                  <a:pt x="684" y="173"/>
                </a:cubicBezTo>
                <a:cubicBezTo>
                  <a:pt x="683" y="172"/>
                  <a:pt x="682" y="169"/>
                  <a:pt x="681" y="170"/>
                </a:cubicBezTo>
                <a:cubicBezTo>
                  <a:pt x="680" y="169"/>
                  <a:pt x="681" y="169"/>
                  <a:pt x="681" y="169"/>
                </a:cubicBezTo>
                <a:cubicBezTo>
                  <a:pt x="680" y="168"/>
                  <a:pt x="679" y="168"/>
                  <a:pt x="678" y="168"/>
                </a:cubicBezTo>
                <a:cubicBezTo>
                  <a:pt x="676" y="165"/>
                  <a:pt x="672" y="163"/>
                  <a:pt x="672" y="161"/>
                </a:cubicBezTo>
                <a:cubicBezTo>
                  <a:pt x="670" y="160"/>
                  <a:pt x="662" y="154"/>
                  <a:pt x="657" y="149"/>
                </a:cubicBezTo>
                <a:cubicBezTo>
                  <a:pt x="660" y="152"/>
                  <a:pt x="654" y="146"/>
                  <a:pt x="654" y="146"/>
                </a:cubicBezTo>
                <a:cubicBezTo>
                  <a:pt x="653" y="145"/>
                  <a:pt x="653" y="145"/>
                  <a:pt x="652" y="145"/>
                </a:cubicBezTo>
                <a:cubicBezTo>
                  <a:pt x="648" y="142"/>
                  <a:pt x="644" y="139"/>
                  <a:pt x="645" y="138"/>
                </a:cubicBezTo>
                <a:cubicBezTo>
                  <a:pt x="641" y="135"/>
                  <a:pt x="641" y="135"/>
                  <a:pt x="641" y="135"/>
                </a:cubicBezTo>
                <a:cubicBezTo>
                  <a:pt x="642" y="137"/>
                  <a:pt x="641" y="136"/>
                  <a:pt x="640" y="136"/>
                </a:cubicBezTo>
                <a:cubicBezTo>
                  <a:pt x="637" y="133"/>
                  <a:pt x="636" y="133"/>
                  <a:pt x="633" y="130"/>
                </a:cubicBezTo>
                <a:cubicBezTo>
                  <a:pt x="633" y="130"/>
                  <a:pt x="632" y="129"/>
                  <a:pt x="633" y="129"/>
                </a:cubicBezTo>
                <a:cubicBezTo>
                  <a:pt x="629" y="126"/>
                  <a:pt x="631" y="129"/>
                  <a:pt x="629" y="128"/>
                </a:cubicBezTo>
                <a:cubicBezTo>
                  <a:pt x="628" y="126"/>
                  <a:pt x="625" y="124"/>
                  <a:pt x="622" y="123"/>
                </a:cubicBezTo>
                <a:cubicBezTo>
                  <a:pt x="626" y="124"/>
                  <a:pt x="620" y="120"/>
                  <a:pt x="618" y="120"/>
                </a:cubicBezTo>
                <a:cubicBezTo>
                  <a:pt x="618" y="120"/>
                  <a:pt x="620" y="122"/>
                  <a:pt x="621" y="122"/>
                </a:cubicBezTo>
                <a:cubicBezTo>
                  <a:pt x="623" y="124"/>
                  <a:pt x="615" y="119"/>
                  <a:pt x="617" y="119"/>
                </a:cubicBezTo>
                <a:cubicBezTo>
                  <a:pt x="614" y="117"/>
                  <a:pt x="614" y="117"/>
                  <a:pt x="614" y="117"/>
                </a:cubicBezTo>
                <a:cubicBezTo>
                  <a:pt x="613" y="116"/>
                  <a:pt x="614" y="118"/>
                  <a:pt x="611" y="116"/>
                </a:cubicBezTo>
                <a:cubicBezTo>
                  <a:pt x="611" y="116"/>
                  <a:pt x="613" y="116"/>
                  <a:pt x="612" y="115"/>
                </a:cubicBezTo>
                <a:cubicBezTo>
                  <a:pt x="610" y="114"/>
                  <a:pt x="612" y="116"/>
                  <a:pt x="610" y="115"/>
                </a:cubicBezTo>
                <a:cubicBezTo>
                  <a:pt x="607" y="112"/>
                  <a:pt x="602" y="111"/>
                  <a:pt x="596" y="106"/>
                </a:cubicBezTo>
                <a:cubicBezTo>
                  <a:pt x="596" y="106"/>
                  <a:pt x="595" y="106"/>
                  <a:pt x="595" y="105"/>
                </a:cubicBezTo>
                <a:cubicBezTo>
                  <a:pt x="594" y="105"/>
                  <a:pt x="594" y="105"/>
                  <a:pt x="594" y="106"/>
                </a:cubicBezTo>
                <a:cubicBezTo>
                  <a:pt x="587" y="101"/>
                  <a:pt x="583" y="99"/>
                  <a:pt x="576" y="95"/>
                </a:cubicBezTo>
                <a:cubicBezTo>
                  <a:pt x="573" y="94"/>
                  <a:pt x="576" y="96"/>
                  <a:pt x="575" y="96"/>
                </a:cubicBezTo>
                <a:cubicBezTo>
                  <a:pt x="575" y="95"/>
                  <a:pt x="571" y="94"/>
                  <a:pt x="571" y="94"/>
                </a:cubicBezTo>
                <a:cubicBezTo>
                  <a:pt x="568" y="92"/>
                  <a:pt x="566" y="90"/>
                  <a:pt x="562" y="88"/>
                </a:cubicBezTo>
                <a:cubicBezTo>
                  <a:pt x="555" y="85"/>
                  <a:pt x="548" y="82"/>
                  <a:pt x="540" y="79"/>
                </a:cubicBezTo>
                <a:cubicBezTo>
                  <a:pt x="540" y="78"/>
                  <a:pt x="540" y="78"/>
                  <a:pt x="540" y="78"/>
                </a:cubicBezTo>
                <a:cubicBezTo>
                  <a:pt x="537" y="77"/>
                  <a:pt x="535" y="76"/>
                  <a:pt x="533" y="75"/>
                </a:cubicBezTo>
                <a:cubicBezTo>
                  <a:pt x="530" y="74"/>
                  <a:pt x="529" y="74"/>
                  <a:pt x="526" y="73"/>
                </a:cubicBezTo>
                <a:cubicBezTo>
                  <a:pt x="526" y="72"/>
                  <a:pt x="526" y="72"/>
                  <a:pt x="526" y="72"/>
                </a:cubicBezTo>
                <a:cubicBezTo>
                  <a:pt x="521" y="71"/>
                  <a:pt x="517" y="70"/>
                  <a:pt x="514" y="68"/>
                </a:cubicBezTo>
                <a:cubicBezTo>
                  <a:pt x="510" y="68"/>
                  <a:pt x="504" y="65"/>
                  <a:pt x="502" y="64"/>
                </a:cubicBezTo>
                <a:cubicBezTo>
                  <a:pt x="500" y="63"/>
                  <a:pt x="502" y="65"/>
                  <a:pt x="502" y="65"/>
                </a:cubicBezTo>
                <a:cubicBezTo>
                  <a:pt x="497" y="64"/>
                  <a:pt x="493" y="62"/>
                  <a:pt x="488" y="60"/>
                </a:cubicBezTo>
                <a:cubicBezTo>
                  <a:pt x="485" y="60"/>
                  <a:pt x="481" y="60"/>
                  <a:pt x="480" y="59"/>
                </a:cubicBezTo>
                <a:cubicBezTo>
                  <a:pt x="483" y="59"/>
                  <a:pt x="485" y="60"/>
                  <a:pt x="484" y="59"/>
                </a:cubicBezTo>
                <a:cubicBezTo>
                  <a:pt x="482" y="58"/>
                  <a:pt x="480" y="59"/>
                  <a:pt x="480" y="58"/>
                </a:cubicBezTo>
                <a:cubicBezTo>
                  <a:pt x="479" y="58"/>
                  <a:pt x="479" y="58"/>
                  <a:pt x="479" y="59"/>
                </a:cubicBezTo>
                <a:cubicBezTo>
                  <a:pt x="474" y="58"/>
                  <a:pt x="470" y="57"/>
                  <a:pt x="468" y="56"/>
                </a:cubicBezTo>
                <a:cubicBezTo>
                  <a:pt x="466" y="56"/>
                  <a:pt x="469" y="57"/>
                  <a:pt x="464" y="56"/>
                </a:cubicBezTo>
                <a:cubicBezTo>
                  <a:pt x="465" y="55"/>
                  <a:pt x="461" y="54"/>
                  <a:pt x="459" y="54"/>
                </a:cubicBezTo>
                <a:cubicBezTo>
                  <a:pt x="459" y="54"/>
                  <a:pt x="459" y="54"/>
                  <a:pt x="458" y="54"/>
                </a:cubicBezTo>
                <a:cubicBezTo>
                  <a:pt x="458" y="54"/>
                  <a:pt x="459" y="54"/>
                  <a:pt x="461" y="54"/>
                </a:cubicBezTo>
                <a:cubicBezTo>
                  <a:pt x="461" y="53"/>
                  <a:pt x="460" y="53"/>
                  <a:pt x="458" y="53"/>
                </a:cubicBezTo>
                <a:cubicBezTo>
                  <a:pt x="457" y="53"/>
                  <a:pt x="456" y="53"/>
                  <a:pt x="456" y="54"/>
                </a:cubicBezTo>
                <a:cubicBezTo>
                  <a:pt x="453" y="53"/>
                  <a:pt x="452" y="52"/>
                  <a:pt x="450" y="52"/>
                </a:cubicBezTo>
                <a:cubicBezTo>
                  <a:pt x="448" y="51"/>
                  <a:pt x="451" y="52"/>
                  <a:pt x="450" y="52"/>
                </a:cubicBezTo>
                <a:cubicBezTo>
                  <a:pt x="442" y="51"/>
                  <a:pt x="434" y="51"/>
                  <a:pt x="428" y="49"/>
                </a:cubicBezTo>
                <a:cubicBezTo>
                  <a:pt x="426" y="49"/>
                  <a:pt x="429" y="50"/>
                  <a:pt x="427" y="50"/>
                </a:cubicBezTo>
                <a:cubicBezTo>
                  <a:pt x="424" y="50"/>
                  <a:pt x="424" y="49"/>
                  <a:pt x="426" y="49"/>
                </a:cubicBezTo>
                <a:cubicBezTo>
                  <a:pt x="426" y="48"/>
                  <a:pt x="425" y="49"/>
                  <a:pt x="423" y="48"/>
                </a:cubicBezTo>
                <a:cubicBezTo>
                  <a:pt x="423" y="49"/>
                  <a:pt x="423" y="49"/>
                  <a:pt x="423" y="49"/>
                </a:cubicBezTo>
                <a:cubicBezTo>
                  <a:pt x="416" y="48"/>
                  <a:pt x="410" y="48"/>
                  <a:pt x="402" y="48"/>
                </a:cubicBezTo>
                <a:cubicBezTo>
                  <a:pt x="404" y="47"/>
                  <a:pt x="401" y="47"/>
                  <a:pt x="397" y="47"/>
                </a:cubicBezTo>
                <a:cubicBezTo>
                  <a:pt x="397" y="46"/>
                  <a:pt x="397" y="46"/>
                  <a:pt x="397" y="46"/>
                </a:cubicBezTo>
                <a:cubicBezTo>
                  <a:pt x="394" y="47"/>
                  <a:pt x="393" y="46"/>
                  <a:pt x="391" y="46"/>
                </a:cubicBezTo>
                <a:cubicBezTo>
                  <a:pt x="389" y="46"/>
                  <a:pt x="395" y="47"/>
                  <a:pt x="393" y="48"/>
                </a:cubicBezTo>
                <a:cubicBezTo>
                  <a:pt x="390" y="47"/>
                  <a:pt x="390" y="47"/>
                  <a:pt x="388" y="47"/>
                </a:cubicBezTo>
                <a:cubicBezTo>
                  <a:pt x="386" y="47"/>
                  <a:pt x="388" y="47"/>
                  <a:pt x="388" y="48"/>
                </a:cubicBezTo>
                <a:cubicBezTo>
                  <a:pt x="385" y="48"/>
                  <a:pt x="385" y="47"/>
                  <a:pt x="382" y="48"/>
                </a:cubicBezTo>
                <a:cubicBezTo>
                  <a:pt x="382" y="47"/>
                  <a:pt x="383" y="47"/>
                  <a:pt x="384" y="47"/>
                </a:cubicBezTo>
                <a:cubicBezTo>
                  <a:pt x="383" y="47"/>
                  <a:pt x="380" y="48"/>
                  <a:pt x="380" y="47"/>
                </a:cubicBezTo>
                <a:cubicBezTo>
                  <a:pt x="379" y="47"/>
                  <a:pt x="380" y="48"/>
                  <a:pt x="377" y="48"/>
                </a:cubicBezTo>
                <a:cubicBezTo>
                  <a:pt x="376" y="47"/>
                  <a:pt x="377" y="47"/>
                  <a:pt x="376" y="47"/>
                </a:cubicBezTo>
                <a:cubicBezTo>
                  <a:pt x="375" y="47"/>
                  <a:pt x="371" y="48"/>
                  <a:pt x="375" y="48"/>
                </a:cubicBezTo>
                <a:cubicBezTo>
                  <a:pt x="374" y="48"/>
                  <a:pt x="373" y="49"/>
                  <a:pt x="371" y="49"/>
                </a:cubicBezTo>
                <a:cubicBezTo>
                  <a:pt x="372" y="48"/>
                  <a:pt x="370" y="48"/>
                  <a:pt x="371" y="47"/>
                </a:cubicBezTo>
                <a:cubicBezTo>
                  <a:pt x="370" y="47"/>
                  <a:pt x="367" y="48"/>
                  <a:pt x="368" y="47"/>
                </a:cubicBezTo>
                <a:cubicBezTo>
                  <a:pt x="365" y="48"/>
                  <a:pt x="363" y="48"/>
                  <a:pt x="361" y="48"/>
                </a:cubicBezTo>
                <a:cubicBezTo>
                  <a:pt x="361" y="47"/>
                  <a:pt x="362" y="47"/>
                  <a:pt x="363" y="47"/>
                </a:cubicBezTo>
                <a:cubicBezTo>
                  <a:pt x="363" y="47"/>
                  <a:pt x="361" y="47"/>
                  <a:pt x="359" y="47"/>
                </a:cubicBezTo>
                <a:cubicBezTo>
                  <a:pt x="358" y="48"/>
                  <a:pt x="355" y="48"/>
                  <a:pt x="351" y="48"/>
                </a:cubicBezTo>
                <a:cubicBezTo>
                  <a:pt x="351" y="49"/>
                  <a:pt x="354" y="48"/>
                  <a:pt x="354" y="49"/>
                </a:cubicBezTo>
                <a:cubicBezTo>
                  <a:pt x="350" y="50"/>
                  <a:pt x="351" y="49"/>
                  <a:pt x="348" y="49"/>
                </a:cubicBezTo>
                <a:cubicBezTo>
                  <a:pt x="350" y="50"/>
                  <a:pt x="344" y="50"/>
                  <a:pt x="342" y="50"/>
                </a:cubicBezTo>
                <a:cubicBezTo>
                  <a:pt x="340" y="50"/>
                  <a:pt x="343" y="50"/>
                  <a:pt x="341" y="51"/>
                </a:cubicBezTo>
                <a:cubicBezTo>
                  <a:pt x="336" y="52"/>
                  <a:pt x="334" y="52"/>
                  <a:pt x="332" y="51"/>
                </a:cubicBezTo>
                <a:cubicBezTo>
                  <a:pt x="334" y="50"/>
                  <a:pt x="335" y="51"/>
                  <a:pt x="335" y="51"/>
                </a:cubicBezTo>
                <a:cubicBezTo>
                  <a:pt x="336" y="51"/>
                  <a:pt x="336" y="51"/>
                  <a:pt x="336" y="51"/>
                </a:cubicBezTo>
                <a:cubicBezTo>
                  <a:pt x="336" y="50"/>
                  <a:pt x="334" y="51"/>
                  <a:pt x="335" y="50"/>
                </a:cubicBezTo>
                <a:cubicBezTo>
                  <a:pt x="331" y="51"/>
                  <a:pt x="331" y="51"/>
                  <a:pt x="331" y="52"/>
                </a:cubicBezTo>
                <a:cubicBezTo>
                  <a:pt x="330" y="51"/>
                  <a:pt x="326" y="51"/>
                  <a:pt x="326" y="52"/>
                </a:cubicBezTo>
                <a:cubicBezTo>
                  <a:pt x="323" y="53"/>
                  <a:pt x="325" y="52"/>
                  <a:pt x="326" y="51"/>
                </a:cubicBezTo>
                <a:cubicBezTo>
                  <a:pt x="326" y="51"/>
                  <a:pt x="322" y="52"/>
                  <a:pt x="321" y="53"/>
                </a:cubicBezTo>
                <a:cubicBezTo>
                  <a:pt x="321" y="53"/>
                  <a:pt x="322" y="53"/>
                  <a:pt x="323" y="53"/>
                </a:cubicBezTo>
                <a:cubicBezTo>
                  <a:pt x="321" y="53"/>
                  <a:pt x="315" y="54"/>
                  <a:pt x="316" y="55"/>
                </a:cubicBezTo>
                <a:cubicBezTo>
                  <a:pt x="314" y="56"/>
                  <a:pt x="314" y="55"/>
                  <a:pt x="312" y="55"/>
                </a:cubicBezTo>
                <a:cubicBezTo>
                  <a:pt x="313" y="55"/>
                  <a:pt x="314" y="54"/>
                  <a:pt x="315" y="54"/>
                </a:cubicBezTo>
                <a:cubicBezTo>
                  <a:pt x="317" y="53"/>
                  <a:pt x="317" y="53"/>
                  <a:pt x="320" y="52"/>
                </a:cubicBezTo>
                <a:cubicBezTo>
                  <a:pt x="319" y="52"/>
                  <a:pt x="314" y="54"/>
                  <a:pt x="313" y="54"/>
                </a:cubicBezTo>
                <a:cubicBezTo>
                  <a:pt x="310" y="54"/>
                  <a:pt x="314" y="54"/>
                  <a:pt x="312" y="55"/>
                </a:cubicBezTo>
                <a:cubicBezTo>
                  <a:pt x="308" y="56"/>
                  <a:pt x="308" y="56"/>
                  <a:pt x="304" y="57"/>
                </a:cubicBezTo>
                <a:cubicBezTo>
                  <a:pt x="305" y="57"/>
                  <a:pt x="307" y="57"/>
                  <a:pt x="307" y="56"/>
                </a:cubicBezTo>
                <a:cubicBezTo>
                  <a:pt x="305" y="56"/>
                  <a:pt x="302" y="58"/>
                  <a:pt x="302" y="58"/>
                </a:cubicBezTo>
                <a:cubicBezTo>
                  <a:pt x="299" y="59"/>
                  <a:pt x="304" y="57"/>
                  <a:pt x="301" y="58"/>
                </a:cubicBezTo>
                <a:cubicBezTo>
                  <a:pt x="301" y="57"/>
                  <a:pt x="304" y="57"/>
                  <a:pt x="303" y="57"/>
                </a:cubicBezTo>
                <a:cubicBezTo>
                  <a:pt x="303" y="57"/>
                  <a:pt x="298" y="58"/>
                  <a:pt x="297" y="58"/>
                </a:cubicBezTo>
                <a:cubicBezTo>
                  <a:pt x="298" y="59"/>
                  <a:pt x="301" y="57"/>
                  <a:pt x="301" y="58"/>
                </a:cubicBezTo>
                <a:cubicBezTo>
                  <a:pt x="296" y="59"/>
                  <a:pt x="295" y="60"/>
                  <a:pt x="292" y="60"/>
                </a:cubicBezTo>
                <a:cubicBezTo>
                  <a:pt x="290" y="61"/>
                  <a:pt x="289" y="61"/>
                  <a:pt x="289" y="62"/>
                </a:cubicBezTo>
                <a:cubicBezTo>
                  <a:pt x="288" y="62"/>
                  <a:pt x="283" y="62"/>
                  <a:pt x="283" y="63"/>
                </a:cubicBezTo>
                <a:cubicBezTo>
                  <a:pt x="279" y="65"/>
                  <a:pt x="279" y="64"/>
                  <a:pt x="276" y="65"/>
                </a:cubicBezTo>
                <a:cubicBezTo>
                  <a:pt x="274" y="66"/>
                  <a:pt x="277" y="66"/>
                  <a:pt x="276" y="66"/>
                </a:cubicBezTo>
                <a:cubicBezTo>
                  <a:pt x="273" y="67"/>
                  <a:pt x="273" y="67"/>
                  <a:pt x="273" y="67"/>
                </a:cubicBezTo>
                <a:cubicBezTo>
                  <a:pt x="275" y="65"/>
                  <a:pt x="264" y="71"/>
                  <a:pt x="260" y="71"/>
                </a:cubicBezTo>
                <a:cubicBezTo>
                  <a:pt x="259" y="72"/>
                  <a:pt x="259" y="72"/>
                  <a:pt x="259" y="73"/>
                </a:cubicBezTo>
                <a:cubicBezTo>
                  <a:pt x="257" y="73"/>
                  <a:pt x="254" y="74"/>
                  <a:pt x="253" y="75"/>
                </a:cubicBezTo>
                <a:cubicBezTo>
                  <a:pt x="253" y="75"/>
                  <a:pt x="253" y="75"/>
                  <a:pt x="253" y="74"/>
                </a:cubicBezTo>
                <a:cubicBezTo>
                  <a:pt x="248" y="77"/>
                  <a:pt x="246" y="78"/>
                  <a:pt x="239" y="81"/>
                </a:cubicBezTo>
                <a:cubicBezTo>
                  <a:pt x="240" y="80"/>
                  <a:pt x="244" y="78"/>
                  <a:pt x="245" y="78"/>
                </a:cubicBezTo>
                <a:cubicBezTo>
                  <a:pt x="244" y="78"/>
                  <a:pt x="244" y="76"/>
                  <a:pt x="243" y="77"/>
                </a:cubicBezTo>
                <a:cubicBezTo>
                  <a:pt x="243" y="77"/>
                  <a:pt x="242" y="76"/>
                  <a:pt x="243" y="75"/>
                </a:cubicBezTo>
                <a:cubicBezTo>
                  <a:pt x="244" y="75"/>
                  <a:pt x="244" y="75"/>
                  <a:pt x="245" y="75"/>
                </a:cubicBezTo>
                <a:cubicBezTo>
                  <a:pt x="247" y="74"/>
                  <a:pt x="243" y="74"/>
                  <a:pt x="246" y="73"/>
                </a:cubicBezTo>
                <a:cubicBezTo>
                  <a:pt x="245" y="73"/>
                  <a:pt x="244" y="74"/>
                  <a:pt x="243" y="75"/>
                </a:cubicBezTo>
                <a:cubicBezTo>
                  <a:pt x="243" y="73"/>
                  <a:pt x="250" y="71"/>
                  <a:pt x="252" y="71"/>
                </a:cubicBezTo>
                <a:cubicBezTo>
                  <a:pt x="254" y="70"/>
                  <a:pt x="251" y="70"/>
                  <a:pt x="254" y="69"/>
                </a:cubicBezTo>
                <a:cubicBezTo>
                  <a:pt x="247" y="70"/>
                  <a:pt x="242" y="74"/>
                  <a:pt x="237" y="76"/>
                </a:cubicBezTo>
                <a:cubicBezTo>
                  <a:pt x="236" y="76"/>
                  <a:pt x="237" y="76"/>
                  <a:pt x="237" y="76"/>
                </a:cubicBezTo>
                <a:cubicBezTo>
                  <a:pt x="235" y="77"/>
                  <a:pt x="233" y="78"/>
                  <a:pt x="233" y="78"/>
                </a:cubicBezTo>
                <a:cubicBezTo>
                  <a:pt x="234" y="77"/>
                  <a:pt x="235" y="77"/>
                  <a:pt x="235" y="76"/>
                </a:cubicBezTo>
                <a:cubicBezTo>
                  <a:pt x="232" y="77"/>
                  <a:pt x="234" y="77"/>
                  <a:pt x="231" y="78"/>
                </a:cubicBezTo>
                <a:cubicBezTo>
                  <a:pt x="229" y="78"/>
                  <a:pt x="231" y="77"/>
                  <a:pt x="227" y="79"/>
                </a:cubicBezTo>
                <a:cubicBezTo>
                  <a:pt x="227" y="78"/>
                  <a:pt x="230" y="77"/>
                  <a:pt x="231" y="76"/>
                </a:cubicBezTo>
                <a:cubicBezTo>
                  <a:pt x="229" y="77"/>
                  <a:pt x="228" y="77"/>
                  <a:pt x="224" y="79"/>
                </a:cubicBezTo>
                <a:cubicBezTo>
                  <a:pt x="227" y="76"/>
                  <a:pt x="236" y="73"/>
                  <a:pt x="233" y="72"/>
                </a:cubicBezTo>
                <a:cubicBezTo>
                  <a:pt x="233" y="72"/>
                  <a:pt x="231" y="72"/>
                  <a:pt x="231" y="72"/>
                </a:cubicBezTo>
                <a:cubicBezTo>
                  <a:pt x="229" y="73"/>
                  <a:pt x="233" y="72"/>
                  <a:pt x="230" y="73"/>
                </a:cubicBezTo>
                <a:cubicBezTo>
                  <a:pt x="230" y="73"/>
                  <a:pt x="232" y="73"/>
                  <a:pt x="232" y="73"/>
                </a:cubicBezTo>
                <a:cubicBezTo>
                  <a:pt x="227" y="76"/>
                  <a:pt x="222" y="80"/>
                  <a:pt x="219" y="80"/>
                </a:cubicBezTo>
                <a:cubicBezTo>
                  <a:pt x="223" y="79"/>
                  <a:pt x="216" y="80"/>
                  <a:pt x="222" y="77"/>
                </a:cubicBezTo>
                <a:cubicBezTo>
                  <a:pt x="221" y="76"/>
                  <a:pt x="216" y="78"/>
                  <a:pt x="218" y="76"/>
                </a:cubicBezTo>
                <a:cubicBezTo>
                  <a:pt x="217" y="77"/>
                  <a:pt x="210" y="80"/>
                  <a:pt x="210" y="82"/>
                </a:cubicBezTo>
                <a:cubicBezTo>
                  <a:pt x="205" y="84"/>
                  <a:pt x="210" y="81"/>
                  <a:pt x="203" y="85"/>
                </a:cubicBezTo>
                <a:cubicBezTo>
                  <a:pt x="207" y="83"/>
                  <a:pt x="205" y="85"/>
                  <a:pt x="206" y="85"/>
                </a:cubicBezTo>
                <a:cubicBezTo>
                  <a:pt x="203" y="87"/>
                  <a:pt x="205" y="85"/>
                  <a:pt x="204" y="85"/>
                </a:cubicBezTo>
                <a:cubicBezTo>
                  <a:pt x="202" y="86"/>
                  <a:pt x="201" y="88"/>
                  <a:pt x="199" y="88"/>
                </a:cubicBezTo>
                <a:cubicBezTo>
                  <a:pt x="199" y="89"/>
                  <a:pt x="199" y="89"/>
                  <a:pt x="198" y="89"/>
                </a:cubicBezTo>
                <a:cubicBezTo>
                  <a:pt x="200" y="89"/>
                  <a:pt x="202" y="86"/>
                  <a:pt x="203" y="86"/>
                </a:cubicBezTo>
                <a:cubicBezTo>
                  <a:pt x="204" y="87"/>
                  <a:pt x="202" y="88"/>
                  <a:pt x="201" y="88"/>
                </a:cubicBezTo>
                <a:cubicBezTo>
                  <a:pt x="201" y="89"/>
                  <a:pt x="205" y="87"/>
                  <a:pt x="202" y="89"/>
                </a:cubicBezTo>
                <a:cubicBezTo>
                  <a:pt x="202" y="89"/>
                  <a:pt x="204" y="88"/>
                  <a:pt x="205" y="87"/>
                </a:cubicBezTo>
                <a:cubicBezTo>
                  <a:pt x="203" y="89"/>
                  <a:pt x="198" y="91"/>
                  <a:pt x="198" y="92"/>
                </a:cubicBezTo>
                <a:cubicBezTo>
                  <a:pt x="198" y="92"/>
                  <a:pt x="198" y="91"/>
                  <a:pt x="195" y="93"/>
                </a:cubicBezTo>
                <a:cubicBezTo>
                  <a:pt x="195" y="92"/>
                  <a:pt x="196" y="92"/>
                  <a:pt x="197" y="91"/>
                </a:cubicBezTo>
                <a:cubicBezTo>
                  <a:pt x="196" y="91"/>
                  <a:pt x="194" y="92"/>
                  <a:pt x="192" y="94"/>
                </a:cubicBezTo>
                <a:cubicBezTo>
                  <a:pt x="191" y="94"/>
                  <a:pt x="190" y="94"/>
                  <a:pt x="190" y="93"/>
                </a:cubicBezTo>
                <a:cubicBezTo>
                  <a:pt x="187" y="95"/>
                  <a:pt x="190" y="94"/>
                  <a:pt x="187" y="96"/>
                </a:cubicBezTo>
                <a:cubicBezTo>
                  <a:pt x="189" y="94"/>
                  <a:pt x="184" y="97"/>
                  <a:pt x="184" y="96"/>
                </a:cubicBezTo>
                <a:cubicBezTo>
                  <a:pt x="182" y="98"/>
                  <a:pt x="180" y="99"/>
                  <a:pt x="179" y="100"/>
                </a:cubicBezTo>
                <a:cubicBezTo>
                  <a:pt x="179" y="99"/>
                  <a:pt x="179" y="98"/>
                  <a:pt x="181" y="98"/>
                </a:cubicBezTo>
                <a:cubicBezTo>
                  <a:pt x="184" y="96"/>
                  <a:pt x="180" y="98"/>
                  <a:pt x="180" y="97"/>
                </a:cubicBezTo>
                <a:cubicBezTo>
                  <a:pt x="184" y="95"/>
                  <a:pt x="186" y="93"/>
                  <a:pt x="191" y="90"/>
                </a:cubicBezTo>
                <a:cubicBezTo>
                  <a:pt x="188" y="92"/>
                  <a:pt x="189" y="92"/>
                  <a:pt x="192" y="90"/>
                </a:cubicBezTo>
                <a:cubicBezTo>
                  <a:pt x="194" y="88"/>
                  <a:pt x="194" y="88"/>
                  <a:pt x="198" y="86"/>
                </a:cubicBezTo>
                <a:cubicBezTo>
                  <a:pt x="200" y="85"/>
                  <a:pt x="196" y="86"/>
                  <a:pt x="200" y="84"/>
                </a:cubicBezTo>
                <a:cubicBezTo>
                  <a:pt x="199" y="85"/>
                  <a:pt x="204" y="82"/>
                  <a:pt x="204" y="84"/>
                </a:cubicBezTo>
                <a:cubicBezTo>
                  <a:pt x="204" y="84"/>
                  <a:pt x="206" y="83"/>
                  <a:pt x="208" y="82"/>
                </a:cubicBezTo>
                <a:cubicBezTo>
                  <a:pt x="208" y="81"/>
                  <a:pt x="209" y="81"/>
                  <a:pt x="209" y="81"/>
                </a:cubicBezTo>
                <a:cubicBezTo>
                  <a:pt x="209" y="80"/>
                  <a:pt x="205" y="82"/>
                  <a:pt x="207" y="82"/>
                </a:cubicBezTo>
                <a:cubicBezTo>
                  <a:pt x="205" y="83"/>
                  <a:pt x="203" y="84"/>
                  <a:pt x="203" y="83"/>
                </a:cubicBezTo>
                <a:cubicBezTo>
                  <a:pt x="206" y="81"/>
                  <a:pt x="206" y="81"/>
                  <a:pt x="206" y="81"/>
                </a:cubicBezTo>
                <a:cubicBezTo>
                  <a:pt x="206" y="81"/>
                  <a:pt x="205" y="82"/>
                  <a:pt x="206" y="82"/>
                </a:cubicBezTo>
                <a:cubicBezTo>
                  <a:pt x="208" y="81"/>
                  <a:pt x="207" y="81"/>
                  <a:pt x="207" y="80"/>
                </a:cubicBezTo>
                <a:cubicBezTo>
                  <a:pt x="208" y="79"/>
                  <a:pt x="209" y="80"/>
                  <a:pt x="210" y="79"/>
                </a:cubicBezTo>
                <a:cubicBezTo>
                  <a:pt x="212" y="78"/>
                  <a:pt x="209" y="81"/>
                  <a:pt x="213" y="79"/>
                </a:cubicBezTo>
                <a:cubicBezTo>
                  <a:pt x="215" y="78"/>
                  <a:pt x="214" y="77"/>
                  <a:pt x="216" y="77"/>
                </a:cubicBezTo>
                <a:cubicBezTo>
                  <a:pt x="218" y="75"/>
                  <a:pt x="218" y="73"/>
                  <a:pt x="217" y="73"/>
                </a:cubicBezTo>
                <a:cubicBezTo>
                  <a:pt x="216" y="74"/>
                  <a:pt x="216" y="74"/>
                  <a:pt x="213" y="75"/>
                </a:cubicBezTo>
                <a:cubicBezTo>
                  <a:pt x="213" y="74"/>
                  <a:pt x="213" y="74"/>
                  <a:pt x="213" y="74"/>
                </a:cubicBezTo>
                <a:cubicBezTo>
                  <a:pt x="219" y="70"/>
                  <a:pt x="218" y="72"/>
                  <a:pt x="221" y="70"/>
                </a:cubicBezTo>
                <a:cubicBezTo>
                  <a:pt x="222" y="70"/>
                  <a:pt x="220" y="71"/>
                  <a:pt x="219" y="72"/>
                </a:cubicBezTo>
                <a:cubicBezTo>
                  <a:pt x="218" y="73"/>
                  <a:pt x="221" y="71"/>
                  <a:pt x="219" y="73"/>
                </a:cubicBezTo>
                <a:cubicBezTo>
                  <a:pt x="219" y="73"/>
                  <a:pt x="223" y="71"/>
                  <a:pt x="222" y="72"/>
                </a:cubicBezTo>
                <a:cubicBezTo>
                  <a:pt x="224" y="71"/>
                  <a:pt x="221" y="72"/>
                  <a:pt x="221" y="71"/>
                </a:cubicBezTo>
                <a:cubicBezTo>
                  <a:pt x="224" y="70"/>
                  <a:pt x="221" y="70"/>
                  <a:pt x="224" y="68"/>
                </a:cubicBezTo>
                <a:cubicBezTo>
                  <a:pt x="224" y="68"/>
                  <a:pt x="224" y="68"/>
                  <a:pt x="224" y="68"/>
                </a:cubicBezTo>
                <a:cubicBezTo>
                  <a:pt x="223" y="68"/>
                  <a:pt x="223" y="69"/>
                  <a:pt x="221" y="70"/>
                </a:cubicBezTo>
                <a:cubicBezTo>
                  <a:pt x="224" y="66"/>
                  <a:pt x="231" y="66"/>
                  <a:pt x="235" y="63"/>
                </a:cubicBezTo>
                <a:cubicBezTo>
                  <a:pt x="234" y="63"/>
                  <a:pt x="233" y="64"/>
                  <a:pt x="234" y="62"/>
                </a:cubicBezTo>
                <a:cubicBezTo>
                  <a:pt x="231" y="63"/>
                  <a:pt x="234" y="63"/>
                  <a:pt x="231" y="64"/>
                </a:cubicBezTo>
                <a:cubicBezTo>
                  <a:pt x="233" y="63"/>
                  <a:pt x="232" y="63"/>
                  <a:pt x="234" y="61"/>
                </a:cubicBezTo>
                <a:cubicBezTo>
                  <a:pt x="236" y="60"/>
                  <a:pt x="235" y="61"/>
                  <a:pt x="234" y="61"/>
                </a:cubicBezTo>
                <a:cubicBezTo>
                  <a:pt x="235" y="61"/>
                  <a:pt x="236" y="61"/>
                  <a:pt x="236" y="62"/>
                </a:cubicBezTo>
                <a:cubicBezTo>
                  <a:pt x="239" y="60"/>
                  <a:pt x="239" y="60"/>
                  <a:pt x="241" y="59"/>
                </a:cubicBezTo>
                <a:cubicBezTo>
                  <a:pt x="240" y="60"/>
                  <a:pt x="244" y="58"/>
                  <a:pt x="245" y="58"/>
                </a:cubicBezTo>
                <a:cubicBezTo>
                  <a:pt x="248" y="57"/>
                  <a:pt x="244" y="57"/>
                  <a:pt x="247" y="57"/>
                </a:cubicBezTo>
                <a:cubicBezTo>
                  <a:pt x="249" y="55"/>
                  <a:pt x="249" y="56"/>
                  <a:pt x="249" y="56"/>
                </a:cubicBezTo>
                <a:cubicBezTo>
                  <a:pt x="248" y="58"/>
                  <a:pt x="246" y="58"/>
                  <a:pt x="244" y="59"/>
                </a:cubicBezTo>
                <a:cubicBezTo>
                  <a:pt x="245" y="59"/>
                  <a:pt x="246" y="59"/>
                  <a:pt x="244" y="61"/>
                </a:cubicBezTo>
                <a:cubicBezTo>
                  <a:pt x="244" y="61"/>
                  <a:pt x="245" y="60"/>
                  <a:pt x="245" y="61"/>
                </a:cubicBezTo>
                <a:cubicBezTo>
                  <a:pt x="245" y="60"/>
                  <a:pt x="245" y="60"/>
                  <a:pt x="246" y="59"/>
                </a:cubicBezTo>
                <a:cubicBezTo>
                  <a:pt x="247" y="59"/>
                  <a:pt x="248" y="59"/>
                  <a:pt x="248" y="59"/>
                </a:cubicBezTo>
                <a:cubicBezTo>
                  <a:pt x="250" y="58"/>
                  <a:pt x="245" y="59"/>
                  <a:pt x="246" y="59"/>
                </a:cubicBezTo>
                <a:cubicBezTo>
                  <a:pt x="248" y="57"/>
                  <a:pt x="253" y="56"/>
                  <a:pt x="253" y="55"/>
                </a:cubicBezTo>
                <a:cubicBezTo>
                  <a:pt x="255" y="54"/>
                  <a:pt x="255" y="55"/>
                  <a:pt x="257" y="55"/>
                </a:cubicBezTo>
                <a:cubicBezTo>
                  <a:pt x="257" y="54"/>
                  <a:pt x="264" y="50"/>
                  <a:pt x="267" y="50"/>
                </a:cubicBezTo>
                <a:cubicBezTo>
                  <a:pt x="271" y="49"/>
                  <a:pt x="268" y="48"/>
                  <a:pt x="268" y="48"/>
                </a:cubicBezTo>
                <a:cubicBezTo>
                  <a:pt x="266" y="49"/>
                  <a:pt x="263" y="49"/>
                  <a:pt x="263" y="50"/>
                </a:cubicBezTo>
                <a:cubicBezTo>
                  <a:pt x="263" y="50"/>
                  <a:pt x="265" y="50"/>
                  <a:pt x="266" y="49"/>
                </a:cubicBezTo>
                <a:cubicBezTo>
                  <a:pt x="263" y="51"/>
                  <a:pt x="256" y="53"/>
                  <a:pt x="253" y="55"/>
                </a:cubicBezTo>
                <a:cubicBezTo>
                  <a:pt x="253" y="54"/>
                  <a:pt x="252" y="54"/>
                  <a:pt x="254" y="53"/>
                </a:cubicBezTo>
                <a:cubicBezTo>
                  <a:pt x="256" y="52"/>
                  <a:pt x="258" y="52"/>
                  <a:pt x="258" y="51"/>
                </a:cubicBezTo>
                <a:cubicBezTo>
                  <a:pt x="261" y="50"/>
                  <a:pt x="259" y="52"/>
                  <a:pt x="257" y="52"/>
                </a:cubicBezTo>
                <a:cubicBezTo>
                  <a:pt x="261" y="51"/>
                  <a:pt x="263" y="49"/>
                  <a:pt x="267" y="48"/>
                </a:cubicBezTo>
                <a:cubicBezTo>
                  <a:pt x="262" y="49"/>
                  <a:pt x="253" y="52"/>
                  <a:pt x="247" y="55"/>
                </a:cubicBezTo>
                <a:cubicBezTo>
                  <a:pt x="244" y="56"/>
                  <a:pt x="242" y="56"/>
                  <a:pt x="242" y="55"/>
                </a:cubicBezTo>
                <a:cubicBezTo>
                  <a:pt x="240" y="56"/>
                  <a:pt x="242" y="56"/>
                  <a:pt x="242" y="57"/>
                </a:cubicBezTo>
                <a:cubicBezTo>
                  <a:pt x="240" y="57"/>
                  <a:pt x="241" y="58"/>
                  <a:pt x="239" y="58"/>
                </a:cubicBezTo>
                <a:cubicBezTo>
                  <a:pt x="238" y="58"/>
                  <a:pt x="240" y="57"/>
                  <a:pt x="239" y="57"/>
                </a:cubicBezTo>
                <a:cubicBezTo>
                  <a:pt x="238" y="57"/>
                  <a:pt x="236" y="58"/>
                  <a:pt x="234" y="59"/>
                </a:cubicBezTo>
                <a:cubicBezTo>
                  <a:pt x="233" y="60"/>
                  <a:pt x="235" y="59"/>
                  <a:pt x="234" y="60"/>
                </a:cubicBezTo>
                <a:cubicBezTo>
                  <a:pt x="236" y="59"/>
                  <a:pt x="235" y="59"/>
                  <a:pt x="235" y="59"/>
                </a:cubicBezTo>
                <a:cubicBezTo>
                  <a:pt x="237" y="57"/>
                  <a:pt x="237" y="58"/>
                  <a:pt x="239" y="58"/>
                </a:cubicBezTo>
                <a:cubicBezTo>
                  <a:pt x="238" y="59"/>
                  <a:pt x="227" y="63"/>
                  <a:pt x="229" y="64"/>
                </a:cubicBezTo>
                <a:cubicBezTo>
                  <a:pt x="228" y="64"/>
                  <a:pt x="227" y="64"/>
                  <a:pt x="226" y="64"/>
                </a:cubicBezTo>
                <a:cubicBezTo>
                  <a:pt x="229" y="61"/>
                  <a:pt x="225" y="63"/>
                  <a:pt x="223" y="62"/>
                </a:cubicBezTo>
                <a:cubicBezTo>
                  <a:pt x="222" y="63"/>
                  <a:pt x="222" y="63"/>
                  <a:pt x="220" y="64"/>
                </a:cubicBezTo>
                <a:cubicBezTo>
                  <a:pt x="220" y="64"/>
                  <a:pt x="221" y="63"/>
                  <a:pt x="221" y="63"/>
                </a:cubicBezTo>
                <a:cubicBezTo>
                  <a:pt x="216" y="65"/>
                  <a:pt x="222" y="64"/>
                  <a:pt x="217" y="66"/>
                </a:cubicBezTo>
                <a:cubicBezTo>
                  <a:pt x="217" y="65"/>
                  <a:pt x="218" y="65"/>
                  <a:pt x="218" y="64"/>
                </a:cubicBezTo>
                <a:cubicBezTo>
                  <a:pt x="213" y="68"/>
                  <a:pt x="214" y="68"/>
                  <a:pt x="210" y="70"/>
                </a:cubicBezTo>
                <a:cubicBezTo>
                  <a:pt x="209" y="69"/>
                  <a:pt x="209" y="69"/>
                  <a:pt x="209" y="69"/>
                </a:cubicBezTo>
                <a:cubicBezTo>
                  <a:pt x="209" y="69"/>
                  <a:pt x="207" y="71"/>
                  <a:pt x="205" y="72"/>
                </a:cubicBezTo>
                <a:cubicBezTo>
                  <a:pt x="205" y="72"/>
                  <a:pt x="207" y="72"/>
                  <a:pt x="204" y="74"/>
                </a:cubicBezTo>
                <a:cubicBezTo>
                  <a:pt x="204" y="73"/>
                  <a:pt x="205" y="72"/>
                  <a:pt x="203" y="73"/>
                </a:cubicBezTo>
                <a:cubicBezTo>
                  <a:pt x="201" y="75"/>
                  <a:pt x="199" y="76"/>
                  <a:pt x="198" y="77"/>
                </a:cubicBezTo>
                <a:cubicBezTo>
                  <a:pt x="199" y="76"/>
                  <a:pt x="202" y="75"/>
                  <a:pt x="198" y="78"/>
                </a:cubicBezTo>
                <a:cubicBezTo>
                  <a:pt x="199" y="78"/>
                  <a:pt x="201" y="77"/>
                  <a:pt x="203" y="75"/>
                </a:cubicBezTo>
                <a:cubicBezTo>
                  <a:pt x="203" y="76"/>
                  <a:pt x="196" y="80"/>
                  <a:pt x="194" y="81"/>
                </a:cubicBezTo>
                <a:cubicBezTo>
                  <a:pt x="197" y="79"/>
                  <a:pt x="196" y="79"/>
                  <a:pt x="197" y="77"/>
                </a:cubicBezTo>
                <a:cubicBezTo>
                  <a:pt x="194" y="79"/>
                  <a:pt x="195" y="78"/>
                  <a:pt x="192" y="80"/>
                </a:cubicBezTo>
                <a:cubicBezTo>
                  <a:pt x="191" y="80"/>
                  <a:pt x="192" y="80"/>
                  <a:pt x="192" y="81"/>
                </a:cubicBezTo>
                <a:cubicBezTo>
                  <a:pt x="187" y="83"/>
                  <a:pt x="184" y="85"/>
                  <a:pt x="179" y="89"/>
                </a:cubicBezTo>
                <a:cubicBezTo>
                  <a:pt x="179" y="89"/>
                  <a:pt x="180" y="89"/>
                  <a:pt x="180" y="89"/>
                </a:cubicBezTo>
                <a:cubicBezTo>
                  <a:pt x="181" y="88"/>
                  <a:pt x="181" y="88"/>
                  <a:pt x="183" y="87"/>
                </a:cubicBezTo>
                <a:cubicBezTo>
                  <a:pt x="182" y="88"/>
                  <a:pt x="182" y="89"/>
                  <a:pt x="182" y="90"/>
                </a:cubicBezTo>
                <a:cubicBezTo>
                  <a:pt x="179" y="91"/>
                  <a:pt x="178" y="93"/>
                  <a:pt x="177" y="92"/>
                </a:cubicBezTo>
                <a:cubicBezTo>
                  <a:pt x="176" y="94"/>
                  <a:pt x="174" y="95"/>
                  <a:pt x="172" y="96"/>
                </a:cubicBezTo>
                <a:cubicBezTo>
                  <a:pt x="171" y="96"/>
                  <a:pt x="173" y="94"/>
                  <a:pt x="173" y="94"/>
                </a:cubicBezTo>
                <a:cubicBezTo>
                  <a:pt x="169" y="96"/>
                  <a:pt x="172" y="96"/>
                  <a:pt x="171" y="97"/>
                </a:cubicBezTo>
                <a:cubicBezTo>
                  <a:pt x="171" y="97"/>
                  <a:pt x="172" y="96"/>
                  <a:pt x="173" y="95"/>
                </a:cubicBezTo>
                <a:cubicBezTo>
                  <a:pt x="173" y="96"/>
                  <a:pt x="169" y="100"/>
                  <a:pt x="173" y="97"/>
                </a:cubicBezTo>
                <a:cubicBezTo>
                  <a:pt x="171" y="99"/>
                  <a:pt x="166" y="102"/>
                  <a:pt x="166" y="101"/>
                </a:cubicBezTo>
                <a:cubicBezTo>
                  <a:pt x="169" y="98"/>
                  <a:pt x="167" y="98"/>
                  <a:pt x="169" y="97"/>
                </a:cubicBezTo>
                <a:cubicBezTo>
                  <a:pt x="168" y="96"/>
                  <a:pt x="165" y="99"/>
                  <a:pt x="163" y="101"/>
                </a:cubicBezTo>
                <a:cubicBezTo>
                  <a:pt x="163" y="101"/>
                  <a:pt x="162" y="101"/>
                  <a:pt x="162" y="101"/>
                </a:cubicBezTo>
                <a:cubicBezTo>
                  <a:pt x="162" y="101"/>
                  <a:pt x="163" y="100"/>
                  <a:pt x="163" y="100"/>
                </a:cubicBezTo>
                <a:cubicBezTo>
                  <a:pt x="163" y="100"/>
                  <a:pt x="162" y="100"/>
                  <a:pt x="161" y="101"/>
                </a:cubicBezTo>
                <a:cubicBezTo>
                  <a:pt x="162" y="102"/>
                  <a:pt x="162" y="102"/>
                  <a:pt x="158" y="102"/>
                </a:cubicBezTo>
                <a:cubicBezTo>
                  <a:pt x="157" y="104"/>
                  <a:pt x="161" y="102"/>
                  <a:pt x="157" y="105"/>
                </a:cubicBezTo>
                <a:cubicBezTo>
                  <a:pt x="157" y="104"/>
                  <a:pt x="155" y="105"/>
                  <a:pt x="154" y="106"/>
                </a:cubicBezTo>
                <a:cubicBezTo>
                  <a:pt x="157" y="105"/>
                  <a:pt x="154" y="107"/>
                  <a:pt x="154" y="107"/>
                </a:cubicBezTo>
                <a:cubicBezTo>
                  <a:pt x="152" y="109"/>
                  <a:pt x="153" y="108"/>
                  <a:pt x="151" y="109"/>
                </a:cubicBezTo>
                <a:cubicBezTo>
                  <a:pt x="151" y="109"/>
                  <a:pt x="153" y="108"/>
                  <a:pt x="152" y="108"/>
                </a:cubicBezTo>
                <a:cubicBezTo>
                  <a:pt x="152" y="108"/>
                  <a:pt x="152" y="108"/>
                  <a:pt x="151" y="108"/>
                </a:cubicBezTo>
                <a:cubicBezTo>
                  <a:pt x="150" y="109"/>
                  <a:pt x="151" y="109"/>
                  <a:pt x="150" y="110"/>
                </a:cubicBezTo>
                <a:cubicBezTo>
                  <a:pt x="150" y="111"/>
                  <a:pt x="153" y="108"/>
                  <a:pt x="150" y="111"/>
                </a:cubicBezTo>
                <a:cubicBezTo>
                  <a:pt x="151" y="111"/>
                  <a:pt x="154" y="109"/>
                  <a:pt x="154" y="108"/>
                </a:cubicBezTo>
                <a:cubicBezTo>
                  <a:pt x="154" y="109"/>
                  <a:pt x="156" y="108"/>
                  <a:pt x="156" y="108"/>
                </a:cubicBezTo>
                <a:cubicBezTo>
                  <a:pt x="154" y="110"/>
                  <a:pt x="154" y="109"/>
                  <a:pt x="153" y="110"/>
                </a:cubicBezTo>
                <a:cubicBezTo>
                  <a:pt x="152" y="111"/>
                  <a:pt x="149" y="113"/>
                  <a:pt x="149" y="114"/>
                </a:cubicBezTo>
                <a:cubicBezTo>
                  <a:pt x="150" y="113"/>
                  <a:pt x="153" y="110"/>
                  <a:pt x="154" y="111"/>
                </a:cubicBezTo>
                <a:cubicBezTo>
                  <a:pt x="151" y="113"/>
                  <a:pt x="152" y="113"/>
                  <a:pt x="153" y="113"/>
                </a:cubicBezTo>
                <a:cubicBezTo>
                  <a:pt x="153" y="113"/>
                  <a:pt x="152" y="113"/>
                  <a:pt x="152" y="113"/>
                </a:cubicBezTo>
                <a:cubicBezTo>
                  <a:pt x="152" y="113"/>
                  <a:pt x="152" y="114"/>
                  <a:pt x="152" y="114"/>
                </a:cubicBezTo>
                <a:cubicBezTo>
                  <a:pt x="150" y="114"/>
                  <a:pt x="153" y="111"/>
                  <a:pt x="149" y="114"/>
                </a:cubicBezTo>
                <a:cubicBezTo>
                  <a:pt x="149" y="116"/>
                  <a:pt x="146" y="119"/>
                  <a:pt x="150" y="117"/>
                </a:cubicBezTo>
                <a:cubicBezTo>
                  <a:pt x="149" y="118"/>
                  <a:pt x="149" y="118"/>
                  <a:pt x="149" y="118"/>
                </a:cubicBezTo>
                <a:cubicBezTo>
                  <a:pt x="147" y="120"/>
                  <a:pt x="146" y="119"/>
                  <a:pt x="147" y="118"/>
                </a:cubicBezTo>
                <a:cubicBezTo>
                  <a:pt x="144" y="118"/>
                  <a:pt x="140" y="124"/>
                  <a:pt x="138" y="124"/>
                </a:cubicBezTo>
                <a:cubicBezTo>
                  <a:pt x="139" y="124"/>
                  <a:pt x="136" y="126"/>
                  <a:pt x="136" y="127"/>
                </a:cubicBezTo>
                <a:cubicBezTo>
                  <a:pt x="137" y="127"/>
                  <a:pt x="140" y="125"/>
                  <a:pt x="143" y="122"/>
                </a:cubicBezTo>
                <a:cubicBezTo>
                  <a:pt x="143" y="122"/>
                  <a:pt x="143" y="122"/>
                  <a:pt x="143" y="122"/>
                </a:cubicBezTo>
                <a:cubicBezTo>
                  <a:pt x="144" y="121"/>
                  <a:pt x="142" y="123"/>
                  <a:pt x="144" y="123"/>
                </a:cubicBezTo>
                <a:cubicBezTo>
                  <a:pt x="142" y="122"/>
                  <a:pt x="139" y="127"/>
                  <a:pt x="138" y="126"/>
                </a:cubicBezTo>
                <a:cubicBezTo>
                  <a:pt x="135" y="128"/>
                  <a:pt x="135" y="129"/>
                  <a:pt x="134" y="130"/>
                </a:cubicBezTo>
                <a:cubicBezTo>
                  <a:pt x="137" y="129"/>
                  <a:pt x="137" y="128"/>
                  <a:pt x="139" y="127"/>
                </a:cubicBezTo>
                <a:cubicBezTo>
                  <a:pt x="139" y="128"/>
                  <a:pt x="140" y="127"/>
                  <a:pt x="139" y="128"/>
                </a:cubicBezTo>
                <a:cubicBezTo>
                  <a:pt x="140" y="128"/>
                  <a:pt x="141" y="127"/>
                  <a:pt x="141" y="127"/>
                </a:cubicBezTo>
                <a:cubicBezTo>
                  <a:pt x="142" y="126"/>
                  <a:pt x="142" y="126"/>
                  <a:pt x="142" y="126"/>
                </a:cubicBezTo>
                <a:cubicBezTo>
                  <a:pt x="143" y="125"/>
                  <a:pt x="144" y="125"/>
                  <a:pt x="146" y="123"/>
                </a:cubicBezTo>
                <a:cubicBezTo>
                  <a:pt x="147" y="121"/>
                  <a:pt x="151" y="120"/>
                  <a:pt x="154" y="116"/>
                </a:cubicBezTo>
                <a:cubicBezTo>
                  <a:pt x="159" y="114"/>
                  <a:pt x="160" y="110"/>
                  <a:pt x="162" y="111"/>
                </a:cubicBezTo>
                <a:cubicBezTo>
                  <a:pt x="165" y="107"/>
                  <a:pt x="169" y="106"/>
                  <a:pt x="173" y="103"/>
                </a:cubicBezTo>
                <a:cubicBezTo>
                  <a:pt x="175" y="101"/>
                  <a:pt x="172" y="103"/>
                  <a:pt x="174" y="102"/>
                </a:cubicBezTo>
                <a:cubicBezTo>
                  <a:pt x="175" y="101"/>
                  <a:pt x="176" y="101"/>
                  <a:pt x="178" y="100"/>
                </a:cubicBezTo>
                <a:cubicBezTo>
                  <a:pt x="174" y="104"/>
                  <a:pt x="169" y="106"/>
                  <a:pt x="163" y="111"/>
                </a:cubicBezTo>
                <a:cubicBezTo>
                  <a:pt x="166" y="111"/>
                  <a:pt x="178" y="99"/>
                  <a:pt x="183" y="98"/>
                </a:cubicBezTo>
                <a:cubicBezTo>
                  <a:pt x="183" y="98"/>
                  <a:pt x="180" y="101"/>
                  <a:pt x="183" y="99"/>
                </a:cubicBezTo>
                <a:cubicBezTo>
                  <a:pt x="183" y="100"/>
                  <a:pt x="177" y="103"/>
                  <a:pt x="177" y="104"/>
                </a:cubicBezTo>
                <a:cubicBezTo>
                  <a:pt x="173" y="106"/>
                  <a:pt x="172" y="108"/>
                  <a:pt x="168" y="110"/>
                </a:cubicBezTo>
                <a:cubicBezTo>
                  <a:pt x="168" y="111"/>
                  <a:pt x="168" y="111"/>
                  <a:pt x="168" y="111"/>
                </a:cubicBezTo>
                <a:cubicBezTo>
                  <a:pt x="170" y="109"/>
                  <a:pt x="173" y="108"/>
                  <a:pt x="176" y="106"/>
                </a:cubicBezTo>
                <a:cubicBezTo>
                  <a:pt x="175" y="107"/>
                  <a:pt x="175" y="107"/>
                  <a:pt x="176" y="107"/>
                </a:cubicBezTo>
                <a:cubicBezTo>
                  <a:pt x="173" y="109"/>
                  <a:pt x="173" y="109"/>
                  <a:pt x="169" y="112"/>
                </a:cubicBezTo>
                <a:cubicBezTo>
                  <a:pt x="168" y="112"/>
                  <a:pt x="168" y="112"/>
                  <a:pt x="168" y="112"/>
                </a:cubicBezTo>
                <a:cubicBezTo>
                  <a:pt x="166" y="114"/>
                  <a:pt x="163" y="116"/>
                  <a:pt x="159" y="119"/>
                </a:cubicBezTo>
                <a:cubicBezTo>
                  <a:pt x="160" y="120"/>
                  <a:pt x="165" y="115"/>
                  <a:pt x="166" y="114"/>
                </a:cubicBezTo>
                <a:cubicBezTo>
                  <a:pt x="167" y="114"/>
                  <a:pt x="166" y="114"/>
                  <a:pt x="166" y="114"/>
                </a:cubicBezTo>
                <a:cubicBezTo>
                  <a:pt x="164" y="116"/>
                  <a:pt x="168" y="113"/>
                  <a:pt x="168" y="114"/>
                </a:cubicBezTo>
                <a:cubicBezTo>
                  <a:pt x="169" y="112"/>
                  <a:pt x="172" y="111"/>
                  <a:pt x="175" y="108"/>
                </a:cubicBezTo>
                <a:cubicBezTo>
                  <a:pt x="175" y="109"/>
                  <a:pt x="174" y="110"/>
                  <a:pt x="174" y="110"/>
                </a:cubicBezTo>
                <a:cubicBezTo>
                  <a:pt x="176" y="108"/>
                  <a:pt x="181" y="104"/>
                  <a:pt x="183" y="104"/>
                </a:cubicBezTo>
                <a:cubicBezTo>
                  <a:pt x="185" y="102"/>
                  <a:pt x="189" y="100"/>
                  <a:pt x="190" y="98"/>
                </a:cubicBezTo>
                <a:cubicBezTo>
                  <a:pt x="191" y="98"/>
                  <a:pt x="196" y="95"/>
                  <a:pt x="199" y="93"/>
                </a:cubicBezTo>
                <a:cubicBezTo>
                  <a:pt x="199" y="93"/>
                  <a:pt x="198" y="94"/>
                  <a:pt x="198" y="94"/>
                </a:cubicBezTo>
                <a:cubicBezTo>
                  <a:pt x="203" y="90"/>
                  <a:pt x="208" y="88"/>
                  <a:pt x="215" y="83"/>
                </a:cubicBezTo>
                <a:cubicBezTo>
                  <a:pt x="214" y="84"/>
                  <a:pt x="214" y="85"/>
                  <a:pt x="215" y="84"/>
                </a:cubicBezTo>
                <a:cubicBezTo>
                  <a:pt x="218" y="83"/>
                  <a:pt x="214" y="85"/>
                  <a:pt x="215" y="85"/>
                </a:cubicBezTo>
                <a:cubicBezTo>
                  <a:pt x="212" y="86"/>
                  <a:pt x="211" y="87"/>
                  <a:pt x="208" y="88"/>
                </a:cubicBezTo>
                <a:cubicBezTo>
                  <a:pt x="206" y="89"/>
                  <a:pt x="209" y="88"/>
                  <a:pt x="209" y="89"/>
                </a:cubicBezTo>
                <a:cubicBezTo>
                  <a:pt x="204" y="91"/>
                  <a:pt x="202" y="93"/>
                  <a:pt x="200" y="95"/>
                </a:cubicBezTo>
                <a:cubicBezTo>
                  <a:pt x="198" y="95"/>
                  <a:pt x="196" y="97"/>
                  <a:pt x="194" y="98"/>
                </a:cubicBezTo>
                <a:cubicBezTo>
                  <a:pt x="193" y="99"/>
                  <a:pt x="193" y="99"/>
                  <a:pt x="193" y="99"/>
                </a:cubicBezTo>
                <a:cubicBezTo>
                  <a:pt x="190" y="100"/>
                  <a:pt x="188" y="102"/>
                  <a:pt x="184" y="105"/>
                </a:cubicBezTo>
                <a:cubicBezTo>
                  <a:pt x="184" y="104"/>
                  <a:pt x="184" y="104"/>
                  <a:pt x="184" y="104"/>
                </a:cubicBezTo>
                <a:cubicBezTo>
                  <a:pt x="183" y="105"/>
                  <a:pt x="182" y="106"/>
                  <a:pt x="182" y="106"/>
                </a:cubicBezTo>
                <a:cubicBezTo>
                  <a:pt x="182" y="106"/>
                  <a:pt x="175" y="111"/>
                  <a:pt x="170" y="115"/>
                </a:cubicBezTo>
                <a:cubicBezTo>
                  <a:pt x="170" y="115"/>
                  <a:pt x="170" y="115"/>
                  <a:pt x="170" y="115"/>
                </a:cubicBezTo>
                <a:cubicBezTo>
                  <a:pt x="164" y="119"/>
                  <a:pt x="167" y="119"/>
                  <a:pt x="161" y="123"/>
                </a:cubicBezTo>
                <a:cubicBezTo>
                  <a:pt x="162" y="123"/>
                  <a:pt x="161" y="124"/>
                  <a:pt x="162" y="123"/>
                </a:cubicBezTo>
                <a:cubicBezTo>
                  <a:pt x="161" y="124"/>
                  <a:pt x="156" y="128"/>
                  <a:pt x="156" y="128"/>
                </a:cubicBezTo>
                <a:cubicBezTo>
                  <a:pt x="155" y="128"/>
                  <a:pt x="156" y="129"/>
                  <a:pt x="155" y="130"/>
                </a:cubicBezTo>
                <a:cubicBezTo>
                  <a:pt x="152" y="130"/>
                  <a:pt x="154" y="128"/>
                  <a:pt x="154" y="127"/>
                </a:cubicBezTo>
                <a:cubicBezTo>
                  <a:pt x="151" y="129"/>
                  <a:pt x="154" y="128"/>
                  <a:pt x="151" y="131"/>
                </a:cubicBezTo>
                <a:cubicBezTo>
                  <a:pt x="151" y="131"/>
                  <a:pt x="152" y="130"/>
                  <a:pt x="152" y="131"/>
                </a:cubicBezTo>
                <a:cubicBezTo>
                  <a:pt x="149" y="133"/>
                  <a:pt x="150" y="133"/>
                  <a:pt x="148" y="135"/>
                </a:cubicBezTo>
                <a:cubicBezTo>
                  <a:pt x="146" y="136"/>
                  <a:pt x="146" y="137"/>
                  <a:pt x="145" y="138"/>
                </a:cubicBezTo>
                <a:cubicBezTo>
                  <a:pt x="145" y="137"/>
                  <a:pt x="145" y="137"/>
                  <a:pt x="142" y="139"/>
                </a:cubicBezTo>
                <a:cubicBezTo>
                  <a:pt x="140" y="141"/>
                  <a:pt x="144" y="138"/>
                  <a:pt x="143" y="139"/>
                </a:cubicBezTo>
                <a:cubicBezTo>
                  <a:pt x="142" y="140"/>
                  <a:pt x="139" y="142"/>
                  <a:pt x="141" y="141"/>
                </a:cubicBezTo>
                <a:cubicBezTo>
                  <a:pt x="141" y="141"/>
                  <a:pt x="139" y="143"/>
                  <a:pt x="139" y="142"/>
                </a:cubicBezTo>
                <a:cubicBezTo>
                  <a:pt x="138" y="144"/>
                  <a:pt x="137" y="145"/>
                  <a:pt x="135" y="148"/>
                </a:cubicBezTo>
                <a:cubicBezTo>
                  <a:pt x="139" y="145"/>
                  <a:pt x="143" y="141"/>
                  <a:pt x="147" y="137"/>
                </a:cubicBezTo>
                <a:cubicBezTo>
                  <a:pt x="149" y="137"/>
                  <a:pt x="147" y="138"/>
                  <a:pt x="149" y="137"/>
                </a:cubicBezTo>
                <a:cubicBezTo>
                  <a:pt x="151" y="135"/>
                  <a:pt x="151" y="135"/>
                  <a:pt x="151" y="134"/>
                </a:cubicBezTo>
                <a:cubicBezTo>
                  <a:pt x="154" y="132"/>
                  <a:pt x="152" y="134"/>
                  <a:pt x="151" y="135"/>
                </a:cubicBezTo>
                <a:cubicBezTo>
                  <a:pt x="152" y="135"/>
                  <a:pt x="154" y="133"/>
                  <a:pt x="156" y="132"/>
                </a:cubicBezTo>
                <a:cubicBezTo>
                  <a:pt x="153" y="132"/>
                  <a:pt x="159" y="128"/>
                  <a:pt x="161" y="127"/>
                </a:cubicBezTo>
                <a:cubicBezTo>
                  <a:pt x="163" y="125"/>
                  <a:pt x="159" y="129"/>
                  <a:pt x="157" y="130"/>
                </a:cubicBezTo>
                <a:cubicBezTo>
                  <a:pt x="159" y="130"/>
                  <a:pt x="156" y="132"/>
                  <a:pt x="156" y="133"/>
                </a:cubicBezTo>
                <a:cubicBezTo>
                  <a:pt x="155" y="134"/>
                  <a:pt x="150" y="138"/>
                  <a:pt x="150" y="139"/>
                </a:cubicBezTo>
                <a:cubicBezTo>
                  <a:pt x="148" y="140"/>
                  <a:pt x="146" y="141"/>
                  <a:pt x="145" y="143"/>
                </a:cubicBezTo>
                <a:cubicBezTo>
                  <a:pt x="144" y="143"/>
                  <a:pt x="145" y="143"/>
                  <a:pt x="145" y="142"/>
                </a:cubicBezTo>
                <a:cubicBezTo>
                  <a:pt x="144" y="145"/>
                  <a:pt x="143" y="144"/>
                  <a:pt x="141" y="145"/>
                </a:cubicBezTo>
                <a:cubicBezTo>
                  <a:pt x="139" y="147"/>
                  <a:pt x="142" y="145"/>
                  <a:pt x="142" y="146"/>
                </a:cubicBezTo>
                <a:cubicBezTo>
                  <a:pt x="140" y="147"/>
                  <a:pt x="141" y="147"/>
                  <a:pt x="139" y="148"/>
                </a:cubicBezTo>
                <a:cubicBezTo>
                  <a:pt x="138" y="148"/>
                  <a:pt x="138" y="147"/>
                  <a:pt x="140" y="145"/>
                </a:cubicBezTo>
                <a:cubicBezTo>
                  <a:pt x="140" y="145"/>
                  <a:pt x="139" y="145"/>
                  <a:pt x="139" y="145"/>
                </a:cubicBezTo>
                <a:cubicBezTo>
                  <a:pt x="137" y="148"/>
                  <a:pt x="135" y="150"/>
                  <a:pt x="136" y="151"/>
                </a:cubicBezTo>
                <a:cubicBezTo>
                  <a:pt x="134" y="153"/>
                  <a:pt x="135" y="151"/>
                  <a:pt x="133" y="152"/>
                </a:cubicBezTo>
                <a:cubicBezTo>
                  <a:pt x="133" y="153"/>
                  <a:pt x="134" y="153"/>
                  <a:pt x="131" y="156"/>
                </a:cubicBezTo>
                <a:cubicBezTo>
                  <a:pt x="131" y="155"/>
                  <a:pt x="131" y="155"/>
                  <a:pt x="130" y="155"/>
                </a:cubicBezTo>
                <a:cubicBezTo>
                  <a:pt x="130" y="156"/>
                  <a:pt x="129" y="157"/>
                  <a:pt x="129" y="158"/>
                </a:cubicBezTo>
                <a:cubicBezTo>
                  <a:pt x="125" y="161"/>
                  <a:pt x="122" y="164"/>
                  <a:pt x="119" y="167"/>
                </a:cubicBezTo>
                <a:cubicBezTo>
                  <a:pt x="118" y="168"/>
                  <a:pt x="118" y="168"/>
                  <a:pt x="118" y="168"/>
                </a:cubicBezTo>
                <a:cubicBezTo>
                  <a:pt x="116" y="169"/>
                  <a:pt x="117" y="169"/>
                  <a:pt x="115" y="171"/>
                </a:cubicBezTo>
                <a:cubicBezTo>
                  <a:pt x="113" y="171"/>
                  <a:pt x="111" y="174"/>
                  <a:pt x="109" y="175"/>
                </a:cubicBezTo>
                <a:cubicBezTo>
                  <a:pt x="110" y="174"/>
                  <a:pt x="110" y="174"/>
                  <a:pt x="110" y="173"/>
                </a:cubicBezTo>
                <a:cubicBezTo>
                  <a:pt x="114" y="170"/>
                  <a:pt x="118" y="163"/>
                  <a:pt x="121" y="162"/>
                </a:cubicBezTo>
                <a:cubicBezTo>
                  <a:pt x="125" y="157"/>
                  <a:pt x="129" y="153"/>
                  <a:pt x="133" y="151"/>
                </a:cubicBezTo>
                <a:cubicBezTo>
                  <a:pt x="134" y="150"/>
                  <a:pt x="134" y="149"/>
                  <a:pt x="134" y="149"/>
                </a:cubicBezTo>
                <a:cubicBezTo>
                  <a:pt x="134" y="148"/>
                  <a:pt x="130" y="152"/>
                  <a:pt x="130" y="150"/>
                </a:cubicBezTo>
                <a:cubicBezTo>
                  <a:pt x="131" y="150"/>
                  <a:pt x="131" y="150"/>
                  <a:pt x="131" y="150"/>
                </a:cubicBezTo>
                <a:cubicBezTo>
                  <a:pt x="133" y="149"/>
                  <a:pt x="133" y="148"/>
                  <a:pt x="135" y="147"/>
                </a:cubicBezTo>
                <a:cubicBezTo>
                  <a:pt x="126" y="153"/>
                  <a:pt x="125" y="155"/>
                  <a:pt x="119" y="161"/>
                </a:cubicBezTo>
                <a:cubicBezTo>
                  <a:pt x="118" y="160"/>
                  <a:pt x="122" y="157"/>
                  <a:pt x="123" y="155"/>
                </a:cubicBezTo>
                <a:cubicBezTo>
                  <a:pt x="121" y="157"/>
                  <a:pt x="123" y="155"/>
                  <a:pt x="121" y="156"/>
                </a:cubicBezTo>
                <a:cubicBezTo>
                  <a:pt x="121" y="155"/>
                  <a:pt x="123" y="153"/>
                  <a:pt x="123" y="153"/>
                </a:cubicBezTo>
                <a:cubicBezTo>
                  <a:pt x="125" y="151"/>
                  <a:pt x="125" y="153"/>
                  <a:pt x="123" y="155"/>
                </a:cubicBezTo>
                <a:cubicBezTo>
                  <a:pt x="123" y="155"/>
                  <a:pt x="127" y="151"/>
                  <a:pt x="125" y="153"/>
                </a:cubicBezTo>
                <a:cubicBezTo>
                  <a:pt x="128" y="151"/>
                  <a:pt x="128" y="151"/>
                  <a:pt x="131" y="148"/>
                </a:cubicBezTo>
                <a:cubicBezTo>
                  <a:pt x="132" y="145"/>
                  <a:pt x="130" y="145"/>
                  <a:pt x="125" y="149"/>
                </a:cubicBezTo>
                <a:cubicBezTo>
                  <a:pt x="120" y="156"/>
                  <a:pt x="111" y="162"/>
                  <a:pt x="106" y="170"/>
                </a:cubicBezTo>
                <a:cubicBezTo>
                  <a:pt x="104" y="170"/>
                  <a:pt x="103" y="171"/>
                  <a:pt x="102" y="172"/>
                </a:cubicBezTo>
                <a:cubicBezTo>
                  <a:pt x="101" y="173"/>
                  <a:pt x="100" y="174"/>
                  <a:pt x="100" y="174"/>
                </a:cubicBezTo>
                <a:cubicBezTo>
                  <a:pt x="100" y="175"/>
                  <a:pt x="100" y="175"/>
                  <a:pt x="99" y="176"/>
                </a:cubicBezTo>
                <a:cubicBezTo>
                  <a:pt x="100" y="176"/>
                  <a:pt x="100" y="176"/>
                  <a:pt x="100" y="175"/>
                </a:cubicBezTo>
                <a:cubicBezTo>
                  <a:pt x="101" y="176"/>
                  <a:pt x="99" y="176"/>
                  <a:pt x="100" y="177"/>
                </a:cubicBezTo>
                <a:cubicBezTo>
                  <a:pt x="99" y="176"/>
                  <a:pt x="98" y="175"/>
                  <a:pt x="97" y="175"/>
                </a:cubicBezTo>
                <a:cubicBezTo>
                  <a:pt x="97" y="175"/>
                  <a:pt x="97" y="176"/>
                  <a:pt x="97" y="176"/>
                </a:cubicBezTo>
                <a:cubicBezTo>
                  <a:pt x="97" y="175"/>
                  <a:pt x="96" y="177"/>
                  <a:pt x="96" y="176"/>
                </a:cubicBezTo>
                <a:cubicBezTo>
                  <a:pt x="97" y="175"/>
                  <a:pt x="97" y="174"/>
                  <a:pt x="98" y="175"/>
                </a:cubicBezTo>
                <a:cubicBezTo>
                  <a:pt x="98" y="174"/>
                  <a:pt x="97" y="174"/>
                  <a:pt x="98" y="174"/>
                </a:cubicBezTo>
                <a:cubicBezTo>
                  <a:pt x="97" y="173"/>
                  <a:pt x="96" y="175"/>
                  <a:pt x="95" y="176"/>
                </a:cubicBezTo>
                <a:cubicBezTo>
                  <a:pt x="95" y="176"/>
                  <a:pt x="95" y="177"/>
                  <a:pt x="94" y="177"/>
                </a:cubicBezTo>
                <a:cubicBezTo>
                  <a:pt x="95" y="178"/>
                  <a:pt x="95" y="177"/>
                  <a:pt x="96" y="177"/>
                </a:cubicBezTo>
                <a:cubicBezTo>
                  <a:pt x="95" y="178"/>
                  <a:pt x="95" y="178"/>
                  <a:pt x="94" y="178"/>
                </a:cubicBezTo>
                <a:cubicBezTo>
                  <a:pt x="94" y="179"/>
                  <a:pt x="95" y="179"/>
                  <a:pt x="95" y="179"/>
                </a:cubicBezTo>
                <a:cubicBezTo>
                  <a:pt x="94" y="179"/>
                  <a:pt x="92" y="179"/>
                  <a:pt x="92" y="180"/>
                </a:cubicBezTo>
                <a:cubicBezTo>
                  <a:pt x="92" y="180"/>
                  <a:pt x="92" y="180"/>
                  <a:pt x="93" y="180"/>
                </a:cubicBezTo>
                <a:cubicBezTo>
                  <a:pt x="93" y="180"/>
                  <a:pt x="93" y="181"/>
                  <a:pt x="93" y="181"/>
                </a:cubicBezTo>
                <a:cubicBezTo>
                  <a:pt x="92" y="181"/>
                  <a:pt x="92" y="180"/>
                  <a:pt x="92" y="181"/>
                </a:cubicBezTo>
                <a:cubicBezTo>
                  <a:pt x="91" y="181"/>
                  <a:pt x="92" y="181"/>
                  <a:pt x="92" y="181"/>
                </a:cubicBezTo>
                <a:cubicBezTo>
                  <a:pt x="92" y="182"/>
                  <a:pt x="91" y="181"/>
                  <a:pt x="91" y="182"/>
                </a:cubicBezTo>
                <a:cubicBezTo>
                  <a:pt x="90" y="182"/>
                  <a:pt x="90" y="183"/>
                  <a:pt x="89" y="183"/>
                </a:cubicBezTo>
                <a:cubicBezTo>
                  <a:pt x="89" y="183"/>
                  <a:pt x="90" y="182"/>
                  <a:pt x="90" y="183"/>
                </a:cubicBezTo>
                <a:cubicBezTo>
                  <a:pt x="89" y="183"/>
                  <a:pt x="89" y="183"/>
                  <a:pt x="88" y="183"/>
                </a:cubicBezTo>
                <a:cubicBezTo>
                  <a:pt x="87" y="184"/>
                  <a:pt x="88" y="184"/>
                  <a:pt x="88" y="184"/>
                </a:cubicBezTo>
                <a:cubicBezTo>
                  <a:pt x="87" y="184"/>
                  <a:pt x="87" y="186"/>
                  <a:pt x="86" y="186"/>
                </a:cubicBezTo>
                <a:cubicBezTo>
                  <a:pt x="86" y="186"/>
                  <a:pt x="86" y="186"/>
                  <a:pt x="86" y="186"/>
                </a:cubicBezTo>
                <a:cubicBezTo>
                  <a:pt x="86" y="186"/>
                  <a:pt x="86" y="186"/>
                  <a:pt x="85" y="186"/>
                </a:cubicBezTo>
                <a:cubicBezTo>
                  <a:pt x="85" y="186"/>
                  <a:pt x="86" y="186"/>
                  <a:pt x="86" y="186"/>
                </a:cubicBezTo>
                <a:cubicBezTo>
                  <a:pt x="84" y="188"/>
                  <a:pt x="83" y="190"/>
                  <a:pt x="81" y="192"/>
                </a:cubicBezTo>
                <a:cubicBezTo>
                  <a:pt x="81" y="192"/>
                  <a:pt x="81" y="192"/>
                  <a:pt x="81" y="192"/>
                </a:cubicBezTo>
                <a:cubicBezTo>
                  <a:pt x="81" y="193"/>
                  <a:pt x="82" y="192"/>
                  <a:pt x="81" y="193"/>
                </a:cubicBezTo>
                <a:cubicBezTo>
                  <a:pt x="81" y="193"/>
                  <a:pt x="81" y="193"/>
                  <a:pt x="81" y="193"/>
                </a:cubicBezTo>
                <a:cubicBezTo>
                  <a:pt x="80" y="193"/>
                  <a:pt x="80" y="194"/>
                  <a:pt x="80" y="193"/>
                </a:cubicBezTo>
                <a:cubicBezTo>
                  <a:pt x="79" y="193"/>
                  <a:pt x="81" y="192"/>
                  <a:pt x="80" y="192"/>
                </a:cubicBezTo>
                <a:cubicBezTo>
                  <a:pt x="80" y="191"/>
                  <a:pt x="80" y="192"/>
                  <a:pt x="80" y="192"/>
                </a:cubicBezTo>
                <a:cubicBezTo>
                  <a:pt x="79" y="191"/>
                  <a:pt x="80" y="191"/>
                  <a:pt x="81" y="190"/>
                </a:cubicBezTo>
                <a:cubicBezTo>
                  <a:pt x="81" y="191"/>
                  <a:pt x="80" y="191"/>
                  <a:pt x="81" y="191"/>
                </a:cubicBezTo>
                <a:cubicBezTo>
                  <a:pt x="81" y="191"/>
                  <a:pt x="82" y="191"/>
                  <a:pt x="82" y="190"/>
                </a:cubicBezTo>
                <a:cubicBezTo>
                  <a:pt x="82" y="190"/>
                  <a:pt x="81" y="191"/>
                  <a:pt x="81" y="190"/>
                </a:cubicBezTo>
                <a:cubicBezTo>
                  <a:pt x="81" y="189"/>
                  <a:pt x="82" y="190"/>
                  <a:pt x="82" y="190"/>
                </a:cubicBezTo>
                <a:cubicBezTo>
                  <a:pt x="83" y="189"/>
                  <a:pt x="82" y="189"/>
                  <a:pt x="81" y="189"/>
                </a:cubicBezTo>
                <a:cubicBezTo>
                  <a:pt x="81" y="189"/>
                  <a:pt x="81" y="190"/>
                  <a:pt x="81" y="190"/>
                </a:cubicBezTo>
                <a:cubicBezTo>
                  <a:pt x="80" y="190"/>
                  <a:pt x="82" y="188"/>
                  <a:pt x="82" y="188"/>
                </a:cubicBezTo>
                <a:cubicBezTo>
                  <a:pt x="83" y="188"/>
                  <a:pt x="82" y="189"/>
                  <a:pt x="82" y="189"/>
                </a:cubicBezTo>
                <a:cubicBezTo>
                  <a:pt x="83" y="189"/>
                  <a:pt x="83" y="188"/>
                  <a:pt x="83" y="189"/>
                </a:cubicBezTo>
                <a:cubicBezTo>
                  <a:pt x="83" y="188"/>
                  <a:pt x="83" y="188"/>
                  <a:pt x="83" y="187"/>
                </a:cubicBezTo>
                <a:cubicBezTo>
                  <a:pt x="86" y="183"/>
                  <a:pt x="86" y="183"/>
                  <a:pt x="86" y="183"/>
                </a:cubicBezTo>
                <a:cubicBezTo>
                  <a:pt x="86" y="184"/>
                  <a:pt x="86" y="183"/>
                  <a:pt x="87" y="184"/>
                </a:cubicBezTo>
                <a:cubicBezTo>
                  <a:pt x="87" y="183"/>
                  <a:pt x="87" y="183"/>
                  <a:pt x="86" y="183"/>
                </a:cubicBezTo>
                <a:cubicBezTo>
                  <a:pt x="87" y="183"/>
                  <a:pt x="86" y="182"/>
                  <a:pt x="87" y="182"/>
                </a:cubicBezTo>
                <a:cubicBezTo>
                  <a:pt x="87" y="182"/>
                  <a:pt x="87" y="182"/>
                  <a:pt x="87" y="183"/>
                </a:cubicBezTo>
                <a:cubicBezTo>
                  <a:pt x="88" y="182"/>
                  <a:pt x="87" y="182"/>
                  <a:pt x="87" y="182"/>
                </a:cubicBezTo>
                <a:cubicBezTo>
                  <a:pt x="89" y="179"/>
                  <a:pt x="92" y="175"/>
                  <a:pt x="95" y="172"/>
                </a:cubicBezTo>
                <a:cubicBezTo>
                  <a:pt x="95" y="172"/>
                  <a:pt x="95" y="172"/>
                  <a:pt x="95" y="172"/>
                </a:cubicBezTo>
                <a:cubicBezTo>
                  <a:pt x="95" y="172"/>
                  <a:pt x="95" y="171"/>
                  <a:pt x="95" y="171"/>
                </a:cubicBezTo>
                <a:cubicBezTo>
                  <a:pt x="95" y="170"/>
                  <a:pt x="95" y="171"/>
                  <a:pt x="95" y="171"/>
                </a:cubicBezTo>
                <a:cubicBezTo>
                  <a:pt x="95" y="171"/>
                  <a:pt x="95" y="171"/>
                  <a:pt x="95" y="170"/>
                </a:cubicBezTo>
                <a:cubicBezTo>
                  <a:pt x="94" y="170"/>
                  <a:pt x="94" y="170"/>
                  <a:pt x="94" y="171"/>
                </a:cubicBezTo>
                <a:cubicBezTo>
                  <a:pt x="93" y="170"/>
                  <a:pt x="94" y="169"/>
                  <a:pt x="95" y="169"/>
                </a:cubicBezTo>
                <a:cubicBezTo>
                  <a:pt x="95" y="169"/>
                  <a:pt x="94" y="169"/>
                  <a:pt x="95" y="170"/>
                </a:cubicBezTo>
                <a:cubicBezTo>
                  <a:pt x="95" y="170"/>
                  <a:pt x="95" y="169"/>
                  <a:pt x="95" y="169"/>
                </a:cubicBezTo>
                <a:cubicBezTo>
                  <a:pt x="96" y="170"/>
                  <a:pt x="95" y="170"/>
                  <a:pt x="95" y="170"/>
                </a:cubicBezTo>
                <a:cubicBezTo>
                  <a:pt x="96" y="170"/>
                  <a:pt x="96" y="170"/>
                  <a:pt x="96" y="170"/>
                </a:cubicBezTo>
                <a:cubicBezTo>
                  <a:pt x="96" y="168"/>
                  <a:pt x="103" y="164"/>
                  <a:pt x="102" y="163"/>
                </a:cubicBezTo>
                <a:cubicBezTo>
                  <a:pt x="105" y="161"/>
                  <a:pt x="102" y="163"/>
                  <a:pt x="105" y="161"/>
                </a:cubicBezTo>
                <a:cubicBezTo>
                  <a:pt x="107" y="157"/>
                  <a:pt x="113" y="152"/>
                  <a:pt x="118" y="147"/>
                </a:cubicBezTo>
                <a:cubicBezTo>
                  <a:pt x="116" y="151"/>
                  <a:pt x="121" y="145"/>
                  <a:pt x="123" y="143"/>
                </a:cubicBezTo>
                <a:cubicBezTo>
                  <a:pt x="123" y="143"/>
                  <a:pt x="123" y="143"/>
                  <a:pt x="123" y="143"/>
                </a:cubicBezTo>
                <a:cubicBezTo>
                  <a:pt x="124" y="142"/>
                  <a:pt x="124" y="143"/>
                  <a:pt x="126" y="141"/>
                </a:cubicBezTo>
                <a:cubicBezTo>
                  <a:pt x="124" y="141"/>
                  <a:pt x="130" y="137"/>
                  <a:pt x="128" y="138"/>
                </a:cubicBezTo>
                <a:cubicBezTo>
                  <a:pt x="129" y="136"/>
                  <a:pt x="131" y="136"/>
                  <a:pt x="131" y="136"/>
                </a:cubicBezTo>
                <a:cubicBezTo>
                  <a:pt x="132" y="135"/>
                  <a:pt x="131" y="135"/>
                  <a:pt x="131" y="135"/>
                </a:cubicBezTo>
                <a:cubicBezTo>
                  <a:pt x="133" y="134"/>
                  <a:pt x="133" y="133"/>
                  <a:pt x="136" y="131"/>
                </a:cubicBezTo>
                <a:cubicBezTo>
                  <a:pt x="135" y="132"/>
                  <a:pt x="136" y="132"/>
                  <a:pt x="137" y="131"/>
                </a:cubicBezTo>
                <a:cubicBezTo>
                  <a:pt x="141" y="128"/>
                  <a:pt x="136" y="130"/>
                  <a:pt x="139" y="128"/>
                </a:cubicBezTo>
                <a:cubicBezTo>
                  <a:pt x="138" y="128"/>
                  <a:pt x="136" y="130"/>
                  <a:pt x="135" y="130"/>
                </a:cubicBezTo>
                <a:cubicBezTo>
                  <a:pt x="134" y="131"/>
                  <a:pt x="134" y="132"/>
                  <a:pt x="134" y="132"/>
                </a:cubicBezTo>
                <a:cubicBezTo>
                  <a:pt x="130" y="134"/>
                  <a:pt x="128" y="137"/>
                  <a:pt x="123" y="141"/>
                </a:cubicBezTo>
                <a:cubicBezTo>
                  <a:pt x="122" y="141"/>
                  <a:pt x="121" y="143"/>
                  <a:pt x="122" y="141"/>
                </a:cubicBezTo>
                <a:cubicBezTo>
                  <a:pt x="121" y="142"/>
                  <a:pt x="120" y="143"/>
                  <a:pt x="117" y="145"/>
                </a:cubicBezTo>
                <a:cubicBezTo>
                  <a:pt x="121" y="141"/>
                  <a:pt x="127" y="135"/>
                  <a:pt x="130" y="134"/>
                </a:cubicBezTo>
                <a:cubicBezTo>
                  <a:pt x="131" y="133"/>
                  <a:pt x="130" y="132"/>
                  <a:pt x="131" y="132"/>
                </a:cubicBezTo>
                <a:cubicBezTo>
                  <a:pt x="129" y="133"/>
                  <a:pt x="130" y="133"/>
                  <a:pt x="128" y="135"/>
                </a:cubicBezTo>
                <a:cubicBezTo>
                  <a:pt x="131" y="131"/>
                  <a:pt x="126" y="134"/>
                  <a:pt x="127" y="132"/>
                </a:cubicBezTo>
                <a:cubicBezTo>
                  <a:pt x="125" y="133"/>
                  <a:pt x="125" y="133"/>
                  <a:pt x="125" y="133"/>
                </a:cubicBezTo>
                <a:cubicBezTo>
                  <a:pt x="124" y="134"/>
                  <a:pt x="127" y="133"/>
                  <a:pt x="125" y="135"/>
                </a:cubicBezTo>
                <a:cubicBezTo>
                  <a:pt x="126" y="134"/>
                  <a:pt x="126" y="134"/>
                  <a:pt x="126" y="134"/>
                </a:cubicBezTo>
                <a:cubicBezTo>
                  <a:pt x="113" y="146"/>
                  <a:pt x="113" y="146"/>
                  <a:pt x="113" y="146"/>
                </a:cubicBezTo>
                <a:cubicBezTo>
                  <a:pt x="112" y="146"/>
                  <a:pt x="112" y="146"/>
                  <a:pt x="113" y="145"/>
                </a:cubicBezTo>
                <a:cubicBezTo>
                  <a:pt x="111" y="147"/>
                  <a:pt x="111" y="147"/>
                  <a:pt x="111" y="147"/>
                </a:cubicBezTo>
                <a:cubicBezTo>
                  <a:pt x="111" y="148"/>
                  <a:pt x="112" y="146"/>
                  <a:pt x="113" y="146"/>
                </a:cubicBezTo>
                <a:cubicBezTo>
                  <a:pt x="113" y="147"/>
                  <a:pt x="111" y="147"/>
                  <a:pt x="110" y="148"/>
                </a:cubicBezTo>
                <a:cubicBezTo>
                  <a:pt x="106" y="153"/>
                  <a:pt x="106" y="153"/>
                  <a:pt x="106" y="153"/>
                </a:cubicBezTo>
                <a:cubicBezTo>
                  <a:pt x="106" y="150"/>
                  <a:pt x="103" y="155"/>
                  <a:pt x="100" y="157"/>
                </a:cubicBezTo>
                <a:cubicBezTo>
                  <a:pt x="101" y="156"/>
                  <a:pt x="104" y="154"/>
                  <a:pt x="104" y="152"/>
                </a:cubicBezTo>
                <a:cubicBezTo>
                  <a:pt x="108" y="149"/>
                  <a:pt x="109" y="148"/>
                  <a:pt x="111" y="145"/>
                </a:cubicBezTo>
                <a:cubicBezTo>
                  <a:pt x="110" y="145"/>
                  <a:pt x="109" y="147"/>
                  <a:pt x="108" y="148"/>
                </a:cubicBezTo>
                <a:cubicBezTo>
                  <a:pt x="108" y="145"/>
                  <a:pt x="106" y="148"/>
                  <a:pt x="103" y="152"/>
                </a:cubicBezTo>
                <a:cubicBezTo>
                  <a:pt x="105" y="150"/>
                  <a:pt x="103" y="150"/>
                  <a:pt x="101" y="151"/>
                </a:cubicBezTo>
                <a:cubicBezTo>
                  <a:pt x="103" y="149"/>
                  <a:pt x="103" y="149"/>
                  <a:pt x="104" y="149"/>
                </a:cubicBezTo>
                <a:cubicBezTo>
                  <a:pt x="105" y="148"/>
                  <a:pt x="105" y="147"/>
                  <a:pt x="107" y="145"/>
                </a:cubicBezTo>
                <a:cubicBezTo>
                  <a:pt x="108" y="144"/>
                  <a:pt x="108" y="146"/>
                  <a:pt x="109" y="144"/>
                </a:cubicBezTo>
                <a:cubicBezTo>
                  <a:pt x="111" y="142"/>
                  <a:pt x="109" y="141"/>
                  <a:pt x="113" y="139"/>
                </a:cubicBezTo>
                <a:cubicBezTo>
                  <a:pt x="113" y="139"/>
                  <a:pt x="111" y="141"/>
                  <a:pt x="111" y="141"/>
                </a:cubicBezTo>
                <a:cubicBezTo>
                  <a:pt x="114" y="139"/>
                  <a:pt x="114" y="138"/>
                  <a:pt x="113" y="138"/>
                </a:cubicBezTo>
                <a:cubicBezTo>
                  <a:pt x="115" y="136"/>
                  <a:pt x="115" y="137"/>
                  <a:pt x="115" y="137"/>
                </a:cubicBezTo>
                <a:cubicBezTo>
                  <a:pt x="115" y="136"/>
                  <a:pt x="118" y="134"/>
                  <a:pt x="118" y="133"/>
                </a:cubicBezTo>
                <a:cubicBezTo>
                  <a:pt x="118" y="133"/>
                  <a:pt x="116" y="134"/>
                  <a:pt x="115" y="135"/>
                </a:cubicBezTo>
                <a:cubicBezTo>
                  <a:pt x="116" y="134"/>
                  <a:pt x="116" y="134"/>
                  <a:pt x="117" y="132"/>
                </a:cubicBezTo>
                <a:cubicBezTo>
                  <a:pt x="115" y="134"/>
                  <a:pt x="115" y="134"/>
                  <a:pt x="116" y="132"/>
                </a:cubicBezTo>
                <a:cubicBezTo>
                  <a:pt x="115" y="132"/>
                  <a:pt x="115" y="132"/>
                  <a:pt x="115" y="132"/>
                </a:cubicBezTo>
                <a:cubicBezTo>
                  <a:pt x="114" y="133"/>
                  <a:pt x="113" y="134"/>
                  <a:pt x="112" y="135"/>
                </a:cubicBezTo>
                <a:cubicBezTo>
                  <a:pt x="111" y="136"/>
                  <a:pt x="112" y="134"/>
                  <a:pt x="109" y="137"/>
                </a:cubicBezTo>
                <a:cubicBezTo>
                  <a:pt x="111" y="135"/>
                  <a:pt x="109" y="136"/>
                  <a:pt x="110" y="134"/>
                </a:cubicBezTo>
                <a:cubicBezTo>
                  <a:pt x="112" y="133"/>
                  <a:pt x="110" y="133"/>
                  <a:pt x="111" y="133"/>
                </a:cubicBezTo>
                <a:cubicBezTo>
                  <a:pt x="112" y="131"/>
                  <a:pt x="115" y="128"/>
                  <a:pt x="116" y="127"/>
                </a:cubicBezTo>
                <a:cubicBezTo>
                  <a:pt x="118" y="126"/>
                  <a:pt x="119" y="125"/>
                  <a:pt x="120" y="126"/>
                </a:cubicBezTo>
                <a:cubicBezTo>
                  <a:pt x="121" y="125"/>
                  <a:pt x="121" y="124"/>
                  <a:pt x="121" y="124"/>
                </a:cubicBezTo>
                <a:cubicBezTo>
                  <a:pt x="121" y="124"/>
                  <a:pt x="119" y="125"/>
                  <a:pt x="119" y="124"/>
                </a:cubicBezTo>
                <a:cubicBezTo>
                  <a:pt x="122" y="121"/>
                  <a:pt x="125" y="119"/>
                  <a:pt x="126" y="117"/>
                </a:cubicBezTo>
                <a:cubicBezTo>
                  <a:pt x="127" y="116"/>
                  <a:pt x="127" y="116"/>
                  <a:pt x="128" y="116"/>
                </a:cubicBezTo>
                <a:cubicBezTo>
                  <a:pt x="142" y="104"/>
                  <a:pt x="148" y="99"/>
                  <a:pt x="162" y="88"/>
                </a:cubicBezTo>
                <a:cubicBezTo>
                  <a:pt x="163" y="89"/>
                  <a:pt x="163" y="89"/>
                  <a:pt x="164" y="88"/>
                </a:cubicBezTo>
                <a:cubicBezTo>
                  <a:pt x="166" y="86"/>
                  <a:pt x="163" y="88"/>
                  <a:pt x="163" y="88"/>
                </a:cubicBezTo>
                <a:cubicBezTo>
                  <a:pt x="175" y="79"/>
                  <a:pt x="184" y="73"/>
                  <a:pt x="197" y="65"/>
                </a:cubicBezTo>
                <a:cubicBezTo>
                  <a:pt x="197" y="65"/>
                  <a:pt x="196" y="65"/>
                  <a:pt x="195" y="66"/>
                </a:cubicBezTo>
                <a:cubicBezTo>
                  <a:pt x="196" y="65"/>
                  <a:pt x="197" y="65"/>
                  <a:pt x="199" y="63"/>
                </a:cubicBezTo>
                <a:cubicBezTo>
                  <a:pt x="199" y="64"/>
                  <a:pt x="199" y="64"/>
                  <a:pt x="201" y="63"/>
                </a:cubicBezTo>
                <a:cubicBezTo>
                  <a:pt x="202" y="63"/>
                  <a:pt x="201" y="62"/>
                  <a:pt x="201" y="62"/>
                </a:cubicBezTo>
                <a:cubicBezTo>
                  <a:pt x="203" y="61"/>
                  <a:pt x="203" y="61"/>
                  <a:pt x="203" y="62"/>
                </a:cubicBezTo>
                <a:cubicBezTo>
                  <a:pt x="207" y="60"/>
                  <a:pt x="211" y="58"/>
                  <a:pt x="214" y="56"/>
                </a:cubicBezTo>
                <a:cubicBezTo>
                  <a:pt x="213" y="56"/>
                  <a:pt x="212" y="57"/>
                  <a:pt x="210" y="57"/>
                </a:cubicBezTo>
                <a:cubicBezTo>
                  <a:pt x="214" y="54"/>
                  <a:pt x="214" y="57"/>
                  <a:pt x="222" y="53"/>
                </a:cubicBezTo>
                <a:cubicBezTo>
                  <a:pt x="222" y="52"/>
                  <a:pt x="218" y="54"/>
                  <a:pt x="217" y="54"/>
                </a:cubicBezTo>
                <a:cubicBezTo>
                  <a:pt x="219" y="52"/>
                  <a:pt x="216" y="54"/>
                  <a:pt x="216" y="53"/>
                </a:cubicBezTo>
                <a:cubicBezTo>
                  <a:pt x="215" y="53"/>
                  <a:pt x="214" y="54"/>
                  <a:pt x="214" y="54"/>
                </a:cubicBezTo>
                <a:cubicBezTo>
                  <a:pt x="212" y="54"/>
                  <a:pt x="215" y="53"/>
                  <a:pt x="210" y="56"/>
                </a:cubicBezTo>
                <a:cubicBezTo>
                  <a:pt x="211" y="54"/>
                  <a:pt x="217" y="52"/>
                  <a:pt x="219" y="50"/>
                </a:cubicBezTo>
                <a:cubicBezTo>
                  <a:pt x="220" y="50"/>
                  <a:pt x="219" y="51"/>
                  <a:pt x="221" y="50"/>
                </a:cubicBezTo>
                <a:cubicBezTo>
                  <a:pt x="227" y="46"/>
                  <a:pt x="237" y="41"/>
                  <a:pt x="245" y="39"/>
                </a:cubicBezTo>
                <a:cubicBezTo>
                  <a:pt x="246" y="40"/>
                  <a:pt x="242" y="40"/>
                  <a:pt x="241" y="41"/>
                </a:cubicBezTo>
                <a:cubicBezTo>
                  <a:pt x="242" y="41"/>
                  <a:pt x="244" y="40"/>
                  <a:pt x="245" y="40"/>
                </a:cubicBezTo>
                <a:cubicBezTo>
                  <a:pt x="247" y="39"/>
                  <a:pt x="249" y="39"/>
                  <a:pt x="254" y="37"/>
                </a:cubicBezTo>
                <a:cubicBezTo>
                  <a:pt x="252" y="37"/>
                  <a:pt x="247" y="38"/>
                  <a:pt x="253" y="36"/>
                </a:cubicBezTo>
                <a:cubicBezTo>
                  <a:pt x="252" y="36"/>
                  <a:pt x="250" y="37"/>
                  <a:pt x="251" y="36"/>
                </a:cubicBezTo>
                <a:cubicBezTo>
                  <a:pt x="252" y="36"/>
                  <a:pt x="254" y="35"/>
                  <a:pt x="255" y="35"/>
                </a:cubicBezTo>
                <a:cubicBezTo>
                  <a:pt x="257" y="35"/>
                  <a:pt x="255" y="34"/>
                  <a:pt x="258" y="33"/>
                </a:cubicBezTo>
                <a:cubicBezTo>
                  <a:pt x="259" y="34"/>
                  <a:pt x="259" y="34"/>
                  <a:pt x="259" y="34"/>
                </a:cubicBezTo>
                <a:cubicBezTo>
                  <a:pt x="263" y="32"/>
                  <a:pt x="265" y="32"/>
                  <a:pt x="267" y="31"/>
                </a:cubicBezTo>
                <a:cubicBezTo>
                  <a:pt x="273" y="28"/>
                  <a:pt x="273" y="30"/>
                  <a:pt x="279" y="27"/>
                </a:cubicBezTo>
                <a:cubicBezTo>
                  <a:pt x="280" y="27"/>
                  <a:pt x="279" y="27"/>
                  <a:pt x="279" y="28"/>
                </a:cubicBezTo>
                <a:cubicBezTo>
                  <a:pt x="282" y="27"/>
                  <a:pt x="285" y="26"/>
                  <a:pt x="285" y="25"/>
                </a:cubicBezTo>
                <a:cubicBezTo>
                  <a:pt x="288" y="26"/>
                  <a:pt x="294" y="23"/>
                  <a:pt x="301" y="22"/>
                </a:cubicBezTo>
                <a:cubicBezTo>
                  <a:pt x="301" y="21"/>
                  <a:pt x="301" y="21"/>
                  <a:pt x="301" y="21"/>
                </a:cubicBezTo>
                <a:cubicBezTo>
                  <a:pt x="301" y="21"/>
                  <a:pt x="297" y="22"/>
                  <a:pt x="296" y="22"/>
                </a:cubicBezTo>
                <a:cubicBezTo>
                  <a:pt x="298" y="21"/>
                  <a:pt x="297" y="22"/>
                  <a:pt x="298" y="21"/>
                </a:cubicBezTo>
                <a:cubicBezTo>
                  <a:pt x="301" y="20"/>
                  <a:pt x="301" y="20"/>
                  <a:pt x="301" y="20"/>
                </a:cubicBezTo>
                <a:cubicBezTo>
                  <a:pt x="301" y="20"/>
                  <a:pt x="297" y="21"/>
                  <a:pt x="297" y="21"/>
                </a:cubicBezTo>
                <a:cubicBezTo>
                  <a:pt x="300" y="19"/>
                  <a:pt x="301" y="19"/>
                  <a:pt x="305" y="18"/>
                </a:cubicBezTo>
                <a:cubicBezTo>
                  <a:pt x="305" y="19"/>
                  <a:pt x="307" y="18"/>
                  <a:pt x="306" y="19"/>
                </a:cubicBezTo>
                <a:cubicBezTo>
                  <a:pt x="308" y="18"/>
                  <a:pt x="309" y="17"/>
                  <a:pt x="309" y="18"/>
                </a:cubicBezTo>
                <a:cubicBezTo>
                  <a:pt x="316" y="16"/>
                  <a:pt x="316" y="16"/>
                  <a:pt x="322" y="15"/>
                </a:cubicBezTo>
                <a:cubicBezTo>
                  <a:pt x="325" y="15"/>
                  <a:pt x="325" y="14"/>
                  <a:pt x="327" y="13"/>
                </a:cubicBezTo>
                <a:cubicBezTo>
                  <a:pt x="329" y="12"/>
                  <a:pt x="329" y="13"/>
                  <a:pt x="330" y="13"/>
                </a:cubicBezTo>
                <a:cubicBezTo>
                  <a:pt x="332" y="13"/>
                  <a:pt x="332" y="12"/>
                  <a:pt x="334" y="12"/>
                </a:cubicBezTo>
                <a:cubicBezTo>
                  <a:pt x="336" y="12"/>
                  <a:pt x="338" y="11"/>
                  <a:pt x="338" y="12"/>
                </a:cubicBezTo>
                <a:cubicBezTo>
                  <a:pt x="337" y="12"/>
                  <a:pt x="338" y="12"/>
                  <a:pt x="337" y="12"/>
                </a:cubicBezTo>
                <a:cubicBezTo>
                  <a:pt x="337" y="12"/>
                  <a:pt x="336" y="12"/>
                  <a:pt x="336" y="12"/>
                </a:cubicBezTo>
                <a:cubicBezTo>
                  <a:pt x="336" y="13"/>
                  <a:pt x="340" y="11"/>
                  <a:pt x="341" y="12"/>
                </a:cubicBezTo>
                <a:cubicBezTo>
                  <a:pt x="343" y="12"/>
                  <a:pt x="337" y="12"/>
                  <a:pt x="340" y="11"/>
                </a:cubicBezTo>
                <a:cubicBezTo>
                  <a:pt x="342" y="11"/>
                  <a:pt x="342" y="11"/>
                  <a:pt x="342" y="11"/>
                </a:cubicBezTo>
                <a:cubicBezTo>
                  <a:pt x="344" y="11"/>
                  <a:pt x="344" y="11"/>
                  <a:pt x="345" y="11"/>
                </a:cubicBezTo>
                <a:cubicBezTo>
                  <a:pt x="346" y="10"/>
                  <a:pt x="340" y="11"/>
                  <a:pt x="342" y="10"/>
                </a:cubicBezTo>
                <a:cubicBezTo>
                  <a:pt x="347" y="10"/>
                  <a:pt x="347" y="10"/>
                  <a:pt x="347" y="10"/>
                </a:cubicBezTo>
                <a:cubicBezTo>
                  <a:pt x="347" y="9"/>
                  <a:pt x="347" y="9"/>
                  <a:pt x="345" y="9"/>
                </a:cubicBezTo>
                <a:cubicBezTo>
                  <a:pt x="349" y="8"/>
                  <a:pt x="350" y="10"/>
                  <a:pt x="354" y="10"/>
                </a:cubicBezTo>
                <a:cubicBezTo>
                  <a:pt x="356" y="10"/>
                  <a:pt x="358" y="9"/>
                  <a:pt x="360" y="9"/>
                </a:cubicBezTo>
                <a:cubicBezTo>
                  <a:pt x="361" y="9"/>
                  <a:pt x="359" y="9"/>
                  <a:pt x="361" y="9"/>
                </a:cubicBezTo>
                <a:cubicBezTo>
                  <a:pt x="360" y="9"/>
                  <a:pt x="359" y="9"/>
                  <a:pt x="358" y="9"/>
                </a:cubicBezTo>
                <a:cubicBezTo>
                  <a:pt x="355" y="8"/>
                  <a:pt x="363" y="8"/>
                  <a:pt x="360" y="8"/>
                </a:cubicBezTo>
                <a:cubicBezTo>
                  <a:pt x="361" y="7"/>
                  <a:pt x="362" y="9"/>
                  <a:pt x="364" y="8"/>
                </a:cubicBezTo>
                <a:cubicBezTo>
                  <a:pt x="367" y="8"/>
                  <a:pt x="362" y="8"/>
                  <a:pt x="363" y="7"/>
                </a:cubicBezTo>
                <a:cubicBezTo>
                  <a:pt x="364" y="7"/>
                  <a:pt x="365" y="7"/>
                  <a:pt x="365" y="7"/>
                </a:cubicBezTo>
                <a:cubicBezTo>
                  <a:pt x="366" y="7"/>
                  <a:pt x="367" y="8"/>
                  <a:pt x="367" y="8"/>
                </a:cubicBezTo>
                <a:cubicBezTo>
                  <a:pt x="367" y="9"/>
                  <a:pt x="370" y="8"/>
                  <a:pt x="371" y="9"/>
                </a:cubicBezTo>
                <a:cubicBezTo>
                  <a:pt x="374" y="8"/>
                  <a:pt x="371" y="8"/>
                  <a:pt x="372" y="8"/>
                </a:cubicBezTo>
                <a:cubicBezTo>
                  <a:pt x="372" y="7"/>
                  <a:pt x="371" y="8"/>
                  <a:pt x="371" y="8"/>
                </a:cubicBezTo>
                <a:cubicBezTo>
                  <a:pt x="371" y="7"/>
                  <a:pt x="379" y="9"/>
                  <a:pt x="381" y="7"/>
                </a:cubicBezTo>
                <a:cubicBezTo>
                  <a:pt x="384" y="7"/>
                  <a:pt x="386" y="8"/>
                  <a:pt x="390" y="7"/>
                </a:cubicBezTo>
                <a:cubicBezTo>
                  <a:pt x="390" y="7"/>
                  <a:pt x="389" y="7"/>
                  <a:pt x="390" y="7"/>
                </a:cubicBezTo>
                <a:cubicBezTo>
                  <a:pt x="387" y="6"/>
                  <a:pt x="389" y="6"/>
                  <a:pt x="386" y="5"/>
                </a:cubicBezTo>
                <a:cubicBezTo>
                  <a:pt x="388" y="6"/>
                  <a:pt x="389" y="7"/>
                  <a:pt x="391" y="6"/>
                </a:cubicBezTo>
                <a:cubicBezTo>
                  <a:pt x="392" y="6"/>
                  <a:pt x="392" y="7"/>
                  <a:pt x="394" y="7"/>
                </a:cubicBezTo>
                <a:cubicBezTo>
                  <a:pt x="395" y="7"/>
                  <a:pt x="395" y="6"/>
                  <a:pt x="395" y="6"/>
                </a:cubicBezTo>
                <a:cubicBezTo>
                  <a:pt x="396" y="6"/>
                  <a:pt x="399" y="6"/>
                  <a:pt x="397" y="6"/>
                </a:cubicBezTo>
                <a:cubicBezTo>
                  <a:pt x="401" y="5"/>
                  <a:pt x="402" y="7"/>
                  <a:pt x="401" y="7"/>
                </a:cubicBezTo>
                <a:cubicBezTo>
                  <a:pt x="408" y="7"/>
                  <a:pt x="400" y="5"/>
                  <a:pt x="400" y="4"/>
                </a:cubicBezTo>
                <a:cubicBezTo>
                  <a:pt x="402" y="5"/>
                  <a:pt x="404" y="4"/>
                  <a:pt x="401" y="4"/>
                </a:cubicBezTo>
                <a:cubicBezTo>
                  <a:pt x="406" y="3"/>
                  <a:pt x="402" y="5"/>
                  <a:pt x="407" y="5"/>
                </a:cubicBezTo>
                <a:cubicBezTo>
                  <a:pt x="411" y="4"/>
                  <a:pt x="406" y="3"/>
                  <a:pt x="410" y="3"/>
                </a:cubicBezTo>
                <a:cubicBezTo>
                  <a:pt x="408" y="2"/>
                  <a:pt x="400" y="3"/>
                  <a:pt x="399" y="2"/>
                </a:cubicBezTo>
                <a:cubicBezTo>
                  <a:pt x="400" y="1"/>
                  <a:pt x="404" y="2"/>
                  <a:pt x="404" y="2"/>
                </a:cubicBezTo>
                <a:cubicBezTo>
                  <a:pt x="407" y="2"/>
                  <a:pt x="407" y="1"/>
                  <a:pt x="412" y="2"/>
                </a:cubicBezTo>
                <a:cubicBezTo>
                  <a:pt x="411" y="2"/>
                  <a:pt x="413" y="2"/>
                  <a:pt x="412" y="3"/>
                </a:cubicBezTo>
                <a:cubicBezTo>
                  <a:pt x="415" y="3"/>
                  <a:pt x="415" y="1"/>
                  <a:pt x="419" y="1"/>
                </a:cubicBezTo>
                <a:cubicBezTo>
                  <a:pt x="417" y="2"/>
                  <a:pt x="416" y="2"/>
                  <a:pt x="421" y="2"/>
                </a:cubicBezTo>
                <a:cubicBezTo>
                  <a:pt x="420" y="3"/>
                  <a:pt x="417" y="3"/>
                  <a:pt x="417" y="2"/>
                </a:cubicBezTo>
                <a:cubicBezTo>
                  <a:pt x="416" y="2"/>
                  <a:pt x="416" y="3"/>
                  <a:pt x="415" y="3"/>
                </a:cubicBezTo>
                <a:cubicBezTo>
                  <a:pt x="414" y="3"/>
                  <a:pt x="417" y="3"/>
                  <a:pt x="417" y="4"/>
                </a:cubicBezTo>
                <a:cubicBezTo>
                  <a:pt x="419" y="4"/>
                  <a:pt x="418" y="3"/>
                  <a:pt x="416" y="3"/>
                </a:cubicBezTo>
                <a:cubicBezTo>
                  <a:pt x="417" y="3"/>
                  <a:pt x="421" y="3"/>
                  <a:pt x="421" y="4"/>
                </a:cubicBezTo>
                <a:cubicBezTo>
                  <a:pt x="418" y="4"/>
                  <a:pt x="427" y="5"/>
                  <a:pt x="424" y="5"/>
                </a:cubicBezTo>
                <a:cubicBezTo>
                  <a:pt x="427" y="5"/>
                  <a:pt x="427" y="6"/>
                  <a:pt x="430" y="6"/>
                </a:cubicBezTo>
                <a:cubicBezTo>
                  <a:pt x="426" y="5"/>
                  <a:pt x="427" y="5"/>
                  <a:pt x="425" y="4"/>
                </a:cubicBezTo>
                <a:cubicBezTo>
                  <a:pt x="426" y="4"/>
                  <a:pt x="428" y="4"/>
                  <a:pt x="430" y="4"/>
                </a:cubicBezTo>
                <a:cubicBezTo>
                  <a:pt x="427" y="4"/>
                  <a:pt x="430" y="4"/>
                  <a:pt x="428" y="4"/>
                </a:cubicBezTo>
                <a:cubicBezTo>
                  <a:pt x="429" y="5"/>
                  <a:pt x="432" y="5"/>
                  <a:pt x="433" y="5"/>
                </a:cubicBezTo>
                <a:cubicBezTo>
                  <a:pt x="434" y="5"/>
                  <a:pt x="431" y="5"/>
                  <a:pt x="431" y="4"/>
                </a:cubicBezTo>
                <a:cubicBezTo>
                  <a:pt x="432" y="4"/>
                  <a:pt x="438" y="5"/>
                  <a:pt x="438" y="5"/>
                </a:cubicBezTo>
                <a:cubicBezTo>
                  <a:pt x="442" y="6"/>
                  <a:pt x="445" y="6"/>
                  <a:pt x="453" y="7"/>
                </a:cubicBezTo>
                <a:cubicBezTo>
                  <a:pt x="453" y="7"/>
                  <a:pt x="452" y="7"/>
                  <a:pt x="451" y="7"/>
                </a:cubicBezTo>
                <a:cubicBezTo>
                  <a:pt x="451" y="7"/>
                  <a:pt x="453" y="7"/>
                  <a:pt x="453" y="7"/>
                </a:cubicBezTo>
                <a:cubicBezTo>
                  <a:pt x="452" y="8"/>
                  <a:pt x="450" y="7"/>
                  <a:pt x="447" y="6"/>
                </a:cubicBezTo>
                <a:cubicBezTo>
                  <a:pt x="447" y="7"/>
                  <a:pt x="447" y="7"/>
                  <a:pt x="447" y="7"/>
                </a:cubicBezTo>
                <a:cubicBezTo>
                  <a:pt x="448" y="7"/>
                  <a:pt x="453" y="8"/>
                  <a:pt x="453" y="9"/>
                </a:cubicBezTo>
                <a:cubicBezTo>
                  <a:pt x="454" y="8"/>
                  <a:pt x="456" y="7"/>
                  <a:pt x="453" y="6"/>
                </a:cubicBezTo>
                <a:cubicBezTo>
                  <a:pt x="454" y="6"/>
                  <a:pt x="457" y="7"/>
                  <a:pt x="455" y="6"/>
                </a:cubicBezTo>
                <a:cubicBezTo>
                  <a:pt x="456" y="6"/>
                  <a:pt x="458" y="7"/>
                  <a:pt x="460" y="7"/>
                </a:cubicBezTo>
                <a:cubicBezTo>
                  <a:pt x="460" y="7"/>
                  <a:pt x="459" y="7"/>
                  <a:pt x="458" y="6"/>
                </a:cubicBezTo>
                <a:cubicBezTo>
                  <a:pt x="460" y="6"/>
                  <a:pt x="465" y="7"/>
                  <a:pt x="465" y="6"/>
                </a:cubicBezTo>
                <a:cubicBezTo>
                  <a:pt x="466" y="7"/>
                  <a:pt x="466" y="7"/>
                  <a:pt x="465" y="7"/>
                </a:cubicBezTo>
                <a:cubicBezTo>
                  <a:pt x="466" y="7"/>
                  <a:pt x="469" y="8"/>
                  <a:pt x="468" y="8"/>
                </a:cubicBezTo>
                <a:cubicBezTo>
                  <a:pt x="466" y="8"/>
                  <a:pt x="466" y="8"/>
                  <a:pt x="463" y="7"/>
                </a:cubicBezTo>
                <a:cubicBezTo>
                  <a:pt x="463" y="8"/>
                  <a:pt x="464" y="8"/>
                  <a:pt x="464" y="8"/>
                </a:cubicBezTo>
                <a:cubicBezTo>
                  <a:pt x="468" y="9"/>
                  <a:pt x="467" y="8"/>
                  <a:pt x="470" y="9"/>
                </a:cubicBezTo>
                <a:cubicBezTo>
                  <a:pt x="470" y="8"/>
                  <a:pt x="473" y="8"/>
                  <a:pt x="477" y="9"/>
                </a:cubicBezTo>
                <a:cubicBezTo>
                  <a:pt x="476" y="10"/>
                  <a:pt x="474" y="9"/>
                  <a:pt x="471" y="9"/>
                </a:cubicBezTo>
                <a:cubicBezTo>
                  <a:pt x="472" y="9"/>
                  <a:pt x="472" y="10"/>
                  <a:pt x="472" y="10"/>
                </a:cubicBezTo>
                <a:cubicBezTo>
                  <a:pt x="473" y="10"/>
                  <a:pt x="475" y="10"/>
                  <a:pt x="476" y="10"/>
                </a:cubicBezTo>
                <a:cubicBezTo>
                  <a:pt x="478" y="10"/>
                  <a:pt x="478" y="11"/>
                  <a:pt x="478" y="11"/>
                </a:cubicBezTo>
                <a:cubicBezTo>
                  <a:pt x="479" y="11"/>
                  <a:pt x="481" y="11"/>
                  <a:pt x="483" y="12"/>
                </a:cubicBezTo>
                <a:cubicBezTo>
                  <a:pt x="483" y="11"/>
                  <a:pt x="484" y="11"/>
                  <a:pt x="482" y="11"/>
                </a:cubicBezTo>
                <a:cubicBezTo>
                  <a:pt x="483" y="10"/>
                  <a:pt x="485" y="11"/>
                  <a:pt x="484" y="12"/>
                </a:cubicBezTo>
                <a:cubicBezTo>
                  <a:pt x="485" y="12"/>
                  <a:pt x="486" y="11"/>
                  <a:pt x="487" y="12"/>
                </a:cubicBezTo>
                <a:cubicBezTo>
                  <a:pt x="487" y="12"/>
                  <a:pt x="485" y="10"/>
                  <a:pt x="490" y="11"/>
                </a:cubicBezTo>
                <a:cubicBezTo>
                  <a:pt x="490" y="10"/>
                  <a:pt x="485" y="10"/>
                  <a:pt x="484" y="9"/>
                </a:cubicBezTo>
                <a:cubicBezTo>
                  <a:pt x="482" y="9"/>
                  <a:pt x="481" y="9"/>
                  <a:pt x="482" y="9"/>
                </a:cubicBezTo>
                <a:cubicBezTo>
                  <a:pt x="480" y="9"/>
                  <a:pt x="481" y="9"/>
                  <a:pt x="478" y="8"/>
                </a:cubicBezTo>
                <a:cubicBezTo>
                  <a:pt x="478" y="8"/>
                  <a:pt x="482" y="9"/>
                  <a:pt x="481" y="7"/>
                </a:cubicBezTo>
                <a:cubicBezTo>
                  <a:pt x="484" y="8"/>
                  <a:pt x="482" y="8"/>
                  <a:pt x="482" y="8"/>
                </a:cubicBezTo>
                <a:cubicBezTo>
                  <a:pt x="486" y="9"/>
                  <a:pt x="486" y="9"/>
                  <a:pt x="489" y="9"/>
                </a:cubicBezTo>
                <a:cubicBezTo>
                  <a:pt x="489" y="9"/>
                  <a:pt x="487" y="9"/>
                  <a:pt x="487" y="8"/>
                </a:cubicBezTo>
                <a:cubicBezTo>
                  <a:pt x="491" y="9"/>
                  <a:pt x="493" y="10"/>
                  <a:pt x="496" y="11"/>
                </a:cubicBezTo>
                <a:cubicBezTo>
                  <a:pt x="495" y="11"/>
                  <a:pt x="495" y="10"/>
                  <a:pt x="495" y="11"/>
                </a:cubicBezTo>
                <a:cubicBezTo>
                  <a:pt x="496" y="11"/>
                  <a:pt x="499" y="12"/>
                  <a:pt x="499" y="11"/>
                </a:cubicBezTo>
                <a:cubicBezTo>
                  <a:pt x="500" y="12"/>
                  <a:pt x="500" y="12"/>
                  <a:pt x="501" y="13"/>
                </a:cubicBezTo>
                <a:cubicBezTo>
                  <a:pt x="505" y="13"/>
                  <a:pt x="510" y="15"/>
                  <a:pt x="512" y="16"/>
                </a:cubicBezTo>
                <a:cubicBezTo>
                  <a:pt x="514" y="17"/>
                  <a:pt x="512" y="15"/>
                  <a:pt x="510" y="14"/>
                </a:cubicBezTo>
                <a:cubicBezTo>
                  <a:pt x="510" y="14"/>
                  <a:pt x="516" y="16"/>
                  <a:pt x="514" y="16"/>
                </a:cubicBezTo>
                <a:cubicBezTo>
                  <a:pt x="516" y="17"/>
                  <a:pt x="519" y="18"/>
                  <a:pt x="520" y="18"/>
                </a:cubicBezTo>
                <a:cubicBezTo>
                  <a:pt x="519" y="17"/>
                  <a:pt x="518" y="17"/>
                  <a:pt x="517" y="17"/>
                </a:cubicBezTo>
                <a:cubicBezTo>
                  <a:pt x="520" y="17"/>
                  <a:pt x="527" y="19"/>
                  <a:pt x="532" y="21"/>
                </a:cubicBezTo>
                <a:cubicBezTo>
                  <a:pt x="529" y="19"/>
                  <a:pt x="537" y="22"/>
                  <a:pt x="537" y="22"/>
                </a:cubicBezTo>
                <a:cubicBezTo>
                  <a:pt x="539" y="22"/>
                  <a:pt x="538" y="23"/>
                  <a:pt x="540" y="23"/>
                </a:cubicBezTo>
                <a:cubicBezTo>
                  <a:pt x="539" y="23"/>
                  <a:pt x="538" y="23"/>
                  <a:pt x="536" y="22"/>
                </a:cubicBezTo>
                <a:cubicBezTo>
                  <a:pt x="536" y="23"/>
                  <a:pt x="543" y="25"/>
                  <a:pt x="545" y="25"/>
                </a:cubicBezTo>
                <a:cubicBezTo>
                  <a:pt x="545" y="25"/>
                  <a:pt x="542" y="25"/>
                  <a:pt x="540" y="24"/>
                </a:cubicBezTo>
                <a:cubicBezTo>
                  <a:pt x="543" y="24"/>
                  <a:pt x="547" y="25"/>
                  <a:pt x="551" y="27"/>
                </a:cubicBezTo>
                <a:cubicBezTo>
                  <a:pt x="551" y="27"/>
                  <a:pt x="550" y="27"/>
                  <a:pt x="552" y="28"/>
                </a:cubicBezTo>
                <a:cubicBezTo>
                  <a:pt x="551" y="28"/>
                  <a:pt x="549" y="26"/>
                  <a:pt x="549" y="27"/>
                </a:cubicBezTo>
                <a:cubicBezTo>
                  <a:pt x="550" y="28"/>
                  <a:pt x="552" y="28"/>
                  <a:pt x="552" y="29"/>
                </a:cubicBezTo>
                <a:cubicBezTo>
                  <a:pt x="554" y="30"/>
                  <a:pt x="550" y="28"/>
                  <a:pt x="551" y="29"/>
                </a:cubicBezTo>
                <a:cubicBezTo>
                  <a:pt x="555" y="29"/>
                  <a:pt x="555" y="30"/>
                  <a:pt x="558" y="30"/>
                </a:cubicBezTo>
                <a:cubicBezTo>
                  <a:pt x="562" y="32"/>
                  <a:pt x="569" y="34"/>
                  <a:pt x="569" y="35"/>
                </a:cubicBezTo>
                <a:cubicBezTo>
                  <a:pt x="571" y="36"/>
                  <a:pt x="570" y="35"/>
                  <a:pt x="571" y="35"/>
                </a:cubicBezTo>
                <a:cubicBezTo>
                  <a:pt x="572" y="36"/>
                  <a:pt x="575" y="37"/>
                  <a:pt x="573" y="37"/>
                </a:cubicBezTo>
                <a:cubicBezTo>
                  <a:pt x="575" y="38"/>
                  <a:pt x="575" y="38"/>
                  <a:pt x="577" y="39"/>
                </a:cubicBezTo>
                <a:cubicBezTo>
                  <a:pt x="577" y="39"/>
                  <a:pt x="575" y="39"/>
                  <a:pt x="576" y="39"/>
                </a:cubicBezTo>
                <a:cubicBezTo>
                  <a:pt x="578" y="40"/>
                  <a:pt x="578" y="39"/>
                  <a:pt x="579" y="39"/>
                </a:cubicBezTo>
                <a:cubicBezTo>
                  <a:pt x="579" y="38"/>
                  <a:pt x="576" y="38"/>
                  <a:pt x="576" y="38"/>
                </a:cubicBezTo>
                <a:cubicBezTo>
                  <a:pt x="576" y="37"/>
                  <a:pt x="580" y="39"/>
                  <a:pt x="579" y="39"/>
                </a:cubicBezTo>
                <a:cubicBezTo>
                  <a:pt x="581" y="40"/>
                  <a:pt x="581" y="40"/>
                  <a:pt x="583" y="40"/>
                </a:cubicBezTo>
                <a:cubicBezTo>
                  <a:pt x="586" y="42"/>
                  <a:pt x="586" y="42"/>
                  <a:pt x="589" y="44"/>
                </a:cubicBezTo>
                <a:cubicBezTo>
                  <a:pt x="587" y="43"/>
                  <a:pt x="587" y="42"/>
                  <a:pt x="586" y="42"/>
                </a:cubicBezTo>
                <a:cubicBezTo>
                  <a:pt x="585" y="40"/>
                  <a:pt x="593" y="44"/>
                  <a:pt x="594" y="45"/>
                </a:cubicBezTo>
                <a:cubicBezTo>
                  <a:pt x="594" y="45"/>
                  <a:pt x="591" y="43"/>
                  <a:pt x="590" y="43"/>
                </a:cubicBezTo>
                <a:cubicBezTo>
                  <a:pt x="592" y="45"/>
                  <a:pt x="596" y="46"/>
                  <a:pt x="598" y="48"/>
                </a:cubicBezTo>
                <a:cubicBezTo>
                  <a:pt x="600" y="49"/>
                  <a:pt x="597" y="46"/>
                  <a:pt x="599" y="47"/>
                </a:cubicBezTo>
                <a:cubicBezTo>
                  <a:pt x="600" y="48"/>
                  <a:pt x="601" y="49"/>
                  <a:pt x="603" y="50"/>
                </a:cubicBezTo>
                <a:cubicBezTo>
                  <a:pt x="603" y="50"/>
                  <a:pt x="606" y="52"/>
                  <a:pt x="606" y="51"/>
                </a:cubicBezTo>
                <a:cubicBezTo>
                  <a:pt x="612" y="54"/>
                  <a:pt x="615" y="56"/>
                  <a:pt x="620" y="59"/>
                </a:cubicBezTo>
                <a:cubicBezTo>
                  <a:pt x="619" y="58"/>
                  <a:pt x="619" y="59"/>
                  <a:pt x="619" y="59"/>
                </a:cubicBezTo>
                <a:cubicBezTo>
                  <a:pt x="624" y="60"/>
                  <a:pt x="634" y="67"/>
                  <a:pt x="640" y="71"/>
                </a:cubicBezTo>
                <a:cubicBezTo>
                  <a:pt x="642" y="72"/>
                  <a:pt x="641" y="71"/>
                  <a:pt x="643" y="73"/>
                </a:cubicBezTo>
                <a:cubicBezTo>
                  <a:pt x="643" y="73"/>
                  <a:pt x="643" y="73"/>
                  <a:pt x="644" y="73"/>
                </a:cubicBezTo>
                <a:cubicBezTo>
                  <a:pt x="644" y="73"/>
                  <a:pt x="643" y="72"/>
                  <a:pt x="642" y="72"/>
                </a:cubicBezTo>
                <a:cubicBezTo>
                  <a:pt x="645" y="73"/>
                  <a:pt x="651" y="78"/>
                  <a:pt x="653" y="78"/>
                </a:cubicBezTo>
                <a:cubicBezTo>
                  <a:pt x="655" y="80"/>
                  <a:pt x="658" y="83"/>
                  <a:pt x="661" y="84"/>
                </a:cubicBezTo>
                <a:cubicBezTo>
                  <a:pt x="665" y="87"/>
                  <a:pt x="675" y="94"/>
                  <a:pt x="680" y="98"/>
                </a:cubicBezTo>
                <a:cubicBezTo>
                  <a:pt x="680" y="98"/>
                  <a:pt x="679" y="97"/>
                  <a:pt x="679" y="98"/>
                </a:cubicBezTo>
                <a:cubicBezTo>
                  <a:pt x="681" y="99"/>
                  <a:pt x="682" y="100"/>
                  <a:pt x="684" y="102"/>
                </a:cubicBezTo>
                <a:cubicBezTo>
                  <a:pt x="685" y="102"/>
                  <a:pt x="683" y="101"/>
                  <a:pt x="684" y="101"/>
                </a:cubicBezTo>
                <a:cubicBezTo>
                  <a:pt x="688" y="104"/>
                  <a:pt x="693" y="109"/>
                  <a:pt x="699" y="114"/>
                </a:cubicBezTo>
                <a:cubicBezTo>
                  <a:pt x="698" y="114"/>
                  <a:pt x="698" y="114"/>
                  <a:pt x="699" y="115"/>
                </a:cubicBezTo>
                <a:cubicBezTo>
                  <a:pt x="701" y="117"/>
                  <a:pt x="702" y="118"/>
                  <a:pt x="703" y="118"/>
                </a:cubicBezTo>
                <a:cubicBezTo>
                  <a:pt x="705" y="120"/>
                  <a:pt x="704" y="119"/>
                  <a:pt x="705" y="120"/>
                </a:cubicBezTo>
                <a:cubicBezTo>
                  <a:pt x="707" y="122"/>
                  <a:pt x="704" y="119"/>
                  <a:pt x="705" y="119"/>
                </a:cubicBezTo>
                <a:cubicBezTo>
                  <a:pt x="707" y="121"/>
                  <a:pt x="707" y="121"/>
                  <a:pt x="709" y="123"/>
                </a:cubicBezTo>
                <a:cubicBezTo>
                  <a:pt x="705" y="121"/>
                  <a:pt x="715" y="129"/>
                  <a:pt x="718" y="132"/>
                </a:cubicBezTo>
                <a:cubicBezTo>
                  <a:pt x="716" y="131"/>
                  <a:pt x="717" y="131"/>
                  <a:pt x="716" y="129"/>
                </a:cubicBezTo>
                <a:cubicBezTo>
                  <a:pt x="716" y="129"/>
                  <a:pt x="717" y="130"/>
                  <a:pt x="717" y="130"/>
                </a:cubicBezTo>
                <a:cubicBezTo>
                  <a:pt x="722" y="135"/>
                  <a:pt x="722" y="134"/>
                  <a:pt x="723" y="137"/>
                </a:cubicBezTo>
                <a:cubicBezTo>
                  <a:pt x="724" y="138"/>
                  <a:pt x="723" y="136"/>
                  <a:pt x="724" y="136"/>
                </a:cubicBezTo>
                <a:cubicBezTo>
                  <a:pt x="727" y="139"/>
                  <a:pt x="727" y="140"/>
                  <a:pt x="728" y="141"/>
                </a:cubicBezTo>
                <a:cubicBezTo>
                  <a:pt x="729" y="142"/>
                  <a:pt x="732" y="144"/>
                  <a:pt x="732" y="145"/>
                </a:cubicBezTo>
                <a:cubicBezTo>
                  <a:pt x="732" y="146"/>
                  <a:pt x="735" y="148"/>
                  <a:pt x="734" y="148"/>
                </a:cubicBezTo>
                <a:cubicBezTo>
                  <a:pt x="736" y="149"/>
                  <a:pt x="736" y="149"/>
                  <a:pt x="737" y="150"/>
                </a:cubicBezTo>
                <a:cubicBezTo>
                  <a:pt x="738" y="150"/>
                  <a:pt x="735" y="148"/>
                  <a:pt x="734" y="147"/>
                </a:cubicBezTo>
                <a:cubicBezTo>
                  <a:pt x="736" y="147"/>
                  <a:pt x="734" y="144"/>
                  <a:pt x="736" y="144"/>
                </a:cubicBezTo>
                <a:cubicBezTo>
                  <a:pt x="739" y="150"/>
                  <a:pt x="741" y="155"/>
                  <a:pt x="745" y="161"/>
                </a:cubicBezTo>
                <a:cubicBezTo>
                  <a:pt x="747" y="163"/>
                  <a:pt x="742" y="157"/>
                  <a:pt x="747" y="162"/>
                </a:cubicBezTo>
                <a:cubicBezTo>
                  <a:pt x="747" y="161"/>
                  <a:pt x="745" y="159"/>
                  <a:pt x="746" y="160"/>
                </a:cubicBezTo>
                <a:cubicBezTo>
                  <a:pt x="744" y="157"/>
                  <a:pt x="744" y="158"/>
                  <a:pt x="743" y="156"/>
                </a:cubicBezTo>
                <a:cubicBezTo>
                  <a:pt x="743" y="156"/>
                  <a:pt x="745" y="158"/>
                  <a:pt x="746" y="159"/>
                </a:cubicBezTo>
                <a:cubicBezTo>
                  <a:pt x="746" y="159"/>
                  <a:pt x="745" y="156"/>
                  <a:pt x="747" y="158"/>
                </a:cubicBezTo>
                <a:cubicBezTo>
                  <a:pt x="746" y="156"/>
                  <a:pt x="744" y="153"/>
                  <a:pt x="745" y="154"/>
                </a:cubicBezTo>
                <a:cubicBezTo>
                  <a:pt x="747" y="156"/>
                  <a:pt x="748" y="158"/>
                  <a:pt x="749" y="159"/>
                </a:cubicBezTo>
                <a:cubicBezTo>
                  <a:pt x="749" y="160"/>
                  <a:pt x="752" y="165"/>
                  <a:pt x="750" y="164"/>
                </a:cubicBezTo>
                <a:cubicBezTo>
                  <a:pt x="752" y="166"/>
                  <a:pt x="751" y="167"/>
                  <a:pt x="751" y="167"/>
                </a:cubicBezTo>
                <a:cubicBezTo>
                  <a:pt x="753" y="170"/>
                  <a:pt x="756" y="173"/>
                  <a:pt x="757" y="174"/>
                </a:cubicBezTo>
                <a:cubicBezTo>
                  <a:pt x="757" y="173"/>
                  <a:pt x="755" y="172"/>
                  <a:pt x="754" y="170"/>
                </a:cubicBezTo>
                <a:cubicBezTo>
                  <a:pt x="754" y="168"/>
                  <a:pt x="759" y="172"/>
                  <a:pt x="756" y="168"/>
                </a:cubicBezTo>
                <a:cubicBezTo>
                  <a:pt x="757" y="169"/>
                  <a:pt x="757" y="170"/>
                  <a:pt x="759" y="173"/>
                </a:cubicBezTo>
                <a:cubicBezTo>
                  <a:pt x="759" y="174"/>
                  <a:pt x="757" y="173"/>
                  <a:pt x="760" y="177"/>
                </a:cubicBezTo>
                <a:cubicBezTo>
                  <a:pt x="759" y="176"/>
                  <a:pt x="759" y="175"/>
                  <a:pt x="758" y="175"/>
                </a:cubicBezTo>
                <a:cubicBezTo>
                  <a:pt x="760" y="177"/>
                  <a:pt x="760" y="179"/>
                  <a:pt x="762" y="181"/>
                </a:cubicBezTo>
                <a:cubicBezTo>
                  <a:pt x="762" y="182"/>
                  <a:pt x="762" y="181"/>
                  <a:pt x="764" y="182"/>
                </a:cubicBezTo>
                <a:cubicBezTo>
                  <a:pt x="765" y="184"/>
                  <a:pt x="766" y="187"/>
                  <a:pt x="767" y="186"/>
                </a:cubicBezTo>
                <a:cubicBezTo>
                  <a:pt x="768" y="186"/>
                  <a:pt x="765" y="183"/>
                  <a:pt x="764" y="182"/>
                </a:cubicBezTo>
                <a:cubicBezTo>
                  <a:pt x="762" y="178"/>
                  <a:pt x="767" y="183"/>
                  <a:pt x="764" y="178"/>
                </a:cubicBezTo>
                <a:cubicBezTo>
                  <a:pt x="766" y="180"/>
                  <a:pt x="766" y="181"/>
                  <a:pt x="766" y="179"/>
                </a:cubicBezTo>
                <a:cubicBezTo>
                  <a:pt x="767" y="180"/>
                  <a:pt x="768" y="181"/>
                  <a:pt x="768" y="181"/>
                </a:cubicBezTo>
                <a:cubicBezTo>
                  <a:pt x="770" y="185"/>
                  <a:pt x="768" y="190"/>
                  <a:pt x="774" y="194"/>
                </a:cubicBezTo>
                <a:cubicBezTo>
                  <a:pt x="773" y="192"/>
                  <a:pt x="774" y="192"/>
                  <a:pt x="776" y="194"/>
                </a:cubicBezTo>
                <a:cubicBezTo>
                  <a:pt x="775" y="192"/>
                  <a:pt x="774" y="188"/>
                  <a:pt x="776" y="190"/>
                </a:cubicBezTo>
                <a:cubicBezTo>
                  <a:pt x="782" y="200"/>
                  <a:pt x="774" y="198"/>
                  <a:pt x="781" y="209"/>
                </a:cubicBezTo>
                <a:cubicBezTo>
                  <a:pt x="782" y="211"/>
                  <a:pt x="782" y="210"/>
                  <a:pt x="784" y="211"/>
                </a:cubicBezTo>
                <a:cubicBezTo>
                  <a:pt x="782" y="207"/>
                  <a:pt x="785" y="207"/>
                  <a:pt x="785" y="203"/>
                </a:cubicBezTo>
                <a:cubicBezTo>
                  <a:pt x="789" y="210"/>
                  <a:pt x="784" y="206"/>
                  <a:pt x="788" y="212"/>
                </a:cubicBezTo>
                <a:cubicBezTo>
                  <a:pt x="786" y="212"/>
                  <a:pt x="788" y="216"/>
                  <a:pt x="786" y="217"/>
                </a:cubicBezTo>
                <a:cubicBezTo>
                  <a:pt x="787" y="218"/>
                  <a:pt x="788" y="218"/>
                  <a:pt x="789" y="220"/>
                </a:cubicBezTo>
                <a:cubicBezTo>
                  <a:pt x="788" y="220"/>
                  <a:pt x="787" y="218"/>
                  <a:pt x="787" y="219"/>
                </a:cubicBezTo>
                <a:cubicBezTo>
                  <a:pt x="788" y="221"/>
                  <a:pt x="789" y="223"/>
                  <a:pt x="791" y="226"/>
                </a:cubicBezTo>
                <a:cubicBezTo>
                  <a:pt x="793" y="227"/>
                  <a:pt x="790" y="222"/>
                  <a:pt x="793" y="224"/>
                </a:cubicBezTo>
                <a:cubicBezTo>
                  <a:pt x="792" y="220"/>
                  <a:pt x="793" y="220"/>
                  <a:pt x="795" y="221"/>
                </a:cubicBezTo>
                <a:cubicBezTo>
                  <a:pt x="798" y="227"/>
                  <a:pt x="796" y="231"/>
                  <a:pt x="795" y="230"/>
                </a:cubicBezTo>
                <a:cubicBezTo>
                  <a:pt x="795" y="231"/>
                  <a:pt x="796" y="233"/>
                  <a:pt x="796" y="234"/>
                </a:cubicBezTo>
                <a:cubicBezTo>
                  <a:pt x="793" y="231"/>
                  <a:pt x="796" y="239"/>
                  <a:pt x="792" y="235"/>
                </a:cubicBezTo>
                <a:cubicBezTo>
                  <a:pt x="794" y="238"/>
                  <a:pt x="793" y="237"/>
                  <a:pt x="792" y="236"/>
                </a:cubicBezTo>
                <a:cubicBezTo>
                  <a:pt x="794" y="240"/>
                  <a:pt x="794" y="243"/>
                  <a:pt x="797" y="248"/>
                </a:cubicBezTo>
                <a:cubicBezTo>
                  <a:pt x="797" y="246"/>
                  <a:pt x="797" y="245"/>
                  <a:pt x="799" y="248"/>
                </a:cubicBezTo>
                <a:cubicBezTo>
                  <a:pt x="799" y="247"/>
                  <a:pt x="798" y="246"/>
                  <a:pt x="798" y="245"/>
                </a:cubicBezTo>
                <a:cubicBezTo>
                  <a:pt x="798" y="244"/>
                  <a:pt x="799" y="247"/>
                  <a:pt x="800" y="247"/>
                </a:cubicBezTo>
                <a:cubicBezTo>
                  <a:pt x="800" y="246"/>
                  <a:pt x="799" y="246"/>
                  <a:pt x="798" y="244"/>
                </a:cubicBezTo>
                <a:cubicBezTo>
                  <a:pt x="799" y="244"/>
                  <a:pt x="800" y="246"/>
                  <a:pt x="800" y="246"/>
                </a:cubicBezTo>
                <a:cubicBezTo>
                  <a:pt x="802" y="250"/>
                  <a:pt x="800" y="249"/>
                  <a:pt x="801" y="252"/>
                </a:cubicBezTo>
                <a:cubicBezTo>
                  <a:pt x="799" y="250"/>
                  <a:pt x="800" y="252"/>
                  <a:pt x="799" y="251"/>
                </a:cubicBezTo>
                <a:cubicBezTo>
                  <a:pt x="800" y="252"/>
                  <a:pt x="801" y="254"/>
                  <a:pt x="802" y="256"/>
                </a:cubicBezTo>
                <a:cubicBezTo>
                  <a:pt x="800" y="254"/>
                  <a:pt x="800" y="256"/>
                  <a:pt x="799" y="255"/>
                </a:cubicBezTo>
                <a:cubicBezTo>
                  <a:pt x="799" y="256"/>
                  <a:pt x="800" y="257"/>
                  <a:pt x="800" y="258"/>
                </a:cubicBezTo>
                <a:cubicBezTo>
                  <a:pt x="798" y="257"/>
                  <a:pt x="797" y="261"/>
                  <a:pt x="794" y="257"/>
                </a:cubicBezTo>
                <a:cubicBezTo>
                  <a:pt x="794" y="258"/>
                  <a:pt x="795" y="260"/>
                  <a:pt x="794" y="260"/>
                </a:cubicBezTo>
                <a:cubicBezTo>
                  <a:pt x="792" y="255"/>
                  <a:pt x="791" y="256"/>
                  <a:pt x="790" y="256"/>
                </a:cubicBezTo>
                <a:cubicBezTo>
                  <a:pt x="792" y="259"/>
                  <a:pt x="794" y="261"/>
                  <a:pt x="795" y="265"/>
                </a:cubicBezTo>
                <a:cubicBezTo>
                  <a:pt x="793" y="262"/>
                  <a:pt x="795" y="266"/>
                  <a:pt x="793" y="262"/>
                </a:cubicBezTo>
                <a:cubicBezTo>
                  <a:pt x="792" y="267"/>
                  <a:pt x="790" y="268"/>
                  <a:pt x="787" y="266"/>
                </a:cubicBezTo>
                <a:cubicBezTo>
                  <a:pt x="786" y="263"/>
                  <a:pt x="784" y="260"/>
                  <a:pt x="784" y="259"/>
                </a:cubicBezTo>
                <a:cubicBezTo>
                  <a:pt x="784" y="258"/>
                  <a:pt x="783" y="258"/>
                  <a:pt x="783" y="257"/>
                </a:cubicBezTo>
                <a:cubicBezTo>
                  <a:pt x="783" y="257"/>
                  <a:pt x="783" y="258"/>
                  <a:pt x="784" y="259"/>
                </a:cubicBezTo>
                <a:cubicBezTo>
                  <a:pt x="783" y="258"/>
                  <a:pt x="782" y="256"/>
                  <a:pt x="782" y="255"/>
                </a:cubicBezTo>
                <a:close/>
                <a:moveTo>
                  <a:pt x="340" y="50"/>
                </a:moveTo>
                <a:cubicBezTo>
                  <a:pt x="338" y="51"/>
                  <a:pt x="336" y="51"/>
                  <a:pt x="336" y="51"/>
                </a:cubicBezTo>
                <a:cubicBezTo>
                  <a:pt x="338" y="51"/>
                  <a:pt x="340" y="51"/>
                  <a:pt x="340" y="50"/>
                </a:cubicBezTo>
                <a:close/>
                <a:moveTo>
                  <a:pt x="236" y="74"/>
                </a:moveTo>
                <a:cubicBezTo>
                  <a:pt x="236" y="74"/>
                  <a:pt x="235" y="75"/>
                  <a:pt x="235" y="74"/>
                </a:cubicBezTo>
                <a:cubicBezTo>
                  <a:pt x="234" y="75"/>
                  <a:pt x="233" y="75"/>
                  <a:pt x="233" y="76"/>
                </a:cubicBezTo>
                <a:cubicBezTo>
                  <a:pt x="236" y="75"/>
                  <a:pt x="230" y="77"/>
                  <a:pt x="232" y="77"/>
                </a:cubicBezTo>
                <a:cubicBezTo>
                  <a:pt x="234" y="76"/>
                  <a:pt x="235" y="75"/>
                  <a:pt x="236" y="74"/>
                </a:cubicBezTo>
                <a:close/>
                <a:moveTo>
                  <a:pt x="231" y="76"/>
                </a:moveTo>
                <a:cubicBezTo>
                  <a:pt x="232" y="75"/>
                  <a:pt x="233" y="76"/>
                  <a:pt x="234" y="74"/>
                </a:cubicBezTo>
                <a:cubicBezTo>
                  <a:pt x="234" y="75"/>
                  <a:pt x="236" y="72"/>
                  <a:pt x="237" y="71"/>
                </a:cubicBezTo>
                <a:cubicBezTo>
                  <a:pt x="233" y="73"/>
                  <a:pt x="233" y="74"/>
                  <a:pt x="231" y="76"/>
                </a:cubicBezTo>
                <a:close/>
                <a:moveTo>
                  <a:pt x="162" y="116"/>
                </a:moveTo>
                <a:cubicBezTo>
                  <a:pt x="164" y="115"/>
                  <a:pt x="164" y="115"/>
                  <a:pt x="164" y="115"/>
                </a:cubicBezTo>
                <a:cubicBezTo>
                  <a:pt x="162" y="115"/>
                  <a:pt x="165" y="114"/>
                  <a:pt x="167" y="112"/>
                </a:cubicBezTo>
                <a:cubicBezTo>
                  <a:pt x="165" y="113"/>
                  <a:pt x="164" y="114"/>
                  <a:pt x="164" y="114"/>
                </a:cubicBezTo>
                <a:cubicBezTo>
                  <a:pt x="167" y="111"/>
                  <a:pt x="164" y="113"/>
                  <a:pt x="165" y="111"/>
                </a:cubicBezTo>
                <a:cubicBezTo>
                  <a:pt x="164" y="112"/>
                  <a:pt x="162" y="113"/>
                  <a:pt x="162" y="114"/>
                </a:cubicBezTo>
                <a:cubicBezTo>
                  <a:pt x="168" y="110"/>
                  <a:pt x="160" y="115"/>
                  <a:pt x="162" y="114"/>
                </a:cubicBezTo>
                <a:cubicBezTo>
                  <a:pt x="166" y="112"/>
                  <a:pt x="161" y="116"/>
                  <a:pt x="162" y="116"/>
                </a:cubicBezTo>
                <a:close/>
                <a:moveTo>
                  <a:pt x="132" y="113"/>
                </a:moveTo>
                <a:cubicBezTo>
                  <a:pt x="134" y="112"/>
                  <a:pt x="135" y="111"/>
                  <a:pt x="134" y="111"/>
                </a:cubicBezTo>
                <a:cubicBezTo>
                  <a:pt x="132" y="113"/>
                  <a:pt x="132" y="113"/>
                  <a:pt x="132" y="113"/>
                </a:cubicBezTo>
                <a:close/>
                <a:moveTo>
                  <a:pt x="788" y="254"/>
                </a:moveTo>
                <a:cubicBezTo>
                  <a:pt x="788" y="256"/>
                  <a:pt x="790" y="259"/>
                  <a:pt x="791" y="260"/>
                </a:cubicBezTo>
                <a:cubicBezTo>
                  <a:pt x="790" y="258"/>
                  <a:pt x="789" y="255"/>
                  <a:pt x="788" y="254"/>
                </a:cubicBezTo>
                <a:close/>
                <a:moveTo>
                  <a:pt x="792" y="242"/>
                </a:moveTo>
                <a:cubicBezTo>
                  <a:pt x="793" y="245"/>
                  <a:pt x="794" y="247"/>
                  <a:pt x="796" y="250"/>
                </a:cubicBezTo>
                <a:cubicBezTo>
                  <a:pt x="797" y="249"/>
                  <a:pt x="792" y="240"/>
                  <a:pt x="790" y="237"/>
                </a:cubicBezTo>
                <a:cubicBezTo>
                  <a:pt x="790" y="239"/>
                  <a:pt x="794" y="244"/>
                  <a:pt x="795" y="246"/>
                </a:cubicBezTo>
                <a:cubicBezTo>
                  <a:pt x="794" y="246"/>
                  <a:pt x="793" y="243"/>
                  <a:pt x="792" y="242"/>
                </a:cubicBezTo>
                <a:close/>
                <a:moveTo>
                  <a:pt x="787" y="245"/>
                </a:moveTo>
                <a:cubicBezTo>
                  <a:pt x="787" y="245"/>
                  <a:pt x="787" y="247"/>
                  <a:pt x="786" y="246"/>
                </a:cubicBezTo>
                <a:cubicBezTo>
                  <a:pt x="788" y="248"/>
                  <a:pt x="789" y="252"/>
                  <a:pt x="790" y="253"/>
                </a:cubicBezTo>
                <a:cubicBezTo>
                  <a:pt x="789" y="250"/>
                  <a:pt x="788" y="247"/>
                  <a:pt x="787" y="245"/>
                </a:cubicBezTo>
                <a:close/>
                <a:moveTo>
                  <a:pt x="779" y="256"/>
                </a:moveTo>
                <a:cubicBezTo>
                  <a:pt x="779" y="256"/>
                  <a:pt x="776" y="252"/>
                  <a:pt x="777" y="255"/>
                </a:cubicBezTo>
                <a:cubicBezTo>
                  <a:pt x="778" y="255"/>
                  <a:pt x="778" y="255"/>
                  <a:pt x="779" y="257"/>
                </a:cubicBezTo>
                <a:cubicBezTo>
                  <a:pt x="779" y="258"/>
                  <a:pt x="779" y="258"/>
                  <a:pt x="779" y="258"/>
                </a:cubicBezTo>
                <a:cubicBezTo>
                  <a:pt x="780" y="258"/>
                  <a:pt x="780" y="258"/>
                  <a:pt x="779" y="256"/>
                </a:cubicBezTo>
                <a:close/>
                <a:moveTo>
                  <a:pt x="785" y="244"/>
                </a:moveTo>
                <a:cubicBezTo>
                  <a:pt x="787" y="249"/>
                  <a:pt x="783" y="241"/>
                  <a:pt x="784" y="244"/>
                </a:cubicBezTo>
                <a:cubicBezTo>
                  <a:pt x="786" y="246"/>
                  <a:pt x="784" y="246"/>
                  <a:pt x="785" y="247"/>
                </a:cubicBezTo>
                <a:cubicBezTo>
                  <a:pt x="785" y="246"/>
                  <a:pt x="787" y="249"/>
                  <a:pt x="787" y="249"/>
                </a:cubicBezTo>
                <a:cubicBezTo>
                  <a:pt x="786" y="247"/>
                  <a:pt x="786" y="245"/>
                  <a:pt x="785" y="244"/>
                </a:cubicBezTo>
                <a:close/>
                <a:moveTo>
                  <a:pt x="789" y="230"/>
                </a:moveTo>
                <a:cubicBezTo>
                  <a:pt x="790" y="231"/>
                  <a:pt x="791" y="232"/>
                  <a:pt x="792" y="233"/>
                </a:cubicBezTo>
                <a:cubicBezTo>
                  <a:pt x="790" y="230"/>
                  <a:pt x="789" y="228"/>
                  <a:pt x="790" y="229"/>
                </a:cubicBezTo>
                <a:cubicBezTo>
                  <a:pt x="788" y="225"/>
                  <a:pt x="789" y="224"/>
                  <a:pt x="787" y="222"/>
                </a:cubicBezTo>
                <a:cubicBezTo>
                  <a:pt x="787" y="222"/>
                  <a:pt x="787" y="224"/>
                  <a:pt x="786" y="224"/>
                </a:cubicBezTo>
                <a:cubicBezTo>
                  <a:pt x="788" y="225"/>
                  <a:pt x="788" y="226"/>
                  <a:pt x="789" y="227"/>
                </a:cubicBezTo>
                <a:cubicBezTo>
                  <a:pt x="789" y="228"/>
                  <a:pt x="789" y="229"/>
                  <a:pt x="789" y="229"/>
                </a:cubicBezTo>
                <a:cubicBezTo>
                  <a:pt x="788" y="226"/>
                  <a:pt x="787" y="226"/>
                  <a:pt x="785" y="224"/>
                </a:cubicBezTo>
                <a:cubicBezTo>
                  <a:pt x="787" y="227"/>
                  <a:pt x="786" y="227"/>
                  <a:pt x="785" y="226"/>
                </a:cubicBezTo>
                <a:cubicBezTo>
                  <a:pt x="787" y="230"/>
                  <a:pt x="786" y="228"/>
                  <a:pt x="787" y="231"/>
                </a:cubicBezTo>
                <a:cubicBezTo>
                  <a:pt x="788" y="231"/>
                  <a:pt x="789" y="234"/>
                  <a:pt x="790" y="235"/>
                </a:cubicBezTo>
                <a:cubicBezTo>
                  <a:pt x="790" y="235"/>
                  <a:pt x="792" y="237"/>
                  <a:pt x="791" y="235"/>
                </a:cubicBezTo>
                <a:cubicBezTo>
                  <a:pt x="790" y="235"/>
                  <a:pt x="790" y="233"/>
                  <a:pt x="789" y="232"/>
                </a:cubicBezTo>
                <a:cubicBezTo>
                  <a:pt x="789" y="232"/>
                  <a:pt x="790" y="235"/>
                  <a:pt x="789" y="233"/>
                </a:cubicBezTo>
                <a:cubicBezTo>
                  <a:pt x="789" y="233"/>
                  <a:pt x="787" y="230"/>
                  <a:pt x="788" y="230"/>
                </a:cubicBezTo>
                <a:cubicBezTo>
                  <a:pt x="789" y="232"/>
                  <a:pt x="790" y="234"/>
                  <a:pt x="792" y="235"/>
                </a:cubicBezTo>
                <a:cubicBezTo>
                  <a:pt x="791" y="234"/>
                  <a:pt x="789" y="231"/>
                  <a:pt x="789" y="230"/>
                </a:cubicBezTo>
                <a:close/>
                <a:moveTo>
                  <a:pt x="788" y="235"/>
                </a:moveTo>
                <a:cubicBezTo>
                  <a:pt x="788" y="233"/>
                  <a:pt x="786" y="229"/>
                  <a:pt x="785" y="229"/>
                </a:cubicBezTo>
                <a:cubicBezTo>
                  <a:pt x="787" y="231"/>
                  <a:pt x="787" y="234"/>
                  <a:pt x="788" y="235"/>
                </a:cubicBezTo>
                <a:close/>
                <a:moveTo>
                  <a:pt x="756" y="236"/>
                </a:moveTo>
                <a:cubicBezTo>
                  <a:pt x="755" y="236"/>
                  <a:pt x="757" y="239"/>
                  <a:pt x="758" y="240"/>
                </a:cubicBezTo>
                <a:cubicBezTo>
                  <a:pt x="760" y="241"/>
                  <a:pt x="759" y="242"/>
                  <a:pt x="760" y="244"/>
                </a:cubicBezTo>
                <a:cubicBezTo>
                  <a:pt x="760" y="243"/>
                  <a:pt x="762" y="245"/>
                  <a:pt x="761" y="242"/>
                </a:cubicBezTo>
                <a:cubicBezTo>
                  <a:pt x="759" y="241"/>
                  <a:pt x="759" y="241"/>
                  <a:pt x="756" y="236"/>
                </a:cubicBezTo>
                <a:close/>
                <a:moveTo>
                  <a:pt x="780" y="220"/>
                </a:moveTo>
                <a:cubicBezTo>
                  <a:pt x="781" y="222"/>
                  <a:pt x="781" y="223"/>
                  <a:pt x="782" y="225"/>
                </a:cubicBezTo>
                <a:cubicBezTo>
                  <a:pt x="783" y="226"/>
                  <a:pt x="784" y="227"/>
                  <a:pt x="785" y="228"/>
                </a:cubicBezTo>
                <a:cubicBezTo>
                  <a:pt x="783" y="225"/>
                  <a:pt x="782" y="222"/>
                  <a:pt x="780" y="220"/>
                </a:cubicBezTo>
                <a:close/>
                <a:moveTo>
                  <a:pt x="787" y="219"/>
                </a:moveTo>
                <a:cubicBezTo>
                  <a:pt x="786" y="219"/>
                  <a:pt x="786" y="220"/>
                  <a:pt x="787" y="221"/>
                </a:cubicBezTo>
                <a:cubicBezTo>
                  <a:pt x="787" y="221"/>
                  <a:pt x="789" y="225"/>
                  <a:pt x="789" y="223"/>
                </a:cubicBezTo>
                <a:cubicBezTo>
                  <a:pt x="787" y="221"/>
                  <a:pt x="787" y="220"/>
                  <a:pt x="787" y="219"/>
                </a:cubicBezTo>
                <a:close/>
                <a:moveTo>
                  <a:pt x="781" y="226"/>
                </a:moveTo>
                <a:cubicBezTo>
                  <a:pt x="781" y="227"/>
                  <a:pt x="780" y="223"/>
                  <a:pt x="779" y="224"/>
                </a:cubicBezTo>
                <a:cubicBezTo>
                  <a:pt x="780" y="224"/>
                  <a:pt x="780" y="225"/>
                  <a:pt x="779" y="225"/>
                </a:cubicBezTo>
                <a:cubicBezTo>
                  <a:pt x="781" y="228"/>
                  <a:pt x="783" y="228"/>
                  <a:pt x="781" y="226"/>
                </a:cubicBezTo>
                <a:close/>
                <a:moveTo>
                  <a:pt x="760" y="233"/>
                </a:moveTo>
                <a:cubicBezTo>
                  <a:pt x="761" y="237"/>
                  <a:pt x="756" y="230"/>
                  <a:pt x="756" y="233"/>
                </a:cubicBezTo>
                <a:cubicBezTo>
                  <a:pt x="758" y="234"/>
                  <a:pt x="760" y="235"/>
                  <a:pt x="762" y="237"/>
                </a:cubicBezTo>
                <a:cubicBezTo>
                  <a:pt x="761" y="235"/>
                  <a:pt x="761" y="233"/>
                  <a:pt x="760" y="233"/>
                </a:cubicBezTo>
                <a:close/>
                <a:moveTo>
                  <a:pt x="754" y="232"/>
                </a:moveTo>
                <a:cubicBezTo>
                  <a:pt x="755" y="231"/>
                  <a:pt x="756" y="235"/>
                  <a:pt x="757" y="236"/>
                </a:cubicBezTo>
                <a:cubicBezTo>
                  <a:pt x="757" y="234"/>
                  <a:pt x="753" y="229"/>
                  <a:pt x="754" y="232"/>
                </a:cubicBezTo>
                <a:close/>
                <a:moveTo>
                  <a:pt x="747" y="236"/>
                </a:moveTo>
                <a:cubicBezTo>
                  <a:pt x="746" y="236"/>
                  <a:pt x="748" y="238"/>
                  <a:pt x="748" y="239"/>
                </a:cubicBezTo>
                <a:cubicBezTo>
                  <a:pt x="749" y="239"/>
                  <a:pt x="749" y="240"/>
                  <a:pt x="749" y="239"/>
                </a:cubicBezTo>
                <a:cubicBezTo>
                  <a:pt x="748" y="239"/>
                  <a:pt x="748" y="237"/>
                  <a:pt x="747" y="236"/>
                </a:cubicBezTo>
                <a:close/>
                <a:moveTo>
                  <a:pt x="753" y="170"/>
                </a:moveTo>
                <a:cubicBezTo>
                  <a:pt x="752" y="170"/>
                  <a:pt x="752" y="170"/>
                  <a:pt x="753" y="172"/>
                </a:cubicBezTo>
                <a:cubicBezTo>
                  <a:pt x="754" y="172"/>
                  <a:pt x="755" y="172"/>
                  <a:pt x="756" y="173"/>
                </a:cubicBezTo>
                <a:cubicBezTo>
                  <a:pt x="754" y="172"/>
                  <a:pt x="753" y="171"/>
                  <a:pt x="753" y="170"/>
                </a:cubicBezTo>
                <a:close/>
                <a:moveTo>
                  <a:pt x="747" y="163"/>
                </a:moveTo>
                <a:cubicBezTo>
                  <a:pt x="746" y="162"/>
                  <a:pt x="745" y="163"/>
                  <a:pt x="746" y="165"/>
                </a:cubicBezTo>
                <a:cubicBezTo>
                  <a:pt x="746" y="164"/>
                  <a:pt x="749" y="168"/>
                  <a:pt x="749" y="167"/>
                </a:cubicBezTo>
                <a:cubicBezTo>
                  <a:pt x="746" y="163"/>
                  <a:pt x="748" y="165"/>
                  <a:pt x="747" y="163"/>
                </a:cubicBezTo>
                <a:close/>
                <a:moveTo>
                  <a:pt x="726" y="156"/>
                </a:moveTo>
                <a:cubicBezTo>
                  <a:pt x="725" y="156"/>
                  <a:pt x="728" y="159"/>
                  <a:pt x="729" y="160"/>
                </a:cubicBezTo>
                <a:cubicBezTo>
                  <a:pt x="730" y="160"/>
                  <a:pt x="728" y="158"/>
                  <a:pt x="726" y="156"/>
                </a:cubicBezTo>
                <a:close/>
                <a:moveTo>
                  <a:pt x="723" y="152"/>
                </a:moveTo>
                <a:cubicBezTo>
                  <a:pt x="722" y="152"/>
                  <a:pt x="721" y="151"/>
                  <a:pt x="721" y="150"/>
                </a:cubicBezTo>
                <a:cubicBezTo>
                  <a:pt x="720" y="150"/>
                  <a:pt x="720" y="151"/>
                  <a:pt x="721" y="152"/>
                </a:cubicBezTo>
                <a:cubicBezTo>
                  <a:pt x="722" y="151"/>
                  <a:pt x="725" y="155"/>
                  <a:pt x="724" y="153"/>
                </a:cubicBezTo>
                <a:cubicBezTo>
                  <a:pt x="723" y="153"/>
                  <a:pt x="723" y="153"/>
                  <a:pt x="723" y="152"/>
                </a:cubicBezTo>
                <a:close/>
                <a:moveTo>
                  <a:pt x="726" y="146"/>
                </a:moveTo>
                <a:cubicBezTo>
                  <a:pt x="727" y="147"/>
                  <a:pt x="726" y="147"/>
                  <a:pt x="728" y="149"/>
                </a:cubicBezTo>
                <a:cubicBezTo>
                  <a:pt x="729" y="150"/>
                  <a:pt x="727" y="147"/>
                  <a:pt x="726" y="146"/>
                </a:cubicBezTo>
                <a:close/>
                <a:moveTo>
                  <a:pt x="717" y="154"/>
                </a:moveTo>
                <a:cubicBezTo>
                  <a:pt x="718" y="156"/>
                  <a:pt x="715" y="152"/>
                  <a:pt x="714" y="152"/>
                </a:cubicBezTo>
                <a:cubicBezTo>
                  <a:pt x="714" y="153"/>
                  <a:pt x="716" y="154"/>
                  <a:pt x="717" y="156"/>
                </a:cubicBezTo>
                <a:cubicBezTo>
                  <a:pt x="718" y="156"/>
                  <a:pt x="718" y="155"/>
                  <a:pt x="717" y="154"/>
                </a:cubicBezTo>
                <a:close/>
                <a:moveTo>
                  <a:pt x="723" y="138"/>
                </a:moveTo>
                <a:cubicBezTo>
                  <a:pt x="726" y="140"/>
                  <a:pt x="727" y="142"/>
                  <a:pt x="728" y="143"/>
                </a:cubicBezTo>
                <a:cubicBezTo>
                  <a:pt x="727" y="141"/>
                  <a:pt x="725" y="139"/>
                  <a:pt x="723" y="138"/>
                </a:cubicBezTo>
                <a:close/>
                <a:moveTo>
                  <a:pt x="723" y="139"/>
                </a:moveTo>
                <a:cubicBezTo>
                  <a:pt x="723" y="138"/>
                  <a:pt x="722" y="137"/>
                  <a:pt x="721" y="137"/>
                </a:cubicBezTo>
                <a:cubicBezTo>
                  <a:pt x="720" y="136"/>
                  <a:pt x="720" y="136"/>
                  <a:pt x="720" y="137"/>
                </a:cubicBezTo>
                <a:cubicBezTo>
                  <a:pt x="721" y="139"/>
                  <a:pt x="722" y="140"/>
                  <a:pt x="723" y="141"/>
                </a:cubicBezTo>
                <a:cubicBezTo>
                  <a:pt x="722" y="139"/>
                  <a:pt x="720" y="138"/>
                  <a:pt x="721" y="137"/>
                </a:cubicBezTo>
                <a:cubicBezTo>
                  <a:pt x="723" y="139"/>
                  <a:pt x="724" y="140"/>
                  <a:pt x="725" y="140"/>
                </a:cubicBezTo>
                <a:cubicBezTo>
                  <a:pt x="724" y="139"/>
                  <a:pt x="724" y="139"/>
                  <a:pt x="723" y="139"/>
                </a:cubicBezTo>
                <a:close/>
                <a:moveTo>
                  <a:pt x="722" y="140"/>
                </a:moveTo>
                <a:cubicBezTo>
                  <a:pt x="719" y="137"/>
                  <a:pt x="719" y="137"/>
                  <a:pt x="719" y="137"/>
                </a:cubicBezTo>
                <a:cubicBezTo>
                  <a:pt x="718" y="137"/>
                  <a:pt x="720" y="140"/>
                  <a:pt x="721" y="141"/>
                </a:cubicBezTo>
                <a:cubicBezTo>
                  <a:pt x="722" y="141"/>
                  <a:pt x="722" y="141"/>
                  <a:pt x="722" y="140"/>
                </a:cubicBezTo>
                <a:close/>
                <a:moveTo>
                  <a:pt x="721" y="134"/>
                </a:moveTo>
                <a:cubicBezTo>
                  <a:pt x="720" y="134"/>
                  <a:pt x="719" y="134"/>
                  <a:pt x="719" y="134"/>
                </a:cubicBezTo>
                <a:cubicBezTo>
                  <a:pt x="723" y="138"/>
                  <a:pt x="724" y="137"/>
                  <a:pt x="721" y="134"/>
                </a:cubicBezTo>
                <a:close/>
                <a:moveTo>
                  <a:pt x="714" y="136"/>
                </a:moveTo>
                <a:cubicBezTo>
                  <a:pt x="715" y="135"/>
                  <a:pt x="715" y="135"/>
                  <a:pt x="714" y="134"/>
                </a:cubicBezTo>
                <a:cubicBezTo>
                  <a:pt x="713" y="133"/>
                  <a:pt x="712" y="134"/>
                  <a:pt x="714" y="136"/>
                </a:cubicBezTo>
                <a:close/>
                <a:moveTo>
                  <a:pt x="697" y="113"/>
                </a:moveTo>
                <a:cubicBezTo>
                  <a:pt x="698" y="114"/>
                  <a:pt x="698" y="113"/>
                  <a:pt x="697" y="113"/>
                </a:cubicBezTo>
                <a:cubicBezTo>
                  <a:pt x="696" y="113"/>
                  <a:pt x="694" y="110"/>
                  <a:pt x="693" y="110"/>
                </a:cubicBezTo>
                <a:cubicBezTo>
                  <a:pt x="695" y="112"/>
                  <a:pt x="698" y="116"/>
                  <a:pt x="700" y="117"/>
                </a:cubicBezTo>
                <a:cubicBezTo>
                  <a:pt x="699" y="116"/>
                  <a:pt x="696" y="113"/>
                  <a:pt x="697" y="113"/>
                </a:cubicBezTo>
                <a:close/>
                <a:moveTo>
                  <a:pt x="662" y="153"/>
                </a:moveTo>
                <a:cubicBezTo>
                  <a:pt x="663" y="154"/>
                  <a:pt x="665" y="156"/>
                  <a:pt x="666" y="156"/>
                </a:cubicBezTo>
                <a:cubicBezTo>
                  <a:pt x="665" y="155"/>
                  <a:pt x="663" y="152"/>
                  <a:pt x="662" y="153"/>
                </a:cubicBezTo>
                <a:close/>
                <a:moveTo>
                  <a:pt x="685" y="103"/>
                </a:moveTo>
                <a:cubicBezTo>
                  <a:pt x="687" y="104"/>
                  <a:pt x="686" y="104"/>
                  <a:pt x="687" y="105"/>
                </a:cubicBezTo>
                <a:cubicBezTo>
                  <a:pt x="688" y="106"/>
                  <a:pt x="689" y="106"/>
                  <a:pt x="689" y="106"/>
                </a:cubicBezTo>
                <a:cubicBezTo>
                  <a:pt x="688" y="105"/>
                  <a:pt x="687" y="103"/>
                  <a:pt x="685" y="103"/>
                </a:cubicBezTo>
                <a:close/>
                <a:moveTo>
                  <a:pt x="599" y="49"/>
                </a:moveTo>
                <a:cubicBezTo>
                  <a:pt x="600" y="50"/>
                  <a:pt x="603" y="51"/>
                  <a:pt x="603" y="50"/>
                </a:cubicBezTo>
                <a:cubicBezTo>
                  <a:pt x="600" y="49"/>
                  <a:pt x="601" y="50"/>
                  <a:pt x="599" y="49"/>
                </a:cubicBezTo>
                <a:close/>
                <a:moveTo>
                  <a:pt x="579" y="43"/>
                </a:moveTo>
                <a:cubicBezTo>
                  <a:pt x="579" y="42"/>
                  <a:pt x="584" y="44"/>
                  <a:pt x="581" y="43"/>
                </a:cubicBezTo>
                <a:cubicBezTo>
                  <a:pt x="581" y="43"/>
                  <a:pt x="576" y="41"/>
                  <a:pt x="579" y="43"/>
                </a:cubicBezTo>
                <a:close/>
                <a:moveTo>
                  <a:pt x="568" y="37"/>
                </a:moveTo>
                <a:cubicBezTo>
                  <a:pt x="568" y="36"/>
                  <a:pt x="570" y="37"/>
                  <a:pt x="571" y="38"/>
                </a:cubicBezTo>
                <a:cubicBezTo>
                  <a:pt x="573" y="38"/>
                  <a:pt x="568" y="36"/>
                  <a:pt x="567" y="36"/>
                </a:cubicBezTo>
                <a:cubicBezTo>
                  <a:pt x="570" y="37"/>
                  <a:pt x="565" y="36"/>
                  <a:pt x="568" y="37"/>
                </a:cubicBezTo>
                <a:close/>
                <a:moveTo>
                  <a:pt x="562" y="33"/>
                </a:moveTo>
                <a:cubicBezTo>
                  <a:pt x="563" y="34"/>
                  <a:pt x="563" y="33"/>
                  <a:pt x="565" y="33"/>
                </a:cubicBezTo>
                <a:cubicBezTo>
                  <a:pt x="567" y="35"/>
                  <a:pt x="567" y="35"/>
                  <a:pt x="567" y="35"/>
                </a:cubicBezTo>
                <a:cubicBezTo>
                  <a:pt x="570" y="35"/>
                  <a:pt x="558" y="30"/>
                  <a:pt x="562" y="33"/>
                </a:cubicBezTo>
                <a:close/>
                <a:moveTo>
                  <a:pt x="533" y="22"/>
                </a:moveTo>
                <a:cubicBezTo>
                  <a:pt x="531" y="22"/>
                  <a:pt x="527" y="19"/>
                  <a:pt x="523" y="19"/>
                </a:cubicBezTo>
                <a:cubicBezTo>
                  <a:pt x="524" y="20"/>
                  <a:pt x="519" y="18"/>
                  <a:pt x="519" y="19"/>
                </a:cubicBezTo>
                <a:cubicBezTo>
                  <a:pt x="522" y="20"/>
                  <a:pt x="520" y="20"/>
                  <a:pt x="524" y="21"/>
                </a:cubicBezTo>
                <a:cubicBezTo>
                  <a:pt x="522" y="19"/>
                  <a:pt x="526" y="20"/>
                  <a:pt x="528" y="20"/>
                </a:cubicBezTo>
                <a:cubicBezTo>
                  <a:pt x="529" y="21"/>
                  <a:pt x="532" y="22"/>
                  <a:pt x="535" y="23"/>
                </a:cubicBezTo>
                <a:cubicBezTo>
                  <a:pt x="534" y="23"/>
                  <a:pt x="535" y="22"/>
                  <a:pt x="533" y="22"/>
                </a:cubicBezTo>
                <a:close/>
                <a:moveTo>
                  <a:pt x="513" y="21"/>
                </a:moveTo>
                <a:cubicBezTo>
                  <a:pt x="515" y="21"/>
                  <a:pt x="520" y="24"/>
                  <a:pt x="520" y="23"/>
                </a:cubicBezTo>
                <a:cubicBezTo>
                  <a:pt x="516" y="22"/>
                  <a:pt x="514" y="21"/>
                  <a:pt x="513" y="21"/>
                </a:cubicBezTo>
                <a:close/>
                <a:moveTo>
                  <a:pt x="499" y="13"/>
                </a:moveTo>
                <a:cubicBezTo>
                  <a:pt x="501" y="14"/>
                  <a:pt x="499" y="14"/>
                  <a:pt x="502" y="15"/>
                </a:cubicBezTo>
                <a:cubicBezTo>
                  <a:pt x="501" y="14"/>
                  <a:pt x="504" y="14"/>
                  <a:pt x="502" y="14"/>
                </a:cubicBezTo>
                <a:cubicBezTo>
                  <a:pt x="502" y="14"/>
                  <a:pt x="499" y="13"/>
                  <a:pt x="499" y="13"/>
                </a:cubicBezTo>
                <a:close/>
                <a:moveTo>
                  <a:pt x="497" y="13"/>
                </a:moveTo>
                <a:cubicBezTo>
                  <a:pt x="502" y="15"/>
                  <a:pt x="497" y="14"/>
                  <a:pt x="497" y="15"/>
                </a:cubicBezTo>
                <a:cubicBezTo>
                  <a:pt x="499" y="15"/>
                  <a:pt x="500" y="16"/>
                  <a:pt x="501" y="16"/>
                </a:cubicBezTo>
                <a:cubicBezTo>
                  <a:pt x="500" y="15"/>
                  <a:pt x="499" y="13"/>
                  <a:pt x="497" y="13"/>
                </a:cubicBezTo>
                <a:close/>
                <a:moveTo>
                  <a:pt x="494" y="15"/>
                </a:moveTo>
                <a:cubicBezTo>
                  <a:pt x="494" y="14"/>
                  <a:pt x="496" y="15"/>
                  <a:pt x="496" y="14"/>
                </a:cubicBezTo>
                <a:cubicBezTo>
                  <a:pt x="492" y="13"/>
                  <a:pt x="493" y="14"/>
                  <a:pt x="494" y="15"/>
                </a:cubicBezTo>
                <a:close/>
                <a:moveTo>
                  <a:pt x="441" y="7"/>
                </a:moveTo>
                <a:cubicBezTo>
                  <a:pt x="441" y="7"/>
                  <a:pt x="443" y="7"/>
                  <a:pt x="445" y="7"/>
                </a:cubicBezTo>
                <a:cubicBezTo>
                  <a:pt x="444" y="7"/>
                  <a:pt x="445" y="7"/>
                  <a:pt x="444" y="7"/>
                </a:cubicBezTo>
                <a:cubicBezTo>
                  <a:pt x="444" y="7"/>
                  <a:pt x="439" y="7"/>
                  <a:pt x="441" y="7"/>
                </a:cubicBezTo>
                <a:close/>
                <a:moveTo>
                  <a:pt x="436" y="6"/>
                </a:moveTo>
                <a:cubicBezTo>
                  <a:pt x="433" y="6"/>
                  <a:pt x="434" y="5"/>
                  <a:pt x="431" y="6"/>
                </a:cubicBezTo>
                <a:cubicBezTo>
                  <a:pt x="431" y="6"/>
                  <a:pt x="433" y="6"/>
                  <a:pt x="432" y="7"/>
                </a:cubicBezTo>
                <a:cubicBezTo>
                  <a:pt x="434" y="7"/>
                  <a:pt x="436" y="8"/>
                  <a:pt x="437" y="7"/>
                </a:cubicBezTo>
                <a:cubicBezTo>
                  <a:pt x="432" y="7"/>
                  <a:pt x="433" y="6"/>
                  <a:pt x="436" y="6"/>
                </a:cubicBezTo>
                <a:close/>
                <a:moveTo>
                  <a:pt x="424" y="8"/>
                </a:moveTo>
                <a:cubicBezTo>
                  <a:pt x="420" y="7"/>
                  <a:pt x="426" y="6"/>
                  <a:pt x="421" y="7"/>
                </a:cubicBezTo>
                <a:cubicBezTo>
                  <a:pt x="423" y="7"/>
                  <a:pt x="420" y="8"/>
                  <a:pt x="424" y="8"/>
                </a:cubicBezTo>
                <a:close/>
                <a:moveTo>
                  <a:pt x="415" y="4"/>
                </a:moveTo>
                <a:cubicBezTo>
                  <a:pt x="415" y="4"/>
                  <a:pt x="414" y="4"/>
                  <a:pt x="413" y="4"/>
                </a:cubicBezTo>
                <a:cubicBezTo>
                  <a:pt x="415" y="4"/>
                  <a:pt x="417" y="5"/>
                  <a:pt x="420" y="5"/>
                </a:cubicBezTo>
                <a:cubicBezTo>
                  <a:pt x="420" y="4"/>
                  <a:pt x="417" y="4"/>
                  <a:pt x="415" y="4"/>
                </a:cubicBezTo>
                <a:close/>
                <a:moveTo>
                  <a:pt x="417" y="5"/>
                </a:moveTo>
                <a:cubicBezTo>
                  <a:pt x="417" y="6"/>
                  <a:pt x="414" y="6"/>
                  <a:pt x="412" y="5"/>
                </a:cubicBezTo>
                <a:cubicBezTo>
                  <a:pt x="412" y="6"/>
                  <a:pt x="415" y="6"/>
                  <a:pt x="416" y="7"/>
                </a:cubicBezTo>
                <a:cubicBezTo>
                  <a:pt x="416" y="7"/>
                  <a:pt x="417" y="7"/>
                  <a:pt x="418" y="7"/>
                </a:cubicBezTo>
                <a:cubicBezTo>
                  <a:pt x="413" y="6"/>
                  <a:pt x="418" y="6"/>
                  <a:pt x="419" y="6"/>
                </a:cubicBezTo>
                <a:cubicBezTo>
                  <a:pt x="419" y="6"/>
                  <a:pt x="419" y="5"/>
                  <a:pt x="417" y="5"/>
                </a:cubicBezTo>
                <a:close/>
                <a:moveTo>
                  <a:pt x="412" y="4"/>
                </a:moveTo>
                <a:cubicBezTo>
                  <a:pt x="409" y="4"/>
                  <a:pt x="409" y="5"/>
                  <a:pt x="410" y="5"/>
                </a:cubicBezTo>
                <a:cubicBezTo>
                  <a:pt x="409" y="4"/>
                  <a:pt x="414" y="5"/>
                  <a:pt x="413" y="5"/>
                </a:cubicBezTo>
                <a:cubicBezTo>
                  <a:pt x="410" y="4"/>
                  <a:pt x="413" y="4"/>
                  <a:pt x="412" y="4"/>
                </a:cubicBezTo>
                <a:close/>
                <a:moveTo>
                  <a:pt x="409" y="5"/>
                </a:moveTo>
                <a:cubicBezTo>
                  <a:pt x="405" y="5"/>
                  <a:pt x="405" y="5"/>
                  <a:pt x="405" y="5"/>
                </a:cubicBezTo>
                <a:cubicBezTo>
                  <a:pt x="404" y="6"/>
                  <a:pt x="408" y="6"/>
                  <a:pt x="407" y="7"/>
                </a:cubicBezTo>
                <a:cubicBezTo>
                  <a:pt x="409" y="7"/>
                  <a:pt x="409" y="7"/>
                  <a:pt x="412" y="8"/>
                </a:cubicBezTo>
                <a:cubicBezTo>
                  <a:pt x="411" y="7"/>
                  <a:pt x="404" y="6"/>
                  <a:pt x="409" y="5"/>
                </a:cubicBezTo>
                <a:close/>
                <a:moveTo>
                  <a:pt x="391" y="7"/>
                </a:moveTo>
                <a:cubicBezTo>
                  <a:pt x="393" y="7"/>
                  <a:pt x="395" y="7"/>
                  <a:pt x="397" y="7"/>
                </a:cubicBezTo>
                <a:cubicBezTo>
                  <a:pt x="397" y="7"/>
                  <a:pt x="397" y="7"/>
                  <a:pt x="397" y="7"/>
                </a:cubicBezTo>
                <a:cubicBezTo>
                  <a:pt x="395" y="7"/>
                  <a:pt x="393" y="7"/>
                  <a:pt x="391" y="7"/>
                </a:cubicBezTo>
                <a:close/>
                <a:moveTo>
                  <a:pt x="376" y="46"/>
                </a:moveTo>
                <a:cubicBezTo>
                  <a:pt x="376" y="47"/>
                  <a:pt x="379" y="47"/>
                  <a:pt x="380" y="47"/>
                </a:cubicBezTo>
                <a:cubicBezTo>
                  <a:pt x="378" y="47"/>
                  <a:pt x="378" y="46"/>
                  <a:pt x="376" y="46"/>
                </a:cubicBezTo>
                <a:close/>
                <a:moveTo>
                  <a:pt x="354" y="47"/>
                </a:moveTo>
                <a:cubicBezTo>
                  <a:pt x="353" y="48"/>
                  <a:pt x="359" y="47"/>
                  <a:pt x="359" y="47"/>
                </a:cubicBezTo>
                <a:cubicBezTo>
                  <a:pt x="357" y="47"/>
                  <a:pt x="357" y="46"/>
                  <a:pt x="354" y="47"/>
                </a:cubicBezTo>
                <a:close/>
                <a:moveTo>
                  <a:pt x="323" y="15"/>
                </a:moveTo>
                <a:cubicBezTo>
                  <a:pt x="323" y="16"/>
                  <a:pt x="322" y="16"/>
                  <a:pt x="324" y="16"/>
                </a:cubicBezTo>
                <a:cubicBezTo>
                  <a:pt x="326" y="16"/>
                  <a:pt x="326" y="15"/>
                  <a:pt x="323" y="15"/>
                </a:cubicBezTo>
                <a:close/>
                <a:moveTo>
                  <a:pt x="325" y="47"/>
                </a:moveTo>
                <a:cubicBezTo>
                  <a:pt x="324" y="48"/>
                  <a:pt x="328" y="47"/>
                  <a:pt x="329" y="46"/>
                </a:cubicBezTo>
                <a:cubicBezTo>
                  <a:pt x="327" y="47"/>
                  <a:pt x="327" y="46"/>
                  <a:pt x="325" y="47"/>
                </a:cubicBezTo>
                <a:close/>
                <a:moveTo>
                  <a:pt x="321" y="51"/>
                </a:moveTo>
                <a:cubicBezTo>
                  <a:pt x="324" y="50"/>
                  <a:pt x="323" y="50"/>
                  <a:pt x="321" y="51"/>
                </a:cubicBezTo>
                <a:cubicBezTo>
                  <a:pt x="323" y="51"/>
                  <a:pt x="325" y="50"/>
                  <a:pt x="327" y="50"/>
                </a:cubicBezTo>
                <a:cubicBezTo>
                  <a:pt x="328" y="50"/>
                  <a:pt x="328" y="49"/>
                  <a:pt x="328" y="49"/>
                </a:cubicBezTo>
                <a:cubicBezTo>
                  <a:pt x="325" y="50"/>
                  <a:pt x="321" y="49"/>
                  <a:pt x="321" y="51"/>
                </a:cubicBezTo>
                <a:close/>
                <a:moveTo>
                  <a:pt x="316" y="18"/>
                </a:moveTo>
                <a:cubicBezTo>
                  <a:pt x="319" y="17"/>
                  <a:pt x="317" y="18"/>
                  <a:pt x="320" y="18"/>
                </a:cubicBezTo>
                <a:cubicBezTo>
                  <a:pt x="319" y="17"/>
                  <a:pt x="321" y="17"/>
                  <a:pt x="321" y="16"/>
                </a:cubicBezTo>
                <a:cubicBezTo>
                  <a:pt x="318" y="17"/>
                  <a:pt x="319" y="17"/>
                  <a:pt x="317" y="17"/>
                </a:cubicBezTo>
                <a:cubicBezTo>
                  <a:pt x="317" y="17"/>
                  <a:pt x="317" y="17"/>
                  <a:pt x="316" y="18"/>
                </a:cubicBezTo>
                <a:close/>
                <a:moveTo>
                  <a:pt x="311" y="35"/>
                </a:moveTo>
                <a:cubicBezTo>
                  <a:pt x="312" y="34"/>
                  <a:pt x="316" y="34"/>
                  <a:pt x="315" y="34"/>
                </a:cubicBezTo>
                <a:cubicBezTo>
                  <a:pt x="314" y="34"/>
                  <a:pt x="308" y="35"/>
                  <a:pt x="311" y="35"/>
                </a:cubicBezTo>
                <a:close/>
                <a:moveTo>
                  <a:pt x="314" y="49"/>
                </a:moveTo>
                <a:cubicBezTo>
                  <a:pt x="314" y="50"/>
                  <a:pt x="318" y="49"/>
                  <a:pt x="318" y="49"/>
                </a:cubicBezTo>
                <a:lnTo>
                  <a:pt x="314" y="49"/>
                </a:lnTo>
                <a:close/>
                <a:moveTo>
                  <a:pt x="308" y="47"/>
                </a:moveTo>
                <a:cubicBezTo>
                  <a:pt x="308" y="48"/>
                  <a:pt x="314" y="46"/>
                  <a:pt x="315" y="46"/>
                </a:cubicBezTo>
                <a:cubicBezTo>
                  <a:pt x="315" y="46"/>
                  <a:pt x="315" y="45"/>
                  <a:pt x="316" y="45"/>
                </a:cubicBezTo>
                <a:cubicBezTo>
                  <a:pt x="313" y="46"/>
                  <a:pt x="309" y="47"/>
                  <a:pt x="308" y="47"/>
                </a:cubicBezTo>
                <a:close/>
                <a:moveTo>
                  <a:pt x="302" y="21"/>
                </a:moveTo>
                <a:cubicBezTo>
                  <a:pt x="305" y="21"/>
                  <a:pt x="305" y="20"/>
                  <a:pt x="306" y="20"/>
                </a:cubicBezTo>
                <a:cubicBezTo>
                  <a:pt x="306" y="19"/>
                  <a:pt x="307" y="19"/>
                  <a:pt x="307" y="19"/>
                </a:cubicBezTo>
                <a:cubicBezTo>
                  <a:pt x="304" y="20"/>
                  <a:pt x="303" y="20"/>
                  <a:pt x="302" y="21"/>
                </a:cubicBezTo>
                <a:close/>
                <a:moveTo>
                  <a:pt x="314" y="52"/>
                </a:moveTo>
                <a:cubicBezTo>
                  <a:pt x="313" y="52"/>
                  <a:pt x="311" y="53"/>
                  <a:pt x="311" y="53"/>
                </a:cubicBezTo>
                <a:cubicBezTo>
                  <a:pt x="314" y="52"/>
                  <a:pt x="313" y="53"/>
                  <a:pt x="315" y="52"/>
                </a:cubicBezTo>
                <a:cubicBezTo>
                  <a:pt x="315" y="52"/>
                  <a:pt x="315" y="52"/>
                  <a:pt x="314" y="52"/>
                </a:cubicBezTo>
                <a:close/>
                <a:moveTo>
                  <a:pt x="309" y="42"/>
                </a:moveTo>
                <a:cubicBezTo>
                  <a:pt x="307" y="43"/>
                  <a:pt x="305" y="43"/>
                  <a:pt x="304" y="44"/>
                </a:cubicBezTo>
                <a:cubicBezTo>
                  <a:pt x="306" y="44"/>
                  <a:pt x="309" y="43"/>
                  <a:pt x="310" y="42"/>
                </a:cubicBezTo>
                <a:cubicBezTo>
                  <a:pt x="310" y="42"/>
                  <a:pt x="310" y="41"/>
                  <a:pt x="309" y="41"/>
                </a:cubicBezTo>
                <a:lnTo>
                  <a:pt x="309" y="42"/>
                </a:lnTo>
                <a:close/>
                <a:moveTo>
                  <a:pt x="306" y="49"/>
                </a:moveTo>
                <a:cubicBezTo>
                  <a:pt x="308" y="49"/>
                  <a:pt x="309" y="49"/>
                  <a:pt x="310" y="49"/>
                </a:cubicBezTo>
                <a:cubicBezTo>
                  <a:pt x="310" y="48"/>
                  <a:pt x="310" y="48"/>
                  <a:pt x="311" y="48"/>
                </a:cubicBezTo>
                <a:cubicBezTo>
                  <a:pt x="311" y="48"/>
                  <a:pt x="311" y="48"/>
                  <a:pt x="311" y="48"/>
                </a:cubicBezTo>
                <a:cubicBezTo>
                  <a:pt x="308" y="49"/>
                  <a:pt x="307" y="48"/>
                  <a:pt x="306" y="49"/>
                </a:cubicBezTo>
                <a:close/>
                <a:moveTo>
                  <a:pt x="306" y="51"/>
                </a:moveTo>
                <a:cubicBezTo>
                  <a:pt x="307" y="51"/>
                  <a:pt x="308" y="50"/>
                  <a:pt x="309" y="50"/>
                </a:cubicBezTo>
                <a:cubicBezTo>
                  <a:pt x="310" y="50"/>
                  <a:pt x="310" y="50"/>
                  <a:pt x="310" y="50"/>
                </a:cubicBezTo>
                <a:cubicBezTo>
                  <a:pt x="310" y="50"/>
                  <a:pt x="310" y="50"/>
                  <a:pt x="310" y="50"/>
                </a:cubicBezTo>
                <a:cubicBezTo>
                  <a:pt x="307" y="50"/>
                  <a:pt x="304" y="51"/>
                  <a:pt x="306" y="51"/>
                </a:cubicBezTo>
                <a:close/>
                <a:moveTo>
                  <a:pt x="307" y="53"/>
                </a:moveTo>
                <a:cubicBezTo>
                  <a:pt x="309" y="53"/>
                  <a:pt x="306" y="54"/>
                  <a:pt x="306" y="54"/>
                </a:cubicBezTo>
                <a:cubicBezTo>
                  <a:pt x="309" y="54"/>
                  <a:pt x="310" y="53"/>
                  <a:pt x="311" y="52"/>
                </a:cubicBezTo>
                <a:cubicBezTo>
                  <a:pt x="310" y="52"/>
                  <a:pt x="308" y="53"/>
                  <a:pt x="307" y="53"/>
                </a:cubicBezTo>
                <a:close/>
                <a:moveTo>
                  <a:pt x="308" y="54"/>
                </a:moveTo>
                <a:cubicBezTo>
                  <a:pt x="305" y="55"/>
                  <a:pt x="306" y="55"/>
                  <a:pt x="305" y="56"/>
                </a:cubicBezTo>
                <a:cubicBezTo>
                  <a:pt x="308" y="55"/>
                  <a:pt x="309" y="56"/>
                  <a:pt x="310" y="55"/>
                </a:cubicBezTo>
                <a:cubicBezTo>
                  <a:pt x="308" y="55"/>
                  <a:pt x="308" y="55"/>
                  <a:pt x="308" y="54"/>
                </a:cubicBezTo>
                <a:close/>
                <a:moveTo>
                  <a:pt x="302" y="38"/>
                </a:moveTo>
                <a:cubicBezTo>
                  <a:pt x="300" y="39"/>
                  <a:pt x="300" y="39"/>
                  <a:pt x="300" y="40"/>
                </a:cubicBezTo>
                <a:cubicBezTo>
                  <a:pt x="303" y="39"/>
                  <a:pt x="303" y="39"/>
                  <a:pt x="302" y="38"/>
                </a:cubicBezTo>
                <a:close/>
                <a:moveTo>
                  <a:pt x="301" y="46"/>
                </a:moveTo>
                <a:cubicBezTo>
                  <a:pt x="300" y="47"/>
                  <a:pt x="300" y="47"/>
                  <a:pt x="299" y="47"/>
                </a:cubicBezTo>
                <a:cubicBezTo>
                  <a:pt x="299" y="47"/>
                  <a:pt x="297" y="48"/>
                  <a:pt x="299" y="48"/>
                </a:cubicBezTo>
                <a:cubicBezTo>
                  <a:pt x="300" y="47"/>
                  <a:pt x="305" y="45"/>
                  <a:pt x="302" y="46"/>
                </a:cubicBezTo>
                <a:cubicBezTo>
                  <a:pt x="302" y="46"/>
                  <a:pt x="301" y="46"/>
                  <a:pt x="301" y="46"/>
                </a:cubicBezTo>
                <a:close/>
                <a:moveTo>
                  <a:pt x="300" y="51"/>
                </a:moveTo>
                <a:cubicBezTo>
                  <a:pt x="300" y="51"/>
                  <a:pt x="303" y="50"/>
                  <a:pt x="303" y="50"/>
                </a:cubicBezTo>
                <a:cubicBezTo>
                  <a:pt x="301" y="50"/>
                  <a:pt x="297" y="52"/>
                  <a:pt x="300" y="51"/>
                </a:cubicBezTo>
                <a:close/>
                <a:moveTo>
                  <a:pt x="296" y="41"/>
                </a:moveTo>
                <a:cubicBezTo>
                  <a:pt x="296" y="40"/>
                  <a:pt x="297" y="40"/>
                  <a:pt x="297" y="40"/>
                </a:cubicBezTo>
                <a:cubicBezTo>
                  <a:pt x="294" y="40"/>
                  <a:pt x="293" y="42"/>
                  <a:pt x="296" y="41"/>
                </a:cubicBezTo>
                <a:close/>
                <a:moveTo>
                  <a:pt x="295" y="49"/>
                </a:moveTo>
                <a:cubicBezTo>
                  <a:pt x="293" y="50"/>
                  <a:pt x="294" y="51"/>
                  <a:pt x="297" y="51"/>
                </a:cubicBezTo>
                <a:cubicBezTo>
                  <a:pt x="298" y="50"/>
                  <a:pt x="294" y="50"/>
                  <a:pt x="297" y="49"/>
                </a:cubicBezTo>
                <a:cubicBezTo>
                  <a:pt x="296" y="49"/>
                  <a:pt x="296" y="49"/>
                  <a:pt x="295" y="49"/>
                </a:cubicBezTo>
                <a:close/>
                <a:moveTo>
                  <a:pt x="296" y="54"/>
                </a:moveTo>
                <a:cubicBezTo>
                  <a:pt x="296" y="55"/>
                  <a:pt x="294" y="55"/>
                  <a:pt x="294" y="55"/>
                </a:cubicBezTo>
                <a:cubicBezTo>
                  <a:pt x="294" y="56"/>
                  <a:pt x="294" y="56"/>
                  <a:pt x="295" y="57"/>
                </a:cubicBezTo>
                <a:cubicBezTo>
                  <a:pt x="293" y="57"/>
                  <a:pt x="293" y="57"/>
                  <a:pt x="293" y="57"/>
                </a:cubicBezTo>
                <a:cubicBezTo>
                  <a:pt x="293" y="58"/>
                  <a:pt x="293" y="58"/>
                  <a:pt x="292" y="58"/>
                </a:cubicBezTo>
                <a:cubicBezTo>
                  <a:pt x="294" y="58"/>
                  <a:pt x="294" y="58"/>
                  <a:pt x="295" y="58"/>
                </a:cubicBezTo>
                <a:cubicBezTo>
                  <a:pt x="293" y="58"/>
                  <a:pt x="293" y="57"/>
                  <a:pt x="297" y="57"/>
                </a:cubicBezTo>
                <a:cubicBezTo>
                  <a:pt x="297" y="56"/>
                  <a:pt x="295" y="56"/>
                  <a:pt x="295" y="56"/>
                </a:cubicBezTo>
                <a:cubicBezTo>
                  <a:pt x="295" y="55"/>
                  <a:pt x="299" y="54"/>
                  <a:pt x="298" y="54"/>
                </a:cubicBezTo>
                <a:cubicBezTo>
                  <a:pt x="297" y="55"/>
                  <a:pt x="297" y="54"/>
                  <a:pt x="296" y="54"/>
                </a:cubicBezTo>
                <a:close/>
                <a:moveTo>
                  <a:pt x="286" y="51"/>
                </a:moveTo>
                <a:cubicBezTo>
                  <a:pt x="286" y="52"/>
                  <a:pt x="282" y="52"/>
                  <a:pt x="282" y="53"/>
                </a:cubicBezTo>
                <a:cubicBezTo>
                  <a:pt x="285" y="52"/>
                  <a:pt x="292" y="51"/>
                  <a:pt x="293" y="49"/>
                </a:cubicBezTo>
                <a:cubicBezTo>
                  <a:pt x="289" y="50"/>
                  <a:pt x="289" y="51"/>
                  <a:pt x="286" y="51"/>
                </a:cubicBezTo>
                <a:close/>
                <a:moveTo>
                  <a:pt x="287" y="58"/>
                </a:moveTo>
                <a:cubicBezTo>
                  <a:pt x="291" y="56"/>
                  <a:pt x="292" y="55"/>
                  <a:pt x="293" y="54"/>
                </a:cubicBezTo>
                <a:cubicBezTo>
                  <a:pt x="288" y="56"/>
                  <a:pt x="290" y="56"/>
                  <a:pt x="287" y="58"/>
                </a:cubicBezTo>
                <a:close/>
                <a:moveTo>
                  <a:pt x="286" y="51"/>
                </a:moveTo>
                <a:cubicBezTo>
                  <a:pt x="288" y="50"/>
                  <a:pt x="291" y="49"/>
                  <a:pt x="291" y="48"/>
                </a:cubicBezTo>
                <a:cubicBezTo>
                  <a:pt x="289" y="49"/>
                  <a:pt x="285" y="51"/>
                  <a:pt x="286" y="51"/>
                </a:cubicBezTo>
                <a:close/>
                <a:moveTo>
                  <a:pt x="288" y="60"/>
                </a:moveTo>
                <a:cubicBezTo>
                  <a:pt x="289" y="60"/>
                  <a:pt x="294" y="59"/>
                  <a:pt x="294" y="59"/>
                </a:cubicBezTo>
                <a:cubicBezTo>
                  <a:pt x="293" y="59"/>
                  <a:pt x="289" y="59"/>
                  <a:pt x="288" y="60"/>
                </a:cubicBezTo>
                <a:close/>
                <a:moveTo>
                  <a:pt x="283" y="27"/>
                </a:moveTo>
                <a:cubicBezTo>
                  <a:pt x="276" y="29"/>
                  <a:pt x="276" y="29"/>
                  <a:pt x="276" y="29"/>
                </a:cubicBezTo>
                <a:cubicBezTo>
                  <a:pt x="277" y="30"/>
                  <a:pt x="274" y="30"/>
                  <a:pt x="274" y="31"/>
                </a:cubicBezTo>
                <a:cubicBezTo>
                  <a:pt x="278" y="29"/>
                  <a:pt x="276" y="29"/>
                  <a:pt x="281" y="28"/>
                </a:cubicBezTo>
                <a:cubicBezTo>
                  <a:pt x="281" y="28"/>
                  <a:pt x="279" y="29"/>
                  <a:pt x="280" y="29"/>
                </a:cubicBezTo>
                <a:cubicBezTo>
                  <a:pt x="282" y="28"/>
                  <a:pt x="282" y="29"/>
                  <a:pt x="284" y="28"/>
                </a:cubicBezTo>
                <a:cubicBezTo>
                  <a:pt x="285" y="27"/>
                  <a:pt x="281" y="28"/>
                  <a:pt x="283" y="27"/>
                </a:cubicBezTo>
                <a:close/>
                <a:moveTo>
                  <a:pt x="291" y="52"/>
                </a:moveTo>
                <a:cubicBezTo>
                  <a:pt x="291" y="51"/>
                  <a:pt x="289" y="52"/>
                  <a:pt x="291" y="51"/>
                </a:cubicBezTo>
                <a:cubicBezTo>
                  <a:pt x="285" y="53"/>
                  <a:pt x="289" y="53"/>
                  <a:pt x="291" y="52"/>
                </a:cubicBezTo>
                <a:close/>
                <a:moveTo>
                  <a:pt x="282" y="46"/>
                </a:moveTo>
                <a:cubicBezTo>
                  <a:pt x="282" y="46"/>
                  <a:pt x="281" y="46"/>
                  <a:pt x="281" y="47"/>
                </a:cubicBezTo>
                <a:cubicBezTo>
                  <a:pt x="283" y="46"/>
                  <a:pt x="285" y="46"/>
                  <a:pt x="286" y="45"/>
                </a:cubicBezTo>
                <a:cubicBezTo>
                  <a:pt x="284" y="45"/>
                  <a:pt x="284" y="45"/>
                  <a:pt x="282" y="46"/>
                </a:cubicBezTo>
                <a:close/>
                <a:moveTo>
                  <a:pt x="275" y="46"/>
                </a:moveTo>
                <a:cubicBezTo>
                  <a:pt x="277" y="46"/>
                  <a:pt x="280" y="44"/>
                  <a:pt x="281" y="44"/>
                </a:cubicBezTo>
                <a:cubicBezTo>
                  <a:pt x="282" y="44"/>
                  <a:pt x="286" y="42"/>
                  <a:pt x="284" y="42"/>
                </a:cubicBezTo>
                <a:cubicBezTo>
                  <a:pt x="283" y="43"/>
                  <a:pt x="276" y="45"/>
                  <a:pt x="275" y="46"/>
                </a:cubicBezTo>
                <a:close/>
                <a:moveTo>
                  <a:pt x="284" y="57"/>
                </a:moveTo>
                <a:cubicBezTo>
                  <a:pt x="285" y="56"/>
                  <a:pt x="283" y="55"/>
                  <a:pt x="287" y="54"/>
                </a:cubicBezTo>
                <a:cubicBezTo>
                  <a:pt x="288" y="53"/>
                  <a:pt x="286" y="54"/>
                  <a:pt x="285" y="54"/>
                </a:cubicBezTo>
                <a:cubicBezTo>
                  <a:pt x="284" y="55"/>
                  <a:pt x="285" y="55"/>
                  <a:pt x="283" y="56"/>
                </a:cubicBezTo>
                <a:cubicBezTo>
                  <a:pt x="282" y="56"/>
                  <a:pt x="285" y="56"/>
                  <a:pt x="281" y="57"/>
                </a:cubicBezTo>
                <a:cubicBezTo>
                  <a:pt x="281" y="58"/>
                  <a:pt x="283" y="57"/>
                  <a:pt x="284" y="57"/>
                </a:cubicBezTo>
                <a:cubicBezTo>
                  <a:pt x="283" y="57"/>
                  <a:pt x="283" y="57"/>
                  <a:pt x="284" y="57"/>
                </a:cubicBezTo>
                <a:close/>
                <a:moveTo>
                  <a:pt x="279" y="43"/>
                </a:moveTo>
                <a:cubicBezTo>
                  <a:pt x="279" y="43"/>
                  <a:pt x="279" y="43"/>
                  <a:pt x="280" y="43"/>
                </a:cubicBezTo>
                <a:cubicBezTo>
                  <a:pt x="280" y="43"/>
                  <a:pt x="283" y="42"/>
                  <a:pt x="283" y="42"/>
                </a:cubicBezTo>
                <a:cubicBezTo>
                  <a:pt x="281" y="42"/>
                  <a:pt x="281" y="42"/>
                  <a:pt x="279" y="43"/>
                </a:cubicBezTo>
                <a:close/>
                <a:moveTo>
                  <a:pt x="273" y="49"/>
                </a:moveTo>
                <a:cubicBezTo>
                  <a:pt x="277" y="47"/>
                  <a:pt x="276" y="49"/>
                  <a:pt x="277" y="48"/>
                </a:cubicBezTo>
                <a:cubicBezTo>
                  <a:pt x="278" y="48"/>
                  <a:pt x="278" y="48"/>
                  <a:pt x="278" y="47"/>
                </a:cubicBezTo>
                <a:cubicBezTo>
                  <a:pt x="276" y="48"/>
                  <a:pt x="274" y="48"/>
                  <a:pt x="273" y="49"/>
                </a:cubicBezTo>
                <a:close/>
                <a:moveTo>
                  <a:pt x="274" y="62"/>
                </a:moveTo>
                <a:cubicBezTo>
                  <a:pt x="273" y="62"/>
                  <a:pt x="272" y="63"/>
                  <a:pt x="272" y="63"/>
                </a:cubicBezTo>
                <a:cubicBezTo>
                  <a:pt x="273" y="62"/>
                  <a:pt x="274" y="63"/>
                  <a:pt x="275" y="62"/>
                </a:cubicBezTo>
                <a:cubicBezTo>
                  <a:pt x="274" y="62"/>
                  <a:pt x="281" y="60"/>
                  <a:pt x="282" y="59"/>
                </a:cubicBezTo>
                <a:cubicBezTo>
                  <a:pt x="281" y="60"/>
                  <a:pt x="280" y="60"/>
                  <a:pt x="280" y="60"/>
                </a:cubicBezTo>
                <a:cubicBezTo>
                  <a:pt x="279" y="60"/>
                  <a:pt x="280" y="59"/>
                  <a:pt x="278" y="59"/>
                </a:cubicBezTo>
                <a:cubicBezTo>
                  <a:pt x="279" y="60"/>
                  <a:pt x="277" y="60"/>
                  <a:pt x="275" y="61"/>
                </a:cubicBezTo>
                <a:cubicBezTo>
                  <a:pt x="276" y="61"/>
                  <a:pt x="275" y="61"/>
                  <a:pt x="274" y="62"/>
                </a:cubicBezTo>
                <a:close/>
                <a:moveTo>
                  <a:pt x="270" y="48"/>
                </a:moveTo>
                <a:cubicBezTo>
                  <a:pt x="270" y="49"/>
                  <a:pt x="273" y="48"/>
                  <a:pt x="276" y="47"/>
                </a:cubicBezTo>
                <a:cubicBezTo>
                  <a:pt x="273" y="47"/>
                  <a:pt x="273" y="46"/>
                  <a:pt x="271" y="47"/>
                </a:cubicBezTo>
                <a:cubicBezTo>
                  <a:pt x="272" y="47"/>
                  <a:pt x="274" y="47"/>
                  <a:pt x="270" y="48"/>
                </a:cubicBezTo>
                <a:close/>
                <a:moveTo>
                  <a:pt x="276" y="60"/>
                </a:moveTo>
                <a:cubicBezTo>
                  <a:pt x="276" y="60"/>
                  <a:pt x="277" y="59"/>
                  <a:pt x="276" y="59"/>
                </a:cubicBezTo>
                <a:cubicBezTo>
                  <a:pt x="270" y="61"/>
                  <a:pt x="269" y="62"/>
                  <a:pt x="276" y="60"/>
                </a:cubicBezTo>
                <a:close/>
                <a:moveTo>
                  <a:pt x="264" y="34"/>
                </a:moveTo>
                <a:cubicBezTo>
                  <a:pt x="262" y="34"/>
                  <a:pt x="261" y="35"/>
                  <a:pt x="261" y="35"/>
                </a:cubicBezTo>
                <a:cubicBezTo>
                  <a:pt x="263" y="35"/>
                  <a:pt x="265" y="34"/>
                  <a:pt x="265" y="34"/>
                </a:cubicBezTo>
                <a:cubicBezTo>
                  <a:pt x="264" y="34"/>
                  <a:pt x="264" y="34"/>
                  <a:pt x="264" y="34"/>
                </a:cubicBezTo>
                <a:close/>
                <a:moveTo>
                  <a:pt x="248" y="40"/>
                </a:moveTo>
                <a:cubicBezTo>
                  <a:pt x="250" y="40"/>
                  <a:pt x="247" y="41"/>
                  <a:pt x="248" y="41"/>
                </a:cubicBezTo>
                <a:cubicBezTo>
                  <a:pt x="251" y="40"/>
                  <a:pt x="250" y="40"/>
                  <a:pt x="252" y="39"/>
                </a:cubicBezTo>
                <a:cubicBezTo>
                  <a:pt x="252" y="39"/>
                  <a:pt x="252" y="40"/>
                  <a:pt x="253" y="39"/>
                </a:cubicBezTo>
                <a:cubicBezTo>
                  <a:pt x="254" y="39"/>
                  <a:pt x="253" y="39"/>
                  <a:pt x="254" y="38"/>
                </a:cubicBezTo>
                <a:cubicBezTo>
                  <a:pt x="257" y="37"/>
                  <a:pt x="256" y="38"/>
                  <a:pt x="259" y="36"/>
                </a:cubicBezTo>
                <a:cubicBezTo>
                  <a:pt x="260" y="36"/>
                  <a:pt x="260" y="36"/>
                  <a:pt x="260" y="35"/>
                </a:cubicBezTo>
                <a:cubicBezTo>
                  <a:pt x="258" y="36"/>
                  <a:pt x="258" y="36"/>
                  <a:pt x="256" y="36"/>
                </a:cubicBezTo>
                <a:cubicBezTo>
                  <a:pt x="258" y="36"/>
                  <a:pt x="253" y="38"/>
                  <a:pt x="254" y="37"/>
                </a:cubicBezTo>
                <a:cubicBezTo>
                  <a:pt x="251" y="38"/>
                  <a:pt x="252" y="39"/>
                  <a:pt x="250" y="40"/>
                </a:cubicBezTo>
                <a:cubicBezTo>
                  <a:pt x="250" y="39"/>
                  <a:pt x="251" y="39"/>
                  <a:pt x="250" y="39"/>
                </a:cubicBezTo>
                <a:cubicBezTo>
                  <a:pt x="245" y="41"/>
                  <a:pt x="242" y="42"/>
                  <a:pt x="238" y="44"/>
                </a:cubicBezTo>
                <a:cubicBezTo>
                  <a:pt x="237" y="45"/>
                  <a:pt x="241" y="44"/>
                  <a:pt x="239" y="45"/>
                </a:cubicBezTo>
                <a:cubicBezTo>
                  <a:pt x="235" y="46"/>
                  <a:pt x="238" y="43"/>
                  <a:pt x="235" y="45"/>
                </a:cubicBezTo>
                <a:cubicBezTo>
                  <a:pt x="236" y="45"/>
                  <a:pt x="236" y="46"/>
                  <a:pt x="238" y="45"/>
                </a:cubicBezTo>
                <a:cubicBezTo>
                  <a:pt x="239" y="44"/>
                  <a:pt x="241" y="44"/>
                  <a:pt x="242" y="44"/>
                </a:cubicBezTo>
                <a:cubicBezTo>
                  <a:pt x="243" y="43"/>
                  <a:pt x="241" y="44"/>
                  <a:pt x="242" y="43"/>
                </a:cubicBezTo>
                <a:cubicBezTo>
                  <a:pt x="245" y="42"/>
                  <a:pt x="246" y="41"/>
                  <a:pt x="248" y="40"/>
                </a:cubicBezTo>
                <a:close/>
                <a:moveTo>
                  <a:pt x="253" y="56"/>
                </a:moveTo>
                <a:cubicBezTo>
                  <a:pt x="253" y="57"/>
                  <a:pt x="253" y="57"/>
                  <a:pt x="254" y="57"/>
                </a:cubicBezTo>
                <a:cubicBezTo>
                  <a:pt x="257" y="55"/>
                  <a:pt x="256" y="56"/>
                  <a:pt x="258" y="55"/>
                </a:cubicBezTo>
                <a:cubicBezTo>
                  <a:pt x="258" y="55"/>
                  <a:pt x="263" y="53"/>
                  <a:pt x="264" y="52"/>
                </a:cubicBezTo>
                <a:cubicBezTo>
                  <a:pt x="260" y="53"/>
                  <a:pt x="255" y="56"/>
                  <a:pt x="253" y="56"/>
                </a:cubicBezTo>
                <a:close/>
                <a:moveTo>
                  <a:pt x="264" y="64"/>
                </a:moveTo>
                <a:cubicBezTo>
                  <a:pt x="267" y="64"/>
                  <a:pt x="264" y="65"/>
                  <a:pt x="263" y="65"/>
                </a:cubicBezTo>
                <a:cubicBezTo>
                  <a:pt x="263" y="66"/>
                  <a:pt x="263" y="66"/>
                  <a:pt x="264" y="66"/>
                </a:cubicBezTo>
                <a:cubicBezTo>
                  <a:pt x="264" y="65"/>
                  <a:pt x="265" y="66"/>
                  <a:pt x="267" y="65"/>
                </a:cubicBezTo>
                <a:cubicBezTo>
                  <a:pt x="268" y="64"/>
                  <a:pt x="268" y="64"/>
                  <a:pt x="268" y="63"/>
                </a:cubicBezTo>
                <a:cubicBezTo>
                  <a:pt x="267" y="64"/>
                  <a:pt x="265" y="63"/>
                  <a:pt x="264" y="64"/>
                </a:cubicBezTo>
                <a:close/>
                <a:moveTo>
                  <a:pt x="261" y="65"/>
                </a:moveTo>
                <a:cubicBezTo>
                  <a:pt x="261" y="65"/>
                  <a:pt x="261" y="65"/>
                  <a:pt x="261" y="65"/>
                </a:cubicBezTo>
                <a:cubicBezTo>
                  <a:pt x="263" y="65"/>
                  <a:pt x="266" y="63"/>
                  <a:pt x="264" y="63"/>
                </a:cubicBezTo>
                <a:cubicBezTo>
                  <a:pt x="264" y="64"/>
                  <a:pt x="263" y="64"/>
                  <a:pt x="261" y="65"/>
                </a:cubicBezTo>
                <a:close/>
                <a:moveTo>
                  <a:pt x="253" y="68"/>
                </a:moveTo>
                <a:cubicBezTo>
                  <a:pt x="255" y="68"/>
                  <a:pt x="258" y="67"/>
                  <a:pt x="259" y="67"/>
                </a:cubicBezTo>
                <a:cubicBezTo>
                  <a:pt x="258" y="67"/>
                  <a:pt x="261" y="66"/>
                  <a:pt x="260" y="66"/>
                </a:cubicBezTo>
                <a:cubicBezTo>
                  <a:pt x="257" y="67"/>
                  <a:pt x="256" y="67"/>
                  <a:pt x="253" y="68"/>
                </a:cubicBezTo>
                <a:close/>
                <a:moveTo>
                  <a:pt x="256" y="64"/>
                </a:moveTo>
                <a:cubicBezTo>
                  <a:pt x="258" y="64"/>
                  <a:pt x="255" y="65"/>
                  <a:pt x="257" y="65"/>
                </a:cubicBezTo>
                <a:cubicBezTo>
                  <a:pt x="258" y="64"/>
                  <a:pt x="257" y="64"/>
                  <a:pt x="258" y="63"/>
                </a:cubicBezTo>
                <a:lnTo>
                  <a:pt x="256" y="64"/>
                </a:lnTo>
                <a:close/>
                <a:moveTo>
                  <a:pt x="249" y="75"/>
                </a:moveTo>
                <a:cubicBezTo>
                  <a:pt x="249" y="75"/>
                  <a:pt x="249" y="75"/>
                  <a:pt x="248" y="75"/>
                </a:cubicBezTo>
                <a:cubicBezTo>
                  <a:pt x="247" y="75"/>
                  <a:pt x="250" y="73"/>
                  <a:pt x="247" y="74"/>
                </a:cubicBezTo>
                <a:cubicBezTo>
                  <a:pt x="250" y="74"/>
                  <a:pt x="243" y="77"/>
                  <a:pt x="246" y="77"/>
                </a:cubicBezTo>
                <a:cubicBezTo>
                  <a:pt x="246" y="77"/>
                  <a:pt x="247" y="76"/>
                  <a:pt x="247" y="76"/>
                </a:cubicBezTo>
                <a:cubicBezTo>
                  <a:pt x="246" y="77"/>
                  <a:pt x="246" y="77"/>
                  <a:pt x="247" y="77"/>
                </a:cubicBezTo>
                <a:cubicBezTo>
                  <a:pt x="249" y="75"/>
                  <a:pt x="255" y="74"/>
                  <a:pt x="257" y="72"/>
                </a:cubicBezTo>
                <a:cubicBezTo>
                  <a:pt x="255" y="72"/>
                  <a:pt x="252" y="74"/>
                  <a:pt x="249" y="75"/>
                </a:cubicBezTo>
                <a:close/>
                <a:moveTo>
                  <a:pt x="248" y="62"/>
                </a:moveTo>
                <a:cubicBezTo>
                  <a:pt x="250" y="61"/>
                  <a:pt x="251" y="61"/>
                  <a:pt x="251" y="60"/>
                </a:cubicBezTo>
                <a:cubicBezTo>
                  <a:pt x="249" y="61"/>
                  <a:pt x="248" y="62"/>
                  <a:pt x="248" y="62"/>
                </a:cubicBezTo>
                <a:close/>
                <a:moveTo>
                  <a:pt x="246" y="67"/>
                </a:moveTo>
                <a:cubicBezTo>
                  <a:pt x="243" y="68"/>
                  <a:pt x="245" y="69"/>
                  <a:pt x="248" y="68"/>
                </a:cubicBezTo>
                <a:cubicBezTo>
                  <a:pt x="248" y="67"/>
                  <a:pt x="246" y="68"/>
                  <a:pt x="246" y="67"/>
                </a:cubicBezTo>
                <a:close/>
                <a:moveTo>
                  <a:pt x="244" y="65"/>
                </a:moveTo>
                <a:cubicBezTo>
                  <a:pt x="243" y="65"/>
                  <a:pt x="245" y="64"/>
                  <a:pt x="245" y="63"/>
                </a:cubicBezTo>
                <a:cubicBezTo>
                  <a:pt x="242" y="64"/>
                  <a:pt x="242" y="66"/>
                  <a:pt x="244" y="65"/>
                </a:cubicBezTo>
                <a:close/>
                <a:moveTo>
                  <a:pt x="241" y="72"/>
                </a:moveTo>
                <a:cubicBezTo>
                  <a:pt x="241" y="72"/>
                  <a:pt x="241" y="71"/>
                  <a:pt x="240" y="71"/>
                </a:cubicBezTo>
                <a:cubicBezTo>
                  <a:pt x="240" y="72"/>
                  <a:pt x="239" y="72"/>
                  <a:pt x="239" y="72"/>
                </a:cubicBezTo>
                <a:cubicBezTo>
                  <a:pt x="239" y="72"/>
                  <a:pt x="238" y="73"/>
                  <a:pt x="238" y="73"/>
                </a:cubicBezTo>
                <a:cubicBezTo>
                  <a:pt x="242" y="71"/>
                  <a:pt x="237" y="74"/>
                  <a:pt x="239" y="74"/>
                </a:cubicBezTo>
                <a:cubicBezTo>
                  <a:pt x="243" y="71"/>
                  <a:pt x="246" y="72"/>
                  <a:pt x="248" y="70"/>
                </a:cubicBezTo>
                <a:cubicBezTo>
                  <a:pt x="245" y="70"/>
                  <a:pt x="241" y="73"/>
                  <a:pt x="239" y="73"/>
                </a:cubicBezTo>
                <a:cubicBezTo>
                  <a:pt x="239" y="73"/>
                  <a:pt x="240" y="72"/>
                  <a:pt x="241" y="72"/>
                </a:cubicBezTo>
                <a:close/>
                <a:moveTo>
                  <a:pt x="239" y="71"/>
                </a:moveTo>
                <a:cubicBezTo>
                  <a:pt x="236" y="72"/>
                  <a:pt x="237" y="73"/>
                  <a:pt x="236" y="74"/>
                </a:cubicBezTo>
                <a:cubicBezTo>
                  <a:pt x="238" y="73"/>
                  <a:pt x="239" y="72"/>
                  <a:pt x="239" y="71"/>
                </a:cubicBezTo>
                <a:close/>
                <a:moveTo>
                  <a:pt x="226" y="49"/>
                </a:moveTo>
                <a:cubicBezTo>
                  <a:pt x="226" y="48"/>
                  <a:pt x="225" y="49"/>
                  <a:pt x="227" y="47"/>
                </a:cubicBezTo>
                <a:cubicBezTo>
                  <a:pt x="225" y="49"/>
                  <a:pt x="222" y="49"/>
                  <a:pt x="221" y="51"/>
                </a:cubicBezTo>
                <a:cubicBezTo>
                  <a:pt x="225" y="49"/>
                  <a:pt x="224" y="50"/>
                  <a:pt x="226" y="50"/>
                </a:cubicBezTo>
                <a:cubicBezTo>
                  <a:pt x="224" y="51"/>
                  <a:pt x="224" y="51"/>
                  <a:pt x="222" y="51"/>
                </a:cubicBezTo>
                <a:cubicBezTo>
                  <a:pt x="223" y="52"/>
                  <a:pt x="227" y="50"/>
                  <a:pt x="230" y="49"/>
                </a:cubicBezTo>
                <a:cubicBezTo>
                  <a:pt x="230" y="48"/>
                  <a:pt x="230" y="48"/>
                  <a:pt x="231" y="47"/>
                </a:cubicBezTo>
                <a:cubicBezTo>
                  <a:pt x="231" y="47"/>
                  <a:pt x="231" y="48"/>
                  <a:pt x="233" y="47"/>
                </a:cubicBezTo>
                <a:cubicBezTo>
                  <a:pt x="233" y="46"/>
                  <a:pt x="233" y="46"/>
                  <a:pt x="233" y="46"/>
                </a:cubicBezTo>
                <a:cubicBezTo>
                  <a:pt x="229" y="48"/>
                  <a:pt x="228" y="48"/>
                  <a:pt x="226" y="49"/>
                </a:cubicBezTo>
                <a:close/>
                <a:moveTo>
                  <a:pt x="235" y="57"/>
                </a:moveTo>
                <a:cubicBezTo>
                  <a:pt x="233" y="58"/>
                  <a:pt x="231" y="59"/>
                  <a:pt x="230" y="59"/>
                </a:cubicBezTo>
                <a:cubicBezTo>
                  <a:pt x="228" y="60"/>
                  <a:pt x="231" y="59"/>
                  <a:pt x="232" y="59"/>
                </a:cubicBezTo>
                <a:cubicBezTo>
                  <a:pt x="232" y="59"/>
                  <a:pt x="231" y="59"/>
                  <a:pt x="233" y="58"/>
                </a:cubicBezTo>
                <a:cubicBezTo>
                  <a:pt x="233" y="58"/>
                  <a:pt x="233" y="59"/>
                  <a:pt x="232" y="59"/>
                </a:cubicBezTo>
                <a:cubicBezTo>
                  <a:pt x="234" y="58"/>
                  <a:pt x="236" y="58"/>
                  <a:pt x="236" y="57"/>
                </a:cubicBezTo>
                <a:cubicBezTo>
                  <a:pt x="235" y="57"/>
                  <a:pt x="235" y="57"/>
                  <a:pt x="235" y="57"/>
                </a:cubicBezTo>
                <a:close/>
                <a:moveTo>
                  <a:pt x="235" y="64"/>
                </a:moveTo>
                <a:cubicBezTo>
                  <a:pt x="237" y="63"/>
                  <a:pt x="235" y="65"/>
                  <a:pt x="235" y="65"/>
                </a:cubicBezTo>
                <a:cubicBezTo>
                  <a:pt x="238" y="64"/>
                  <a:pt x="238" y="64"/>
                  <a:pt x="238" y="63"/>
                </a:cubicBezTo>
                <a:cubicBezTo>
                  <a:pt x="237" y="64"/>
                  <a:pt x="235" y="64"/>
                  <a:pt x="235" y="64"/>
                </a:cubicBezTo>
                <a:close/>
                <a:moveTo>
                  <a:pt x="230" y="61"/>
                </a:moveTo>
                <a:cubicBezTo>
                  <a:pt x="230" y="61"/>
                  <a:pt x="228" y="63"/>
                  <a:pt x="231" y="62"/>
                </a:cubicBezTo>
                <a:cubicBezTo>
                  <a:pt x="230" y="62"/>
                  <a:pt x="232" y="60"/>
                  <a:pt x="232" y="60"/>
                </a:cubicBezTo>
                <a:cubicBezTo>
                  <a:pt x="231" y="60"/>
                  <a:pt x="230" y="61"/>
                  <a:pt x="230" y="61"/>
                </a:cubicBezTo>
                <a:close/>
                <a:moveTo>
                  <a:pt x="227" y="61"/>
                </a:moveTo>
                <a:cubicBezTo>
                  <a:pt x="227" y="62"/>
                  <a:pt x="227" y="62"/>
                  <a:pt x="227" y="62"/>
                </a:cubicBezTo>
                <a:cubicBezTo>
                  <a:pt x="228" y="61"/>
                  <a:pt x="229" y="60"/>
                  <a:pt x="230" y="60"/>
                </a:cubicBezTo>
                <a:cubicBezTo>
                  <a:pt x="230" y="60"/>
                  <a:pt x="229" y="60"/>
                  <a:pt x="227" y="61"/>
                </a:cubicBezTo>
                <a:close/>
                <a:moveTo>
                  <a:pt x="225" y="71"/>
                </a:moveTo>
                <a:cubicBezTo>
                  <a:pt x="228" y="69"/>
                  <a:pt x="229" y="68"/>
                  <a:pt x="232" y="66"/>
                </a:cubicBezTo>
                <a:cubicBezTo>
                  <a:pt x="230" y="67"/>
                  <a:pt x="232" y="66"/>
                  <a:pt x="232" y="65"/>
                </a:cubicBezTo>
                <a:cubicBezTo>
                  <a:pt x="230" y="67"/>
                  <a:pt x="226" y="67"/>
                  <a:pt x="226" y="68"/>
                </a:cubicBezTo>
                <a:cubicBezTo>
                  <a:pt x="227" y="69"/>
                  <a:pt x="228" y="67"/>
                  <a:pt x="230" y="67"/>
                </a:cubicBezTo>
                <a:cubicBezTo>
                  <a:pt x="230" y="67"/>
                  <a:pt x="231" y="67"/>
                  <a:pt x="231" y="67"/>
                </a:cubicBezTo>
                <a:cubicBezTo>
                  <a:pt x="228" y="69"/>
                  <a:pt x="225" y="70"/>
                  <a:pt x="225" y="71"/>
                </a:cubicBezTo>
                <a:close/>
                <a:moveTo>
                  <a:pt x="228" y="73"/>
                </a:moveTo>
                <a:cubicBezTo>
                  <a:pt x="228" y="73"/>
                  <a:pt x="228" y="72"/>
                  <a:pt x="226" y="73"/>
                </a:cubicBezTo>
                <a:cubicBezTo>
                  <a:pt x="227" y="74"/>
                  <a:pt x="227" y="74"/>
                  <a:pt x="227" y="74"/>
                </a:cubicBezTo>
                <a:cubicBezTo>
                  <a:pt x="228" y="73"/>
                  <a:pt x="231" y="72"/>
                  <a:pt x="230" y="72"/>
                </a:cubicBezTo>
                <a:lnTo>
                  <a:pt x="228" y="73"/>
                </a:lnTo>
                <a:close/>
                <a:moveTo>
                  <a:pt x="221" y="77"/>
                </a:moveTo>
                <a:cubicBezTo>
                  <a:pt x="221" y="77"/>
                  <a:pt x="224" y="76"/>
                  <a:pt x="225" y="76"/>
                </a:cubicBezTo>
                <a:cubicBezTo>
                  <a:pt x="224" y="77"/>
                  <a:pt x="222" y="78"/>
                  <a:pt x="221" y="79"/>
                </a:cubicBezTo>
                <a:cubicBezTo>
                  <a:pt x="223" y="78"/>
                  <a:pt x="225" y="77"/>
                  <a:pt x="227" y="76"/>
                </a:cubicBezTo>
                <a:cubicBezTo>
                  <a:pt x="228" y="75"/>
                  <a:pt x="227" y="75"/>
                  <a:pt x="226" y="74"/>
                </a:cubicBezTo>
                <a:cubicBezTo>
                  <a:pt x="224" y="75"/>
                  <a:pt x="223" y="76"/>
                  <a:pt x="222" y="77"/>
                </a:cubicBezTo>
                <a:cubicBezTo>
                  <a:pt x="222" y="76"/>
                  <a:pt x="221" y="76"/>
                  <a:pt x="221" y="77"/>
                </a:cubicBezTo>
                <a:close/>
                <a:moveTo>
                  <a:pt x="224" y="73"/>
                </a:moveTo>
                <a:cubicBezTo>
                  <a:pt x="220" y="76"/>
                  <a:pt x="220" y="76"/>
                  <a:pt x="220" y="76"/>
                </a:cubicBezTo>
                <a:cubicBezTo>
                  <a:pt x="222" y="76"/>
                  <a:pt x="221" y="76"/>
                  <a:pt x="224" y="75"/>
                </a:cubicBezTo>
                <a:cubicBezTo>
                  <a:pt x="223" y="74"/>
                  <a:pt x="226" y="73"/>
                  <a:pt x="224" y="73"/>
                </a:cubicBezTo>
                <a:close/>
                <a:moveTo>
                  <a:pt x="206" y="64"/>
                </a:moveTo>
                <a:cubicBezTo>
                  <a:pt x="207" y="65"/>
                  <a:pt x="208" y="64"/>
                  <a:pt x="207" y="65"/>
                </a:cubicBezTo>
                <a:cubicBezTo>
                  <a:pt x="212" y="62"/>
                  <a:pt x="208" y="64"/>
                  <a:pt x="209" y="63"/>
                </a:cubicBezTo>
                <a:cubicBezTo>
                  <a:pt x="210" y="62"/>
                  <a:pt x="210" y="63"/>
                  <a:pt x="212" y="62"/>
                </a:cubicBezTo>
                <a:cubicBezTo>
                  <a:pt x="212" y="61"/>
                  <a:pt x="209" y="62"/>
                  <a:pt x="206" y="64"/>
                </a:cubicBezTo>
                <a:close/>
                <a:moveTo>
                  <a:pt x="197" y="73"/>
                </a:moveTo>
                <a:cubicBezTo>
                  <a:pt x="198" y="73"/>
                  <a:pt x="198" y="72"/>
                  <a:pt x="198" y="73"/>
                </a:cubicBezTo>
                <a:cubicBezTo>
                  <a:pt x="199" y="72"/>
                  <a:pt x="200" y="71"/>
                  <a:pt x="200" y="71"/>
                </a:cubicBezTo>
                <a:cubicBezTo>
                  <a:pt x="198" y="72"/>
                  <a:pt x="201" y="70"/>
                  <a:pt x="200" y="70"/>
                </a:cubicBezTo>
                <a:cubicBezTo>
                  <a:pt x="197" y="72"/>
                  <a:pt x="200" y="72"/>
                  <a:pt x="197" y="73"/>
                </a:cubicBezTo>
                <a:close/>
                <a:moveTo>
                  <a:pt x="196" y="70"/>
                </a:moveTo>
                <a:cubicBezTo>
                  <a:pt x="196" y="71"/>
                  <a:pt x="198" y="69"/>
                  <a:pt x="197" y="71"/>
                </a:cubicBezTo>
                <a:cubicBezTo>
                  <a:pt x="200" y="69"/>
                  <a:pt x="198" y="68"/>
                  <a:pt x="196" y="70"/>
                </a:cubicBezTo>
                <a:close/>
                <a:moveTo>
                  <a:pt x="191" y="75"/>
                </a:moveTo>
                <a:cubicBezTo>
                  <a:pt x="192" y="74"/>
                  <a:pt x="194" y="72"/>
                  <a:pt x="192" y="73"/>
                </a:cubicBezTo>
                <a:cubicBezTo>
                  <a:pt x="192" y="74"/>
                  <a:pt x="189" y="75"/>
                  <a:pt x="191" y="75"/>
                </a:cubicBezTo>
                <a:close/>
                <a:moveTo>
                  <a:pt x="187" y="76"/>
                </a:moveTo>
                <a:cubicBezTo>
                  <a:pt x="186" y="77"/>
                  <a:pt x="184" y="78"/>
                  <a:pt x="185" y="79"/>
                </a:cubicBezTo>
                <a:cubicBezTo>
                  <a:pt x="185" y="78"/>
                  <a:pt x="187" y="77"/>
                  <a:pt x="187" y="78"/>
                </a:cubicBezTo>
                <a:cubicBezTo>
                  <a:pt x="186" y="78"/>
                  <a:pt x="187" y="78"/>
                  <a:pt x="188" y="77"/>
                </a:cubicBezTo>
                <a:cubicBezTo>
                  <a:pt x="189" y="76"/>
                  <a:pt x="189" y="76"/>
                  <a:pt x="187" y="76"/>
                </a:cubicBezTo>
                <a:close/>
                <a:moveTo>
                  <a:pt x="186" y="75"/>
                </a:moveTo>
                <a:cubicBezTo>
                  <a:pt x="185" y="76"/>
                  <a:pt x="184" y="77"/>
                  <a:pt x="184" y="77"/>
                </a:cubicBezTo>
                <a:cubicBezTo>
                  <a:pt x="183" y="78"/>
                  <a:pt x="188" y="76"/>
                  <a:pt x="188" y="75"/>
                </a:cubicBezTo>
                <a:cubicBezTo>
                  <a:pt x="186" y="76"/>
                  <a:pt x="187" y="75"/>
                  <a:pt x="186" y="75"/>
                </a:cubicBezTo>
                <a:close/>
                <a:moveTo>
                  <a:pt x="186" y="95"/>
                </a:moveTo>
                <a:cubicBezTo>
                  <a:pt x="187" y="94"/>
                  <a:pt x="186" y="95"/>
                  <a:pt x="186" y="95"/>
                </a:cubicBezTo>
                <a:cubicBezTo>
                  <a:pt x="191" y="92"/>
                  <a:pt x="191" y="92"/>
                  <a:pt x="191" y="92"/>
                </a:cubicBezTo>
                <a:cubicBezTo>
                  <a:pt x="192" y="92"/>
                  <a:pt x="191" y="93"/>
                  <a:pt x="193" y="92"/>
                </a:cubicBezTo>
                <a:cubicBezTo>
                  <a:pt x="192" y="92"/>
                  <a:pt x="195" y="91"/>
                  <a:pt x="195" y="90"/>
                </a:cubicBezTo>
                <a:cubicBezTo>
                  <a:pt x="194" y="91"/>
                  <a:pt x="193" y="90"/>
                  <a:pt x="192" y="91"/>
                </a:cubicBezTo>
                <a:cubicBezTo>
                  <a:pt x="190" y="93"/>
                  <a:pt x="187" y="94"/>
                  <a:pt x="186" y="95"/>
                </a:cubicBezTo>
                <a:close/>
                <a:moveTo>
                  <a:pt x="178" y="81"/>
                </a:moveTo>
                <a:cubicBezTo>
                  <a:pt x="176" y="83"/>
                  <a:pt x="179" y="82"/>
                  <a:pt x="180" y="81"/>
                </a:cubicBezTo>
                <a:cubicBezTo>
                  <a:pt x="181" y="80"/>
                  <a:pt x="183" y="79"/>
                  <a:pt x="183" y="79"/>
                </a:cubicBezTo>
                <a:cubicBezTo>
                  <a:pt x="180" y="81"/>
                  <a:pt x="183" y="78"/>
                  <a:pt x="178" y="81"/>
                </a:cubicBezTo>
                <a:close/>
                <a:moveTo>
                  <a:pt x="182" y="80"/>
                </a:moveTo>
                <a:cubicBezTo>
                  <a:pt x="182" y="81"/>
                  <a:pt x="178" y="83"/>
                  <a:pt x="179" y="83"/>
                </a:cubicBezTo>
                <a:cubicBezTo>
                  <a:pt x="181" y="82"/>
                  <a:pt x="182" y="82"/>
                  <a:pt x="183" y="81"/>
                </a:cubicBezTo>
                <a:cubicBezTo>
                  <a:pt x="180" y="82"/>
                  <a:pt x="186" y="79"/>
                  <a:pt x="182" y="80"/>
                </a:cubicBezTo>
                <a:close/>
                <a:moveTo>
                  <a:pt x="182" y="82"/>
                </a:moveTo>
                <a:cubicBezTo>
                  <a:pt x="180" y="84"/>
                  <a:pt x="178" y="86"/>
                  <a:pt x="180" y="86"/>
                </a:cubicBezTo>
                <a:cubicBezTo>
                  <a:pt x="180" y="85"/>
                  <a:pt x="183" y="83"/>
                  <a:pt x="181" y="85"/>
                </a:cubicBezTo>
                <a:cubicBezTo>
                  <a:pt x="186" y="82"/>
                  <a:pt x="180" y="85"/>
                  <a:pt x="183" y="82"/>
                </a:cubicBezTo>
                <a:cubicBezTo>
                  <a:pt x="182" y="82"/>
                  <a:pt x="182" y="83"/>
                  <a:pt x="182" y="82"/>
                </a:cubicBezTo>
                <a:close/>
                <a:moveTo>
                  <a:pt x="165" y="91"/>
                </a:moveTo>
                <a:cubicBezTo>
                  <a:pt x="163" y="92"/>
                  <a:pt x="163" y="92"/>
                  <a:pt x="163" y="93"/>
                </a:cubicBezTo>
                <a:cubicBezTo>
                  <a:pt x="163" y="92"/>
                  <a:pt x="159" y="95"/>
                  <a:pt x="158" y="95"/>
                </a:cubicBezTo>
                <a:cubicBezTo>
                  <a:pt x="159" y="96"/>
                  <a:pt x="163" y="93"/>
                  <a:pt x="166" y="91"/>
                </a:cubicBezTo>
                <a:cubicBezTo>
                  <a:pt x="165" y="91"/>
                  <a:pt x="167" y="90"/>
                  <a:pt x="165" y="91"/>
                </a:cubicBezTo>
                <a:close/>
                <a:moveTo>
                  <a:pt x="167" y="91"/>
                </a:moveTo>
                <a:cubicBezTo>
                  <a:pt x="169" y="90"/>
                  <a:pt x="169" y="90"/>
                  <a:pt x="171" y="90"/>
                </a:cubicBezTo>
                <a:cubicBezTo>
                  <a:pt x="171" y="88"/>
                  <a:pt x="176" y="85"/>
                  <a:pt x="178" y="83"/>
                </a:cubicBezTo>
                <a:cubicBezTo>
                  <a:pt x="176" y="84"/>
                  <a:pt x="176" y="82"/>
                  <a:pt x="174" y="84"/>
                </a:cubicBezTo>
                <a:cubicBezTo>
                  <a:pt x="175" y="85"/>
                  <a:pt x="170" y="87"/>
                  <a:pt x="170" y="88"/>
                </a:cubicBezTo>
                <a:cubicBezTo>
                  <a:pt x="169" y="88"/>
                  <a:pt x="169" y="88"/>
                  <a:pt x="169" y="87"/>
                </a:cubicBezTo>
                <a:cubicBezTo>
                  <a:pt x="166" y="90"/>
                  <a:pt x="167" y="90"/>
                  <a:pt x="167" y="91"/>
                </a:cubicBezTo>
                <a:close/>
                <a:moveTo>
                  <a:pt x="173" y="93"/>
                </a:moveTo>
                <a:cubicBezTo>
                  <a:pt x="174" y="92"/>
                  <a:pt x="173" y="94"/>
                  <a:pt x="176" y="92"/>
                </a:cubicBezTo>
                <a:cubicBezTo>
                  <a:pt x="176" y="91"/>
                  <a:pt x="175" y="92"/>
                  <a:pt x="176" y="91"/>
                </a:cubicBezTo>
                <a:cubicBezTo>
                  <a:pt x="174" y="92"/>
                  <a:pt x="173" y="92"/>
                  <a:pt x="173" y="93"/>
                </a:cubicBezTo>
                <a:close/>
                <a:moveTo>
                  <a:pt x="174" y="104"/>
                </a:moveTo>
                <a:cubicBezTo>
                  <a:pt x="174" y="105"/>
                  <a:pt x="181" y="100"/>
                  <a:pt x="180" y="100"/>
                </a:cubicBezTo>
                <a:cubicBezTo>
                  <a:pt x="177" y="102"/>
                  <a:pt x="177" y="103"/>
                  <a:pt x="174" y="104"/>
                </a:cubicBezTo>
                <a:close/>
                <a:moveTo>
                  <a:pt x="164" y="99"/>
                </a:moveTo>
                <a:cubicBezTo>
                  <a:pt x="166" y="98"/>
                  <a:pt x="169" y="96"/>
                  <a:pt x="170" y="95"/>
                </a:cubicBezTo>
                <a:cubicBezTo>
                  <a:pt x="167" y="97"/>
                  <a:pt x="165" y="97"/>
                  <a:pt x="164" y="99"/>
                </a:cubicBezTo>
                <a:close/>
                <a:moveTo>
                  <a:pt x="159" y="99"/>
                </a:moveTo>
                <a:cubicBezTo>
                  <a:pt x="159" y="100"/>
                  <a:pt x="158" y="100"/>
                  <a:pt x="158" y="100"/>
                </a:cubicBezTo>
                <a:cubicBezTo>
                  <a:pt x="160" y="99"/>
                  <a:pt x="160" y="98"/>
                  <a:pt x="161" y="97"/>
                </a:cubicBezTo>
                <a:cubicBezTo>
                  <a:pt x="161" y="97"/>
                  <a:pt x="161" y="98"/>
                  <a:pt x="162" y="97"/>
                </a:cubicBezTo>
                <a:cubicBezTo>
                  <a:pt x="163" y="96"/>
                  <a:pt x="162" y="97"/>
                  <a:pt x="162" y="97"/>
                </a:cubicBezTo>
                <a:cubicBezTo>
                  <a:pt x="158" y="99"/>
                  <a:pt x="158" y="99"/>
                  <a:pt x="158" y="99"/>
                </a:cubicBezTo>
                <a:cubicBezTo>
                  <a:pt x="158" y="100"/>
                  <a:pt x="157" y="102"/>
                  <a:pt x="159" y="99"/>
                </a:cubicBezTo>
                <a:close/>
                <a:moveTo>
                  <a:pt x="153" y="99"/>
                </a:moveTo>
                <a:cubicBezTo>
                  <a:pt x="153" y="99"/>
                  <a:pt x="152" y="100"/>
                  <a:pt x="153" y="101"/>
                </a:cubicBezTo>
                <a:cubicBezTo>
                  <a:pt x="151" y="101"/>
                  <a:pt x="149" y="103"/>
                  <a:pt x="150" y="103"/>
                </a:cubicBezTo>
                <a:cubicBezTo>
                  <a:pt x="154" y="100"/>
                  <a:pt x="153" y="100"/>
                  <a:pt x="156" y="98"/>
                </a:cubicBezTo>
                <a:cubicBezTo>
                  <a:pt x="155" y="98"/>
                  <a:pt x="155" y="98"/>
                  <a:pt x="154" y="98"/>
                </a:cubicBezTo>
                <a:cubicBezTo>
                  <a:pt x="154" y="100"/>
                  <a:pt x="154" y="98"/>
                  <a:pt x="153" y="99"/>
                </a:cubicBezTo>
                <a:close/>
                <a:moveTo>
                  <a:pt x="160" y="120"/>
                </a:moveTo>
                <a:cubicBezTo>
                  <a:pt x="160" y="120"/>
                  <a:pt x="160" y="121"/>
                  <a:pt x="161" y="120"/>
                </a:cubicBezTo>
                <a:cubicBezTo>
                  <a:pt x="162" y="119"/>
                  <a:pt x="165" y="116"/>
                  <a:pt x="163" y="117"/>
                </a:cubicBezTo>
                <a:cubicBezTo>
                  <a:pt x="163" y="117"/>
                  <a:pt x="162" y="119"/>
                  <a:pt x="160" y="120"/>
                </a:cubicBezTo>
                <a:close/>
                <a:moveTo>
                  <a:pt x="150" y="106"/>
                </a:moveTo>
                <a:cubicBezTo>
                  <a:pt x="148" y="108"/>
                  <a:pt x="154" y="103"/>
                  <a:pt x="151" y="106"/>
                </a:cubicBezTo>
                <a:cubicBezTo>
                  <a:pt x="154" y="104"/>
                  <a:pt x="154" y="104"/>
                  <a:pt x="154" y="104"/>
                </a:cubicBezTo>
                <a:cubicBezTo>
                  <a:pt x="154" y="103"/>
                  <a:pt x="153" y="104"/>
                  <a:pt x="154" y="103"/>
                </a:cubicBezTo>
                <a:cubicBezTo>
                  <a:pt x="151" y="105"/>
                  <a:pt x="151" y="105"/>
                  <a:pt x="150" y="106"/>
                </a:cubicBezTo>
                <a:close/>
                <a:moveTo>
                  <a:pt x="146" y="105"/>
                </a:moveTo>
                <a:cubicBezTo>
                  <a:pt x="142" y="108"/>
                  <a:pt x="147" y="106"/>
                  <a:pt x="145" y="108"/>
                </a:cubicBezTo>
                <a:cubicBezTo>
                  <a:pt x="147" y="106"/>
                  <a:pt x="146" y="106"/>
                  <a:pt x="149" y="104"/>
                </a:cubicBezTo>
                <a:cubicBezTo>
                  <a:pt x="148" y="104"/>
                  <a:pt x="149" y="103"/>
                  <a:pt x="149" y="103"/>
                </a:cubicBezTo>
                <a:cubicBezTo>
                  <a:pt x="145" y="105"/>
                  <a:pt x="149" y="103"/>
                  <a:pt x="146" y="106"/>
                </a:cubicBezTo>
                <a:cubicBezTo>
                  <a:pt x="146" y="105"/>
                  <a:pt x="147" y="104"/>
                  <a:pt x="146" y="105"/>
                </a:cubicBezTo>
                <a:close/>
                <a:moveTo>
                  <a:pt x="153" y="120"/>
                </a:moveTo>
                <a:cubicBezTo>
                  <a:pt x="156" y="118"/>
                  <a:pt x="154" y="119"/>
                  <a:pt x="157" y="116"/>
                </a:cubicBezTo>
                <a:cubicBezTo>
                  <a:pt x="156" y="117"/>
                  <a:pt x="154" y="118"/>
                  <a:pt x="152" y="119"/>
                </a:cubicBezTo>
                <a:cubicBezTo>
                  <a:pt x="154" y="119"/>
                  <a:pt x="151" y="121"/>
                  <a:pt x="149" y="122"/>
                </a:cubicBezTo>
                <a:cubicBezTo>
                  <a:pt x="148" y="124"/>
                  <a:pt x="152" y="120"/>
                  <a:pt x="151" y="122"/>
                </a:cubicBezTo>
                <a:cubicBezTo>
                  <a:pt x="153" y="120"/>
                  <a:pt x="153" y="119"/>
                  <a:pt x="154" y="119"/>
                </a:cubicBezTo>
                <a:cubicBezTo>
                  <a:pt x="154" y="119"/>
                  <a:pt x="153" y="120"/>
                  <a:pt x="153" y="120"/>
                </a:cubicBezTo>
                <a:close/>
                <a:moveTo>
                  <a:pt x="136" y="117"/>
                </a:moveTo>
                <a:cubicBezTo>
                  <a:pt x="139" y="115"/>
                  <a:pt x="135" y="118"/>
                  <a:pt x="135" y="118"/>
                </a:cubicBezTo>
                <a:cubicBezTo>
                  <a:pt x="138" y="116"/>
                  <a:pt x="140" y="115"/>
                  <a:pt x="142" y="113"/>
                </a:cubicBezTo>
                <a:cubicBezTo>
                  <a:pt x="142" y="112"/>
                  <a:pt x="147" y="109"/>
                  <a:pt x="148" y="107"/>
                </a:cubicBezTo>
                <a:cubicBezTo>
                  <a:pt x="147" y="108"/>
                  <a:pt x="146" y="108"/>
                  <a:pt x="146" y="108"/>
                </a:cubicBezTo>
                <a:cubicBezTo>
                  <a:pt x="144" y="109"/>
                  <a:pt x="144" y="110"/>
                  <a:pt x="142" y="111"/>
                </a:cubicBezTo>
                <a:cubicBezTo>
                  <a:pt x="141" y="113"/>
                  <a:pt x="142" y="113"/>
                  <a:pt x="141" y="113"/>
                </a:cubicBezTo>
                <a:cubicBezTo>
                  <a:pt x="140" y="113"/>
                  <a:pt x="136" y="116"/>
                  <a:pt x="136" y="117"/>
                </a:cubicBezTo>
                <a:close/>
                <a:moveTo>
                  <a:pt x="153" y="123"/>
                </a:moveTo>
                <a:cubicBezTo>
                  <a:pt x="154" y="123"/>
                  <a:pt x="157" y="120"/>
                  <a:pt x="156" y="120"/>
                </a:cubicBezTo>
                <a:cubicBezTo>
                  <a:pt x="155" y="121"/>
                  <a:pt x="152" y="123"/>
                  <a:pt x="153" y="123"/>
                </a:cubicBezTo>
                <a:close/>
                <a:moveTo>
                  <a:pt x="137" y="109"/>
                </a:moveTo>
                <a:cubicBezTo>
                  <a:pt x="139" y="108"/>
                  <a:pt x="141" y="106"/>
                  <a:pt x="141" y="106"/>
                </a:cubicBezTo>
                <a:cubicBezTo>
                  <a:pt x="139" y="107"/>
                  <a:pt x="137" y="109"/>
                  <a:pt x="137" y="109"/>
                </a:cubicBezTo>
                <a:close/>
                <a:moveTo>
                  <a:pt x="136" y="114"/>
                </a:moveTo>
                <a:cubicBezTo>
                  <a:pt x="138" y="114"/>
                  <a:pt x="137" y="113"/>
                  <a:pt x="137" y="115"/>
                </a:cubicBezTo>
                <a:cubicBezTo>
                  <a:pt x="138" y="114"/>
                  <a:pt x="138" y="113"/>
                  <a:pt x="141" y="111"/>
                </a:cubicBezTo>
                <a:cubicBezTo>
                  <a:pt x="142" y="110"/>
                  <a:pt x="141" y="111"/>
                  <a:pt x="140" y="111"/>
                </a:cubicBezTo>
                <a:cubicBezTo>
                  <a:pt x="141" y="110"/>
                  <a:pt x="142" y="110"/>
                  <a:pt x="143" y="109"/>
                </a:cubicBezTo>
                <a:cubicBezTo>
                  <a:pt x="143" y="109"/>
                  <a:pt x="144" y="108"/>
                  <a:pt x="143" y="108"/>
                </a:cubicBezTo>
                <a:cubicBezTo>
                  <a:pt x="141" y="111"/>
                  <a:pt x="139" y="111"/>
                  <a:pt x="136" y="114"/>
                </a:cubicBezTo>
                <a:close/>
                <a:moveTo>
                  <a:pt x="142" y="117"/>
                </a:moveTo>
                <a:cubicBezTo>
                  <a:pt x="140" y="118"/>
                  <a:pt x="142" y="116"/>
                  <a:pt x="144" y="115"/>
                </a:cubicBezTo>
                <a:cubicBezTo>
                  <a:pt x="144" y="114"/>
                  <a:pt x="142" y="115"/>
                  <a:pt x="141" y="116"/>
                </a:cubicBezTo>
                <a:cubicBezTo>
                  <a:pt x="141" y="116"/>
                  <a:pt x="141" y="117"/>
                  <a:pt x="140" y="117"/>
                </a:cubicBezTo>
                <a:cubicBezTo>
                  <a:pt x="137" y="118"/>
                  <a:pt x="139" y="119"/>
                  <a:pt x="136" y="120"/>
                </a:cubicBezTo>
                <a:cubicBezTo>
                  <a:pt x="136" y="121"/>
                  <a:pt x="133" y="123"/>
                  <a:pt x="132" y="124"/>
                </a:cubicBezTo>
                <a:cubicBezTo>
                  <a:pt x="133" y="124"/>
                  <a:pt x="131" y="125"/>
                  <a:pt x="131" y="126"/>
                </a:cubicBezTo>
                <a:cubicBezTo>
                  <a:pt x="133" y="124"/>
                  <a:pt x="135" y="122"/>
                  <a:pt x="134" y="124"/>
                </a:cubicBezTo>
                <a:cubicBezTo>
                  <a:pt x="135" y="124"/>
                  <a:pt x="139" y="121"/>
                  <a:pt x="138" y="121"/>
                </a:cubicBezTo>
                <a:cubicBezTo>
                  <a:pt x="137" y="121"/>
                  <a:pt x="135" y="124"/>
                  <a:pt x="135" y="123"/>
                </a:cubicBezTo>
                <a:cubicBezTo>
                  <a:pt x="136" y="122"/>
                  <a:pt x="135" y="122"/>
                  <a:pt x="137" y="121"/>
                </a:cubicBezTo>
                <a:cubicBezTo>
                  <a:pt x="139" y="119"/>
                  <a:pt x="142" y="117"/>
                  <a:pt x="142" y="117"/>
                </a:cubicBezTo>
                <a:close/>
                <a:moveTo>
                  <a:pt x="143" y="118"/>
                </a:moveTo>
                <a:cubicBezTo>
                  <a:pt x="141" y="119"/>
                  <a:pt x="141" y="119"/>
                  <a:pt x="141" y="119"/>
                </a:cubicBezTo>
                <a:cubicBezTo>
                  <a:pt x="140" y="120"/>
                  <a:pt x="140" y="120"/>
                  <a:pt x="141" y="121"/>
                </a:cubicBezTo>
                <a:cubicBezTo>
                  <a:pt x="143" y="119"/>
                  <a:pt x="142" y="119"/>
                  <a:pt x="143" y="118"/>
                </a:cubicBezTo>
                <a:cubicBezTo>
                  <a:pt x="143" y="119"/>
                  <a:pt x="144" y="118"/>
                  <a:pt x="145" y="117"/>
                </a:cubicBezTo>
                <a:cubicBezTo>
                  <a:pt x="143" y="118"/>
                  <a:pt x="144" y="117"/>
                  <a:pt x="143" y="118"/>
                </a:cubicBezTo>
                <a:close/>
                <a:moveTo>
                  <a:pt x="146" y="128"/>
                </a:moveTo>
                <a:cubicBezTo>
                  <a:pt x="147" y="128"/>
                  <a:pt x="145" y="129"/>
                  <a:pt x="145" y="130"/>
                </a:cubicBezTo>
                <a:cubicBezTo>
                  <a:pt x="146" y="129"/>
                  <a:pt x="146" y="129"/>
                  <a:pt x="148" y="128"/>
                </a:cubicBezTo>
                <a:cubicBezTo>
                  <a:pt x="147" y="128"/>
                  <a:pt x="147" y="127"/>
                  <a:pt x="148" y="127"/>
                </a:cubicBezTo>
                <a:cubicBezTo>
                  <a:pt x="147" y="127"/>
                  <a:pt x="146" y="128"/>
                  <a:pt x="146" y="128"/>
                </a:cubicBezTo>
                <a:close/>
                <a:moveTo>
                  <a:pt x="133" y="117"/>
                </a:moveTo>
                <a:cubicBezTo>
                  <a:pt x="133" y="118"/>
                  <a:pt x="134" y="117"/>
                  <a:pt x="135" y="117"/>
                </a:cubicBezTo>
                <a:cubicBezTo>
                  <a:pt x="136" y="116"/>
                  <a:pt x="137" y="115"/>
                  <a:pt x="137" y="115"/>
                </a:cubicBezTo>
                <a:cubicBezTo>
                  <a:pt x="136" y="116"/>
                  <a:pt x="135" y="115"/>
                  <a:pt x="133" y="117"/>
                </a:cubicBezTo>
                <a:close/>
                <a:moveTo>
                  <a:pt x="144" y="129"/>
                </a:moveTo>
                <a:cubicBezTo>
                  <a:pt x="143" y="129"/>
                  <a:pt x="141" y="129"/>
                  <a:pt x="139" y="132"/>
                </a:cubicBezTo>
                <a:cubicBezTo>
                  <a:pt x="139" y="133"/>
                  <a:pt x="145" y="129"/>
                  <a:pt x="146" y="127"/>
                </a:cubicBezTo>
                <a:cubicBezTo>
                  <a:pt x="145" y="128"/>
                  <a:pt x="144" y="128"/>
                  <a:pt x="144" y="129"/>
                </a:cubicBezTo>
                <a:close/>
                <a:moveTo>
                  <a:pt x="133" y="117"/>
                </a:moveTo>
                <a:cubicBezTo>
                  <a:pt x="132" y="118"/>
                  <a:pt x="132" y="117"/>
                  <a:pt x="131" y="118"/>
                </a:cubicBezTo>
                <a:cubicBezTo>
                  <a:pt x="131" y="119"/>
                  <a:pt x="133" y="117"/>
                  <a:pt x="135" y="116"/>
                </a:cubicBezTo>
                <a:cubicBezTo>
                  <a:pt x="134" y="116"/>
                  <a:pt x="136" y="114"/>
                  <a:pt x="134" y="115"/>
                </a:cubicBezTo>
                <a:cubicBezTo>
                  <a:pt x="134" y="116"/>
                  <a:pt x="134" y="116"/>
                  <a:pt x="133" y="117"/>
                </a:cubicBezTo>
                <a:close/>
                <a:moveTo>
                  <a:pt x="138" y="122"/>
                </a:moveTo>
                <a:cubicBezTo>
                  <a:pt x="137" y="123"/>
                  <a:pt x="137" y="123"/>
                  <a:pt x="139" y="122"/>
                </a:cubicBezTo>
                <a:cubicBezTo>
                  <a:pt x="140" y="121"/>
                  <a:pt x="140" y="120"/>
                  <a:pt x="138" y="122"/>
                </a:cubicBezTo>
                <a:close/>
                <a:moveTo>
                  <a:pt x="139" y="137"/>
                </a:moveTo>
                <a:cubicBezTo>
                  <a:pt x="141" y="135"/>
                  <a:pt x="141" y="137"/>
                  <a:pt x="139" y="138"/>
                </a:cubicBezTo>
                <a:cubicBezTo>
                  <a:pt x="140" y="137"/>
                  <a:pt x="141" y="137"/>
                  <a:pt x="142" y="136"/>
                </a:cubicBezTo>
                <a:cubicBezTo>
                  <a:pt x="142" y="135"/>
                  <a:pt x="142" y="135"/>
                  <a:pt x="142" y="135"/>
                </a:cubicBezTo>
                <a:cubicBezTo>
                  <a:pt x="142" y="135"/>
                  <a:pt x="143" y="134"/>
                  <a:pt x="144" y="134"/>
                </a:cubicBezTo>
                <a:cubicBezTo>
                  <a:pt x="142" y="136"/>
                  <a:pt x="138" y="139"/>
                  <a:pt x="138" y="140"/>
                </a:cubicBezTo>
                <a:cubicBezTo>
                  <a:pt x="138" y="140"/>
                  <a:pt x="137" y="141"/>
                  <a:pt x="136" y="141"/>
                </a:cubicBezTo>
                <a:cubicBezTo>
                  <a:pt x="138" y="140"/>
                  <a:pt x="138" y="139"/>
                  <a:pt x="139" y="138"/>
                </a:cubicBezTo>
                <a:cubicBezTo>
                  <a:pt x="139" y="137"/>
                  <a:pt x="136" y="138"/>
                  <a:pt x="133" y="141"/>
                </a:cubicBezTo>
                <a:cubicBezTo>
                  <a:pt x="134" y="141"/>
                  <a:pt x="136" y="139"/>
                  <a:pt x="137" y="139"/>
                </a:cubicBezTo>
                <a:cubicBezTo>
                  <a:pt x="137" y="139"/>
                  <a:pt x="138" y="139"/>
                  <a:pt x="138" y="139"/>
                </a:cubicBezTo>
                <a:cubicBezTo>
                  <a:pt x="135" y="142"/>
                  <a:pt x="132" y="145"/>
                  <a:pt x="132" y="146"/>
                </a:cubicBezTo>
                <a:cubicBezTo>
                  <a:pt x="133" y="145"/>
                  <a:pt x="135" y="144"/>
                  <a:pt x="135" y="143"/>
                </a:cubicBezTo>
                <a:cubicBezTo>
                  <a:pt x="134" y="144"/>
                  <a:pt x="134" y="144"/>
                  <a:pt x="134" y="144"/>
                </a:cubicBezTo>
                <a:cubicBezTo>
                  <a:pt x="135" y="144"/>
                  <a:pt x="136" y="142"/>
                  <a:pt x="136" y="142"/>
                </a:cubicBezTo>
                <a:cubicBezTo>
                  <a:pt x="137" y="142"/>
                  <a:pt x="134" y="145"/>
                  <a:pt x="137" y="143"/>
                </a:cubicBezTo>
                <a:cubicBezTo>
                  <a:pt x="136" y="142"/>
                  <a:pt x="139" y="141"/>
                  <a:pt x="140" y="141"/>
                </a:cubicBezTo>
                <a:cubicBezTo>
                  <a:pt x="139" y="140"/>
                  <a:pt x="141" y="139"/>
                  <a:pt x="141" y="139"/>
                </a:cubicBezTo>
                <a:cubicBezTo>
                  <a:pt x="140" y="139"/>
                  <a:pt x="140" y="139"/>
                  <a:pt x="141" y="138"/>
                </a:cubicBezTo>
                <a:cubicBezTo>
                  <a:pt x="144" y="136"/>
                  <a:pt x="146" y="134"/>
                  <a:pt x="148" y="133"/>
                </a:cubicBezTo>
                <a:cubicBezTo>
                  <a:pt x="147" y="133"/>
                  <a:pt x="143" y="135"/>
                  <a:pt x="146" y="132"/>
                </a:cubicBezTo>
                <a:cubicBezTo>
                  <a:pt x="143" y="133"/>
                  <a:pt x="141" y="134"/>
                  <a:pt x="139" y="137"/>
                </a:cubicBezTo>
                <a:close/>
                <a:moveTo>
                  <a:pt x="142" y="131"/>
                </a:moveTo>
                <a:cubicBezTo>
                  <a:pt x="142" y="131"/>
                  <a:pt x="143" y="132"/>
                  <a:pt x="144" y="130"/>
                </a:cubicBezTo>
                <a:cubicBezTo>
                  <a:pt x="144" y="130"/>
                  <a:pt x="144" y="130"/>
                  <a:pt x="144" y="129"/>
                </a:cubicBezTo>
                <a:cubicBezTo>
                  <a:pt x="144" y="130"/>
                  <a:pt x="143" y="130"/>
                  <a:pt x="142" y="131"/>
                </a:cubicBezTo>
                <a:close/>
                <a:moveTo>
                  <a:pt x="142" y="143"/>
                </a:moveTo>
                <a:cubicBezTo>
                  <a:pt x="142" y="143"/>
                  <a:pt x="145" y="140"/>
                  <a:pt x="145" y="142"/>
                </a:cubicBezTo>
                <a:cubicBezTo>
                  <a:pt x="147" y="140"/>
                  <a:pt x="149" y="139"/>
                  <a:pt x="150" y="138"/>
                </a:cubicBezTo>
                <a:cubicBezTo>
                  <a:pt x="148" y="139"/>
                  <a:pt x="147" y="140"/>
                  <a:pt x="146" y="140"/>
                </a:cubicBezTo>
                <a:cubicBezTo>
                  <a:pt x="147" y="139"/>
                  <a:pt x="147" y="139"/>
                  <a:pt x="148" y="138"/>
                </a:cubicBezTo>
                <a:cubicBezTo>
                  <a:pt x="147" y="139"/>
                  <a:pt x="150" y="137"/>
                  <a:pt x="150" y="137"/>
                </a:cubicBezTo>
                <a:cubicBezTo>
                  <a:pt x="148" y="138"/>
                  <a:pt x="142" y="142"/>
                  <a:pt x="142" y="143"/>
                </a:cubicBezTo>
                <a:close/>
                <a:moveTo>
                  <a:pt x="125" y="125"/>
                </a:moveTo>
                <a:cubicBezTo>
                  <a:pt x="126" y="125"/>
                  <a:pt x="128" y="123"/>
                  <a:pt x="128" y="124"/>
                </a:cubicBezTo>
                <a:cubicBezTo>
                  <a:pt x="126" y="126"/>
                  <a:pt x="124" y="127"/>
                  <a:pt x="124" y="128"/>
                </a:cubicBezTo>
                <a:cubicBezTo>
                  <a:pt x="129" y="124"/>
                  <a:pt x="129" y="124"/>
                  <a:pt x="129" y="124"/>
                </a:cubicBezTo>
                <a:cubicBezTo>
                  <a:pt x="128" y="123"/>
                  <a:pt x="132" y="121"/>
                  <a:pt x="131" y="120"/>
                </a:cubicBezTo>
                <a:cubicBezTo>
                  <a:pt x="129" y="122"/>
                  <a:pt x="127" y="123"/>
                  <a:pt x="125" y="125"/>
                </a:cubicBezTo>
                <a:close/>
                <a:moveTo>
                  <a:pt x="131" y="122"/>
                </a:moveTo>
                <a:cubicBezTo>
                  <a:pt x="132" y="122"/>
                  <a:pt x="131" y="122"/>
                  <a:pt x="131" y="123"/>
                </a:cubicBezTo>
                <a:cubicBezTo>
                  <a:pt x="132" y="122"/>
                  <a:pt x="132" y="121"/>
                  <a:pt x="133" y="120"/>
                </a:cubicBezTo>
                <a:cubicBezTo>
                  <a:pt x="134" y="120"/>
                  <a:pt x="134" y="120"/>
                  <a:pt x="134" y="120"/>
                </a:cubicBezTo>
                <a:cubicBezTo>
                  <a:pt x="133" y="120"/>
                  <a:pt x="135" y="117"/>
                  <a:pt x="131" y="119"/>
                </a:cubicBezTo>
                <a:cubicBezTo>
                  <a:pt x="131" y="120"/>
                  <a:pt x="134" y="119"/>
                  <a:pt x="131" y="122"/>
                </a:cubicBezTo>
                <a:close/>
                <a:moveTo>
                  <a:pt x="139" y="130"/>
                </a:moveTo>
                <a:cubicBezTo>
                  <a:pt x="138" y="132"/>
                  <a:pt x="142" y="129"/>
                  <a:pt x="142" y="129"/>
                </a:cubicBezTo>
                <a:lnTo>
                  <a:pt x="139" y="130"/>
                </a:lnTo>
                <a:close/>
                <a:moveTo>
                  <a:pt x="133" y="129"/>
                </a:moveTo>
                <a:cubicBezTo>
                  <a:pt x="135" y="127"/>
                  <a:pt x="136" y="126"/>
                  <a:pt x="135" y="126"/>
                </a:cubicBezTo>
                <a:cubicBezTo>
                  <a:pt x="133" y="128"/>
                  <a:pt x="132" y="129"/>
                  <a:pt x="133" y="129"/>
                </a:cubicBezTo>
                <a:close/>
                <a:moveTo>
                  <a:pt x="129" y="121"/>
                </a:moveTo>
                <a:cubicBezTo>
                  <a:pt x="128" y="120"/>
                  <a:pt x="126" y="121"/>
                  <a:pt x="124" y="124"/>
                </a:cubicBezTo>
                <a:cubicBezTo>
                  <a:pt x="125" y="123"/>
                  <a:pt x="125" y="123"/>
                  <a:pt x="124" y="124"/>
                </a:cubicBezTo>
                <a:cubicBezTo>
                  <a:pt x="123" y="124"/>
                  <a:pt x="121" y="127"/>
                  <a:pt x="120" y="128"/>
                </a:cubicBezTo>
                <a:cubicBezTo>
                  <a:pt x="121" y="128"/>
                  <a:pt x="121" y="128"/>
                  <a:pt x="120" y="130"/>
                </a:cubicBezTo>
                <a:cubicBezTo>
                  <a:pt x="121" y="129"/>
                  <a:pt x="121" y="129"/>
                  <a:pt x="121" y="129"/>
                </a:cubicBezTo>
                <a:cubicBezTo>
                  <a:pt x="125" y="126"/>
                  <a:pt x="124" y="125"/>
                  <a:pt x="128" y="123"/>
                </a:cubicBezTo>
                <a:cubicBezTo>
                  <a:pt x="127" y="122"/>
                  <a:pt x="126" y="123"/>
                  <a:pt x="129" y="121"/>
                </a:cubicBezTo>
                <a:close/>
                <a:moveTo>
                  <a:pt x="129" y="131"/>
                </a:moveTo>
                <a:cubicBezTo>
                  <a:pt x="130" y="130"/>
                  <a:pt x="133" y="127"/>
                  <a:pt x="134" y="126"/>
                </a:cubicBezTo>
                <a:cubicBezTo>
                  <a:pt x="131" y="128"/>
                  <a:pt x="130" y="130"/>
                  <a:pt x="129" y="131"/>
                </a:cubicBezTo>
                <a:close/>
                <a:moveTo>
                  <a:pt x="133" y="136"/>
                </a:moveTo>
                <a:cubicBezTo>
                  <a:pt x="135" y="136"/>
                  <a:pt x="137" y="136"/>
                  <a:pt x="139" y="133"/>
                </a:cubicBezTo>
                <a:cubicBezTo>
                  <a:pt x="136" y="135"/>
                  <a:pt x="136" y="134"/>
                  <a:pt x="133" y="136"/>
                </a:cubicBezTo>
                <a:close/>
                <a:moveTo>
                  <a:pt x="124" y="131"/>
                </a:moveTo>
                <a:cubicBezTo>
                  <a:pt x="125" y="131"/>
                  <a:pt x="125" y="131"/>
                  <a:pt x="124" y="132"/>
                </a:cubicBezTo>
                <a:cubicBezTo>
                  <a:pt x="126" y="131"/>
                  <a:pt x="131" y="127"/>
                  <a:pt x="128" y="128"/>
                </a:cubicBezTo>
                <a:cubicBezTo>
                  <a:pt x="128" y="129"/>
                  <a:pt x="126" y="130"/>
                  <a:pt x="124" y="131"/>
                </a:cubicBezTo>
                <a:close/>
                <a:moveTo>
                  <a:pt x="121" y="127"/>
                </a:moveTo>
                <a:cubicBezTo>
                  <a:pt x="121" y="126"/>
                  <a:pt x="121" y="125"/>
                  <a:pt x="123" y="124"/>
                </a:cubicBezTo>
                <a:cubicBezTo>
                  <a:pt x="120" y="126"/>
                  <a:pt x="117" y="127"/>
                  <a:pt x="117" y="128"/>
                </a:cubicBezTo>
                <a:cubicBezTo>
                  <a:pt x="118" y="128"/>
                  <a:pt x="120" y="126"/>
                  <a:pt x="121" y="126"/>
                </a:cubicBezTo>
                <a:cubicBezTo>
                  <a:pt x="120" y="126"/>
                  <a:pt x="119" y="128"/>
                  <a:pt x="121" y="127"/>
                </a:cubicBezTo>
                <a:close/>
                <a:moveTo>
                  <a:pt x="120" y="131"/>
                </a:moveTo>
                <a:cubicBezTo>
                  <a:pt x="121" y="131"/>
                  <a:pt x="122" y="131"/>
                  <a:pt x="124" y="129"/>
                </a:cubicBezTo>
                <a:cubicBezTo>
                  <a:pt x="124" y="128"/>
                  <a:pt x="121" y="130"/>
                  <a:pt x="120" y="131"/>
                </a:cubicBezTo>
                <a:close/>
                <a:moveTo>
                  <a:pt x="119" y="140"/>
                </a:moveTo>
                <a:cubicBezTo>
                  <a:pt x="121" y="139"/>
                  <a:pt x="122" y="137"/>
                  <a:pt x="124" y="135"/>
                </a:cubicBezTo>
                <a:cubicBezTo>
                  <a:pt x="124" y="134"/>
                  <a:pt x="124" y="134"/>
                  <a:pt x="124" y="134"/>
                </a:cubicBezTo>
                <a:cubicBezTo>
                  <a:pt x="121" y="137"/>
                  <a:pt x="119" y="139"/>
                  <a:pt x="119" y="140"/>
                </a:cubicBezTo>
                <a:close/>
                <a:moveTo>
                  <a:pt x="117" y="131"/>
                </a:moveTo>
                <a:cubicBezTo>
                  <a:pt x="119" y="130"/>
                  <a:pt x="117" y="130"/>
                  <a:pt x="118" y="129"/>
                </a:cubicBezTo>
                <a:cubicBezTo>
                  <a:pt x="116" y="131"/>
                  <a:pt x="116" y="131"/>
                  <a:pt x="117" y="131"/>
                </a:cubicBezTo>
                <a:close/>
                <a:moveTo>
                  <a:pt x="112" y="133"/>
                </a:moveTo>
                <a:cubicBezTo>
                  <a:pt x="112" y="134"/>
                  <a:pt x="114" y="132"/>
                  <a:pt x="113" y="133"/>
                </a:cubicBezTo>
                <a:cubicBezTo>
                  <a:pt x="117" y="130"/>
                  <a:pt x="114" y="131"/>
                  <a:pt x="112" y="133"/>
                </a:cubicBezTo>
                <a:close/>
                <a:moveTo>
                  <a:pt x="117" y="138"/>
                </a:moveTo>
                <a:cubicBezTo>
                  <a:pt x="116" y="140"/>
                  <a:pt x="113" y="143"/>
                  <a:pt x="114" y="143"/>
                </a:cubicBezTo>
                <a:cubicBezTo>
                  <a:pt x="117" y="140"/>
                  <a:pt x="116" y="140"/>
                  <a:pt x="119" y="137"/>
                </a:cubicBezTo>
                <a:cubicBezTo>
                  <a:pt x="118" y="138"/>
                  <a:pt x="118" y="137"/>
                  <a:pt x="117" y="138"/>
                </a:cubicBezTo>
                <a:close/>
                <a:moveTo>
                  <a:pt x="114" y="157"/>
                </a:moveTo>
                <a:cubicBezTo>
                  <a:pt x="112" y="158"/>
                  <a:pt x="113" y="158"/>
                  <a:pt x="111" y="158"/>
                </a:cubicBezTo>
                <a:cubicBezTo>
                  <a:pt x="113" y="158"/>
                  <a:pt x="109" y="161"/>
                  <a:pt x="109" y="161"/>
                </a:cubicBezTo>
                <a:cubicBezTo>
                  <a:pt x="111" y="159"/>
                  <a:pt x="109" y="160"/>
                  <a:pt x="108" y="161"/>
                </a:cubicBezTo>
                <a:cubicBezTo>
                  <a:pt x="108" y="162"/>
                  <a:pt x="107" y="163"/>
                  <a:pt x="107" y="164"/>
                </a:cubicBezTo>
                <a:cubicBezTo>
                  <a:pt x="105" y="166"/>
                  <a:pt x="105" y="164"/>
                  <a:pt x="102" y="167"/>
                </a:cubicBezTo>
                <a:cubicBezTo>
                  <a:pt x="102" y="169"/>
                  <a:pt x="103" y="167"/>
                  <a:pt x="104" y="167"/>
                </a:cubicBezTo>
                <a:cubicBezTo>
                  <a:pt x="103" y="168"/>
                  <a:pt x="102" y="168"/>
                  <a:pt x="101" y="169"/>
                </a:cubicBezTo>
                <a:cubicBezTo>
                  <a:pt x="103" y="169"/>
                  <a:pt x="106" y="166"/>
                  <a:pt x="107" y="164"/>
                </a:cubicBezTo>
                <a:cubicBezTo>
                  <a:pt x="106" y="167"/>
                  <a:pt x="101" y="172"/>
                  <a:pt x="99" y="173"/>
                </a:cubicBezTo>
                <a:cubicBezTo>
                  <a:pt x="99" y="173"/>
                  <a:pt x="99" y="175"/>
                  <a:pt x="98" y="175"/>
                </a:cubicBezTo>
                <a:cubicBezTo>
                  <a:pt x="98" y="175"/>
                  <a:pt x="99" y="175"/>
                  <a:pt x="98" y="175"/>
                </a:cubicBezTo>
                <a:cubicBezTo>
                  <a:pt x="99" y="175"/>
                  <a:pt x="98" y="175"/>
                  <a:pt x="99" y="175"/>
                </a:cubicBezTo>
                <a:cubicBezTo>
                  <a:pt x="99" y="175"/>
                  <a:pt x="100" y="174"/>
                  <a:pt x="100" y="174"/>
                </a:cubicBezTo>
                <a:cubicBezTo>
                  <a:pt x="100" y="174"/>
                  <a:pt x="100" y="174"/>
                  <a:pt x="100" y="174"/>
                </a:cubicBezTo>
                <a:cubicBezTo>
                  <a:pt x="101" y="172"/>
                  <a:pt x="101" y="172"/>
                  <a:pt x="101" y="172"/>
                </a:cubicBezTo>
                <a:cubicBezTo>
                  <a:pt x="102" y="172"/>
                  <a:pt x="103" y="171"/>
                  <a:pt x="104" y="170"/>
                </a:cubicBezTo>
                <a:cubicBezTo>
                  <a:pt x="103" y="170"/>
                  <a:pt x="106" y="168"/>
                  <a:pt x="106" y="167"/>
                </a:cubicBezTo>
                <a:cubicBezTo>
                  <a:pt x="108" y="166"/>
                  <a:pt x="114" y="158"/>
                  <a:pt x="117" y="157"/>
                </a:cubicBezTo>
                <a:cubicBezTo>
                  <a:pt x="117" y="157"/>
                  <a:pt x="116" y="157"/>
                  <a:pt x="117" y="156"/>
                </a:cubicBezTo>
                <a:cubicBezTo>
                  <a:pt x="119" y="155"/>
                  <a:pt x="120" y="153"/>
                  <a:pt x="123" y="151"/>
                </a:cubicBezTo>
                <a:cubicBezTo>
                  <a:pt x="122" y="150"/>
                  <a:pt x="125" y="150"/>
                  <a:pt x="126" y="148"/>
                </a:cubicBezTo>
                <a:cubicBezTo>
                  <a:pt x="126" y="148"/>
                  <a:pt x="127" y="147"/>
                  <a:pt x="126" y="147"/>
                </a:cubicBezTo>
                <a:cubicBezTo>
                  <a:pt x="123" y="150"/>
                  <a:pt x="122" y="148"/>
                  <a:pt x="120" y="151"/>
                </a:cubicBezTo>
                <a:cubicBezTo>
                  <a:pt x="121" y="150"/>
                  <a:pt x="120" y="153"/>
                  <a:pt x="119" y="153"/>
                </a:cubicBezTo>
                <a:cubicBezTo>
                  <a:pt x="119" y="152"/>
                  <a:pt x="117" y="155"/>
                  <a:pt x="116" y="155"/>
                </a:cubicBezTo>
                <a:cubicBezTo>
                  <a:pt x="117" y="154"/>
                  <a:pt x="118" y="153"/>
                  <a:pt x="118" y="152"/>
                </a:cubicBezTo>
                <a:cubicBezTo>
                  <a:pt x="117" y="154"/>
                  <a:pt x="116" y="154"/>
                  <a:pt x="116" y="154"/>
                </a:cubicBezTo>
                <a:cubicBezTo>
                  <a:pt x="116" y="154"/>
                  <a:pt x="117" y="153"/>
                  <a:pt x="117" y="153"/>
                </a:cubicBezTo>
                <a:cubicBezTo>
                  <a:pt x="115" y="155"/>
                  <a:pt x="115" y="155"/>
                  <a:pt x="114" y="157"/>
                </a:cubicBezTo>
                <a:close/>
                <a:moveTo>
                  <a:pt x="119" y="151"/>
                </a:moveTo>
                <a:cubicBezTo>
                  <a:pt x="120" y="150"/>
                  <a:pt x="121" y="149"/>
                  <a:pt x="121" y="148"/>
                </a:cubicBezTo>
                <a:cubicBezTo>
                  <a:pt x="120" y="149"/>
                  <a:pt x="119" y="149"/>
                  <a:pt x="118" y="151"/>
                </a:cubicBezTo>
                <a:cubicBezTo>
                  <a:pt x="118" y="152"/>
                  <a:pt x="119" y="150"/>
                  <a:pt x="120" y="150"/>
                </a:cubicBezTo>
                <a:cubicBezTo>
                  <a:pt x="119" y="151"/>
                  <a:pt x="118" y="152"/>
                  <a:pt x="119" y="151"/>
                </a:cubicBezTo>
                <a:close/>
                <a:moveTo>
                  <a:pt x="124" y="159"/>
                </a:moveTo>
                <a:cubicBezTo>
                  <a:pt x="125" y="159"/>
                  <a:pt x="128" y="159"/>
                  <a:pt x="128" y="157"/>
                </a:cubicBezTo>
                <a:cubicBezTo>
                  <a:pt x="125" y="160"/>
                  <a:pt x="127" y="156"/>
                  <a:pt x="124" y="159"/>
                </a:cubicBezTo>
                <a:close/>
                <a:moveTo>
                  <a:pt x="112" y="142"/>
                </a:moveTo>
                <a:cubicBezTo>
                  <a:pt x="110" y="143"/>
                  <a:pt x="109" y="144"/>
                  <a:pt x="109" y="145"/>
                </a:cubicBezTo>
                <a:cubicBezTo>
                  <a:pt x="110" y="145"/>
                  <a:pt x="111" y="143"/>
                  <a:pt x="112" y="142"/>
                </a:cubicBezTo>
                <a:cubicBezTo>
                  <a:pt x="112" y="143"/>
                  <a:pt x="112" y="143"/>
                  <a:pt x="113" y="142"/>
                </a:cubicBezTo>
                <a:cubicBezTo>
                  <a:pt x="113" y="142"/>
                  <a:pt x="112" y="142"/>
                  <a:pt x="112" y="142"/>
                </a:cubicBezTo>
                <a:close/>
                <a:moveTo>
                  <a:pt x="114" y="170"/>
                </a:moveTo>
                <a:cubicBezTo>
                  <a:pt x="115" y="170"/>
                  <a:pt x="118" y="166"/>
                  <a:pt x="117" y="166"/>
                </a:cubicBezTo>
                <a:cubicBezTo>
                  <a:pt x="115" y="168"/>
                  <a:pt x="116" y="167"/>
                  <a:pt x="114" y="170"/>
                </a:cubicBezTo>
                <a:close/>
                <a:moveTo>
                  <a:pt x="88" y="182"/>
                </a:moveTo>
                <a:cubicBezTo>
                  <a:pt x="88" y="182"/>
                  <a:pt x="89" y="182"/>
                  <a:pt x="89" y="181"/>
                </a:cubicBezTo>
                <a:cubicBezTo>
                  <a:pt x="88" y="181"/>
                  <a:pt x="88" y="182"/>
                  <a:pt x="88" y="182"/>
                </a:cubicBezTo>
                <a:close/>
                <a:moveTo>
                  <a:pt x="108" y="144"/>
                </a:moveTo>
                <a:cubicBezTo>
                  <a:pt x="106" y="144"/>
                  <a:pt x="109" y="142"/>
                  <a:pt x="108" y="142"/>
                </a:cubicBezTo>
                <a:cubicBezTo>
                  <a:pt x="107" y="142"/>
                  <a:pt x="103" y="145"/>
                  <a:pt x="103" y="145"/>
                </a:cubicBezTo>
                <a:cubicBezTo>
                  <a:pt x="105" y="144"/>
                  <a:pt x="106" y="145"/>
                  <a:pt x="107" y="144"/>
                </a:cubicBezTo>
                <a:cubicBezTo>
                  <a:pt x="109" y="143"/>
                  <a:pt x="109" y="143"/>
                  <a:pt x="110" y="141"/>
                </a:cubicBezTo>
                <a:cubicBezTo>
                  <a:pt x="110" y="141"/>
                  <a:pt x="110" y="141"/>
                  <a:pt x="110" y="141"/>
                </a:cubicBezTo>
                <a:cubicBezTo>
                  <a:pt x="107" y="143"/>
                  <a:pt x="110" y="142"/>
                  <a:pt x="108" y="144"/>
                </a:cubicBezTo>
                <a:close/>
                <a:moveTo>
                  <a:pt x="802" y="247"/>
                </a:moveTo>
                <a:cubicBezTo>
                  <a:pt x="799" y="242"/>
                  <a:pt x="799" y="242"/>
                  <a:pt x="799" y="242"/>
                </a:cubicBezTo>
                <a:cubicBezTo>
                  <a:pt x="798" y="242"/>
                  <a:pt x="801" y="247"/>
                  <a:pt x="801" y="246"/>
                </a:cubicBezTo>
                <a:cubicBezTo>
                  <a:pt x="801" y="247"/>
                  <a:pt x="801" y="247"/>
                  <a:pt x="801" y="247"/>
                </a:cubicBezTo>
                <a:cubicBezTo>
                  <a:pt x="800" y="244"/>
                  <a:pt x="802" y="246"/>
                  <a:pt x="802" y="247"/>
                </a:cubicBezTo>
                <a:close/>
                <a:moveTo>
                  <a:pt x="596" y="44"/>
                </a:moveTo>
                <a:cubicBezTo>
                  <a:pt x="592" y="42"/>
                  <a:pt x="592" y="42"/>
                  <a:pt x="592" y="42"/>
                </a:cubicBezTo>
                <a:cubicBezTo>
                  <a:pt x="592" y="43"/>
                  <a:pt x="593" y="43"/>
                  <a:pt x="594" y="44"/>
                </a:cubicBezTo>
                <a:cubicBezTo>
                  <a:pt x="591" y="43"/>
                  <a:pt x="597" y="45"/>
                  <a:pt x="596" y="44"/>
                </a:cubicBezTo>
                <a:close/>
                <a:moveTo>
                  <a:pt x="493" y="9"/>
                </a:moveTo>
                <a:cubicBezTo>
                  <a:pt x="495" y="10"/>
                  <a:pt x="500" y="11"/>
                  <a:pt x="502" y="11"/>
                </a:cubicBezTo>
                <a:cubicBezTo>
                  <a:pt x="500" y="10"/>
                  <a:pt x="492" y="9"/>
                  <a:pt x="493" y="9"/>
                </a:cubicBezTo>
                <a:close/>
                <a:moveTo>
                  <a:pt x="467" y="5"/>
                </a:moveTo>
                <a:cubicBezTo>
                  <a:pt x="469" y="5"/>
                  <a:pt x="477" y="7"/>
                  <a:pt x="475" y="6"/>
                </a:cubicBezTo>
                <a:cubicBezTo>
                  <a:pt x="473" y="6"/>
                  <a:pt x="466" y="4"/>
                  <a:pt x="466" y="5"/>
                </a:cubicBezTo>
                <a:cubicBezTo>
                  <a:pt x="467" y="6"/>
                  <a:pt x="469" y="7"/>
                  <a:pt x="470" y="6"/>
                </a:cubicBezTo>
                <a:cubicBezTo>
                  <a:pt x="469" y="6"/>
                  <a:pt x="468" y="6"/>
                  <a:pt x="467" y="5"/>
                </a:cubicBezTo>
                <a:close/>
                <a:moveTo>
                  <a:pt x="411" y="0"/>
                </a:moveTo>
                <a:cubicBezTo>
                  <a:pt x="410" y="0"/>
                  <a:pt x="406" y="0"/>
                  <a:pt x="404" y="1"/>
                </a:cubicBezTo>
                <a:cubicBezTo>
                  <a:pt x="407" y="1"/>
                  <a:pt x="411" y="1"/>
                  <a:pt x="414" y="1"/>
                </a:cubicBezTo>
                <a:cubicBezTo>
                  <a:pt x="413" y="1"/>
                  <a:pt x="411" y="1"/>
                  <a:pt x="412" y="1"/>
                </a:cubicBezTo>
                <a:cubicBezTo>
                  <a:pt x="413" y="1"/>
                  <a:pt x="417" y="0"/>
                  <a:pt x="415" y="0"/>
                </a:cubicBezTo>
                <a:cubicBezTo>
                  <a:pt x="415" y="1"/>
                  <a:pt x="413" y="0"/>
                  <a:pt x="411" y="0"/>
                </a:cubicBezTo>
                <a:close/>
                <a:moveTo>
                  <a:pt x="394" y="50"/>
                </a:moveTo>
                <a:cubicBezTo>
                  <a:pt x="394" y="49"/>
                  <a:pt x="401" y="50"/>
                  <a:pt x="399" y="50"/>
                </a:cubicBezTo>
                <a:cubicBezTo>
                  <a:pt x="399" y="49"/>
                  <a:pt x="391" y="49"/>
                  <a:pt x="394" y="50"/>
                </a:cubicBezTo>
                <a:close/>
                <a:moveTo>
                  <a:pt x="388" y="50"/>
                </a:moveTo>
                <a:cubicBezTo>
                  <a:pt x="389" y="50"/>
                  <a:pt x="391" y="51"/>
                  <a:pt x="393" y="50"/>
                </a:cubicBezTo>
                <a:cubicBezTo>
                  <a:pt x="384" y="50"/>
                  <a:pt x="379" y="50"/>
                  <a:pt x="376" y="50"/>
                </a:cubicBezTo>
                <a:cubicBezTo>
                  <a:pt x="379" y="50"/>
                  <a:pt x="373" y="51"/>
                  <a:pt x="376" y="51"/>
                </a:cubicBezTo>
                <a:cubicBezTo>
                  <a:pt x="378" y="50"/>
                  <a:pt x="383" y="51"/>
                  <a:pt x="382" y="50"/>
                </a:cubicBezTo>
                <a:cubicBezTo>
                  <a:pt x="383" y="50"/>
                  <a:pt x="386" y="50"/>
                  <a:pt x="388" y="50"/>
                </a:cubicBezTo>
                <a:close/>
                <a:moveTo>
                  <a:pt x="350" y="7"/>
                </a:moveTo>
                <a:cubicBezTo>
                  <a:pt x="351" y="6"/>
                  <a:pt x="358" y="6"/>
                  <a:pt x="359" y="6"/>
                </a:cubicBezTo>
                <a:cubicBezTo>
                  <a:pt x="355" y="6"/>
                  <a:pt x="351" y="7"/>
                  <a:pt x="349" y="7"/>
                </a:cubicBezTo>
                <a:cubicBezTo>
                  <a:pt x="350" y="7"/>
                  <a:pt x="350" y="7"/>
                  <a:pt x="350" y="7"/>
                </a:cubicBezTo>
                <a:cubicBezTo>
                  <a:pt x="350" y="7"/>
                  <a:pt x="349" y="7"/>
                  <a:pt x="350" y="7"/>
                </a:cubicBezTo>
                <a:close/>
                <a:moveTo>
                  <a:pt x="350" y="8"/>
                </a:moveTo>
                <a:cubicBezTo>
                  <a:pt x="350" y="8"/>
                  <a:pt x="350" y="8"/>
                  <a:pt x="351" y="7"/>
                </a:cubicBezTo>
                <a:cubicBezTo>
                  <a:pt x="348" y="8"/>
                  <a:pt x="348" y="7"/>
                  <a:pt x="347" y="7"/>
                </a:cubicBezTo>
                <a:cubicBezTo>
                  <a:pt x="346" y="8"/>
                  <a:pt x="345" y="8"/>
                  <a:pt x="343" y="8"/>
                </a:cubicBezTo>
                <a:cubicBezTo>
                  <a:pt x="342" y="8"/>
                  <a:pt x="336" y="8"/>
                  <a:pt x="335" y="9"/>
                </a:cubicBezTo>
                <a:cubicBezTo>
                  <a:pt x="336" y="9"/>
                  <a:pt x="337" y="9"/>
                  <a:pt x="337" y="9"/>
                </a:cubicBezTo>
                <a:cubicBezTo>
                  <a:pt x="334" y="10"/>
                  <a:pt x="330" y="9"/>
                  <a:pt x="327" y="11"/>
                </a:cubicBezTo>
                <a:cubicBezTo>
                  <a:pt x="331" y="11"/>
                  <a:pt x="333" y="10"/>
                  <a:pt x="336" y="10"/>
                </a:cubicBezTo>
                <a:cubicBezTo>
                  <a:pt x="336" y="9"/>
                  <a:pt x="337" y="9"/>
                  <a:pt x="339" y="9"/>
                </a:cubicBezTo>
                <a:cubicBezTo>
                  <a:pt x="339" y="9"/>
                  <a:pt x="336" y="9"/>
                  <a:pt x="337" y="10"/>
                </a:cubicBezTo>
                <a:cubicBezTo>
                  <a:pt x="342" y="9"/>
                  <a:pt x="350" y="9"/>
                  <a:pt x="351" y="8"/>
                </a:cubicBezTo>
                <a:cubicBezTo>
                  <a:pt x="350" y="8"/>
                  <a:pt x="350" y="8"/>
                  <a:pt x="350" y="8"/>
                </a:cubicBezTo>
                <a:close/>
                <a:moveTo>
                  <a:pt x="314" y="14"/>
                </a:moveTo>
                <a:cubicBezTo>
                  <a:pt x="315" y="14"/>
                  <a:pt x="322" y="13"/>
                  <a:pt x="320" y="13"/>
                </a:cubicBezTo>
                <a:cubicBezTo>
                  <a:pt x="317" y="14"/>
                  <a:pt x="316" y="13"/>
                  <a:pt x="314" y="14"/>
                </a:cubicBezTo>
                <a:close/>
                <a:moveTo>
                  <a:pt x="241" y="77"/>
                </a:moveTo>
                <a:cubicBezTo>
                  <a:pt x="240" y="77"/>
                  <a:pt x="241" y="75"/>
                  <a:pt x="240" y="76"/>
                </a:cubicBezTo>
                <a:cubicBezTo>
                  <a:pt x="240" y="76"/>
                  <a:pt x="238" y="77"/>
                  <a:pt x="238" y="77"/>
                </a:cubicBezTo>
                <a:cubicBezTo>
                  <a:pt x="238" y="77"/>
                  <a:pt x="238" y="77"/>
                  <a:pt x="237" y="77"/>
                </a:cubicBezTo>
                <a:cubicBezTo>
                  <a:pt x="237" y="78"/>
                  <a:pt x="238" y="77"/>
                  <a:pt x="238" y="77"/>
                </a:cubicBezTo>
                <a:cubicBezTo>
                  <a:pt x="236" y="79"/>
                  <a:pt x="236" y="78"/>
                  <a:pt x="235" y="79"/>
                </a:cubicBezTo>
                <a:cubicBezTo>
                  <a:pt x="236" y="79"/>
                  <a:pt x="240" y="77"/>
                  <a:pt x="241" y="77"/>
                </a:cubicBezTo>
                <a:close/>
                <a:moveTo>
                  <a:pt x="232" y="80"/>
                </a:moveTo>
                <a:cubicBezTo>
                  <a:pt x="232" y="81"/>
                  <a:pt x="233" y="81"/>
                  <a:pt x="228" y="83"/>
                </a:cubicBezTo>
                <a:cubicBezTo>
                  <a:pt x="231" y="83"/>
                  <a:pt x="236" y="79"/>
                  <a:pt x="241" y="77"/>
                </a:cubicBezTo>
                <a:cubicBezTo>
                  <a:pt x="238" y="78"/>
                  <a:pt x="235" y="79"/>
                  <a:pt x="232" y="80"/>
                </a:cubicBezTo>
                <a:close/>
                <a:moveTo>
                  <a:pt x="222" y="84"/>
                </a:moveTo>
                <a:cubicBezTo>
                  <a:pt x="220" y="86"/>
                  <a:pt x="220" y="87"/>
                  <a:pt x="223" y="86"/>
                </a:cubicBezTo>
                <a:cubicBezTo>
                  <a:pt x="221" y="87"/>
                  <a:pt x="219" y="89"/>
                  <a:pt x="217" y="89"/>
                </a:cubicBezTo>
                <a:cubicBezTo>
                  <a:pt x="217" y="88"/>
                  <a:pt x="219" y="88"/>
                  <a:pt x="219" y="87"/>
                </a:cubicBezTo>
                <a:cubicBezTo>
                  <a:pt x="217" y="88"/>
                  <a:pt x="213" y="90"/>
                  <a:pt x="213" y="91"/>
                </a:cubicBezTo>
                <a:cubicBezTo>
                  <a:pt x="218" y="88"/>
                  <a:pt x="214" y="91"/>
                  <a:pt x="215" y="91"/>
                </a:cubicBezTo>
                <a:cubicBezTo>
                  <a:pt x="219" y="89"/>
                  <a:pt x="219" y="89"/>
                  <a:pt x="219" y="89"/>
                </a:cubicBezTo>
                <a:cubicBezTo>
                  <a:pt x="219" y="88"/>
                  <a:pt x="224" y="86"/>
                  <a:pt x="226" y="84"/>
                </a:cubicBezTo>
                <a:cubicBezTo>
                  <a:pt x="222" y="86"/>
                  <a:pt x="223" y="85"/>
                  <a:pt x="222" y="84"/>
                </a:cubicBezTo>
                <a:close/>
                <a:moveTo>
                  <a:pt x="214" y="101"/>
                </a:moveTo>
                <a:cubicBezTo>
                  <a:pt x="214" y="103"/>
                  <a:pt x="210" y="104"/>
                  <a:pt x="207" y="106"/>
                </a:cubicBezTo>
                <a:cubicBezTo>
                  <a:pt x="211" y="104"/>
                  <a:pt x="216" y="101"/>
                  <a:pt x="220" y="99"/>
                </a:cubicBezTo>
                <a:cubicBezTo>
                  <a:pt x="219" y="99"/>
                  <a:pt x="215" y="102"/>
                  <a:pt x="215" y="101"/>
                </a:cubicBezTo>
                <a:cubicBezTo>
                  <a:pt x="219" y="99"/>
                  <a:pt x="223" y="98"/>
                  <a:pt x="226" y="95"/>
                </a:cubicBezTo>
                <a:cubicBezTo>
                  <a:pt x="223" y="97"/>
                  <a:pt x="219" y="98"/>
                  <a:pt x="214" y="101"/>
                </a:cubicBezTo>
                <a:close/>
                <a:moveTo>
                  <a:pt x="211" y="86"/>
                </a:moveTo>
                <a:cubicBezTo>
                  <a:pt x="213" y="83"/>
                  <a:pt x="216" y="83"/>
                  <a:pt x="217" y="81"/>
                </a:cubicBezTo>
                <a:cubicBezTo>
                  <a:pt x="214" y="83"/>
                  <a:pt x="214" y="82"/>
                  <a:pt x="210" y="84"/>
                </a:cubicBezTo>
                <a:cubicBezTo>
                  <a:pt x="210" y="85"/>
                  <a:pt x="208" y="86"/>
                  <a:pt x="211" y="86"/>
                </a:cubicBezTo>
                <a:close/>
                <a:moveTo>
                  <a:pt x="210" y="82"/>
                </a:moveTo>
                <a:cubicBezTo>
                  <a:pt x="211" y="82"/>
                  <a:pt x="207" y="83"/>
                  <a:pt x="208" y="84"/>
                </a:cubicBezTo>
                <a:cubicBezTo>
                  <a:pt x="211" y="83"/>
                  <a:pt x="211" y="82"/>
                  <a:pt x="213" y="80"/>
                </a:cubicBezTo>
                <a:cubicBezTo>
                  <a:pt x="214" y="80"/>
                  <a:pt x="214" y="81"/>
                  <a:pt x="215" y="80"/>
                </a:cubicBezTo>
                <a:cubicBezTo>
                  <a:pt x="216" y="79"/>
                  <a:pt x="212" y="81"/>
                  <a:pt x="210" y="82"/>
                </a:cubicBezTo>
                <a:close/>
                <a:moveTo>
                  <a:pt x="203" y="100"/>
                </a:moveTo>
                <a:cubicBezTo>
                  <a:pt x="201" y="100"/>
                  <a:pt x="199" y="102"/>
                  <a:pt x="199" y="102"/>
                </a:cubicBezTo>
                <a:cubicBezTo>
                  <a:pt x="201" y="100"/>
                  <a:pt x="205" y="97"/>
                  <a:pt x="207" y="96"/>
                </a:cubicBezTo>
                <a:cubicBezTo>
                  <a:pt x="207" y="96"/>
                  <a:pt x="213" y="92"/>
                  <a:pt x="212" y="92"/>
                </a:cubicBezTo>
                <a:cubicBezTo>
                  <a:pt x="211" y="93"/>
                  <a:pt x="207" y="95"/>
                  <a:pt x="207" y="96"/>
                </a:cubicBezTo>
                <a:cubicBezTo>
                  <a:pt x="204" y="97"/>
                  <a:pt x="201" y="100"/>
                  <a:pt x="197" y="101"/>
                </a:cubicBezTo>
                <a:cubicBezTo>
                  <a:pt x="197" y="102"/>
                  <a:pt x="198" y="101"/>
                  <a:pt x="196" y="103"/>
                </a:cubicBezTo>
                <a:cubicBezTo>
                  <a:pt x="192" y="104"/>
                  <a:pt x="183" y="110"/>
                  <a:pt x="180" y="114"/>
                </a:cubicBezTo>
                <a:cubicBezTo>
                  <a:pt x="175" y="115"/>
                  <a:pt x="167" y="123"/>
                  <a:pt x="160" y="128"/>
                </a:cubicBezTo>
                <a:cubicBezTo>
                  <a:pt x="161" y="128"/>
                  <a:pt x="163" y="127"/>
                  <a:pt x="161" y="129"/>
                </a:cubicBezTo>
                <a:cubicBezTo>
                  <a:pt x="164" y="127"/>
                  <a:pt x="163" y="126"/>
                  <a:pt x="165" y="125"/>
                </a:cubicBezTo>
                <a:cubicBezTo>
                  <a:pt x="166" y="125"/>
                  <a:pt x="167" y="124"/>
                  <a:pt x="165" y="127"/>
                </a:cubicBezTo>
                <a:cubicBezTo>
                  <a:pt x="167" y="125"/>
                  <a:pt x="166" y="126"/>
                  <a:pt x="168" y="125"/>
                </a:cubicBezTo>
                <a:cubicBezTo>
                  <a:pt x="168" y="124"/>
                  <a:pt x="169" y="122"/>
                  <a:pt x="167" y="123"/>
                </a:cubicBezTo>
                <a:cubicBezTo>
                  <a:pt x="172" y="119"/>
                  <a:pt x="174" y="119"/>
                  <a:pt x="177" y="116"/>
                </a:cubicBezTo>
                <a:cubicBezTo>
                  <a:pt x="176" y="117"/>
                  <a:pt x="178" y="116"/>
                  <a:pt x="179" y="115"/>
                </a:cubicBezTo>
                <a:cubicBezTo>
                  <a:pt x="179" y="115"/>
                  <a:pt x="178" y="115"/>
                  <a:pt x="179" y="114"/>
                </a:cubicBezTo>
                <a:cubicBezTo>
                  <a:pt x="183" y="113"/>
                  <a:pt x="189" y="107"/>
                  <a:pt x="193" y="105"/>
                </a:cubicBezTo>
                <a:cubicBezTo>
                  <a:pt x="193" y="105"/>
                  <a:pt x="192" y="105"/>
                  <a:pt x="194" y="104"/>
                </a:cubicBezTo>
                <a:cubicBezTo>
                  <a:pt x="193" y="106"/>
                  <a:pt x="196" y="103"/>
                  <a:pt x="198" y="102"/>
                </a:cubicBezTo>
                <a:cubicBezTo>
                  <a:pt x="198" y="103"/>
                  <a:pt x="189" y="108"/>
                  <a:pt x="194" y="106"/>
                </a:cubicBezTo>
                <a:cubicBezTo>
                  <a:pt x="192" y="107"/>
                  <a:pt x="190" y="108"/>
                  <a:pt x="190" y="108"/>
                </a:cubicBezTo>
                <a:cubicBezTo>
                  <a:pt x="194" y="106"/>
                  <a:pt x="190" y="109"/>
                  <a:pt x="189" y="110"/>
                </a:cubicBezTo>
                <a:cubicBezTo>
                  <a:pt x="194" y="107"/>
                  <a:pt x="196" y="106"/>
                  <a:pt x="200" y="103"/>
                </a:cubicBezTo>
                <a:cubicBezTo>
                  <a:pt x="201" y="103"/>
                  <a:pt x="200" y="103"/>
                  <a:pt x="201" y="102"/>
                </a:cubicBezTo>
                <a:cubicBezTo>
                  <a:pt x="202" y="102"/>
                  <a:pt x="205" y="100"/>
                  <a:pt x="205" y="99"/>
                </a:cubicBezTo>
                <a:cubicBezTo>
                  <a:pt x="207" y="98"/>
                  <a:pt x="210" y="96"/>
                  <a:pt x="210" y="97"/>
                </a:cubicBezTo>
                <a:cubicBezTo>
                  <a:pt x="212" y="96"/>
                  <a:pt x="213" y="96"/>
                  <a:pt x="213" y="95"/>
                </a:cubicBezTo>
                <a:cubicBezTo>
                  <a:pt x="211" y="96"/>
                  <a:pt x="215" y="94"/>
                  <a:pt x="214" y="94"/>
                </a:cubicBezTo>
                <a:cubicBezTo>
                  <a:pt x="213" y="95"/>
                  <a:pt x="213" y="94"/>
                  <a:pt x="211" y="95"/>
                </a:cubicBezTo>
                <a:cubicBezTo>
                  <a:pt x="211" y="96"/>
                  <a:pt x="207" y="98"/>
                  <a:pt x="205" y="99"/>
                </a:cubicBezTo>
                <a:cubicBezTo>
                  <a:pt x="205" y="99"/>
                  <a:pt x="202" y="101"/>
                  <a:pt x="202" y="101"/>
                </a:cubicBezTo>
                <a:cubicBezTo>
                  <a:pt x="200" y="101"/>
                  <a:pt x="205" y="99"/>
                  <a:pt x="203" y="100"/>
                </a:cubicBezTo>
                <a:close/>
                <a:moveTo>
                  <a:pt x="201" y="82"/>
                </a:moveTo>
                <a:cubicBezTo>
                  <a:pt x="203" y="81"/>
                  <a:pt x="203" y="82"/>
                  <a:pt x="205" y="81"/>
                </a:cubicBezTo>
                <a:cubicBezTo>
                  <a:pt x="205" y="80"/>
                  <a:pt x="206" y="80"/>
                  <a:pt x="205" y="79"/>
                </a:cubicBezTo>
                <a:cubicBezTo>
                  <a:pt x="203" y="80"/>
                  <a:pt x="202" y="81"/>
                  <a:pt x="201" y="82"/>
                </a:cubicBezTo>
                <a:close/>
                <a:moveTo>
                  <a:pt x="192" y="82"/>
                </a:moveTo>
                <a:cubicBezTo>
                  <a:pt x="192" y="81"/>
                  <a:pt x="194" y="80"/>
                  <a:pt x="194" y="80"/>
                </a:cubicBezTo>
                <a:cubicBezTo>
                  <a:pt x="192" y="80"/>
                  <a:pt x="187" y="84"/>
                  <a:pt x="190" y="83"/>
                </a:cubicBezTo>
                <a:cubicBezTo>
                  <a:pt x="192" y="81"/>
                  <a:pt x="191" y="83"/>
                  <a:pt x="191" y="83"/>
                </a:cubicBezTo>
                <a:cubicBezTo>
                  <a:pt x="192" y="83"/>
                  <a:pt x="194" y="82"/>
                  <a:pt x="195" y="81"/>
                </a:cubicBezTo>
                <a:cubicBezTo>
                  <a:pt x="195" y="81"/>
                  <a:pt x="195" y="82"/>
                  <a:pt x="195" y="82"/>
                </a:cubicBezTo>
                <a:cubicBezTo>
                  <a:pt x="197" y="81"/>
                  <a:pt x="197" y="81"/>
                  <a:pt x="197" y="81"/>
                </a:cubicBezTo>
                <a:cubicBezTo>
                  <a:pt x="197" y="80"/>
                  <a:pt x="197" y="80"/>
                  <a:pt x="197" y="80"/>
                </a:cubicBezTo>
                <a:cubicBezTo>
                  <a:pt x="194" y="82"/>
                  <a:pt x="193" y="81"/>
                  <a:pt x="192" y="82"/>
                </a:cubicBezTo>
                <a:close/>
                <a:moveTo>
                  <a:pt x="196" y="84"/>
                </a:moveTo>
                <a:cubicBezTo>
                  <a:pt x="193" y="86"/>
                  <a:pt x="192" y="85"/>
                  <a:pt x="192" y="85"/>
                </a:cubicBezTo>
                <a:cubicBezTo>
                  <a:pt x="192" y="86"/>
                  <a:pt x="191" y="86"/>
                  <a:pt x="191" y="87"/>
                </a:cubicBezTo>
                <a:cubicBezTo>
                  <a:pt x="193" y="86"/>
                  <a:pt x="192" y="87"/>
                  <a:pt x="194" y="87"/>
                </a:cubicBezTo>
                <a:cubicBezTo>
                  <a:pt x="196" y="86"/>
                  <a:pt x="195" y="86"/>
                  <a:pt x="197" y="85"/>
                </a:cubicBezTo>
                <a:cubicBezTo>
                  <a:pt x="198" y="84"/>
                  <a:pt x="195" y="86"/>
                  <a:pt x="195" y="85"/>
                </a:cubicBezTo>
                <a:cubicBezTo>
                  <a:pt x="195" y="85"/>
                  <a:pt x="198" y="82"/>
                  <a:pt x="196" y="83"/>
                </a:cubicBezTo>
                <a:cubicBezTo>
                  <a:pt x="196" y="83"/>
                  <a:pt x="196" y="83"/>
                  <a:pt x="196" y="84"/>
                </a:cubicBezTo>
                <a:close/>
                <a:moveTo>
                  <a:pt x="187" y="104"/>
                </a:moveTo>
                <a:cubicBezTo>
                  <a:pt x="188" y="103"/>
                  <a:pt x="188" y="105"/>
                  <a:pt x="192" y="103"/>
                </a:cubicBezTo>
                <a:cubicBezTo>
                  <a:pt x="192" y="102"/>
                  <a:pt x="190" y="103"/>
                  <a:pt x="190" y="103"/>
                </a:cubicBezTo>
                <a:cubicBezTo>
                  <a:pt x="192" y="102"/>
                  <a:pt x="193" y="101"/>
                  <a:pt x="194" y="99"/>
                </a:cubicBezTo>
                <a:cubicBezTo>
                  <a:pt x="195" y="100"/>
                  <a:pt x="195" y="100"/>
                  <a:pt x="195" y="100"/>
                </a:cubicBezTo>
                <a:cubicBezTo>
                  <a:pt x="197" y="98"/>
                  <a:pt x="198" y="98"/>
                  <a:pt x="201" y="96"/>
                </a:cubicBezTo>
                <a:cubicBezTo>
                  <a:pt x="200" y="96"/>
                  <a:pt x="201" y="94"/>
                  <a:pt x="200" y="95"/>
                </a:cubicBezTo>
                <a:cubicBezTo>
                  <a:pt x="196" y="97"/>
                  <a:pt x="191" y="101"/>
                  <a:pt x="189" y="102"/>
                </a:cubicBezTo>
                <a:cubicBezTo>
                  <a:pt x="188" y="103"/>
                  <a:pt x="191" y="102"/>
                  <a:pt x="188" y="103"/>
                </a:cubicBezTo>
                <a:cubicBezTo>
                  <a:pt x="188" y="103"/>
                  <a:pt x="187" y="104"/>
                  <a:pt x="187" y="104"/>
                </a:cubicBezTo>
                <a:close/>
                <a:moveTo>
                  <a:pt x="198" y="107"/>
                </a:moveTo>
                <a:cubicBezTo>
                  <a:pt x="200" y="106"/>
                  <a:pt x="201" y="105"/>
                  <a:pt x="202" y="105"/>
                </a:cubicBezTo>
                <a:cubicBezTo>
                  <a:pt x="201" y="105"/>
                  <a:pt x="199" y="106"/>
                  <a:pt x="198" y="106"/>
                </a:cubicBezTo>
                <a:cubicBezTo>
                  <a:pt x="200" y="105"/>
                  <a:pt x="200" y="104"/>
                  <a:pt x="202" y="103"/>
                </a:cubicBezTo>
                <a:cubicBezTo>
                  <a:pt x="201" y="104"/>
                  <a:pt x="203" y="102"/>
                  <a:pt x="205" y="102"/>
                </a:cubicBezTo>
                <a:cubicBezTo>
                  <a:pt x="204" y="101"/>
                  <a:pt x="200" y="104"/>
                  <a:pt x="197" y="105"/>
                </a:cubicBezTo>
                <a:cubicBezTo>
                  <a:pt x="199" y="105"/>
                  <a:pt x="196" y="108"/>
                  <a:pt x="198" y="107"/>
                </a:cubicBezTo>
                <a:close/>
                <a:moveTo>
                  <a:pt x="186" y="99"/>
                </a:moveTo>
                <a:cubicBezTo>
                  <a:pt x="183" y="101"/>
                  <a:pt x="173" y="108"/>
                  <a:pt x="182" y="103"/>
                </a:cubicBezTo>
                <a:cubicBezTo>
                  <a:pt x="183" y="101"/>
                  <a:pt x="187" y="99"/>
                  <a:pt x="183" y="102"/>
                </a:cubicBezTo>
                <a:cubicBezTo>
                  <a:pt x="186" y="100"/>
                  <a:pt x="187" y="99"/>
                  <a:pt x="188" y="98"/>
                </a:cubicBezTo>
                <a:cubicBezTo>
                  <a:pt x="187" y="99"/>
                  <a:pt x="187" y="98"/>
                  <a:pt x="186" y="99"/>
                </a:cubicBezTo>
                <a:close/>
                <a:moveTo>
                  <a:pt x="169" y="89"/>
                </a:moveTo>
                <a:cubicBezTo>
                  <a:pt x="171" y="89"/>
                  <a:pt x="178" y="83"/>
                  <a:pt x="174" y="85"/>
                </a:cubicBezTo>
                <a:cubicBezTo>
                  <a:pt x="174" y="86"/>
                  <a:pt x="171" y="88"/>
                  <a:pt x="169" y="89"/>
                </a:cubicBezTo>
                <a:close/>
                <a:moveTo>
                  <a:pt x="182" y="123"/>
                </a:moveTo>
                <a:cubicBezTo>
                  <a:pt x="187" y="120"/>
                  <a:pt x="189" y="118"/>
                  <a:pt x="195" y="114"/>
                </a:cubicBezTo>
                <a:cubicBezTo>
                  <a:pt x="194" y="115"/>
                  <a:pt x="195" y="113"/>
                  <a:pt x="194" y="114"/>
                </a:cubicBezTo>
                <a:cubicBezTo>
                  <a:pt x="194" y="114"/>
                  <a:pt x="191" y="117"/>
                  <a:pt x="189" y="118"/>
                </a:cubicBezTo>
                <a:cubicBezTo>
                  <a:pt x="190" y="117"/>
                  <a:pt x="190" y="117"/>
                  <a:pt x="190" y="116"/>
                </a:cubicBezTo>
                <a:cubicBezTo>
                  <a:pt x="188" y="118"/>
                  <a:pt x="186" y="120"/>
                  <a:pt x="183" y="121"/>
                </a:cubicBezTo>
                <a:cubicBezTo>
                  <a:pt x="184" y="121"/>
                  <a:pt x="184" y="120"/>
                  <a:pt x="183" y="121"/>
                </a:cubicBezTo>
                <a:cubicBezTo>
                  <a:pt x="183" y="121"/>
                  <a:pt x="182" y="123"/>
                  <a:pt x="182" y="123"/>
                </a:cubicBezTo>
                <a:close/>
                <a:moveTo>
                  <a:pt x="178" y="110"/>
                </a:moveTo>
                <a:cubicBezTo>
                  <a:pt x="180" y="109"/>
                  <a:pt x="180" y="109"/>
                  <a:pt x="180" y="109"/>
                </a:cubicBezTo>
                <a:cubicBezTo>
                  <a:pt x="178" y="111"/>
                  <a:pt x="182" y="109"/>
                  <a:pt x="182" y="108"/>
                </a:cubicBezTo>
                <a:cubicBezTo>
                  <a:pt x="181" y="108"/>
                  <a:pt x="179" y="109"/>
                  <a:pt x="178" y="110"/>
                </a:cubicBezTo>
                <a:close/>
                <a:moveTo>
                  <a:pt x="178" y="117"/>
                </a:moveTo>
                <a:cubicBezTo>
                  <a:pt x="177" y="118"/>
                  <a:pt x="176" y="118"/>
                  <a:pt x="175" y="120"/>
                </a:cubicBezTo>
                <a:cubicBezTo>
                  <a:pt x="176" y="119"/>
                  <a:pt x="176" y="119"/>
                  <a:pt x="177" y="119"/>
                </a:cubicBezTo>
                <a:cubicBezTo>
                  <a:pt x="178" y="118"/>
                  <a:pt x="182" y="116"/>
                  <a:pt x="181" y="116"/>
                </a:cubicBezTo>
                <a:cubicBezTo>
                  <a:pt x="177" y="119"/>
                  <a:pt x="181" y="114"/>
                  <a:pt x="178" y="117"/>
                </a:cubicBezTo>
                <a:close/>
                <a:moveTo>
                  <a:pt x="164" y="122"/>
                </a:moveTo>
                <a:cubicBezTo>
                  <a:pt x="169" y="117"/>
                  <a:pt x="172" y="117"/>
                  <a:pt x="177" y="112"/>
                </a:cubicBezTo>
                <a:cubicBezTo>
                  <a:pt x="174" y="114"/>
                  <a:pt x="176" y="112"/>
                  <a:pt x="174" y="113"/>
                </a:cubicBezTo>
                <a:cubicBezTo>
                  <a:pt x="171" y="116"/>
                  <a:pt x="165" y="119"/>
                  <a:pt x="164" y="122"/>
                </a:cubicBezTo>
                <a:close/>
                <a:moveTo>
                  <a:pt x="159" y="111"/>
                </a:moveTo>
                <a:cubicBezTo>
                  <a:pt x="160" y="110"/>
                  <a:pt x="164" y="108"/>
                  <a:pt x="164" y="107"/>
                </a:cubicBezTo>
                <a:cubicBezTo>
                  <a:pt x="162" y="109"/>
                  <a:pt x="158" y="112"/>
                  <a:pt x="159" y="111"/>
                </a:cubicBezTo>
                <a:close/>
                <a:moveTo>
                  <a:pt x="170" y="123"/>
                </a:moveTo>
                <a:cubicBezTo>
                  <a:pt x="172" y="122"/>
                  <a:pt x="175" y="118"/>
                  <a:pt x="172" y="121"/>
                </a:cubicBezTo>
                <a:cubicBezTo>
                  <a:pt x="172" y="121"/>
                  <a:pt x="173" y="120"/>
                  <a:pt x="173" y="121"/>
                </a:cubicBezTo>
                <a:cubicBezTo>
                  <a:pt x="172" y="121"/>
                  <a:pt x="168" y="124"/>
                  <a:pt x="170" y="123"/>
                </a:cubicBezTo>
                <a:close/>
                <a:moveTo>
                  <a:pt x="125" y="113"/>
                </a:moveTo>
                <a:cubicBezTo>
                  <a:pt x="123" y="114"/>
                  <a:pt x="123" y="114"/>
                  <a:pt x="123" y="114"/>
                </a:cubicBezTo>
                <a:cubicBezTo>
                  <a:pt x="123" y="115"/>
                  <a:pt x="122" y="116"/>
                  <a:pt x="123" y="115"/>
                </a:cubicBezTo>
                <a:cubicBezTo>
                  <a:pt x="125" y="114"/>
                  <a:pt x="125" y="114"/>
                  <a:pt x="125" y="113"/>
                </a:cubicBezTo>
                <a:cubicBezTo>
                  <a:pt x="125" y="113"/>
                  <a:pt x="126" y="113"/>
                  <a:pt x="126" y="112"/>
                </a:cubicBezTo>
                <a:cubicBezTo>
                  <a:pt x="125" y="113"/>
                  <a:pt x="125" y="113"/>
                  <a:pt x="125" y="113"/>
                </a:cubicBezTo>
                <a:close/>
                <a:moveTo>
                  <a:pt x="107" y="138"/>
                </a:moveTo>
                <a:cubicBezTo>
                  <a:pt x="106" y="138"/>
                  <a:pt x="106" y="138"/>
                  <a:pt x="105" y="139"/>
                </a:cubicBezTo>
                <a:cubicBezTo>
                  <a:pt x="105" y="138"/>
                  <a:pt x="107" y="136"/>
                  <a:pt x="107" y="136"/>
                </a:cubicBezTo>
                <a:cubicBezTo>
                  <a:pt x="105" y="138"/>
                  <a:pt x="104" y="139"/>
                  <a:pt x="102" y="141"/>
                </a:cubicBezTo>
                <a:cubicBezTo>
                  <a:pt x="104" y="141"/>
                  <a:pt x="106" y="140"/>
                  <a:pt x="108" y="139"/>
                </a:cubicBezTo>
                <a:cubicBezTo>
                  <a:pt x="104" y="141"/>
                  <a:pt x="110" y="134"/>
                  <a:pt x="107" y="137"/>
                </a:cubicBezTo>
                <a:cubicBezTo>
                  <a:pt x="107" y="137"/>
                  <a:pt x="107" y="137"/>
                  <a:pt x="107" y="138"/>
                </a:cubicBezTo>
                <a:close/>
                <a:moveTo>
                  <a:pt x="128" y="160"/>
                </a:moveTo>
                <a:cubicBezTo>
                  <a:pt x="127" y="161"/>
                  <a:pt x="126" y="161"/>
                  <a:pt x="126" y="161"/>
                </a:cubicBezTo>
                <a:cubicBezTo>
                  <a:pt x="125" y="163"/>
                  <a:pt x="128" y="160"/>
                  <a:pt x="128" y="162"/>
                </a:cubicBezTo>
                <a:cubicBezTo>
                  <a:pt x="127" y="163"/>
                  <a:pt x="126" y="164"/>
                  <a:pt x="125" y="164"/>
                </a:cubicBezTo>
                <a:cubicBezTo>
                  <a:pt x="125" y="165"/>
                  <a:pt x="128" y="162"/>
                  <a:pt x="129" y="162"/>
                </a:cubicBezTo>
                <a:cubicBezTo>
                  <a:pt x="128" y="162"/>
                  <a:pt x="127" y="163"/>
                  <a:pt x="127" y="163"/>
                </a:cubicBezTo>
                <a:cubicBezTo>
                  <a:pt x="131" y="161"/>
                  <a:pt x="128" y="162"/>
                  <a:pt x="131" y="159"/>
                </a:cubicBezTo>
                <a:cubicBezTo>
                  <a:pt x="130" y="159"/>
                  <a:pt x="127" y="162"/>
                  <a:pt x="128" y="160"/>
                </a:cubicBezTo>
                <a:close/>
                <a:moveTo>
                  <a:pt x="95" y="148"/>
                </a:moveTo>
                <a:cubicBezTo>
                  <a:pt x="95" y="148"/>
                  <a:pt x="96" y="148"/>
                  <a:pt x="96" y="148"/>
                </a:cubicBezTo>
                <a:cubicBezTo>
                  <a:pt x="94" y="149"/>
                  <a:pt x="94" y="150"/>
                  <a:pt x="94" y="150"/>
                </a:cubicBezTo>
                <a:cubicBezTo>
                  <a:pt x="98" y="147"/>
                  <a:pt x="99" y="145"/>
                  <a:pt x="101" y="143"/>
                </a:cubicBezTo>
                <a:cubicBezTo>
                  <a:pt x="102" y="143"/>
                  <a:pt x="102" y="142"/>
                  <a:pt x="102" y="141"/>
                </a:cubicBezTo>
                <a:cubicBezTo>
                  <a:pt x="100" y="143"/>
                  <a:pt x="97" y="147"/>
                  <a:pt x="95" y="148"/>
                </a:cubicBezTo>
                <a:close/>
                <a:moveTo>
                  <a:pt x="110" y="169"/>
                </a:moveTo>
                <a:cubicBezTo>
                  <a:pt x="110" y="169"/>
                  <a:pt x="111" y="169"/>
                  <a:pt x="111" y="169"/>
                </a:cubicBezTo>
                <a:cubicBezTo>
                  <a:pt x="110" y="170"/>
                  <a:pt x="109" y="171"/>
                  <a:pt x="109" y="171"/>
                </a:cubicBezTo>
                <a:cubicBezTo>
                  <a:pt x="112" y="168"/>
                  <a:pt x="113" y="166"/>
                  <a:pt x="114" y="165"/>
                </a:cubicBezTo>
                <a:cubicBezTo>
                  <a:pt x="114" y="165"/>
                  <a:pt x="114" y="165"/>
                  <a:pt x="114" y="165"/>
                </a:cubicBezTo>
                <a:cubicBezTo>
                  <a:pt x="112" y="167"/>
                  <a:pt x="111" y="169"/>
                  <a:pt x="110" y="169"/>
                </a:cubicBezTo>
                <a:close/>
                <a:moveTo>
                  <a:pt x="91" y="154"/>
                </a:moveTo>
                <a:cubicBezTo>
                  <a:pt x="92" y="155"/>
                  <a:pt x="92" y="155"/>
                  <a:pt x="92" y="155"/>
                </a:cubicBezTo>
                <a:cubicBezTo>
                  <a:pt x="94" y="153"/>
                  <a:pt x="93" y="153"/>
                  <a:pt x="94" y="152"/>
                </a:cubicBezTo>
                <a:cubicBezTo>
                  <a:pt x="94" y="152"/>
                  <a:pt x="94" y="152"/>
                  <a:pt x="95" y="152"/>
                </a:cubicBezTo>
                <a:cubicBezTo>
                  <a:pt x="95" y="152"/>
                  <a:pt x="95" y="151"/>
                  <a:pt x="95" y="151"/>
                </a:cubicBezTo>
                <a:cubicBezTo>
                  <a:pt x="94" y="151"/>
                  <a:pt x="94" y="151"/>
                  <a:pt x="94" y="152"/>
                </a:cubicBezTo>
                <a:cubicBezTo>
                  <a:pt x="93" y="153"/>
                  <a:pt x="93" y="153"/>
                  <a:pt x="91" y="154"/>
                </a:cubicBezTo>
                <a:close/>
                <a:moveTo>
                  <a:pt x="92" y="162"/>
                </a:moveTo>
                <a:cubicBezTo>
                  <a:pt x="94" y="162"/>
                  <a:pt x="97" y="157"/>
                  <a:pt x="99" y="155"/>
                </a:cubicBezTo>
                <a:cubicBezTo>
                  <a:pt x="96" y="158"/>
                  <a:pt x="95" y="159"/>
                  <a:pt x="92" y="162"/>
                </a:cubicBezTo>
                <a:close/>
                <a:moveTo>
                  <a:pt x="88" y="161"/>
                </a:moveTo>
                <a:cubicBezTo>
                  <a:pt x="87" y="161"/>
                  <a:pt x="87" y="161"/>
                  <a:pt x="87" y="161"/>
                </a:cubicBezTo>
                <a:cubicBezTo>
                  <a:pt x="87" y="161"/>
                  <a:pt x="87" y="161"/>
                  <a:pt x="87" y="161"/>
                </a:cubicBezTo>
                <a:cubicBezTo>
                  <a:pt x="87" y="162"/>
                  <a:pt x="87" y="162"/>
                  <a:pt x="87" y="162"/>
                </a:cubicBezTo>
                <a:cubicBezTo>
                  <a:pt x="87" y="162"/>
                  <a:pt x="87" y="162"/>
                  <a:pt x="87" y="162"/>
                </a:cubicBezTo>
                <a:cubicBezTo>
                  <a:pt x="87" y="162"/>
                  <a:pt x="87" y="163"/>
                  <a:pt x="87" y="163"/>
                </a:cubicBezTo>
                <a:cubicBezTo>
                  <a:pt x="87" y="163"/>
                  <a:pt x="87" y="162"/>
                  <a:pt x="87" y="162"/>
                </a:cubicBezTo>
                <a:cubicBezTo>
                  <a:pt x="87" y="162"/>
                  <a:pt x="87" y="162"/>
                  <a:pt x="88" y="161"/>
                </a:cubicBezTo>
                <a:cubicBezTo>
                  <a:pt x="89" y="160"/>
                  <a:pt x="89" y="160"/>
                  <a:pt x="89" y="160"/>
                </a:cubicBezTo>
                <a:cubicBezTo>
                  <a:pt x="88" y="162"/>
                  <a:pt x="90" y="159"/>
                  <a:pt x="91" y="158"/>
                </a:cubicBezTo>
                <a:cubicBezTo>
                  <a:pt x="91" y="157"/>
                  <a:pt x="93" y="157"/>
                  <a:pt x="94" y="156"/>
                </a:cubicBezTo>
                <a:cubicBezTo>
                  <a:pt x="92" y="156"/>
                  <a:pt x="90" y="158"/>
                  <a:pt x="88" y="161"/>
                </a:cubicBezTo>
                <a:close/>
                <a:moveTo>
                  <a:pt x="106" y="176"/>
                </a:moveTo>
                <a:cubicBezTo>
                  <a:pt x="106" y="177"/>
                  <a:pt x="105" y="177"/>
                  <a:pt x="105" y="178"/>
                </a:cubicBezTo>
                <a:cubicBezTo>
                  <a:pt x="104" y="178"/>
                  <a:pt x="104" y="178"/>
                  <a:pt x="104" y="178"/>
                </a:cubicBezTo>
                <a:cubicBezTo>
                  <a:pt x="104" y="179"/>
                  <a:pt x="103" y="179"/>
                  <a:pt x="103" y="180"/>
                </a:cubicBezTo>
                <a:cubicBezTo>
                  <a:pt x="104" y="179"/>
                  <a:pt x="104" y="180"/>
                  <a:pt x="104" y="179"/>
                </a:cubicBezTo>
                <a:cubicBezTo>
                  <a:pt x="105" y="179"/>
                  <a:pt x="105" y="180"/>
                  <a:pt x="106" y="179"/>
                </a:cubicBezTo>
                <a:cubicBezTo>
                  <a:pt x="105" y="179"/>
                  <a:pt x="105" y="179"/>
                  <a:pt x="105" y="179"/>
                </a:cubicBezTo>
                <a:cubicBezTo>
                  <a:pt x="105" y="178"/>
                  <a:pt x="105" y="179"/>
                  <a:pt x="106" y="178"/>
                </a:cubicBezTo>
                <a:cubicBezTo>
                  <a:pt x="105" y="179"/>
                  <a:pt x="108" y="175"/>
                  <a:pt x="108" y="175"/>
                </a:cubicBezTo>
                <a:cubicBezTo>
                  <a:pt x="108" y="175"/>
                  <a:pt x="108" y="175"/>
                  <a:pt x="109" y="175"/>
                </a:cubicBezTo>
                <a:cubicBezTo>
                  <a:pt x="108" y="175"/>
                  <a:pt x="107" y="175"/>
                  <a:pt x="106" y="176"/>
                </a:cubicBezTo>
                <a:close/>
                <a:moveTo>
                  <a:pt x="109" y="180"/>
                </a:moveTo>
                <a:cubicBezTo>
                  <a:pt x="108" y="180"/>
                  <a:pt x="108" y="180"/>
                  <a:pt x="108" y="180"/>
                </a:cubicBezTo>
                <a:cubicBezTo>
                  <a:pt x="108" y="181"/>
                  <a:pt x="108" y="181"/>
                  <a:pt x="108" y="181"/>
                </a:cubicBezTo>
                <a:cubicBezTo>
                  <a:pt x="107" y="181"/>
                  <a:pt x="107" y="181"/>
                  <a:pt x="107" y="181"/>
                </a:cubicBezTo>
                <a:cubicBezTo>
                  <a:pt x="107" y="181"/>
                  <a:pt x="107" y="181"/>
                  <a:pt x="107" y="181"/>
                </a:cubicBezTo>
                <a:cubicBezTo>
                  <a:pt x="106" y="182"/>
                  <a:pt x="106" y="183"/>
                  <a:pt x="105" y="184"/>
                </a:cubicBezTo>
                <a:cubicBezTo>
                  <a:pt x="106" y="184"/>
                  <a:pt x="107" y="183"/>
                  <a:pt x="107" y="182"/>
                </a:cubicBezTo>
                <a:cubicBezTo>
                  <a:pt x="108" y="182"/>
                  <a:pt x="108" y="182"/>
                  <a:pt x="108" y="182"/>
                </a:cubicBezTo>
                <a:cubicBezTo>
                  <a:pt x="108" y="182"/>
                  <a:pt x="108" y="182"/>
                  <a:pt x="110" y="180"/>
                </a:cubicBezTo>
                <a:cubicBezTo>
                  <a:pt x="110" y="180"/>
                  <a:pt x="109" y="180"/>
                  <a:pt x="109" y="180"/>
                </a:cubicBezTo>
                <a:close/>
                <a:moveTo>
                  <a:pt x="88" y="171"/>
                </a:moveTo>
                <a:cubicBezTo>
                  <a:pt x="89" y="170"/>
                  <a:pt x="88" y="170"/>
                  <a:pt x="88" y="170"/>
                </a:cubicBezTo>
                <a:cubicBezTo>
                  <a:pt x="89" y="171"/>
                  <a:pt x="90" y="169"/>
                  <a:pt x="90" y="169"/>
                </a:cubicBezTo>
                <a:cubicBezTo>
                  <a:pt x="90" y="169"/>
                  <a:pt x="90" y="168"/>
                  <a:pt x="89" y="169"/>
                </a:cubicBezTo>
                <a:cubicBezTo>
                  <a:pt x="89" y="169"/>
                  <a:pt x="88" y="170"/>
                  <a:pt x="88" y="171"/>
                </a:cubicBezTo>
                <a:close/>
                <a:moveTo>
                  <a:pt x="98" y="180"/>
                </a:moveTo>
                <a:cubicBezTo>
                  <a:pt x="99" y="179"/>
                  <a:pt x="99" y="180"/>
                  <a:pt x="100" y="180"/>
                </a:cubicBezTo>
                <a:cubicBezTo>
                  <a:pt x="99" y="179"/>
                  <a:pt x="98" y="179"/>
                  <a:pt x="98" y="180"/>
                </a:cubicBezTo>
                <a:close/>
                <a:moveTo>
                  <a:pt x="102" y="183"/>
                </a:moveTo>
                <a:cubicBezTo>
                  <a:pt x="102" y="182"/>
                  <a:pt x="101" y="182"/>
                  <a:pt x="102" y="182"/>
                </a:cubicBezTo>
                <a:cubicBezTo>
                  <a:pt x="102" y="182"/>
                  <a:pt x="102" y="183"/>
                  <a:pt x="102" y="182"/>
                </a:cubicBezTo>
                <a:cubicBezTo>
                  <a:pt x="102" y="182"/>
                  <a:pt x="101" y="182"/>
                  <a:pt x="101" y="182"/>
                </a:cubicBezTo>
                <a:cubicBezTo>
                  <a:pt x="102" y="182"/>
                  <a:pt x="101" y="183"/>
                  <a:pt x="102" y="183"/>
                </a:cubicBezTo>
                <a:close/>
                <a:moveTo>
                  <a:pt x="102" y="191"/>
                </a:moveTo>
                <a:cubicBezTo>
                  <a:pt x="102" y="191"/>
                  <a:pt x="104" y="189"/>
                  <a:pt x="104" y="188"/>
                </a:cubicBezTo>
                <a:cubicBezTo>
                  <a:pt x="103" y="187"/>
                  <a:pt x="103" y="186"/>
                  <a:pt x="102" y="187"/>
                </a:cubicBezTo>
                <a:cubicBezTo>
                  <a:pt x="104" y="188"/>
                  <a:pt x="101" y="190"/>
                  <a:pt x="102" y="191"/>
                </a:cubicBezTo>
                <a:close/>
                <a:moveTo>
                  <a:pt x="100" y="187"/>
                </a:moveTo>
                <a:cubicBezTo>
                  <a:pt x="100" y="187"/>
                  <a:pt x="99" y="187"/>
                  <a:pt x="100" y="187"/>
                </a:cubicBezTo>
                <a:cubicBezTo>
                  <a:pt x="100" y="187"/>
                  <a:pt x="101" y="187"/>
                  <a:pt x="101" y="187"/>
                </a:cubicBezTo>
                <a:cubicBezTo>
                  <a:pt x="100" y="187"/>
                  <a:pt x="100" y="187"/>
                  <a:pt x="100" y="187"/>
                </a:cubicBezTo>
                <a:close/>
                <a:moveTo>
                  <a:pt x="99" y="192"/>
                </a:moveTo>
                <a:cubicBezTo>
                  <a:pt x="97" y="193"/>
                  <a:pt x="94" y="197"/>
                  <a:pt x="94" y="198"/>
                </a:cubicBezTo>
                <a:cubicBezTo>
                  <a:pt x="95" y="197"/>
                  <a:pt x="96" y="196"/>
                  <a:pt x="97" y="194"/>
                </a:cubicBezTo>
                <a:cubicBezTo>
                  <a:pt x="97" y="195"/>
                  <a:pt x="97" y="195"/>
                  <a:pt x="97" y="194"/>
                </a:cubicBezTo>
                <a:cubicBezTo>
                  <a:pt x="98" y="192"/>
                  <a:pt x="101" y="192"/>
                  <a:pt x="102" y="189"/>
                </a:cubicBezTo>
                <a:cubicBezTo>
                  <a:pt x="101" y="189"/>
                  <a:pt x="101" y="190"/>
                  <a:pt x="101" y="190"/>
                </a:cubicBezTo>
                <a:cubicBezTo>
                  <a:pt x="100" y="189"/>
                  <a:pt x="102" y="189"/>
                  <a:pt x="102" y="188"/>
                </a:cubicBezTo>
                <a:cubicBezTo>
                  <a:pt x="100" y="189"/>
                  <a:pt x="100" y="191"/>
                  <a:pt x="98" y="191"/>
                </a:cubicBezTo>
                <a:cubicBezTo>
                  <a:pt x="99" y="191"/>
                  <a:pt x="99" y="192"/>
                  <a:pt x="99" y="192"/>
                </a:cubicBezTo>
                <a:close/>
                <a:moveTo>
                  <a:pt x="95" y="191"/>
                </a:moveTo>
                <a:cubicBezTo>
                  <a:pt x="96" y="191"/>
                  <a:pt x="95" y="192"/>
                  <a:pt x="96" y="192"/>
                </a:cubicBezTo>
                <a:cubicBezTo>
                  <a:pt x="96" y="191"/>
                  <a:pt x="98" y="191"/>
                  <a:pt x="97" y="190"/>
                </a:cubicBezTo>
                <a:cubicBezTo>
                  <a:pt x="98" y="190"/>
                  <a:pt x="98" y="189"/>
                  <a:pt x="98" y="189"/>
                </a:cubicBezTo>
                <a:cubicBezTo>
                  <a:pt x="98" y="189"/>
                  <a:pt x="97" y="189"/>
                  <a:pt x="98" y="189"/>
                </a:cubicBezTo>
                <a:cubicBezTo>
                  <a:pt x="98" y="189"/>
                  <a:pt x="99" y="189"/>
                  <a:pt x="100" y="188"/>
                </a:cubicBezTo>
                <a:cubicBezTo>
                  <a:pt x="99" y="187"/>
                  <a:pt x="99" y="187"/>
                  <a:pt x="99" y="187"/>
                </a:cubicBezTo>
                <a:cubicBezTo>
                  <a:pt x="98" y="187"/>
                  <a:pt x="99" y="188"/>
                  <a:pt x="98" y="188"/>
                </a:cubicBezTo>
                <a:cubicBezTo>
                  <a:pt x="98" y="187"/>
                  <a:pt x="96" y="189"/>
                  <a:pt x="97" y="190"/>
                </a:cubicBezTo>
                <a:cubicBezTo>
                  <a:pt x="96" y="190"/>
                  <a:pt x="96" y="190"/>
                  <a:pt x="96" y="190"/>
                </a:cubicBezTo>
                <a:cubicBezTo>
                  <a:pt x="96" y="190"/>
                  <a:pt x="97" y="190"/>
                  <a:pt x="96" y="191"/>
                </a:cubicBezTo>
                <a:cubicBezTo>
                  <a:pt x="96" y="190"/>
                  <a:pt x="96" y="190"/>
                  <a:pt x="96" y="190"/>
                </a:cubicBezTo>
                <a:cubicBezTo>
                  <a:pt x="96" y="191"/>
                  <a:pt x="96" y="191"/>
                  <a:pt x="95" y="191"/>
                </a:cubicBezTo>
                <a:close/>
                <a:moveTo>
                  <a:pt x="85" y="191"/>
                </a:moveTo>
                <a:cubicBezTo>
                  <a:pt x="85" y="194"/>
                  <a:pt x="82" y="195"/>
                  <a:pt x="81" y="197"/>
                </a:cubicBezTo>
                <a:cubicBezTo>
                  <a:pt x="82" y="198"/>
                  <a:pt x="82" y="197"/>
                  <a:pt x="82" y="197"/>
                </a:cubicBezTo>
                <a:cubicBezTo>
                  <a:pt x="84" y="195"/>
                  <a:pt x="85" y="193"/>
                  <a:pt x="87" y="192"/>
                </a:cubicBezTo>
                <a:cubicBezTo>
                  <a:pt x="87" y="192"/>
                  <a:pt x="87" y="193"/>
                  <a:pt x="88" y="193"/>
                </a:cubicBezTo>
                <a:cubicBezTo>
                  <a:pt x="88" y="193"/>
                  <a:pt x="89" y="191"/>
                  <a:pt x="90" y="191"/>
                </a:cubicBezTo>
                <a:cubicBezTo>
                  <a:pt x="89" y="190"/>
                  <a:pt x="89" y="190"/>
                  <a:pt x="89" y="190"/>
                </a:cubicBezTo>
                <a:cubicBezTo>
                  <a:pt x="89" y="191"/>
                  <a:pt x="88" y="193"/>
                  <a:pt x="87" y="192"/>
                </a:cubicBezTo>
                <a:cubicBezTo>
                  <a:pt x="87" y="191"/>
                  <a:pt x="88" y="190"/>
                  <a:pt x="89" y="189"/>
                </a:cubicBezTo>
                <a:cubicBezTo>
                  <a:pt x="88" y="189"/>
                  <a:pt x="88" y="188"/>
                  <a:pt x="87" y="189"/>
                </a:cubicBezTo>
                <a:cubicBezTo>
                  <a:pt x="88" y="189"/>
                  <a:pt x="87" y="190"/>
                  <a:pt x="88" y="190"/>
                </a:cubicBezTo>
                <a:cubicBezTo>
                  <a:pt x="87" y="190"/>
                  <a:pt x="88" y="190"/>
                  <a:pt x="87" y="190"/>
                </a:cubicBezTo>
                <a:cubicBezTo>
                  <a:pt x="86" y="190"/>
                  <a:pt x="86" y="192"/>
                  <a:pt x="85" y="191"/>
                </a:cubicBezTo>
                <a:cubicBezTo>
                  <a:pt x="86" y="191"/>
                  <a:pt x="86" y="191"/>
                  <a:pt x="86" y="191"/>
                </a:cubicBezTo>
                <a:cubicBezTo>
                  <a:pt x="85" y="191"/>
                  <a:pt x="86" y="191"/>
                  <a:pt x="85" y="191"/>
                </a:cubicBezTo>
                <a:close/>
                <a:moveTo>
                  <a:pt x="94" y="201"/>
                </a:moveTo>
                <a:cubicBezTo>
                  <a:pt x="95" y="200"/>
                  <a:pt x="94" y="199"/>
                  <a:pt x="95" y="200"/>
                </a:cubicBezTo>
                <a:cubicBezTo>
                  <a:pt x="95" y="199"/>
                  <a:pt x="95" y="199"/>
                  <a:pt x="96" y="199"/>
                </a:cubicBezTo>
                <a:cubicBezTo>
                  <a:pt x="94" y="198"/>
                  <a:pt x="94" y="200"/>
                  <a:pt x="94" y="201"/>
                </a:cubicBezTo>
                <a:close/>
                <a:moveTo>
                  <a:pt x="93" y="198"/>
                </a:moveTo>
                <a:cubicBezTo>
                  <a:pt x="93" y="199"/>
                  <a:pt x="93" y="199"/>
                  <a:pt x="92" y="199"/>
                </a:cubicBezTo>
                <a:cubicBezTo>
                  <a:pt x="93" y="200"/>
                  <a:pt x="91" y="200"/>
                  <a:pt x="92" y="200"/>
                </a:cubicBezTo>
                <a:cubicBezTo>
                  <a:pt x="92" y="199"/>
                  <a:pt x="94" y="199"/>
                  <a:pt x="93" y="198"/>
                </a:cubicBezTo>
                <a:close/>
                <a:moveTo>
                  <a:pt x="91" y="201"/>
                </a:moveTo>
                <a:cubicBezTo>
                  <a:pt x="91" y="202"/>
                  <a:pt x="91" y="201"/>
                  <a:pt x="90" y="201"/>
                </a:cubicBezTo>
                <a:cubicBezTo>
                  <a:pt x="90" y="202"/>
                  <a:pt x="91" y="202"/>
                  <a:pt x="91" y="202"/>
                </a:cubicBezTo>
                <a:cubicBezTo>
                  <a:pt x="91" y="202"/>
                  <a:pt x="91" y="202"/>
                  <a:pt x="91" y="203"/>
                </a:cubicBezTo>
                <a:cubicBezTo>
                  <a:pt x="91" y="202"/>
                  <a:pt x="92" y="202"/>
                  <a:pt x="91" y="202"/>
                </a:cubicBezTo>
                <a:cubicBezTo>
                  <a:pt x="92" y="201"/>
                  <a:pt x="92" y="202"/>
                  <a:pt x="92" y="201"/>
                </a:cubicBezTo>
                <a:cubicBezTo>
                  <a:pt x="92" y="201"/>
                  <a:pt x="92" y="201"/>
                  <a:pt x="92" y="201"/>
                </a:cubicBezTo>
                <a:cubicBezTo>
                  <a:pt x="92" y="200"/>
                  <a:pt x="92" y="201"/>
                  <a:pt x="93" y="201"/>
                </a:cubicBezTo>
                <a:cubicBezTo>
                  <a:pt x="93" y="200"/>
                  <a:pt x="93" y="200"/>
                  <a:pt x="93" y="200"/>
                </a:cubicBezTo>
                <a:cubicBezTo>
                  <a:pt x="92" y="199"/>
                  <a:pt x="92" y="201"/>
                  <a:pt x="91" y="201"/>
                </a:cubicBezTo>
                <a:close/>
                <a:moveTo>
                  <a:pt x="87" y="202"/>
                </a:moveTo>
                <a:cubicBezTo>
                  <a:pt x="87" y="203"/>
                  <a:pt x="86" y="204"/>
                  <a:pt x="86" y="205"/>
                </a:cubicBezTo>
                <a:cubicBezTo>
                  <a:pt x="88" y="203"/>
                  <a:pt x="89" y="204"/>
                  <a:pt x="90" y="205"/>
                </a:cubicBezTo>
                <a:cubicBezTo>
                  <a:pt x="89" y="204"/>
                  <a:pt x="90" y="204"/>
                  <a:pt x="90" y="204"/>
                </a:cubicBezTo>
                <a:cubicBezTo>
                  <a:pt x="90" y="204"/>
                  <a:pt x="89" y="204"/>
                  <a:pt x="89" y="203"/>
                </a:cubicBezTo>
                <a:cubicBezTo>
                  <a:pt x="89" y="204"/>
                  <a:pt x="89" y="203"/>
                  <a:pt x="88" y="203"/>
                </a:cubicBezTo>
                <a:cubicBezTo>
                  <a:pt x="88" y="203"/>
                  <a:pt x="88" y="203"/>
                  <a:pt x="88" y="203"/>
                </a:cubicBezTo>
                <a:cubicBezTo>
                  <a:pt x="88" y="203"/>
                  <a:pt x="88" y="203"/>
                  <a:pt x="88" y="203"/>
                </a:cubicBezTo>
                <a:cubicBezTo>
                  <a:pt x="88" y="203"/>
                  <a:pt x="88" y="202"/>
                  <a:pt x="89" y="202"/>
                </a:cubicBezTo>
                <a:cubicBezTo>
                  <a:pt x="87" y="202"/>
                  <a:pt x="88" y="201"/>
                  <a:pt x="87" y="202"/>
                </a:cubicBezTo>
                <a:close/>
                <a:moveTo>
                  <a:pt x="64" y="186"/>
                </a:move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4" y="186"/>
                  <a:pt x="64" y="186"/>
                </a:cubicBezTo>
                <a:close/>
                <a:moveTo>
                  <a:pt x="86" y="208"/>
                </a:moveTo>
                <a:cubicBezTo>
                  <a:pt x="86" y="208"/>
                  <a:pt x="86" y="207"/>
                  <a:pt x="86" y="207"/>
                </a:cubicBezTo>
                <a:cubicBezTo>
                  <a:pt x="85" y="207"/>
                  <a:pt x="87" y="207"/>
                  <a:pt x="87" y="206"/>
                </a:cubicBezTo>
                <a:cubicBezTo>
                  <a:pt x="86" y="206"/>
                  <a:pt x="85" y="208"/>
                  <a:pt x="86" y="208"/>
                </a:cubicBezTo>
                <a:close/>
                <a:moveTo>
                  <a:pt x="84" y="206"/>
                </a:moveTo>
                <a:cubicBezTo>
                  <a:pt x="84" y="206"/>
                  <a:pt x="84" y="207"/>
                  <a:pt x="85" y="206"/>
                </a:cubicBezTo>
                <a:cubicBezTo>
                  <a:pt x="84" y="206"/>
                  <a:pt x="84" y="205"/>
                  <a:pt x="84" y="206"/>
                </a:cubicBezTo>
                <a:cubicBezTo>
                  <a:pt x="84" y="206"/>
                  <a:pt x="83" y="205"/>
                  <a:pt x="84" y="206"/>
                </a:cubicBezTo>
                <a:close/>
                <a:moveTo>
                  <a:pt x="79" y="215"/>
                </a:moveTo>
                <a:cubicBezTo>
                  <a:pt x="79" y="215"/>
                  <a:pt x="79" y="215"/>
                  <a:pt x="80" y="215"/>
                </a:cubicBezTo>
                <a:cubicBezTo>
                  <a:pt x="80" y="214"/>
                  <a:pt x="82" y="213"/>
                  <a:pt x="81" y="212"/>
                </a:cubicBezTo>
                <a:cubicBezTo>
                  <a:pt x="81" y="212"/>
                  <a:pt x="81" y="212"/>
                  <a:pt x="81" y="212"/>
                </a:cubicBezTo>
                <a:cubicBezTo>
                  <a:pt x="81" y="212"/>
                  <a:pt x="80" y="212"/>
                  <a:pt x="80" y="212"/>
                </a:cubicBezTo>
                <a:cubicBezTo>
                  <a:pt x="81" y="212"/>
                  <a:pt x="81" y="212"/>
                  <a:pt x="81" y="213"/>
                </a:cubicBezTo>
                <a:cubicBezTo>
                  <a:pt x="80" y="212"/>
                  <a:pt x="80" y="213"/>
                  <a:pt x="80" y="212"/>
                </a:cubicBezTo>
                <a:cubicBezTo>
                  <a:pt x="79" y="212"/>
                  <a:pt x="79" y="212"/>
                  <a:pt x="79" y="213"/>
                </a:cubicBezTo>
                <a:cubicBezTo>
                  <a:pt x="79" y="214"/>
                  <a:pt x="77" y="216"/>
                  <a:pt x="76" y="217"/>
                </a:cubicBezTo>
                <a:cubicBezTo>
                  <a:pt x="77" y="217"/>
                  <a:pt x="77" y="216"/>
                  <a:pt x="77" y="217"/>
                </a:cubicBezTo>
                <a:cubicBezTo>
                  <a:pt x="77" y="217"/>
                  <a:pt x="77" y="217"/>
                  <a:pt x="77" y="217"/>
                </a:cubicBezTo>
                <a:cubicBezTo>
                  <a:pt x="77" y="217"/>
                  <a:pt x="78" y="216"/>
                  <a:pt x="79" y="216"/>
                </a:cubicBezTo>
                <a:cubicBezTo>
                  <a:pt x="78" y="216"/>
                  <a:pt x="78" y="215"/>
                  <a:pt x="78" y="215"/>
                </a:cubicBezTo>
                <a:cubicBezTo>
                  <a:pt x="79" y="215"/>
                  <a:pt x="78" y="215"/>
                  <a:pt x="79" y="215"/>
                </a:cubicBezTo>
                <a:cubicBezTo>
                  <a:pt x="79" y="215"/>
                  <a:pt x="79" y="215"/>
                  <a:pt x="79" y="215"/>
                </a:cubicBezTo>
                <a:close/>
                <a:moveTo>
                  <a:pt x="74" y="207"/>
                </a:moveTo>
                <a:cubicBezTo>
                  <a:pt x="73" y="207"/>
                  <a:pt x="73" y="208"/>
                  <a:pt x="72" y="207"/>
                </a:cubicBezTo>
                <a:cubicBezTo>
                  <a:pt x="71" y="209"/>
                  <a:pt x="70" y="210"/>
                  <a:pt x="69" y="210"/>
                </a:cubicBezTo>
                <a:cubicBezTo>
                  <a:pt x="68" y="211"/>
                  <a:pt x="69" y="210"/>
                  <a:pt x="69" y="211"/>
                </a:cubicBezTo>
                <a:cubicBezTo>
                  <a:pt x="68" y="211"/>
                  <a:pt x="69" y="212"/>
                  <a:pt x="68" y="212"/>
                </a:cubicBezTo>
                <a:cubicBezTo>
                  <a:pt x="69" y="212"/>
                  <a:pt x="69" y="211"/>
                  <a:pt x="68" y="211"/>
                </a:cubicBezTo>
                <a:cubicBezTo>
                  <a:pt x="68" y="212"/>
                  <a:pt x="67" y="212"/>
                  <a:pt x="68" y="213"/>
                </a:cubicBezTo>
                <a:cubicBezTo>
                  <a:pt x="68" y="213"/>
                  <a:pt x="68" y="213"/>
                  <a:pt x="68" y="213"/>
                </a:cubicBezTo>
                <a:cubicBezTo>
                  <a:pt x="69" y="212"/>
                  <a:pt x="69" y="213"/>
                  <a:pt x="69" y="214"/>
                </a:cubicBezTo>
                <a:cubicBezTo>
                  <a:pt x="70" y="213"/>
                  <a:pt x="70" y="211"/>
                  <a:pt x="71" y="211"/>
                </a:cubicBezTo>
                <a:cubicBezTo>
                  <a:pt x="70" y="211"/>
                  <a:pt x="70" y="212"/>
                  <a:pt x="70" y="212"/>
                </a:cubicBezTo>
                <a:cubicBezTo>
                  <a:pt x="71" y="212"/>
                  <a:pt x="71" y="212"/>
                  <a:pt x="71" y="212"/>
                </a:cubicBezTo>
                <a:cubicBezTo>
                  <a:pt x="71" y="213"/>
                  <a:pt x="70" y="213"/>
                  <a:pt x="71" y="214"/>
                </a:cubicBezTo>
                <a:cubicBezTo>
                  <a:pt x="69" y="213"/>
                  <a:pt x="70" y="215"/>
                  <a:pt x="69" y="216"/>
                </a:cubicBezTo>
                <a:cubicBezTo>
                  <a:pt x="68" y="217"/>
                  <a:pt x="66" y="218"/>
                  <a:pt x="67" y="219"/>
                </a:cubicBezTo>
                <a:cubicBezTo>
                  <a:pt x="65" y="219"/>
                  <a:pt x="64" y="222"/>
                  <a:pt x="62" y="223"/>
                </a:cubicBezTo>
                <a:cubicBezTo>
                  <a:pt x="63" y="223"/>
                  <a:pt x="62" y="223"/>
                  <a:pt x="63" y="223"/>
                </a:cubicBezTo>
                <a:cubicBezTo>
                  <a:pt x="63" y="223"/>
                  <a:pt x="62" y="225"/>
                  <a:pt x="63" y="225"/>
                </a:cubicBezTo>
                <a:cubicBezTo>
                  <a:pt x="63" y="224"/>
                  <a:pt x="63" y="223"/>
                  <a:pt x="64" y="223"/>
                </a:cubicBezTo>
                <a:cubicBezTo>
                  <a:pt x="64" y="221"/>
                  <a:pt x="67" y="221"/>
                  <a:pt x="67" y="219"/>
                </a:cubicBezTo>
                <a:cubicBezTo>
                  <a:pt x="68" y="218"/>
                  <a:pt x="68" y="218"/>
                  <a:pt x="69" y="217"/>
                </a:cubicBezTo>
                <a:cubicBezTo>
                  <a:pt x="69" y="217"/>
                  <a:pt x="68" y="217"/>
                  <a:pt x="69" y="216"/>
                </a:cubicBezTo>
                <a:cubicBezTo>
                  <a:pt x="70" y="217"/>
                  <a:pt x="69" y="216"/>
                  <a:pt x="69" y="216"/>
                </a:cubicBezTo>
                <a:cubicBezTo>
                  <a:pt x="70" y="216"/>
                  <a:pt x="73" y="213"/>
                  <a:pt x="72" y="212"/>
                </a:cubicBezTo>
                <a:cubicBezTo>
                  <a:pt x="73" y="212"/>
                  <a:pt x="73" y="212"/>
                  <a:pt x="73" y="212"/>
                </a:cubicBezTo>
                <a:cubicBezTo>
                  <a:pt x="73" y="211"/>
                  <a:pt x="73" y="210"/>
                  <a:pt x="72" y="210"/>
                </a:cubicBezTo>
                <a:cubicBezTo>
                  <a:pt x="73" y="210"/>
                  <a:pt x="73" y="210"/>
                  <a:pt x="73" y="211"/>
                </a:cubicBezTo>
                <a:cubicBezTo>
                  <a:pt x="72" y="210"/>
                  <a:pt x="72" y="211"/>
                  <a:pt x="72" y="211"/>
                </a:cubicBezTo>
                <a:cubicBezTo>
                  <a:pt x="72" y="210"/>
                  <a:pt x="72" y="209"/>
                  <a:pt x="72" y="209"/>
                </a:cubicBezTo>
                <a:cubicBezTo>
                  <a:pt x="72" y="210"/>
                  <a:pt x="71" y="210"/>
                  <a:pt x="71" y="210"/>
                </a:cubicBezTo>
                <a:cubicBezTo>
                  <a:pt x="72" y="210"/>
                  <a:pt x="71" y="209"/>
                  <a:pt x="72" y="209"/>
                </a:cubicBezTo>
                <a:cubicBezTo>
                  <a:pt x="73" y="209"/>
                  <a:pt x="72" y="207"/>
                  <a:pt x="74" y="208"/>
                </a:cubicBezTo>
                <a:cubicBezTo>
                  <a:pt x="74" y="208"/>
                  <a:pt x="74" y="207"/>
                  <a:pt x="74" y="207"/>
                </a:cubicBezTo>
                <a:close/>
                <a:moveTo>
                  <a:pt x="64" y="211"/>
                </a:moveTo>
                <a:cubicBezTo>
                  <a:pt x="66" y="211"/>
                  <a:pt x="67" y="206"/>
                  <a:pt x="68" y="207"/>
                </a:cubicBezTo>
                <a:cubicBezTo>
                  <a:pt x="68" y="206"/>
                  <a:pt x="70" y="205"/>
                  <a:pt x="69" y="204"/>
                </a:cubicBezTo>
                <a:cubicBezTo>
                  <a:pt x="68" y="206"/>
                  <a:pt x="66" y="208"/>
                  <a:pt x="64" y="211"/>
                </a:cubicBezTo>
                <a:close/>
                <a:moveTo>
                  <a:pt x="73" y="215"/>
                </a:moveTo>
                <a:cubicBezTo>
                  <a:pt x="73" y="215"/>
                  <a:pt x="74" y="214"/>
                  <a:pt x="73" y="214"/>
                </a:cubicBezTo>
                <a:cubicBezTo>
                  <a:pt x="73" y="215"/>
                  <a:pt x="72" y="214"/>
                  <a:pt x="72" y="215"/>
                </a:cubicBezTo>
                <a:cubicBezTo>
                  <a:pt x="72" y="215"/>
                  <a:pt x="71" y="215"/>
                  <a:pt x="71" y="217"/>
                </a:cubicBezTo>
                <a:cubicBezTo>
                  <a:pt x="71" y="217"/>
                  <a:pt x="71" y="217"/>
                  <a:pt x="71" y="217"/>
                </a:cubicBezTo>
                <a:cubicBezTo>
                  <a:pt x="72" y="217"/>
                  <a:pt x="73" y="215"/>
                  <a:pt x="74" y="216"/>
                </a:cubicBezTo>
                <a:cubicBezTo>
                  <a:pt x="74" y="216"/>
                  <a:pt x="74" y="215"/>
                  <a:pt x="75" y="215"/>
                </a:cubicBezTo>
                <a:cubicBezTo>
                  <a:pt x="74" y="214"/>
                  <a:pt x="74" y="214"/>
                  <a:pt x="74" y="213"/>
                </a:cubicBezTo>
                <a:cubicBezTo>
                  <a:pt x="75" y="213"/>
                  <a:pt x="75" y="212"/>
                  <a:pt x="76" y="212"/>
                </a:cubicBezTo>
                <a:cubicBezTo>
                  <a:pt x="75" y="212"/>
                  <a:pt x="76" y="211"/>
                  <a:pt x="76" y="211"/>
                </a:cubicBezTo>
                <a:cubicBezTo>
                  <a:pt x="75" y="211"/>
                  <a:pt x="74" y="213"/>
                  <a:pt x="73" y="214"/>
                </a:cubicBezTo>
                <a:cubicBezTo>
                  <a:pt x="74" y="214"/>
                  <a:pt x="74" y="215"/>
                  <a:pt x="73" y="215"/>
                </a:cubicBezTo>
                <a:close/>
                <a:moveTo>
                  <a:pt x="74" y="210"/>
                </a:moveTo>
                <a:cubicBezTo>
                  <a:pt x="74" y="210"/>
                  <a:pt x="74" y="210"/>
                  <a:pt x="74" y="210"/>
                </a:cubicBezTo>
                <a:cubicBezTo>
                  <a:pt x="75" y="211"/>
                  <a:pt x="75" y="211"/>
                  <a:pt x="75" y="211"/>
                </a:cubicBezTo>
                <a:cubicBezTo>
                  <a:pt x="75" y="210"/>
                  <a:pt x="75" y="210"/>
                  <a:pt x="75" y="210"/>
                </a:cubicBezTo>
                <a:cubicBezTo>
                  <a:pt x="75" y="210"/>
                  <a:pt x="75" y="210"/>
                  <a:pt x="75" y="210"/>
                </a:cubicBezTo>
                <a:cubicBezTo>
                  <a:pt x="75" y="210"/>
                  <a:pt x="74" y="210"/>
                  <a:pt x="74" y="210"/>
                </a:cubicBezTo>
                <a:close/>
                <a:moveTo>
                  <a:pt x="48" y="194"/>
                </a:moveTo>
                <a:cubicBezTo>
                  <a:pt x="47" y="194"/>
                  <a:pt x="49" y="193"/>
                  <a:pt x="48" y="193"/>
                </a:cubicBezTo>
                <a:cubicBezTo>
                  <a:pt x="47" y="193"/>
                  <a:pt x="47" y="195"/>
                  <a:pt x="48" y="194"/>
                </a:cubicBezTo>
                <a:close/>
                <a:moveTo>
                  <a:pt x="75" y="220"/>
                </a:moveTo>
                <a:cubicBezTo>
                  <a:pt x="76" y="219"/>
                  <a:pt x="77" y="219"/>
                  <a:pt x="77" y="217"/>
                </a:cubicBezTo>
                <a:cubicBezTo>
                  <a:pt x="76" y="218"/>
                  <a:pt x="75" y="219"/>
                  <a:pt x="75" y="220"/>
                </a:cubicBezTo>
                <a:close/>
                <a:moveTo>
                  <a:pt x="39" y="198"/>
                </a:moveTo>
                <a:cubicBezTo>
                  <a:pt x="39" y="199"/>
                  <a:pt x="39" y="198"/>
                  <a:pt x="39" y="199"/>
                </a:cubicBezTo>
                <a:cubicBezTo>
                  <a:pt x="40" y="199"/>
                  <a:pt x="40" y="198"/>
                  <a:pt x="40" y="198"/>
                </a:cubicBezTo>
                <a:cubicBezTo>
                  <a:pt x="40" y="198"/>
                  <a:pt x="39" y="198"/>
                  <a:pt x="39" y="198"/>
                </a:cubicBezTo>
                <a:close/>
                <a:moveTo>
                  <a:pt x="67" y="230"/>
                </a:moveTo>
                <a:cubicBezTo>
                  <a:pt x="68" y="230"/>
                  <a:pt x="68" y="229"/>
                  <a:pt x="67" y="229"/>
                </a:cubicBezTo>
                <a:cubicBezTo>
                  <a:pt x="67" y="229"/>
                  <a:pt x="66" y="229"/>
                  <a:pt x="67" y="230"/>
                </a:cubicBezTo>
                <a:cubicBezTo>
                  <a:pt x="67" y="230"/>
                  <a:pt x="67" y="230"/>
                  <a:pt x="67" y="230"/>
                </a:cubicBezTo>
                <a:cubicBezTo>
                  <a:pt x="68" y="230"/>
                  <a:pt x="71" y="228"/>
                  <a:pt x="70" y="227"/>
                </a:cubicBezTo>
                <a:cubicBezTo>
                  <a:pt x="70" y="228"/>
                  <a:pt x="69" y="228"/>
                  <a:pt x="68" y="228"/>
                </a:cubicBezTo>
                <a:cubicBezTo>
                  <a:pt x="68" y="228"/>
                  <a:pt x="67" y="228"/>
                  <a:pt x="68" y="227"/>
                </a:cubicBezTo>
                <a:cubicBezTo>
                  <a:pt x="67" y="228"/>
                  <a:pt x="67" y="229"/>
                  <a:pt x="68" y="229"/>
                </a:cubicBezTo>
                <a:cubicBezTo>
                  <a:pt x="68" y="229"/>
                  <a:pt x="68" y="229"/>
                  <a:pt x="68" y="230"/>
                </a:cubicBezTo>
                <a:cubicBezTo>
                  <a:pt x="68" y="229"/>
                  <a:pt x="67" y="230"/>
                  <a:pt x="67" y="230"/>
                </a:cubicBezTo>
                <a:close/>
                <a:moveTo>
                  <a:pt x="57" y="232"/>
                </a:moveTo>
                <a:cubicBezTo>
                  <a:pt x="56" y="231"/>
                  <a:pt x="57" y="233"/>
                  <a:pt x="56" y="233"/>
                </a:cubicBezTo>
                <a:cubicBezTo>
                  <a:pt x="56" y="233"/>
                  <a:pt x="57" y="233"/>
                  <a:pt x="57" y="232"/>
                </a:cubicBezTo>
                <a:cubicBezTo>
                  <a:pt x="57" y="231"/>
                  <a:pt x="60" y="229"/>
                  <a:pt x="61" y="228"/>
                </a:cubicBezTo>
                <a:cubicBezTo>
                  <a:pt x="60" y="228"/>
                  <a:pt x="60" y="227"/>
                  <a:pt x="60" y="227"/>
                </a:cubicBezTo>
                <a:cubicBezTo>
                  <a:pt x="61" y="227"/>
                  <a:pt x="62" y="226"/>
                  <a:pt x="62" y="226"/>
                </a:cubicBezTo>
                <a:cubicBezTo>
                  <a:pt x="61" y="226"/>
                  <a:pt x="61" y="226"/>
                  <a:pt x="60" y="226"/>
                </a:cubicBezTo>
                <a:cubicBezTo>
                  <a:pt x="61" y="226"/>
                  <a:pt x="61" y="227"/>
                  <a:pt x="61" y="227"/>
                </a:cubicBezTo>
                <a:cubicBezTo>
                  <a:pt x="59" y="228"/>
                  <a:pt x="58" y="230"/>
                  <a:pt x="57" y="232"/>
                </a:cubicBezTo>
                <a:close/>
                <a:moveTo>
                  <a:pt x="66" y="232"/>
                </a:moveTo>
                <a:cubicBezTo>
                  <a:pt x="67" y="232"/>
                  <a:pt x="65" y="232"/>
                  <a:pt x="65" y="231"/>
                </a:cubicBezTo>
                <a:cubicBezTo>
                  <a:pt x="66" y="232"/>
                  <a:pt x="64" y="232"/>
                  <a:pt x="64" y="233"/>
                </a:cubicBezTo>
                <a:cubicBezTo>
                  <a:pt x="65" y="233"/>
                  <a:pt x="65" y="233"/>
                  <a:pt x="66" y="233"/>
                </a:cubicBezTo>
                <a:cubicBezTo>
                  <a:pt x="65" y="232"/>
                  <a:pt x="65" y="233"/>
                  <a:pt x="65" y="233"/>
                </a:cubicBezTo>
                <a:cubicBezTo>
                  <a:pt x="65" y="232"/>
                  <a:pt x="65" y="232"/>
                  <a:pt x="66" y="232"/>
                </a:cubicBezTo>
                <a:cubicBezTo>
                  <a:pt x="66" y="232"/>
                  <a:pt x="66" y="232"/>
                  <a:pt x="66" y="233"/>
                </a:cubicBezTo>
                <a:cubicBezTo>
                  <a:pt x="67" y="232"/>
                  <a:pt x="68" y="232"/>
                  <a:pt x="67" y="231"/>
                </a:cubicBezTo>
                <a:cubicBezTo>
                  <a:pt x="67" y="231"/>
                  <a:pt x="67" y="232"/>
                  <a:pt x="66" y="232"/>
                </a:cubicBezTo>
                <a:close/>
                <a:moveTo>
                  <a:pt x="50" y="233"/>
                </a:moveTo>
                <a:cubicBezTo>
                  <a:pt x="50" y="232"/>
                  <a:pt x="50" y="232"/>
                  <a:pt x="50" y="232"/>
                </a:cubicBezTo>
                <a:cubicBezTo>
                  <a:pt x="49" y="233"/>
                  <a:pt x="49" y="233"/>
                  <a:pt x="49" y="233"/>
                </a:cubicBezTo>
                <a:cubicBezTo>
                  <a:pt x="49" y="233"/>
                  <a:pt x="49" y="233"/>
                  <a:pt x="49" y="233"/>
                </a:cubicBezTo>
                <a:cubicBezTo>
                  <a:pt x="48" y="233"/>
                  <a:pt x="48" y="234"/>
                  <a:pt x="47" y="235"/>
                </a:cubicBezTo>
                <a:cubicBezTo>
                  <a:pt x="48" y="233"/>
                  <a:pt x="49" y="231"/>
                  <a:pt x="50" y="229"/>
                </a:cubicBezTo>
                <a:cubicBezTo>
                  <a:pt x="52" y="228"/>
                  <a:pt x="53" y="226"/>
                  <a:pt x="55" y="224"/>
                </a:cubicBezTo>
                <a:cubicBezTo>
                  <a:pt x="55" y="225"/>
                  <a:pt x="54" y="226"/>
                  <a:pt x="53" y="227"/>
                </a:cubicBezTo>
                <a:cubicBezTo>
                  <a:pt x="52" y="228"/>
                  <a:pt x="53" y="228"/>
                  <a:pt x="52" y="229"/>
                </a:cubicBezTo>
                <a:cubicBezTo>
                  <a:pt x="52" y="229"/>
                  <a:pt x="52" y="230"/>
                  <a:pt x="52" y="229"/>
                </a:cubicBezTo>
                <a:cubicBezTo>
                  <a:pt x="52" y="231"/>
                  <a:pt x="50" y="232"/>
                  <a:pt x="50" y="233"/>
                </a:cubicBezTo>
                <a:close/>
                <a:moveTo>
                  <a:pt x="51" y="231"/>
                </a:moveTo>
                <a:cubicBezTo>
                  <a:pt x="51" y="231"/>
                  <a:pt x="50" y="231"/>
                  <a:pt x="50" y="231"/>
                </a:cubicBezTo>
                <a:cubicBezTo>
                  <a:pt x="50" y="232"/>
                  <a:pt x="50" y="232"/>
                  <a:pt x="51" y="231"/>
                </a:cubicBezTo>
                <a:close/>
                <a:moveTo>
                  <a:pt x="47" y="227"/>
                </a:moveTo>
                <a:cubicBezTo>
                  <a:pt x="47" y="226"/>
                  <a:pt x="48" y="225"/>
                  <a:pt x="48" y="225"/>
                </a:cubicBezTo>
                <a:cubicBezTo>
                  <a:pt x="47" y="225"/>
                  <a:pt x="47" y="225"/>
                  <a:pt x="47" y="225"/>
                </a:cubicBezTo>
                <a:cubicBezTo>
                  <a:pt x="48" y="226"/>
                  <a:pt x="46" y="226"/>
                  <a:pt x="47" y="227"/>
                </a:cubicBezTo>
                <a:close/>
                <a:moveTo>
                  <a:pt x="64" y="239"/>
                </a:moveTo>
                <a:cubicBezTo>
                  <a:pt x="64" y="238"/>
                  <a:pt x="65" y="238"/>
                  <a:pt x="64" y="238"/>
                </a:cubicBezTo>
                <a:cubicBezTo>
                  <a:pt x="64" y="238"/>
                  <a:pt x="64" y="238"/>
                  <a:pt x="64" y="238"/>
                </a:cubicBezTo>
                <a:cubicBezTo>
                  <a:pt x="65" y="238"/>
                  <a:pt x="63" y="239"/>
                  <a:pt x="64" y="239"/>
                </a:cubicBezTo>
                <a:close/>
                <a:moveTo>
                  <a:pt x="54" y="231"/>
                </a:moveTo>
                <a:cubicBezTo>
                  <a:pt x="53" y="232"/>
                  <a:pt x="53" y="232"/>
                  <a:pt x="53" y="232"/>
                </a:cubicBezTo>
                <a:cubicBezTo>
                  <a:pt x="53" y="231"/>
                  <a:pt x="53" y="231"/>
                  <a:pt x="53" y="231"/>
                </a:cubicBezTo>
                <a:cubicBezTo>
                  <a:pt x="53" y="231"/>
                  <a:pt x="52" y="231"/>
                  <a:pt x="52" y="231"/>
                </a:cubicBezTo>
                <a:cubicBezTo>
                  <a:pt x="52" y="232"/>
                  <a:pt x="53" y="232"/>
                  <a:pt x="52" y="232"/>
                </a:cubicBezTo>
                <a:cubicBezTo>
                  <a:pt x="51" y="232"/>
                  <a:pt x="51" y="234"/>
                  <a:pt x="50" y="235"/>
                </a:cubicBezTo>
                <a:cubicBezTo>
                  <a:pt x="50" y="235"/>
                  <a:pt x="51" y="236"/>
                  <a:pt x="51" y="235"/>
                </a:cubicBezTo>
                <a:cubicBezTo>
                  <a:pt x="52" y="235"/>
                  <a:pt x="50" y="235"/>
                  <a:pt x="51" y="235"/>
                </a:cubicBezTo>
                <a:cubicBezTo>
                  <a:pt x="51" y="235"/>
                  <a:pt x="52" y="235"/>
                  <a:pt x="52" y="234"/>
                </a:cubicBezTo>
                <a:cubicBezTo>
                  <a:pt x="51" y="234"/>
                  <a:pt x="51" y="234"/>
                  <a:pt x="51" y="233"/>
                </a:cubicBezTo>
                <a:cubicBezTo>
                  <a:pt x="52" y="233"/>
                  <a:pt x="52" y="232"/>
                  <a:pt x="53" y="232"/>
                </a:cubicBezTo>
                <a:cubicBezTo>
                  <a:pt x="53" y="232"/>
                  <a:pt x="53" y="233"/>
                  <a:pt x="53" y="233"/>
                </a:cubicBezTo>
                <a:cubicBezTo>
                  <a:pt x="54" y="232"/>
                  <a:pt x="54" y="231"/>
                  <a:pt x="53" y="231"/>
                </a:cubicBezTo>
                <a:cubicBezTo>
                  <a:pt x="53" y="231"/>
                  <a:pt x="54" y="231"/>
                  <a:pt x="54" y="231"/>
                </a:cubicBezTo>
                <a:close/>
                <a:moveTo>
                  <a:pt x="53" y="236"/>
                </a:moveTo>
                <a:cubicBezTo>
                  <a:pt x="54" y="237"/>
                  <a:pt x="51" y="238"/>
                  <a:pt x="52" y="239"/>
                </a:cubicBezTo>
                <a:cubicBezTo>
                  <a:pt x="53" y="237"/>
                  <a:pt x="55" y="235"/>
                  <a:pt x="56" y="233"/>
                </a:cubicBezTo>
                <a:cubicBezTo>
                  <a:pt x="55" y="234"/>
                  <a:pt x="55" y="235"/>
                  <a:pt x="54" y="235"/>
                </a:cubicBezTo>
                <a:cubicBezTo>
                  <a:pt x="54" y="236"/>
                  <a:pt x="54" y="236"/>
                  <a:pt x="54" y="235"/>
                </a:cubicBezTo>
                <a:cubicBezTo>
                  <a:pt x="54" y="236"/>
                  <a:pt x="53" y="237"/>
                  <a:pt x="53" y="236"/>
                </a:cubicBezTo>
                <a:close/>
                <a:moveTo>
                  <a:pt x="59" y="240"/>
                </a:moveTo>
                <a:cubicBezTo>
                  <a:pt x="59" y="240"/>
                  <a:pt x="60" y="240"/>
                  <a:pt x="60" y="240"/>
                </a:cubicBezTo>
                <a:cubicBezTo>
                  <a:pt x="60" y="239"/>
                  <a:pt x="60" y="240"/>
                  <a:pt x="59" y="239"/>
                </a:cubicBezTo>
                <a:cubicBezTo>
                  <a:pt x="60" y="239"/>
                  <a:pt x="59" y="239"/>
                  <a:pt x="59" y="239"/>
                </a:cubicBezTo>
                <a:cubicBezTo>
                  <a:pt x="60" y="240"/>
                  <a:pt x="59" y="240"/>
                  <a:pt x="59" y="240"/>
                </a:cubicBezTo>
                <a:close/>
                <a:moveTo>
                  <a:pt x="46" y="234"/>
                </a:moveTo>
                <a:cubicBezTo>
                  <a:pt x="47" y="234"/>
                  <a:pt x="47" y="233"/>
                  <a:pt x="47" y="233"/>
                </a:cubicBezTo>
                <a:cubicBezTo>
                  <a:pt x="46" y="234"/>
                  <a:pt x="46" y="232"/>
                  <a:pt x="46" y="233"/>
                </a:cubicBezTo>
                <a:cubicBezTo>
                  <a:pt x="46" y="233"/>
                  <a:pt x="46" y="233"/>
                  <a:pt x="46" y="233"/>
                </a:cubicBezTo>
                <a:cubicBezTo>
                  <a:pt x="46" y="233"/>
                  <a:pt x="46" y="234"/>
                  <a:pt x="46" y="234"/>
                </a:cubicBezTo>
                <a:close/>
                <a:moveTo>
                  <a:pt x="48" y="236"/>
                </a:moveTo>
                <a:cubicBezTo>
                  <a:pt x="48" y="237"/>
                  <a:pt x="49" y="237"/>
                  <a:pt x="49" y="238"/>
                </a:cubicBezTo>
                <a:cubicBezTo>
                  <a:pt x="49" y="237"/>
                  <a:pt x="51" y="237"/>
                  <a:pt x="51" y="236"/>
                </a:cubicBezTo>
                <a:cubicBezTo>
                  <a:pt x="50" y="236"/>
                  <a:pt x="50" y="236"/>
                  <a:pt x="49" y="237"/>
                </a:cubicBezTo>
                <a:cubicBezTo>
                  <a:pt x="49" y="236"/>
                  <a:pt x="50" y="236"/>
                  <a:pt x="49" y="235"/>
                </a:cubicBezTo>
                <a:cubicBezTo>
                  <a:pt x="49" y="236"/>
                  <a:pt x="49" y="236"/>
                  <a:pt x="48" y="236"/>
                </a:cubicBezTo>
                <a:close/>
                <a:moveTo>
                  <a:pt x="24" y="224"/>
                </a:moveTo>
                <a:cubicBezTo>
                  <a:pt x="24" y="223"/>
                  <a:pt x="24" y="224"/>
                  <a:pt x="25" y="223"/>
                </a:cubicBezTo>
                <a:cubicBezTo>
                  <a:pt x="24" y="223"/>
                  <a:pt x="24" y="223"/>
                  <a:pt x="23" y="223"/>
                </a:cubicBezTo>
                <a:cubicBezTo>
                  <a:pt x="24" y="224"/>
                  <a:pt x="24" y="223"/>
                  <a:pt x="24" y="224"/>
                </a:cubicBezTo>
                <a:cubicBezTo>
                  <a:pt x="24" y="224"/>
                  <a:pt x="24" y="224"/>
                  <a:pt x="24" y="224"/>
                </a:cubicBezTo>
                <a:close/>
                <a:moveTo>
                  <a:pt x="17" y="230"/>
                </a:moveTo>
                <a:cubicBezTo>
                  <a:pt x="18" y="228"/>
                  <a:pt x="19" y="228"/>
                  <a:pt x="19" y="227"/>
                </a:cubicBezTo>
                <a:cubicBezTo>
                  <a:pt x="19" y="227"/>
                  <a:pt x="16" y="229"/>
                  <a:pt x="17" y="230"/>
                </a:cubicBezTo>
                <a:close/>
                <a:moveTo>
                  <a:pt x="45" y="246"/>
                </a:moveTo>
                <a:cubicBezTo>
                  <a:pt x="45" y="246"/>
                  <a:pt x="46" y="247"/>
                  <a:pt x="46" y="247"/>
                </a:cubicBezTo>
                <a:cubicBezTo>
                  <a:pt x="45" y="247"/>
                  <a:pt x="45" y="248"/>
                  <a:pt x="45" y="248"/>
                </a:cubicBezTo>
                <a:cubicBezTo>
                  <a:pt x="46" y="248"/>
                  <a:pt x="46" y="247"/>
                  <a:pt x="47" y="247"/>
                </a:cubicBezTo>
                <a:cubicBezTo>
                  <a:pt x="47" y="247"/>
                  <a:pt x="47" y="247"/>
                  <a:pt x="47" y="247"/>
                </a:cubicBezTo>
                <a:cubicBezTo>
                  <a:pt x="46" y="247"/>
                  <a:pt x="46" y="245"/>
                  <a:pt x="45" y="246"/>
                </a:cubicBezTo>
                <a:close/>
                <a:moveTo>
                  <a:pt x="19" y="231"/>
                </a:moveTo>
                <a:cubicBezTo>
                  <a:pt x="19" y="231"/>
                  <a:pt x="18" y="231"/>
                  <a:pt x="18" y="231"/>
                </a:cubicBezTo>
                <a:cubicBezTo>
                  <a:pt x="19" y="232"/>
                  <a:pt x="19" y="230"/>
                  <a:pt x="18" y="230"/>
                </a:cubicBezTo>
                <a:cubicBezTo>
                  <a:pt x="18" y="231"/>
                  <a:pt x="19" y="230"/>
                  <a:pt x="19" y="231"/>
                </a:cubicBezTo>
                <a:close/>
                <a:moveTo>
                  <a:pt x="18" y="232"/>
                </a:moveTo>
                <a:cubicBezTo>
                  <a:pt x="18" y="234"/>
                  <a:pt x="17" y="234"/>
                  <a:pt x="17" y="235"/>
                </a:cubicBezTo>
                <a:cubicBezTo>
                  <a:pt x="17" y="235"/>
                  <a:pt x="17" y="234"/>
                  <a:pt x="18" y="234"/>
                </a:cubicBezTo>
                <a:cubicBezTo>
                  <a:pt x="18" y="233"/>
                  <a:pt x="19" y="232"/>
                  <a:pt x="18" y="232"/>
                </a:cubicBezTo>
                <a:cubicBezTo>
                  <a:pt x="17" y="232"/>
                  <a:pt x="18" y="233"/>
                  <a:pt x="18" y="232"/>
                </a:cubicBezTo>
                <a:close/>
                <a:moveTo>
                  <a:pt x="4" y="256"/>
                </a:moveTo>
                <a:cubicBezTo>
                  <a:pt x="5" y="255"/>
                  <a:pt x="5" y="254"/>
                  <a:pt x="6" y="253"/>
                </a:cubicBezTo>
                <a:cubicBezTo>
                  <a:pt x="5" y="254"/>
                  <a:pt x="4" y="255"/>
                  <a:pt x="4" y="256"/>
                </a:cubicBezTo>
                <a:close/>
                <a:moveTo>
                  <a:pt x="5" y="258"/>
                </a:moveTo>
                <a:cubicBezTo>
                  <a:pt x="6" y="257"/>
                  <a:pt x="6" y="258"/>
                  <a:pt x="6" y="257"/>
                </a:cubicBezTo>
                <a:cubicBezTo>
                  <a:pt x="6" y="257"/>
                  <a:pt x="6" y="256"/>
                  <a:pt x="6" y="257"/>
                </a:cubicBezTo>
                <a:cubicBezTo>
                  <a:pt x="6" y="257"/>
                  <a:pt x="6" y="257"/>
                  <a:pt x="6" y="257"/>
                </a:cubicBezTo>
                <a:cubicBezTo>
                  <a:pt x="5" y="257"/>
                  <a:pt x="5" y="257"/>
                  <a:pt x="5" y="258"/>
                </a:cubicBezTo>
                <a:close/>
                <a:moveTo>
                  <a:pt x="810" y="264"/>
                </a:moveTo>
                <a:cubicBezTo>
                  <a:pt x="810" y="263"/>
                  <a:pt x="808" y="261"/>
                  <a:pt x="809" y="261"/>
                </a:cubicBezTo>
                <a:cubicBezTo>
                  <a:pt x="810" y="263"/>
                  <a:pt x="809" y="259"/>
                  <a:pt x="809" y="258"/>
                </a:cubicBezTo>
                <a:cubicBezTo>
                  <a:pt x="810" y="258"/>
                  <a:pt x="811" y="261"/>
                  <a:pt x="811" y="261"/>
                </a:cubicBezTo>
                <a:cubicBezTo>
                  <a:pt x="809" y="256"/>
                  <a:pt x="809" y="255"/>
                  <a:pt x="807" y="251"/>
                </a:cubicBezTo>
                <a:cubicBezTo>
                  <a:pt x="808" y="254"/>
                  <a:pt x="807" y="252"/>
                  <a:pt x="806" y="253"/>
                </a:cubicBezTo>
                <a:cubicBezTo>
                  <a:pt x="806" y="253"/>
                  <a:pt x="807" y="260"/>
                  <a:pt x="805" y="261"/>
                </a:cubicBezTo>
                <a:cubicBezTo>
                  <a:pt x="805" y="261"/>
                  <a:pt x="804" y="259"/>
                  <a:pt x="804" y="259"/>
                </a:cubicBezTo>
                <a:cubicBezTo>
                  <a:pt x="803" y="261"/>
                  <a:pt x="804" y="266"/>
                  <a:pt x="801" y="262"/>
                </a:cubicBezTo>
                <a:cubicBezTo>
                  <a:pt x="805" y="271"/>
                  <a:pt x="805" y="267"/>
                  <a:pt x="806" y="266"/>
                </a:cubicBezTo>
                <a:cubicBezTo>
                  <a:pt x="806" y="266"/>
                  <a:pt x="810" y="269"/>
                  <a:pt x="808" y="265"/>
                </a:cubicBezTo>
                <a:cubicBezTo>
                  <a:pt x="809" y="266"/>
                  <a:pt x="810" y="269"/>
                  <a:pt x="810" y="268"/>
                </a:cubicBezTo>
                <a:cubicBezTo>
                  <a:pt x="811" y="267"/>
                  <a:pt x="808" y="263"/>
                  <a:pt x="810" y="264"/>
                </a:cubicBezTo>
                <a:close/>
                <a:moveTo>
                  <a:pt x="440" y="4"/>
                </a:moveTo>
                <a:cubicBezTo>
                  <a:pt x="437" y="3"/>
                  <a:pt x="437" y="4"/>
                  <a:pt x="434" y="4"/>
                </a:cubicBezTo>
                <a:cubicBezTo>
                  <a:pt x="434" y="3"/>
                  <a:pt x="433" y="3"/>
                  <a:pt x="433" y="3"/>
                </a:cubicBezTo>
                <a:cubicBezTo>
                  <a:pt x="435" y="3"/>
                  <a:pt x="437" y="3"/>
                  <a:pt x="438" y="2"/>
                </a:cubicBezTo>
                <a:cubicBezTo>
                  <a:pt x="434" y="2"/>
                  <a:pt x="429" y="3"/>
                  <a:pt x="425" y="3"/>
                </a:cubicBezTo>
                <a:cubicBezTo>
                  <a:pt x="428" y="3"/>
                  <a:pt x="433" y="4"/>
                  <a:pt x="437" y="4"/>
                </a:cubicBezTo>
                <a:cubicBezTo>
                  <a:pt x="436" y="4"/>
                  <a:pt x="434" y="4"/>
                  <a:pt x="434" y="4"/>
                </a:cubicBezTo>
                <a:cubicBezTo>
                  <a:pt x="439" y="4"/>
                  <a:pt x="441" y="4"/>
                  <a:pt x="443" y="5"/>
                </a:cubicBezTo>
                <a:cubicBezTo>
                  <a:pt x="442" y="4"/>
                  <a:pt x="446" y="5"/>
                  <a:pt x="446" y="5"/>
                </a:cubicBezTo>
                <a:cubicBezTo>
                  <a:pt x="444" y="4"/>
                  <a:pt x="444" y="5"/>
                  <a:pt x="440" y="4"/>
                </a:cubicBezTo>
                <a:close/>
                <a:moveTo>
                  <a:pt x="399" y="5"/>
                </a:moveTo>
                <a:cubicBezTo>
                  <a:pt x="398" y="4"/>
                  <a:pt x="401" y="4"/>
                  <a:pt x="398" y="4"/>
                </a:cubicBezTo>
                <a:cubicBezTo>
                  <a:pt x="393" y="5"/>
                  <a:pt x="386" y="4"/>
                  <a:pt x="382" y="5"/>
                </a:cubicBezTo>
                <a:cubicBezTo>
                  <a:pt x="385" y="5"/>
                  <a:pt x="389" y="5"/>
                  <a:pt x="390" y="6"/>
                </a:cubicBezTo>
                <a:cubicBezTo>
                  <a:pt x="395" y="5"/>
                  <a:pt x="398" y="6"/>
                  <a:pt x="400" y="5"/>
                </a:cubicBezTo>
                <a:lnTo>
                  <a:pt x="399" y="5"/>
                </a:lnTo>
                <a:close/>
                <a:moveTo>
                  <a:pt x="142" y="101"/>
                </a:moveTo>
                <a:cubicBezTo>
                  <a:pt x="142" y="102"/>
                  <a:pt x="141" y="103"/>
                  <a:pt x="143" y="102"/>
                </a:cubicBezTo>
                <a:cubicBezTo>
                  <a:pt x="147" y="98"/>
                  <a:pt x="152" y="95"/>
                  <a:pt x="156" y="91"/>
                </a:cubicBezTo>
                <a:cubicBezTo>
                  <a:pt x="154" y="92"/>
                  <a:pt x="153" y="93"/>
                  <a:pt x="152" y="94"/>
                </a:cubicBezTo>
                <a:cubicBezTo>
                  <a:pt x="153" y="93"/>
                  <a:pt x="154" y="92"/>
                  <a:pt x="154" y="91"/>
                </a:cubicBezTo>
                <a:cubicBezTo>
                  <a:pt x="149" y="95"/>
                  <a:pt x="141" y="101"/>
                  <a:pt x="134" y="107"/>
                </a:cubicBezTo>
                <a:cubicBezTo>
                  <a:pt x="135" y="107"/>
                  <a:pt x="140" y="103"/>
                  <a:pt x="142" y="101"/>
                </a:cubicBezTo>
                <a:close/>
                <a:moveTo>
                  <a:pt x="84" y="158"/>
                </a:moveTo>
                <a:cubicBezTo>
                  <a:pt x="84" y="159"/>
                  <a:pt x="84" y="160"/>
                  <a:pt x="83" y="160"/>
                </a:cubicBezTo>
                <a:cubicBezTo>
                  <a:pt x="83" y="161"/>
                  <a:pt x="83" y="162"/>
                  <a:pt x="84" y="161"/>
                </a:cubicBezTo>
                <a:cubicBezTo>
                  <a:pt x="84" y="161"/>
                  <a:pt x="84" y="161"/>
                  <a:pt x="84" y="161"/>
                </a:cubicBezTo>
                <a:cubicBezTo>
                  <a:pt x="84" y="160"/>
                  <a:pt x="84" y="160"/>
                  <a:pt x="84" y="160"/>
                </a:cubicBezTo>
                <a:cubicBezTo>
                  <a:pt x="85" y="160"/>
                  <a:pt x="84" y="161"/>
                  <a:pt x="85" y="161"/>
                </a:cubicBezTo>
                <a:cubicBezTo>
                  <a:pt x="85" y="160"/>
                  <a:pt x="86" y="160"/>
                  <a:pt x="85" y="160"/>
                </a:cubicBezTo>
                <a:cubicBezTo>
                  <a:pt x="85" y="160"/>
                  <a:pt x="85" y="160"/>
                  <a:pt x="85" y="160"/>
                </a:cubicBezTo>
                <a:cubicBezTo>
                  <a:pt x="85" y="160"/>
                  <a:pt x="85" y="159"/>
                  <a:pt x="85" y="159"/>
                </a:cubicBezTo>
                <a:cubicBezTo>
                  <a:pt x="85" y="159"/>
                  <a:pt x="86" y="159"/>
                  <a:pt x="87" y="158"/>
                </a:cubicBezTo>
                <a:cubicBezTo>
                  <a:pt x="85" y="159"/>
                  <a:pt x="86" y="157"/>
                  <a:pt x="84" y="158"/>
                </a:cubicBezTo>
                <a:close/>
                <a:moveTo>
                  <a:pt x="103" y="180"/>
                </a:moveTo>
                <a:cubicBezTo>
                  <a:pt x="102" y="180"/>
                  <a:pt x="102" y="181"/>
                  <a:pt x="102" y="181"/>
                </a:cubicBezTo>
                <a:cubicBezTo>
                  <a:pt x="102" y="181"/>
                  <a:pt x="103" y="181"/>
                  <a:pt x="103" y="181"/>
                </a:cubicBezTo>
                <a:cubicBezTo>
                  <a:pt x="103" y="181"/>
                  <a:pt x="102" y="181"/>
                  <a:pt x="103" y="182"/>
                </a:cubicBezTo>
                <a:cubicBezTo>
                  <a:pt x="103" y="182"/>
                  <a:pt x="103" y="181"/>
                  <a:pt x="104" y="181"/>
                </a:cubicBezTo>
                <a:cubicBezTo>
                  <a:pt x="103" y="182"/>
                  <a:pt x="103" y="182"/>
                  <a:pt x="103" y="183"/>
                </a:cubicBezTo>
                <a:cubicBezTo>
                  <a:pt x="103" y="182"/>
                  <a:pt x="104" y="182"/>
                  <a:pt x="104" y="181"/>
                </a:cubicBezTo>
                <a:cubicBezTo>
                  <a:pt x="103" y="182"/>
                  <a:pt x="104" y="180"/>
                  <a:pt x="103" y="180"/>
                </a:cubicBezTo>
                <a:close/>
                <a:moveTo>
                  <a:pt x="77" y="160"/>
                </a:moveTo>
                <a:cubicBezTo>
                  <a:pt x="79" y="161"/>
                  <a:pt x="79" y="158"/>
                  <a:pt x="80" y="158"/>
                </a:cubicBezTo>
                <a:cubicBezTo>
                  <a:pt x="80" y="157"/>
                  <a:pt x="80" y="157"/>
                  <a:pt x="80" y="157"/>
                </a:cubicBezTo>
                <a:cubicBezTo>
                  <a:pt x="79" y="157"/>
                  <a:pt x="78" y="159"/>
                  <a:pt x="77" y="160"/>
                </a:cubicBezTo>
                <a:close/>
                <a:moveTo>
                  <a:pt x="81" y="163"/>
                </a:moveTo>
                <a:cubicBezTo>
                  <a:pt x="81" y="163"/>
                  <a:pt x="81" y="164"/>
                  <a:pt x="81" y="164"/>
                </a:cubicBezTo>
                <a:cubicBezTo>
                  <a:pt x="81" y="164"/>
                  <a:pt x="80" y="165"/>
                  <a:pt x="80" y="165"/>
                </a:cubicBezTo>
                <a:cubicBezTo>
                  <a:pt x="82" y="164"/>
                  <a:pt x="83" y="163"/>
                  <a:pt x="83" y="162"/>
                </a:cubicBezTo>
                <a:cubicBezTo>
                  <a:pt x="83" y="161"/>
                  <a:pt x="83" y="161"/>
                  <a:pt x="82" y="161"/>
                </a:cubicBezTo>
                <a:cubicBezTo>
                  <a:pt x="81" y="161"/>
                  <a:pt x="82" y="163"/>
                  <a:pt x="81" y="163"/>
                </a:cubicBezTo>
                <a:close/>
                <a:moveTo>
                  <a:pt x="95" y="192"/>
                </a:moveTo>
                <a:cubicBezTo>
                  <a:pt x="95" y="192"/>
                  <a:pt x="95" y="192"/>
                  <a:pt x="94" y="192"/>
                </a:cubicBezTo>
                <a:cubicBezTo>
                  <a:pt x="94" y="192"/>
                  <a:pt x="94" y="193"/>
                  <a:pt x="94" y="193"/>
                </a:cubicBezTo>
                <a:cubicBezTo>
                  <a:pt x="93" y="193"/>
                  <a:pt x="93" y="194"/>
                  <a:pt x="94" y="194"/>
                </a:cubicBezTo>
                <a:cubicBezTo>
                  <a:pt x="93" y="194"/>
                  <a:pt x="91" y="196"/>
                  <a:pt x="91" y="197"/>
                </a:cubicBezTo>
                <a:cubicBezTo>
                  <a:pt x="91" y="197"/>
                  <a:pt x="91" y="197"/>
                  <a:pt x="91" y="197"/>
                </a:cubicBezTo>
                <a:cubicBezTo>
                  <a:pt x="91" y="198"/>
                  <a:pt x="90" y="198"/>
                  <a:pt x="90" y="199"/>
                </a:cubicBezTo>
                <a:cubicBezTo>
                  <a:pt x="91" y="197"/>
                  <a:pt x="92" y="197"/>
                  <a:pt x="93" y="197"/>
                </a:cubicBezTo>
                <a:cubicBezTo>
                  <a:pt x="93" y="197"/>
                  <a:pt x="93" y="197"/>
                  <a:pt x="93" y="196"/>
                </a:cubicBezTo>
                <a:cubicBezTo>
                  <a:pt x="93" y="196"/>
                  <a:pt x="94" y="195"/>
                  <a:pt x="94" y="195"/>
                </a:cubicBezTo>
                <a:cubicBezTo>
                  <a:pt x="94" y="195"/>
                  <a:pt x="94" y="195"/>
                  <a:pt x="94" y="196"/>
                </a:cubicBezTo>
                <a:cubicBezTo>
                  <a:pt x="95" y="194"/>
                  <a:pt x="95" y="192"/>
                  <a:pt x="96" y="193"/>
                </a:cubicBezTo>
                <a:cubicBezTo>
                  <a:pt x="96" y="193"/>
                  <a:pt x="96" y="193"/>
                  <a:pt x="96" y="193"/>
                </a:cubicBezTo>
                <a:cubicBezTo>
                  <a:pt x="97" y="193"/>
                  <a:pt x="97" y="193"/>
                  <a:pt x="97" y="192"/>
                </a:cubicBezTo>
                <a:cubicBezTo>
                  <a:pt x="96" y="193"/>
                  <a:pt x="97" y="192"/>
                  <a:pt x="96" y="192"/>
                </a:cubicBezTo>
                <a:cubicBezTo>
                  <a:pt x="96" y="193"/>
                  <a:pt x="96" y="192"/>
                  <a:pt x="95" y="192"/>
                </a:cubicBezTo>
                <a:close/>
                <a:moveTo>
                  <a:pt x="65" y="175"/>
                </a:moveTo>
                <a:cubicBezTo>
                  <a:pt x="64" y="175"/>
                  <a:pt x="64" y="175"/>
                  <a:pt x="63" y="175"/>
                </a:cubicBezTo>
                <a:cubicBezTo>
                  <a:pt x="63" y="175"/>
                  <a:pt x="63" y="175"/>
                  <a:pt x="63" y="176"/>
                </a:cubicBezTo>
                <a:cubicBezTo>
                  <a:pt x="64" y="176"/>
                  <a:pt x="64" y="176"/>
                  <a:pt x="64" y="177"/>
                </a:cubicBezTo>
                <a:cubicBezTo>
                  <a:pt x="65" y="175"/>
                  <a:pt x="66" y="175"/>
                  <a:pt x="67" y="173"/>
                </a:cubicBezTo>
                <a:cubicBezTo>
                  <a:pt x="65" y="173"/>
                  <a:pt x="66" y="174"/>
                  <a:pt x="65" y="175"/>
                </a:cubicBezTo>
                <a:close/>
                <a:moveTo>
                  <a:pt x="45" y="240"/>
                </a:moveTo>
                <a:cubicBezTo>
                  <a:pt x="46" y="241"/>
                  <a:pt x="46" y="241"/>
                  <a:pt x="46" y="241"/>
                </a:cubicBezTo>
                <a:cubicBezTo>
                  <a:pt x="45" y="241"/>
                  <a:pt x="45" y="242"/>
                  <a:pt x="44" y="243"/>
                </a:cubicBezTo>
                <a:cubicBezTo>
                  <a:pt x="44" y="243"/>
                  <a:pt x="43" y="243"/>
                  <a:pt x="43" y="243"/>
                </a:cubicBezTo>
                <a:cubicBezTo>
                  <a:pt x="43" y="244"/>
                  <a:pt x="43" y="244"/>
                  <a:pt x="42" y="245"/>
                </a:cubicBezTo>
                <a:cubicBezTo>
                  <a:pt x="43" y="245"/>
                  <a:pt x="43" y="245"/>
                  <a:pt x="44" y="244"/>
                </a:cubicBezTo>
                <a:cubicBezTo>
                  <a:pt x="44" y="244"/>
                  <a:pt x="44" y="244"/>
                  <a:pt x="44" y="244"/>
                </a:cubicBezTo>
                <a:cubicBezTo>
                  <a:pt x="44" y="244"/>
                  <a:pt x="45" y="243"/>
                  <a:pt x="45" y="244"/>
                </a:cubicBezTo>
                <a:cubicBezTo>
                  <a:pt x="45" y="241"/>
                  <a:pt x="47" y="241"/>
                  <a:pt x="48" y="239"/>
                </a:cubicBezTo>
                <a:cubicBezTo>
                  <a:pt x="47" y="238"/>
                  <a:pt x="48" y="238"/>
                  <a:pt x="48" y="237"/>
                </a:cubicBezTo>
                <a:cubicBezTo>
                  <a:pt x="47" y="238"/>
                  <a:pt x="47" y="240"/>
                  <a:pt x="45" y="240"/>
                </a:cubicBezTo>
                <a:close/>
                <a:moveTo>
                  <a:pt x="820" y="180"/>
                </a:moveTo>
                <a:cubicBezTo>
                  <a:pt x="820" y="181"/>
                  <a:pt x="820" y="181"/>
                  <a:pt x="820" y="181"/>
                </a:cubicBezTo>
                <a:cubicBezTo>
                  <a:pt x="821" y="181"/>
                  <a:pt x="820" y="180"/>
                  <a:pt x="820" y="180"/>
                </a:cubicBezTo>
                <a:close/>
                <a:moveTo>
                  <a:pt x="866" y="171"/>
                </a:moveTo>
                <a:cubicBezTo>
                  <a:pt x="865" y="171"/>
                  <a:pt x="865" y="172"/>
                  <a:pt x="865" y="172"/>
                </a:cubicBezTo>
                <a:cubicBezTo>
                  <a:pt x="865" y="172"/>
                  <a:pt x="866" y="172"/>
                  <a:pt x="866" y="171"/>
                </a:cubicBezTo>
                <a:close/>
                <a:moveTo>
                  <a:pt x="867" y="170"/>
                </a:moveTo>
                <a:cubicBezTo>
                  <a:pt x="867" y="170"/>
                  <a:pt x="866" y="171"/>
                  <a:pt x="866" y="171"/>
                </a:cubicBezTo>
                <a:cubicBezTo>
                  <a:pt x="867" y="171"/>
                  <a:pt x="867" y="170"/>
                  <a:pt x="867" y="170"/>
                </a:cubicBezTo>
                <a:close/>
                <a:moveTo>
                  <a:pt x="861" y="164"/>
                </a:moveTo>
                <a:cubicBezTo>
                  <a:pt x="861" y="164"/>
                  <a:pt x="861" y="165"/>
                  <a:pt x="861" y="165"/>
                </a:cubicBezTo>
                <a:cubicBezTo>
                  <a:pt x="861" y="164"/>
                  <a:pt x="861" y="164"/>
                  <a:pt x="861" y="164"/>
                </a:cubicBezTo>
                <a:close/>
                <a:moveTo>
                  <a:pt x="868" y="162"/>
                </a:moveTo>
                <a:cubicBezTo>
                  <a:pt x="868" y="163"/>
                  <a:pt x="868" y="163"/>
                  <a:pt x="868" y="164"/>
                </a:cubicBezTo>
                <a:cubicBezTo>
                  <a:pt x="868" y="163"/>
                  <a:pt x="868" y="162"/>
                  <a:pt x="868" y="162"/>
                </a:cubicBezTo>
                <a:close/>
                <a:moveTo>
                  <a:pt x="837" y="147"/>
                </a:moveTo>
                <a:cubicBezTo>
                  <a:pt x="837" y="148"/>
                  <a:pt x="837" y="150"/>
                  <a:pt x="836" y="151"/>
                </a:cubicBezTo>
                <a:cubicBezTo>
                  <a:pt x="837" y="150"/>
                  <a:pt x="837" y="148"/>
                  <a:pt x="837" y="147"/>
                </a:cubicBezTo>
                <a:close/>
                <a:moveTo>
                  <a:pt x="852" y="150"/>
                </a:moveTo>
                <a:cubicBezTo>
                  <a:pt x="852" y="149"/>
                  <a:pt x="852" y="149"/>
                  <a:pt x="852" y="149"/>
                </a:cubicBezTo>
                <a:cubicBezTo>
                  <a:pt x="852" y="148"/>
                  <a:pt x="853" y="145"/>
                  <a:pt x="852" y="146"/>
                </a:cubicBezTo>
                <a:cubicBezTo>
                  <a:pt x="852" y="147"/>
                  <a:pt x="851" y="150"/>
                  <a:pt x="851" y="151"/>
                </a:cubicBezTo>
                <a:cubicBezTo>
                  <a:pt x="852" y="151"/>
                  <a:pt x="852" y="150"/>
                  <a:pt x="852" y="150"/>
                </a:cubicBezTo>
                <a:close/>
                <a:moveTo>
                  <a:pt x="857" y="134"/>
                </a:moveTo>
                <a:cubicBezTo>
                  <a:pt x="857" y="134"/>
                  <a:pt x="857" y="134"/>
                  <a:pt x="857" y="134"/>
                </a:cubicBezTo>
                <a:cubicBezTo>
                  <a:pt x="857" y="135"/>
                  <a:pt x="857" y="135"/>
                  <a:pt x="857" y="135"/>
                </a:cubicBezTo>
                <a:lnTo>
                  <a:pt x="857" y="134"/>
                </a:lnTo>
                <a:close/>
                <a:moveTo>
                  <a:pt x="855" y="121"/>
                </a:moveTo>
                <a:cubicBezTo>
                  <a:pt x="855" y="119"/>
                  <a:pt x="855" y="121"/>
                  <a:pt x="855" y="122"/>
                </a:cubicBezTo>
                <a:cubicBezTo>
                  <a:pt x="854" y="122"/>
                  <a:pt x="855" y="122"/>
                  <a:pt x="855" y="122"/>
                </a:cubicBezTo>
                <a:cubicBezTo>
                  <a:pt x="854" y="123"/>
                  <a:pt x="853" y="126"/>
                  <a:pt x="854" y="127"/>
                </a:cubicBezTo>
                <a:cubicBezTo>
                  <a:pt x="854" y="125"/>
                  <a:pt x="855" y="123"/>
                  <a:pt x="855" y="121"/>
                </a:cubicBezTo>
                <a:close/>
                <a:moveTo>
                  <a:pt x="861" y="127"/>
                </a:moveTo>
                <a:cubicBezTo>
                  <a:pt x="861" y="127"/>
                  <a:pt x="861" y="128"/>
                  <a:pt x="861" y="128"/>
                </a:cubicBezTo>
                <a:cubicBezTo>
                  <a:pt x="862" y="128"/>
                  <a:pt x="862" y="127"/>
                  <a:pt x="861" y="127"/>
                </a:cubicBezTo>
                <a:close/>
                <a:moveTo>
                  <a:pt x="843" y="120"/>
                </a:moveTo>
                <a:cubicBezTo>
                  <a:pt x="843" y="121"/>
                  <a:pt x="842" y="121"/>
                  <a:pt x="842" y="122"/>
                </a:cubicBezTo>
                <a:cubicBezTo>
                  <a:pt x="843" y="121"/>
                  <a:pt x="843" y="120"/>
                  <a:pt x="843" y="120"/>
                </a:cubicBezTo>
                <a:close/>
                <a:moveTo>
                  <a:pt x="859" y="124"/>
                </a:moveTo>
                <a:cubicBezTo>
                  <a:pt x="859" y="125"/>
                  <a:pt x="859" y="126"/>
                  <a:pt x="859" y="126"/>
                </a:cubicBezTo>
                <a:cubicBezTo>
                  <a:pt x="859" y="125"/>
                  <a:pt x="860" y="124"/>
                  <a:pt x="859" y="124"/>
                </a:cubicBezTo>
                <a:close/>
                <a:moveTo>
                  <a:pt x="862" y="124"/>
                </a:moveTo>
                <a:cubicBezTo>
                  <a:pt x="862" y="124"/>
                  <a:pt x="861" y="125"/>
                  <a:pt x="862" y="126"/>
                </a:cubicBezTo>
                <a:cubicBezTo>
                  <a:pt x="862" y="125"/>
                  <a:pt x="862" y="124"/>
                  <a:pt x="862" y="124"/>
                </a:cubicBezTo>
                <a:close/>
                <a:moveTo>
                  <a:pt x="839" y="118"/>
                </a:moveTo>
                <a:cubicBezTo>
                  <a:pt x="839" y="118"/>
                  <a:pt x="839" y="119"/>
                  <a:pt x="839" y="119"/>
                </a:cubicBezTo>
                <a:cubicBezTo>
                  <a:pt x="839" y="119"/>
                  <a:pt x="839" y="118"/>
                  <a:pt x="839" y="118"/>
                </a:cubicBezTo>
                <a:close/>
                <a:moveTo>
                  <a:pt x="844" y="116"/>
                </a:moveTo>
                <a:cubicBezTo>
                  <a:pt x="843" y="117"/>
                  <a:pt x="843" y="119"/>
                  <a:pt x="843" y="119"/>
                </a:cubicBezTo>
                <a:cubicBezTo>
                  <a:pt x="843" y="118"/>
                  <a:pt x="844" y="117"/>
                  <a:pt x="844" y="116"/>
                </a:cubicBezTo>
                <a:close/>
                <a:moveTo>
                  <a:pt x="862" y="120"/>
                </a:moveTo>
                <a:cubicBezTo>
                  <a:pt x="862" y="121"/>
                  <a:pt x="861" y="122"/>
                  <a:pt x="862" y="123"/>
                </a:cubicBezTo>
                <a:cubicBezTo>
                  <a:pt x="862" y="122"/>
                  <a:pt x="863" y="121"/>
                  <a:pt x="862" y="120"/>
                </a:cubicBezTo>
                <a:close/>
                <a:moveTo>
                  <a:pt x="855" y="118"/>
                </a:moveTo>
                <a:cubicBezTo>
                  <a:pt x="855" y="118"/>
                  <a:pt x="855" y="119"/>
                  <a:pt x="855" y="119"/>
                </a:cubicBezTo>
                <a:cubicBezTo>
                  <a:pt x="855" y="119"/>
                  <a:pt x="856" y="118"/>
                  <a:pt x="855" y="118"/>
                </a:cubicBezTo>
                <a:close/>
                <a:moveTo>
                  <a:pt x="858" y="117"/>
                </a:moveTo>
                <a:cubicBezTo>
                  <a:pt x="857" y="117"/>
                  <a:pt x="857" y="118"/>
                  <a:pt x="857" y="118"/>
                </a:cubicBezTo>
                <a:cubicBezTo>
                  <a:pt x="857" y="118"/>
                  <a:pt x="858" y="117"/>
                  <a:pt x="858" y="117"/>
                </a:cubicBezTo>
                <a:close/>
                <a:moveTo>
                  <a:pt x="860" y="116"/>
                </a:moveTo>
                <a:cubicBezTo>
                  <a:pt x="860" y="116"/>
                  <a:pt x="860" y="116"/>
                  <a:pt x="860" y="116"/>
                </a:cubicBezTo>
                <a:cubicBezTo>
                  <a:pt x="859" y="115"/>
                  <a:pt x="859" y="117"/>
                  <a:pt x="859" y="117"/>
                </a:cubicBezTo>
                <a:cubicBezTo>
                  <a:pt x="860" y="117"/>
                  <a:pt x="859" y="117"/>
                  <a:pt x="860" y="116"/>
                </a:cubicBezTo>
                <a:close/>
                <a:moveTo>
                  <a:pt x="849" y="110"/>
                </a:moveTo>
                <a:cubicBezTo>
                  <a:pt x="848" y="113"/>
                  <a:pt x="849" y="111"/>
                  <a:pt x="849" y="110"/>
                </a:cubicBezTo>
                <a:close/>
                <a:moveTo>
                  <a:pt x="845" y="105"/>
                </a:moveTo>
                <a:cubicBezTo>
                  <a:pt x="844" y="106"/>
                  <a:pt x="844" y="106"/>
                  <a:pt x="844" y="107"/>
                </a:cubicBezTo>
                <a:cubicBezTo>
                  <a:pt x="844" y="107"/>
                  <a:pt x="845" y="105"/>
                  <a:pt x="845" y="105"/>
                </a:cubicBezTo>
                <a:close/>
                <a:moveTo>
                  <a:pt x="844" y="105"/>
                </a:moveTo>
                <a:cubicBezTo>
                  <a:pt x="843" y="105"/>
                  <a:pt x="843" y="106"/>
                  <a:pt x="843" y="106"/>
                </a:cubicBezTo>
                <a:lnTo>
                  <a:pt x="844" y="105"/>
                </a:lnTo>
                <a:close/>
                <a:moveTo>
                  <a:pt x="836" y="101"/>
                </a:moveTo>
                <a:cubicBezTo>
                  <a:pt x="836" y="102"/>
                  <a:pt x="836" y="102"/>
                  <a:pt x="836" y="102"/>
                </a:cubicBezTo>
                <a:cubicBezTo>
                  <a:pt x="836" y="102"/>
                  <a:pt x="836" y="101"/>
                  <a:pt x="836" y="101"/>
                </a:cubicBezTo>
                <a:close/>
                <a:moveTo>
                  <a:pt x="838" y="98"/>
                </a:moveTo>
                <a:cubicBezTo>
                  <a:pt x="839" y="95"/>
                  <a:pt x="838" y="96"/>
                  <a:pt x="838" y="98"/>
                </a:cubicBezTo>
                <a:close/>
                <a:moveTo>
                  <a:pt x="828" y="135"/>
                </a:moveTo>
                <a:cubicBezTo>
                  <a:pt x="828" y="136"/>
                  <a:pt x="828" y="137"/>
                  <a:pt x="827" y="137"/>
                </a:cubicBezTo>
                <a:cubicBezTo>
                  <a:pt x="828" y="138"/>
                  <a:pt x="828" y="138"/>
                  <a:pt x="828" y="138"/>
                </a:cubicBezTo>
                <a:cubicBezTo>
                  <a:pt x="828" y="137"/>
                  <a:pt x="829" y="136"/>
                  <a:pt x="828" y="135"/>
                </a:cubicBezTo>
                <a:close/>
                <a:moveTo>
                  <a:pt x="846" y="121"/>
                </a:moveTo>
                <a:cubicBezTo>
                  <a:pt x="847" y="121"/>
                  <a:pt x="846" y="122"/>
                  <a:pt x="846" y="123"/>
                </a:cubicBezTo>
                <a:cubicBezTo>
                  <a:pt x="847" y="121"/>
                  <a:pt x="848" y="117"/>
                  <a:pt x="848" y="115"/>
                </a:cubicBezTo>
                <a:cubicBezTo>
                  <a:pt x="848" y="117"/>
                  <a:pt x="846" y="118"/>
                  <a:pt x="847" y="119"/>
                </a:cubicBezTo>
                <a:cubicBezTo>
                  <a:pt x="847" y="119"/>
                  <a:pt x="847" y="119"/>
                  <a:pt x="847" y="118"/>
                </a:cubicBezTo>
                <a:cubicBezTo>
                  <a:pt x="846" y="119"/>
                  <a:pt x="846" y="120"/>
                  <a:pt x="846" y="121"/>
                </a:cubicBezTo>
                <a:cubicBezTo>
                  <a:pt x="846" y="121"/>
                  <a:pt x="846" y="120"/>
                  <a:pt x="846" y="120"/>
                </a:cubicBezTo>
                <a:cubicBezTo>
                  <a:pt x="846" y="121"/>
                  <a:pt x="845" y="121"/>
                  <a:pt x="845" y="121"/>
                </a:cubicBezTo>
                <a:cubicBezTo>
                  <a:pt x="846" y="122"/>
                  <a:pt x="846" y="121"/>
                  <a:pt x="846" y="121"/>
                </a:cubicBezTo>
                <a:close/>
                <a:moveTo>
                  <a:pt x="860" y="122"/>
                </a:moveTo>
                <a:cubicBezTo>
                  <a:pt x="860" y="122"/>
                  <a:pt x="859" y="123"/>
                  <a:pt x="860" y="123"/>
                </a:cubicBezTo>
                <a:cubicBezTo>
                  <a:pt x="860" y="123"/>
                  <a:pt x="860" y="123"/>
                  <a:pt x="860" y="123"/>
                </a:cubicBezTo>
                <a:cubicBezTo>
                  <a:pt x="859" y="124"/>
                  <a:pt x="860" y="122"/>
                  <a:pt x="860" y="122"/>
                </a:cubicBezTo>
                <a:close/>
                <a:moveTo>
                  <a:pt x="861" y="115"/>
                </a:moveTo>
                <a:cubicBezTo>
                  <a:pt x="861" y="115"/>
                  <a:pt x="861" y="115"/>
                  <a:pt x="861" y="115"/>
                </a:cubicBezTo>
                <a:cubicBezTo>
                  <a:pt x="862" y="117"/>
                  <a:pt x="859" y="120"/>
                  <a:pt x="860" y="122"/>
                </a:cubicBezTo>
                <a:cubicBezTo>
                  <a:pt x="860" y="118"/>
                  <a:pt x="862" y="115"/>
                  <a:pt x="862" y="112"/>
                </a:cubicBezTo>
                <a:cubicBezTo>
                  <a:pt x="862" y="112"/>
                  <a:pt x="862" y="111"/>
                  <a:pt x="862" y="111"/>
                </a:cubicBezTo>
                <a:cubicBezTo>
                  <a:pt x="862" y="110"/>
                  <a:pt x="864" y="107"/>
                  <a:pt x="863" y="106"/>
                </a:cubicBezTo>
                <a:cubicBezTo>
                  <a:pt x="863" y="107"/>
                  <a:pt x="862" y="108"/>
                  <a:pt x="862" y="110"/>
                </a:cubicBezTo>
                <a:cubicBezTo>
                  <a:pt x="861" y="109"/>
                  <a:pt x="861" y="109"/>
                  <a:pt x="861" y="109"/>
                </a:cubicBezTo>
                <a:cubicBezTo>
                  <a:pt x="862" y="111"/>
                  <a:pt x="861" y="114"/>
                  <a:pt x="861" y="115"/>
                </a:cubicBezTo>
                <a:close/>
                <a:moveTo>
                  <a:pt x="842" y="104"/>
                </a:moveTo>
                <a:cubicBezTo>
                  <a:pt x="842" y="105"/>
                  <a:pt x="842" y="105"/>
                  <a:pt x="842" y="106"/>
                </a:cubicBezTo>
                <a:cubicBezTo>
                  <a:pt x="843" y="105"/>
                  <a:pt x="842" y="104"/>
                  <a:pt x="842" y="104"/>
                </a:cubicBezTo>
                <a:close/>
                <a:moveTo>
                  <a:pt x="707" y="252"/>
                </a:moveTo>
                <a:cubicBezTo>
                  <a:pt x="708" y="252"/>
                  <a:pt x="709" y="252"/>
                  <a:pt x="710" y="253"/>
                </a:cubicBezTo>
                <a:cubicBezTo>
                  <a:pt x="710" y="254"/>
                  <a:pt x="709" y="255"/>
                  <a:pt x="710" y="256"/>
                </a:cubicBezTo>
                <a:cubicBezTo>
                  <a:pt x="712" y="257"/>
                  <a:pt x="715" y="253"/>
                  <a:pt x="715" y="256"/>
                </a:cubicBezTo>
                <a:cubicBezTo>
                  <a:pt x="717" y="258"/>
                  <a:pt x="720" y="259"/>
                  <a:pt x="723" y="259"/>
                </a:cubicBezTo>
                <a:cubicBezTo>
                  <a:pt x="725" y="260"/>
                  <a:pt x="726" y="261"/>
                  <a:pt x="728" y="262"/>
                </a:cubicBezTo>
                <a:cubicBezTo>
                  <a:pt x="730" y="262"/>
                  <a:pt x="733" y="262"/>
                  <a:pt x="734" y="263"/>
                </a:cubicBezTo>
                <a:cubicBezTo>
                  <a:pt x="736" y="263"/>
                  <a:pt x="737" y="264"/>
                  <a:pt x="739" y="265"/>
                </a:cubicBezTo>
                <a:cubicBezTo>
                  <a:pt x="744" y="267"/>
                  <a:pt x="749" y="267"/>
                  <a:pt x="753" y="269"/>
                </a:cubicBezTo>
                <a:cubicBezTo>
                  <a:pt x="756" y="269"/>
                  <a:pt x="760" y="271"/>
                  <a:pt x="762" y="272"/>
                </a:cubicBezTo>
                <a:cubicBezTo>
                  <a:pt x="765" y="272"/>
                  <a:pt x="768" y="274"/>
                  <a:pt x="771" y="275"/>
                </a:cubicBezTo>
                <a:cubicBezTo>
                  <a:pt x="772" y="275"/>
                  <a:pt x="774" y="275"/>
                  <a:pt x="776" y="276"/>
                </a:cubicBezTo>
                <a:cubicBezTo>
                  <a:pt x="776" y="276"/>
                  <a:pt x="777" y="276"/>
                  <a:pt x="777" y="276"/>
                </a:cubicBezTo>
                <a:cubicBezTo>
                  <a:pt x="779" y="277"/>
                  <a:pt x="781" y="277"/>
                  <a:pt x="782" y="277"/>
                </a:cubicBezTo>
                <a:cubicBezTo>
                  <a:pt x="784" y="278"/>
                  <a:pt x="785" y="279"/>
                  <a:pt x="787" y="279"/>
                </a:cubicBezTo>
                <a:cubicBezTo>
                  <a:pt x="789" y="280"/>
                  <a:pt x="792" y="281"/>
                  <a:pt x="795" y="281"/>
                </a:cubicBezTo>
                <a:cubicBezTo>
                  <a:pt x="796" y="282"/>
                  <a:pt x="798" y="282"/>
                  <a:pt x="799" y="282"/>
                </a:cubicBezTo>
                <a:cubicBezTo>
                  <a:pt x="800" y="283"/>
                  <a:pt x="800" y="283"/>
                  <a:pt x="801" y="283"/>
                </a:cubicBezTo>
                <a:cubicBezTo>
                  <a:pt x="802" y="283"/>
                  <a:pt x="802" y="283"/>
                  <a:pt x="802" y="283"/>
                </a:cubicBezTo>
                <a:cubicBezTo>
                  <a:pt x="803" y="284"/>
                  <a:pt x="803" y="284"/>
                  <a:pt x="803" y="284"/>
                </a:cubicBezTo>
                <a:cubicBezTo>
                  <a:pt x="803" y="284"/>
                  <a:pt x="803" y="284"/>
                  <a:pt x="803" y="284"/>
                </a:cubicBezTo>
                <a:cubicBezTo>
                  <a:pt x="803" y="284"/>
                  <a:pt x="803" y="284"/>
                  <a:pt x="803" y="284"/>
                </a:cubicBezTo>
                <a:cubicBezTo>
                  <a:pt x="804" y="285"/>
                  <a:pt x="805" y="284"/>
                  <a:pt x="806" y="285"/>
                </a:cubicBezTo>
                <a:cubicBezTo>
                  <a:pt x="807" y="285"/>
                  <a:pt x="808" y="286"/>
                  <a:pt x="809" y="287"/>
                </a:cubicBezTo>
                <a:cubicBezTo>
                  <a:pt x="810" y="286"/>
                  <a:pt x="811" y="287"/>
                  <a:pt x="812" y="288"/>
                </a:cubicBezTo>
                <a:cubicBezTo>
                  <a:pt x="813" y="288"/>
                  <a:pt x="813" y="288"/>
                  <a:pt x="813" y="288"/>
                </a:cubicBezTo>
                <a:cubicBezTo>
                  <a:pt x="813" y="288"/>
                  <a:pt x="813" y="287"/>
                  <a:pt x="813" y="287"/>
                </a:cubicBezTo>
                <a:cubicBezTo>
                  <a:pt x="813" y="287"/>
                  <a:pt x="813" y="287"/>
                  <a:pt x="813" y="286"/>
                </a:cubicBezTo>
                <a:cubicBezTo>
                  <a:pt x="813" y="286"/>
                  <a:pt x="813" y="286"/>
                  <a:pt x="813" y="286"/>
                </a:cubicBezTo>
                <a:cubicBezTo>
                  <a:pt x="813" y="285"/>
                  <a:pt x="813" y="285"/>
                  <a:pt x="813" y="284"/>
                </a:cubicBezTo>
                <a:cubicBezTo>
                  <a:pt x="813" y="282"/>
                  <a:pt x="813" y="282"/>
                  <a:pt x="813" y="282"/>
                </a:cubicBezTo>
                <a:cubicBezTo>
                  <a:pt x="813" y="282"/>
                  <a:pt x="812" y="281"/>
                  <a:pt x="812" y="280"/>
                </a:cubicBezTo>
                <a:cubicBezTo>
                  <a:pt x="812" y="280"/>
                  <a:pt x="813" y="280"/>
                  <a:pt x="813" y="279"/>
                </a:cubicBezTo>
                <a:cubicBezTo>
                  <a:pt x="813" y="279"/>
                  <a:pt x="812" y="279"/>
                  <a:pt x="812" y="279"/>
                </a:cubicBezTo>
                <a:cubicBezTo>
                  <a:pt x="812" y="278"/>
                  <a:pt x="812" y="278"/>
                  <a:pt x="812" y="278"/>
                </a:cubicBezTo>
                <a:cubicBezTo>
                  <a:pt x="812" y="277"/>
                  <a:pt x="812" y="277"/>
                  <a:pt x="812" y="277"/>
                </a:cubicBezTo>
                <a:cubicBezTo>
                  <a:pt x="812" y="276"/>
                  <a:pt x="812" y="276"/>
                  <a:pt x="812" y="275"/>
                </a:cubicBezTo>
                <a:cubicBezTo>
                  <a:pt x="813" y="270"/>
                  <a:pt x="813" y="265"/>
                  <a:pt x="813" y="259"/>
                </a:cubicBezTo>
                <a:cubicBezTo>
                  <a:pt x="813" y="254"/>
                  <a:pt x="813" y="250"/>
                  <a:pt x="813" y="245"/>
                </a:cubicBezTo>
                <a:cubicBezTo>
                  <a:pt x="815" y="226"/>
                  <a:pt x="815" y="226"/>
                  <a:pt x="815" y="226"/>
                </a:cubicBezTo>
                <a:cubicBezTo>
                  <a:pt x="815" y="219"/>
                  <a:pt x="816" y="212"/>
                  <a:pt x="817" y="206"/>
                </a:cubicBezTo>
                <a:cubicBezTo>
                  <a:pt x="817" y="206"/>
                  <a:pt x="818" y="205"/>
                  <a:pt x="818" y="205"/>
                </a:cubicBezTo>
                <a:cubicBezTo>
                  <a:pt x="818" y="204"/>
                  <a:pt x="817" y="204"/>
                  <a:pt x="818" y="204"/>
                </a:cubicBezTo>
                <a:cubicBezTo>
                  <a:pt x="818" y="203"/>
                  <a:pt x="818" y="203"/>
                  <a:pt x="818" y="203"/>
                </a:cubicBezTo>
                <a:cubicBezTo>
                  <a:pt x="819" y="197"/>
                  <a:pt x="820" y="192"/>
                  <a:pt x="822" y="186"/>
                </a:cubicBezTo>
                <a:cubicBezTo>
                  <a:pt x="822" y="185"/>
                  <a:pt x="822" y="186"/>
                  <a:pt x="822" y="186"/>
                </a:cubicBezTo>
                <a:cubicBezTo>
                  <a:pt x="823" y="183"/>
                  <a:pt x="824" y="178"/>
                  <a:pt x="825" y="175"/>
                </a:cubicBezTo>
                <a:cubicBezTo>
                  <a:pt x="825" y="173"/>
                  <a:pt x="825" y="171"/>
                  <a:pt x="826" y="170"/>
                </a:cubicBezTo>
                <a:cubicBezTo>
                  <a:pt x="826" y="169"/>
                  <a:pt x="825" y="169"/>
                  <a:pt x="825" y="169"/>
                </a:cubicBezTo>
                <a:cubicBezTo>
                  <a:pt x="826" y="169"/>
                  <a:pt x="826" y="169"/>
                  <a:pt x="826" y="169"/>
                </a:cubicBezTo>
                <a:cubicBezTo>
                  <a:pt x="826" y="167"/>
                  <a:pt x="826" y="167"/>
                  <a:pt x="826" y="167"/>
                </a:cubicBezTo>
                <a:cubicBezTo>
                  <a:pt x="827" y="164"/>
                  <a:pt x="828" y="160"/>
                  <a:pt x="829" y="156"/>
                </a:cubicBezTo>
                <a:cubicBezTo>
                  <a:pt x="829" y="155"/>
                  <a:pt x="829" y="155"/>
                  <a:pt x="829" y="154"/>
                </a:cubicBezTo>
                <a:cubicBezTo>
                  <a:pt x="830" y="154"/>
                  <a:pt x="830" y="154"/>
                  <a:pt x="829" y="153"/>
                </a:cubicBezTo>
                <a:cubicBezTo>
                  <a:pt x="829" y="153"/>
                  <a:pt x="830" y="151"/>
                  <a:pt x="830" y="152"/>
                </a:cubicBezTo>
                <a:cubicBezTo>
                  <a:pt x="830" y="151"/>
                  <a:pt x="830" y="152"/>
                  <a:pt x="830" y="152"/>
                </a:cubicBezTo>
                <a:cubicBezTo>
                  <a:pt x="831" y="151"/>
                  <a:pt x="831" y="149"/>
                  <a:pt x="831" y="147"/>
                </a:cubicBezTo>
                <a:cubicBezTo>
                  <a:pt x="831" y="146"/>
                  <a:pt x="832" y="144"/>
                  <a:pt x="833" y="142"/>
                </a:cubicBezTo>
                <a:cubicBezTo>
                  <a:pt x="833" y="144"/>
                  <a:pt x="833" y="146"/>
                  <a:pt x="835" y="147"/>
                </a:cubicBezTo>
                <a:cubicBezTo>
                  <a:pt x="836" y="145"/>
                  <a:pt x="836" y="141"/>
                  <a:pt x="837" y="140"/>
                </a:cubicBezTo>
                <a:cubicBezTo>
                  <a:pt x="838" y="135"/>
                  <a:pt x="839" y="130"/>
                  <a:pt x="840" y="125"/>
                </a:cubicBezTo>
                <a:cubicBezTo>
                  <a:pt x="840" y="124"/>
                  <a:pt x="840" y="124"/>
                  <a:pt x="840" y="124"/>
                </a:cubicBezTo>
                <a:cubicBezTo>
                  <a:pt x="842" y="119"/>
                  <a:pt x="842" y="114"/>
                  <a:pt x="844" y="108"/>
                </a:cubicBezTo>
                <a:cubicBezTo>
                  <a:pt x="842" y="119"/>
                  <a:pt x="839" y="128"/>
                  <a:pt x="838" y="138"/>
                </a:cubicBezTo>
                <a:cubicBezTo>
                  <a:pt x="837" y="140"/>
                  <a:pt x="836" y="146"/>
                  <a:pt x="835" y="150"/>
                </a:cubicBezTo>
                <a:cubicBezTo>
                  <a:pt x="835" y="152"/>
                  <a:pt x="836" y="153"/>
                  <a:pt x="838" y="152"/>
                </a:cubicBezTo>
                <a:cubicBezTo>
                  <a:pt x="840" y="150"/>
                  <a:pt x="839" y="147"/>
                  <a:pt x="840" y="145"/>
                </a:cubicBezTo>
                <a:cubicBezTo>
                  <a:pt x="841" y="145"/>
                  <a:pt x="841" y="144"/>
                  <a:pt x="842" y="145"/>
                </a:cubicBezTo>
                <a:cubicBezTo>
                  <a:pt x="842" y="150"/>
                  <a:pt x="840" y="156"/>
                  <a:pt x="840" y="160"/>
                </a:cubicBezTo>
                <a:cubicBezTo>
                  <a:pt x="840" y="161"/>
                  <a:pt x="840" y="162"/>
                  <a:pt x="840" y="163"/>
                </a:cubicBezTo>
                <a:cubicBezTo>
                  <a:pt x="840" y="163"/>
                  <a:pt x="840" y="164"/>
                  <a:pt x="841" y="164"/>
                </a:cubicBezTo>
                <a:cubicBezTo>
                  <a:pt x="841" y="164"/>
                  <a:pt x="841" y="164"/>
                  <a:pt x="842" y="164"/>
                </a:cubicBezTo>
                <a:cubicBezTo>
                  <a:pt x="842" y="159"/>
                  <a:pt x="846" y="156"/>
                  <a:pt x="846" y="151"/>
                </a:cubicBezTo>
                <a:cubicBezTo>
                  <a:pt x="847" y="150"/>
                  <a:pt x="848" y="149"/>
                  <a:pt x="849" y="149"/>
                </a:cubicBezTo>
                <a:cubicBezTo>
                  <a:pt x="849" y="147"/>
                  <a:pt x="850" y="145"/>
                  <a:pt x="850" y="143"/>
                </a:cubicBezTo>
                <a:cubicBezTo>
                  <a:pt x="850" y="142"/>
                  <a:pt x="850" y="142"/>
                  <a:pt x="850" y="142"/>
                </a:cubicBezTo>
                <a:cubicBezTo>
                  <a:pt x="851" y="137"/>
                  <a:pt x="851" y="133"/>
                  <a:pt x="853" y="129"/>
                </a:cubicBezTo>
                <a:cubicBezTo>
                  <a:pt x="853" y="133"/>
                  <a:pt x="852" y="136"/>
                  <a:pt x="851" y="140"/>
                </a:cubicBezTo>
                <a:cubicBezTo>
                  <a:pt x="851" y="140"/>
                  <a:pt x="852" y="141"/>
                  <a:pt x="852" y="141"/>
                </a:cubicBezTo>
                <a:cubicBezTo>
                  <a:pt x="851" y="144"/>
                  <a:pt x="850" y="149"/>
                  <a:pt x="849" y="152"/>
                </a:cubicBezTo>
                <a:cubicBezTo>
                  <a:pt x="850" y="153"/>
                  <a:pt x="851" y="153"/>
                  <a:pt x="851" y="152"/>
                </a:cubicBezTo>
                <a:cubicBezTo>
                  <a:pt x="851" y="152"/>
                  <a:pt x="851" y="153"/>
                  <a:pt x="851" y="153"/>
                </a:cubicBezTo>
                <a:cubicBezTo>
                  <a:pt x="851" y="153"/>
                  <a:pt x="851" y="153"/>
                  <a:pt x="852" y="153"/>
                </a:cubicBezTo>
                <a:cubicBezTo>
                  <a:pt x="851" y="155"/>
                  <a:pt x="851" y="155"/>
                  <a:pt x="851" y="157"/>
                </a:cubicBezTo>
                <a:cubicBezTo>
                  <a:pt x="851" y="158"/>
                  <a:pt x="851" y="158"/>
                  <a:pt x="852" y="158"/>
                </a:cubicBezTo>
                <a:cubicBezTo>
                  <a:pt x="852" y="156"/>
                  <a:pt x="853" y="155"/>
                  <a:pt x="853" y="153"/>
                </a:cubicBezTo>
                <a:cubicBezTo>
                  <a:pt x="853" y="152"/>
                  <a:pt x="853" y="151"/>
                  <a:pt x="853" y="151"/>
                </a:cubicBezTo>
                <a:cubicBezTo>
                  <a:pt x="853" y="150"/>
                  <a:pt x="853" y="150"/>
                  <a:pt x="854" y="150"/>
                </a:cubicBezTo>
                <a:cubicBezTo>
                  <a:pt x="854" y="149"/>
                  <a:pt x="853" y="149"/>
                  <a:pt x="853" y="148"/>
                </a:cubicBezTo>
                <a:cubicBezTo>
                  <a:pt x="853" y="148"/>
                  <a:pt x="854" y="148"/>
                  <a:pt x="854" y="147"/>
                </a:cubicBezTo>
                <a:cubicBezTo>
                  <a:pt x="855" y="145"/>
                  <a:pt x="854" y="143"/>
                  <a:pt x="855" y="141"/>
                </a:cubicBezTo>
                <a:cubicBezTo>
                  <a:pt x="855" y="140"/>
                  <a:pt x="856" y="139"/>
                  <a:pt x="857" y="137"/>
                </a:cubicBezTo>
                <a:cubicBezTo>
                  <a:pt x="857" y="138"/>
                  <a:pt x="856" y="139"/>
                  <a:pt x="856" y="140"/>
                </a:cubicBezTo>
                <a:cubicBezTo>
                  <a:pt x="855" y="144"/>
                  <a:pt x="856" y="148"/>
                  <a:pt x="855" y="151"/>
                </a:cubicBezTo>
                <a:cubicBezTo>
                  <a:pt x="856" y="152"/>
                  <a:pt x="856" y="151"/>
                  <a:pt x="857" y="151"/>
                </a:cubicBezTo>
                <a:cubicBezTo>
                  <a:pt x="857" y="150"/>
                  <a:pt x="857" y="149"/>
                  <a:pt x="857" y="148"/>
                </a:cubicBezTo>
                <a:cubicBezTo>
                  <a:pt x="857" y="148"/>
                  <a:pt x="857" y="149"/>
                  <a:pt x="857" y="148"/>
                </a:cubicBezTo>
                <a:cubicBezTo>
                  <a:pt x="857" y="146"/>
                  <a:pt x="857" y="144"/>
                  <a:pt x="858" y="141"/>
                </a:cubicBezTo>
                <a:cubicBezTo>
                  <a:pt x="858" y="141"/>
                  <a:pt x="858" y="140"/>
                  <a:pt x="859" y="141"/>
                </a:cubicBezTo>
                <a:cubicBezTo>
                  <a:pt x="859" y="140"/>
                  <a:pt x="859" y="140"/>
                  <a:pt x="860" y="140"/>
                </a:cubicBezTo>
                <a:cubicBezTo>
                  <a:pt x="860" y="139"/>
                  <a:pt x="859" y="140"/>
                  <a:pt x="859" y="140"/>
                </a:cubicBezTo>
                <a:cubicBezTo>
                  <a:pt x="860" y="139"/>
                  <a:pt x="859" y="138"/>
                  <a:pt x="860" y="138"/>
                </a:cubicBezTo>
                <a:cubicBezTo>
                  <a:pt x="860" y="134"/>
                  <a:pt x="861" y="132"/>
                  <a:pt x="861" y="128"/>
                </a:cubicBezTo>
                <a:cubicBezTo>
                  <a:pt x="861" y="131"/>
                  <a:pt x="861" y="134"/>
                  <a:pt x="860" y="137"/>
                </a:cubicBezTo>
                <a:cubicBezTo>
                  <a:pt x="860" y="138"/>
                  <a:pt x="861" y="137"/>
                  <a:pt x="861" y="138"/>
                </a:cubicBezTo>
                <a:cubicBezTo>
                  <a:pt x="861" y="139"/>
                  <a:pt x="860" y="139"/>
                  <a:pt x="860" y="140"/>
                </a:cubicBezTo>
                <a:cubicBezTo>
                  <a:pt x="860" y="141"/>
                  <a:pt x="860" y="142"/>
                  <a:pt x="860" y="143"/>
                </a:cubicBezTo>
                <a:cubicBezTo>
                  <a:pt x="860" y="144"/>
                  <a:pt x="859" y="145"/>
                  <a:pt x="859" y="146"/>
                </a:cubicBezTo>
                <a:cubicBezTo>
                  <a:pt x="860" y="147"/>
                  <a:pt x="860" y="148"/>
                  <a:pt x="860" y="149"/>
                </a:cubicBezTo>
                <a:cubicBezTo>
                  <a:pt x="860" y="150"/>
                  <a:pt x="860" y="149"/>
                  <a:pt x="860" y="150"/>
                </a:cubicBezTo>
                <a:cubicBezTo>
                  <a:pt x="861" y="151"/>
                  <a:pt x="861" y="150"/>
                  <a:pt x="862" y="150"/>
                </a:cubicBezTo>
                <a:cubicBezTo>
                  <a:pt x="862" y="151"/>
                  <a:pt x="861" y="150"/>
                  <a:pt x="861" y="151"/>
                </a:cubicBezTo>
                <a:cubicBezTo>
                  <a:pt x="861" y="151"/>
                  <a:pt x="861" y="152"/>
                  <a:pt x="862" y="152"/>
                </a:cubicBezTo>
                <a:cubicBezTo>
                  <a:pt x="861" y="154"/>
                  <a:pt x="861" y="155"/>
                  <a:pt x="861" y="157"/>
                </a:cubicBezTo>
                <a:cubicBezTo>
                  <a:pt x="861" y="157"/>
                  <a:pt x="861" y="156"/>
                  <a:pt x="861" y="157"/>
                </a:cubicBezTo>
                <a:cubicBezTo>
                  <a:pt x="861" y="157"/>
                  <a:pt x="861" y="160"/>
                  <a:pt x="861" y="160"/>
                </a:cubicBezTo>
                <a:cubicBezTo>
                  <a:pt x="861" y="162"/>
                  <a:pt x="861" y="163"/>
                  <a:pt x="860" y="165"/>
                </a:cubicBezTo>
                <a:cubicBezTo>
                  <a:pt x="860" y="166"/>
                  <a:pt x="861" y="165"/>
                  <a:pt x="861" y="166"/>
                </a:cubicBezTo>
                <a:cubicBezTo>
                  <a:pt x="861" y="167"/>
                  <a:pt x="861" y="168"/>
                  <a:pt x="860" y="169"/>
                </a:cubicBezTo>
                <a:cubicBezTo>
                  <a:pt x="861" y="170"/>
                  <a:pt x="861" y="172"/>
                  <a:pt x="860" y="173"/>
                </a:cubicBezTo>
                <a:cubicBezTo>
                  <a:pt x="861" y="173"/>
                  <a:pt x="861" y="172"/>
                  <a:pt x="862" y="172"/>
                </a:cubicBezTo>
                <a:cubicBezTo>
                  <a:pt x="862" y="172"/>
                  <a:pt x="861" y="173"/>
                  <a:pt x="861" y="174"/>
                </a:cubicBezTo>
                <a:cubicBezTo>
                  <a:pt x="861" y="178"/>
                  <a:pt x="862" y="181"/>
                  <a:pt x="861" y="186"/>
                </a:cubicBezTo>
                <a:cubicBezTo>
                  <a:pt x="861" y="187"/>
                  <a:pt x="862" y="187"/>
                  <a:pt x="861" y="188"/>
                </a:cubicBezTo>
                <a:cubicBezTo>
                  <a:pt x="861" y="188"/>
                  <a:pt x="862" y="188"/>
                  <a:pt x="862" y="188"/>
                </a:cubicBezTo>
                <a:cubicBezTo>
                  <a:pt x="862" y="190"/>
                  <a:pt x="860" y="196"/>
                  <a:pt x="862" y="198"/>
                </a:cubicBezTo>
                <a:cubicBezTo>
                  <a:pt x="861" y="198"/>
                  <a:pt x="861" y="197"/>
                  <a:pt x="861" y="198"/>
                </a:cubicBezTo>
                <a:cubicBezTo>
                  <a:pt x="861" y="199"/>
                  <a:pt x="860" y="200"/>
                  <a:pt x="861" y="201"/>
                </a:cubicBezTo>
                <a:cubicBezTo>
                  <a:pt x="861" y="204"/>
                  <a:pt x="860" y="206"/>
                  <a:pt x="861" y="208"/>
                </a:cubicBezTo>
                <a:cubicBezTo>
                  <a:pt x="860" y="209"/>
                  <a:pt x="860" y="210"/>
                  <a:pt x="860" y="210"/>
                </a:cubicBezTo>
                <a:cubicBezTo>
                  <a:pt x="860" y="211"/>
                  <a:pt x="860" y="213"/>
                  <a:pt x="860" y="214"/>
                </a:cubicBezTo>
                <a:cubicBezTo>
                  <a:pt x="859" y="231"/>
                  <a:pt x="857" y="248"/>
                  <a:pt x="857" y="264"/>
                </a:cubicBezTo>
                <a:cubicBezTo>
                  <a:pt x="856" y="268"/>
                  <a:pt x="857" y="273"/>
                  <a:pt x="857" y="277"/>
                </a:cubicBezTo>
                <a:cubicBezTo>
                  <a:pt x="857" y="277"/>
                  <a:pt x="857" y="277"/>
                  <a:pt x="857" y="278"/>
                </a:cubicBezTo>
                <a:cubicBezTo>
                  <a:pt x="857" y="279"/>
                  <a:pt x="857" y="279"/>
                  <a:pt x="857" y="279"/>
                </a:cubicBezTo>
                <a:cubicBezTo>
                  <a:pt x="857" y="280"/>
                  <a:pt x="857" y="281"/>
                  <a:pt x="857" y="282"/>
                </a:cubicBezTo>
                <a:cubicBezTo>
                  <a:pt x="857" y="291"/>
                  <a:pt x="857" y="302"/>
                  <a:pt x="859" y="311"/>
                </a:cubicBezTo>
                <a:cubicBezTo>
                  <a:pt x="858" y="317"/>
                  <a:pt x="860" y="324"/>
                  <a:pt x="860" y="331"/>
                </a:cubicBezTo>
                <a:cubicBezTo>
                  <a:pt x="860" y="334"/>
                  <a:pt x="860" y="336"/>
                  <a:pt x="860" y="339"/>
                </a:cubicBezTo>
                <a:cubicBezTo>
                  <a:pt x="861" y="340"/>
                  <a:pt x="861" y="342"/>
                  <a:pt x="861" y="343"/>
                </a:cubicBezTo>
                <a:cubicBezTo>
                  <a:pt x="861" y="345"/>
                  <a:pt x="861" y="347"/>
                  <a:pt x="861" y="349"/>
                </a:cubicBezTo>
                <a:cubicBezTo>
                  <a:pt x="861" y="350"/>
                  <a:pt x="861" y="350"/>
                  <a:pt x="861" y="350"/>
                </a:cubicBezTo>
                <a:cubicBezTo>
                  <a:pt x="861" y="351"/>
                  <a:pt x="861" y="351"/>
                  <a:pt x="861" y="351"/>
                </a:cubicBezTo>
                <a:cubicBezTo>
                  <a:pt x="861" y="351"/>
                  <a:pt x="861" y="351"/>
                  <a:pt x="861" y="351"/>
                </a:cubicBezTo>
                <a:cubicBezTo>
                  <a:pt x="861" y="351"/>
                  <a:pt x="860" y="350"/>
                  <a:pt x="860" y="350"/>
                </a:cubicBezTo>
                <a:cubicBezTo>
                  <a:pt x="859" y="350"/>
                  <a:pt x="858" y="350"/>
                  <a:pt x="857" y="349"/>
                </a:cubicBezTo>
                <a:cubicBezTo>
                  <a:pt x="854" y="349"/>
                  <a:pt x="853" y="349"/>
                  <a:pt x="851" y="348"/>
                </a:cubicBezTo>
                <a:cubicBezTo>
                  <a:pt x="843" y="346"/>
                  <a:pt x="834" y="342"/>
                  <a:pt x="826" y="340"/>
                </a:cubicBezTo>
                <a:cubicBezTo>
                  <a:pt x="824" y="340"/>
                  <a:pt x="821" y="338"/>
                  <a:pt x="819" y="338"/>
                </a:cubicBezTo>
                <a:cubicBezTo>
                  <a:pt x="818" y="338"/>
                  <a:pt x="817" y="338"/>
                  <a:pt x="816" y="337"/>
                </a:cubicBezTo>
                <a:cubicBezTo>
                  <a:pt x="812" y="336"/>
                  <a:pt x="807" y="334"/>
                  <a:pt x="803" y="334"/>
                </a:cubicBezTo>
                <a:cubicBezTo>
                  <a:pt x="801" y="333"/>
                  <a:pt x="799" y="332"/>
                  <a:pt x="797" y="331"/>
                </a:cubicBezTo>
                <a:cubicBezTo>
                  <a:pt x="794" y="331"/>
                  <a:pt x="792" y="330"/>
                  <a:pt x="790" y="330"/>
                </a:cubicBezTo>
                <a:cubicBezTo>
                  <a:pt x="789" y="329"/>
                  <a:pt x="788" y="329"/>
                  <a:pt x="788" y="329"/>
                </a:cubicBezTo>
                <a:cubicBezTo>
                  <a:pt x="787" y="329"/>
                  <a:pt x="787" y="329"/>
                  <a:pt x="786" y="328"/>
                </a:cubicBezTo>
                <a:cubicBezTo>
                  <a:pt x="783" y="328"/>
                  <a:pt x="779" y="327"/>
                  <a:pt x="776" y="325"/>
                </a:cubicBezTo>
                <a:cubicBezTo>
                  <a:pt x="775" y="325"/>
                  <a:pt x="775" y="325"/>
                  <a:pt x="775" y="326"/>
                </a:cubicBezTo>
                <a:cubicBezTo>
                  <a:pt x="773" y="324"/>
                  <a:pt x="770" y="325"/>
                  <a:pt x="768" y="324"/>
                </a:cubicBezTo>
                <a:cubicBezTo>
                  <a:pt x="767" y="324"/>
                  <a:pt x="767" y="324"/>
                  <a:pt x="767" y="324"/>
                </a:cubicBezTo>
                <a:cubicBezTo>
                  <a:pt x="766" y="323"/>
                  <a:pt x="765" y="323"/>
                  <a:pt x="763" y="323"/>
                </a:cubicBezTo>
                <a:cubicBezTo>
                  <a:pt x="759" y="321"/>
                  <a:pt x="755" y="321"/>
                  <a:pt x="751" y="319"/>
                </a:cubicBezTo>
                <a:cubicBezTo>
                  <a:pt x="749" y="320"/>
                  <a:pt x="746" y="319"/>
                  <a:pt x="744" y="318"/>
                </a:cubicBezTo>
                <a:cubicBezTo>
                  <a:pt x="743" y="318"/>
                  <a:pt x="743" y="319"/>
                  <a:pt x="742" y="318"/>
                </a:cubicBezTo>
                <a:cubicBezTo>
                  <a:pt x="741" y="318"/>
                  <a:pt x="741" y="318"/>
                  <a:pt x="741" y="318"/>
                </a:cubicBezTo>
                <a:cubicBezTo>
                  <a:pt x="740" y="318"/>
                  <a:pt x="740" y="318"/>
                  <a:pt x="739" y="318"/>
                </a:cubicBezTo>
                <a:cubicBezTo>
                  <a:pt x="738" y="317"/>
                  <a:pt x="738" y="317"/>
                  <a:pt x="737" y="316"/>
                </a:cubicBezTo>
                <a:cubicBezTo>
                  <a:pt x="736" y="316"/>
                  <a:pt x="736" y="317"/>
                  <a:pt x="735" y="316"/>
                </a:cubicBezTo>
                <a:cubicBezTo>
                  <a:pt x="734" y="316"/>
                  <a:pt x="733" y="315"/>
                  <a:pt x="733" y="315"/>
                </a:cubicBezTo>
                <a:cubicBezTo>
                  <a:pt x="731" y="315"/>
                  <a:pt x="729" y="316"/>
                  <a:pt x="727" y="314"/>
                </a:cubicBezTo>
                <a:cubicBezTo>
                  <a:pt x="725" y="314"/>
                  <a:pt x="724" y="313"/>
                  <a:pt x="722" y="313"/>
                </a:cubicBezTo>
                <a:cubicBezTo>
                  <a:pt x="721" y="313"/>
                  <a:pt x="720" y="313"/>
                  <a:pt x="719" y="313"/>
                </a:cubicBezTo>
                <a:cubicBezTo>
                  <a:pt x="718" y="313"/>
                  <a:pt x="718" y="313"/>
                  <a:pt x="717" y="313"/>
                </a:cubicBezTo>
                <a:cubicBezTo>
                  <a:pt x="715" y="312"/>
                  <a:pt x="713" y="313"/>
                  <a:pt x="711" y="311"/>
                </a:cubicBezTo>
                <a:cubicBezTo>
                  <a:pt x="708" y="312"/>
                  <a:pt x="703" y="309"/>
                  <a:pt x="701" y="311"/>
                </a:cubicBezTo>
                <a:cubicBezTo>
                  <a:pt x="701" y="312"/>
                  <a:pt x="700" y="313"/>
                  <a:pt x="699" y="313"/>
                </a:cubicBezTo>
                <a:cubicBezTo>
                  <a:pt x="698" y="313"/>
                  <a:pt x="698" y="312"/>
                  <a:pt x="697" y="311"/>
                </a:cubicBezTo>
                <a:cubicBezTo>
                  <a:pt x="696" y="311"/>
                  <a:pt x="693" y="310"/>
                  <a:pt x="692" y="310"/>
                </a:cubicBezTo>
                <a:cubicBezTo>
                  <a:pt x="691" y="310"/>
                  <a:pt x="691" y="311"/>
                  <a:pt x="690" y="311"/>
                </a:cubicBezTo>
                <a:cubicBezTo>
                  <a:pt x="689" y="311"/>
                  <a:pt x="688" y="309"/>
                  <a:pt x="687" y="309"/>
                </a:cubicBezTo>
                <a:cubicBezTo>
                  <a:pt x="686" y="309"/>
                  <a:pt x="685" y="310"/>
                  <a:pt x="684" y="310"/>
                </a:cubicBezTo>
                <a:cubicBezTo>
                  <a:pt x="683" y="309"/>
                  <a:pt x="682" y="308"/>
                  <a:pt x="682" y="307"/>
                </a:cubicBezTo>
                <a:cubicBezTo>
                  <a:pt x="682" y="307"/>
                  <a:pt x="682" y="307"/>
                  <a:pt x="681" y="307"/>
                </a:cubicBezTo>
                <a:cubicBezTo>
                  <a:pt x="680" y="305"/>
                  <a:pt x="677" y="304"/>
                  <a:pt x="674" y="304"/>
                </a:cubicBezTo>
                <a:cubicBezTo>
                  <a:pt x="674" y="303"/>
                  <a:pt x="673" y="303"/>
                  <a:pt x="673" y="303"/>
                </a:cubicBezTo>
                <a:cubicBezTo>
                  <a:pt x="670" y="302"/>
                  <a:pt x="668" y="299"/>
                  <a:pt x="666" y="296"/>
                </a:cubicBezTo>
                <a:cubicBezTo>
                  <a:pt x="666" y="296"/>
                  <a:pt x="665" y="296"/>
                  <a:pt x="665" y="295"/>
                </a:cubicBezTo>
                <a:cubicBezTo>
                  <a:pt x="664" y="294"/>
                  <a:pt x="664" y="293"/>
                  <a:pt x="663" y="292"/>
                </a:cubicBezTo>
                <a:cubicBezTo>
                  <a:pt x="663" y="291"/>
                  <a:pt x="662" y="291"/>
                  <a:pt x="662" y="290"/>
                </a:cubicBezTo>
                <a:cubicBezTo>
                  <a:pt x="662" y="288"/>
                  <a:pt x="661" y="287"/>
                  <a:pt x="660" y="286"/>
                </a:cubicBezTo>
                <a:cubicBezTo>
                  <a:pt x="660" y="285"/>
                  <a:pt x="659" y="284"/>
                  <a:pt x="659" y="283"/>
                </a:cubicBezTo>
                <a:cubicBezTo>
                  <a:pt x="658" y="281"/>
                  <a:pt x="659" y="279"/>
                  <a:pt x="658" y="277"/>
                </a:cubicBezTo>
                <a:cubicBezTo>
                  <a:pt x="659" y="274"/>
                  <a:pt x="659" y="271"/>
                  <a:pt x="660" y="267"/>
                </a:cubicBezTo>
                <a:cubicBezTo>
                  <a:pt x="660" y="267"/>
                  <a:pt x="659" y="267"/>
                  <a:pt x="660" y="266"/>
                </a:cubicBezTo>
                <a:cubicBezTo>
                  <a:pt x="661" y="265"/>
                  <a:pt x="661" y="263"/>
                  <a:pt x="662" y="261"/>
                </a:cubicBezTo>
                <a:cubicBezTo>
                  <a:pt x="663" y="261"/>
                  <a:pt x="663" y="260"/>
                  <a:pt x="664" y="260"/>
                </a:cubicBezTo>
                <a:cubicBezTo>
                  <a:pt x="665" y="259"/>
                  <a:pt x="665" y="258"/>
                  <a:pt x="666" y="257"/>
                </a:cubicBezTo>
                <a:cubicBezTo>
                  <a:pt x="670" y="256"/>
                  <a:pt x="673" y="253"/>
                  <a:pt x="677" y="251"/>
                </a:cubicBezTo>
                <a:cubicBezTo>
                  <a:pt x="677" y="251"/>
                  <a:pt x="678" y="251"/>
                  <a:pt x="678" y="251"/>
                </a:cubicBezTo>
                <a:cubicBezTo>
                  <a:pt x="680" y="250"/>
                  <a:pt x="682" y="250"/>
                  <a:pt x="684" y="249"/>
                </a:cubicBezTo>
                <a:cubicBezTo>
                  <a:pt x="685" y="248"/>
                  <a:pt x="687" y="249"/>
                  <a:pt x="689" y="249"/>
                </a:cubicBezTo>
                <a:cubicBezTo>
                  <a:pt x="690" y="249"/>
                  <a:pt x="690" y="248"/>
                  <a:pt x="692" y="249"/>
                </a:cubicBezTo>
                <a:cubicBezTo>
                  <a:pt x="693" y="249"/>
                  <a:pt x="695" y="248"/>
                  <a:pt x="696" y="248"/>
                </a:cubicBezTo>
                <a:cubicBezTo>
                  <a:pt x="698" y="248"/>
                  <a:pt x="700" y="249"/>
                  <a:pt x="701" y="250"/>
                </a:cubicBezTo>
                <a:cubicBezTo>
                  <a:pt x="702" y="250"/>
                  <a:pt x="703" y="249"/>
                  <a:pt x="704" y="250"/>
                </a:cubicBezTo>
                <a:cubicBezTo>
                  <a:pt x="705" y="250"/>
                  <a:pt x="706" y="252"/>
                  <a:pt x="707" y="252"/>
                </a:cubicBezTo>
                <a:close/>
                <a:moveTo>
                  <a:pt x="858" y="156"/>
                </a:moveTo>
                <a:cubicBezTo>
                  <a:pt x="858" y="156"/>
                  <a:pt x="858" y="156"/>
                  <a:pt x="858" y="156"/>
                </a:cubicBezTo>
                <a:cubicBezTo>
                  <a:pt x="858" y="157"/>
                  <a:pt x="859" y="156"/>
                  <a:pt x="858" y="156"/>
                </a:cubicBezTo>
                <a:close/>
                <a:moveTo>
                  <a:pt x="859" y="156"/>
                </a:moveTo>
                <a:cubicBezTo>
                  <a:pt x="860" y="155"/>
                  <a:pt x="859" y="154"/>
                  <a:pt x="860" y="152"/>
                </a:cubicBezTo>
                <a:cubicBezTo>
                  <a:pt x="859" y="152"/>
                  <a:pt x="859" y="152"/>
                  <a:pt x="860" y="151"/>
                </a:cubicBezTo>
                <a:cubicBezTo>
                  <a:pt x="859" y="150"/>
                  <a:pt x="860" y="148"/>
                  <a:pt x="858" y="148"/>
                </a:cubicBezTo>
                <a:cubicBezTo>
                  <a:pt x="858" y="149"/>
                  <a:pt x="858" y="150"/>
                  <a:pt x="857" y="151"/>
                </a:cubicBezTo>
                <a:cubicBezTo>
                  <a:pt x="857" y="151"/>
                  <a:pt x="858" y="151"/>
                  <a:pt x="858" y="151"/>
                </a:cubicBezTo>
                <a:cubicBezTo>
                  <a:pt x="858" y="152"/>
                  <a:pt x="858" y="154"/>
                  <a:pt x="858" y="156"/>
                </a:cubicBezTo>
                <a:cubicBezTo>
                  <a:pt x="858" y="156"/>
                  <a:pt x="858" y="155"/>
                  <a:pt x="859" y="15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endParaRPr lang="en-US" sz="2398">
              <a:solidFill>
                <a:prstClr val="black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87024" y="3362300"/>
            <a:ext cx="4154200" cy="33837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0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1600" dirty="0">
                <a:solidFill>
                  <a:prstClr val="white"/>
                </a:solidFill>
              </a:rPr>
              <a:t>Apply this coupon code during sign up</a:t>
            </a:r>
            <a:endParaRPr lang="es-UY" sz="1600" dirty="0">
              <a:solidFill>
                <a:prstClr val="white"/>
              </a:solidFill>
            </a:endParaRPr>
          </a:p>
        </p:txBody>
      </p:sp>
      <p:sp>
        <p:nvSpPr>
          <p:cNvPr id="23" name="AutoShape 3"/>
          <p:cNvSpPr>
            <a:spLocks noChangeAspect="1" noChangeArrowheads="1" noTextEdit="1"/>
          </p:cNvSpPr>
          <p:nvPr/>
        </p:nvSpPr>
        <p:spPr bwMode="auto">
          <a:xfrm>
            <a:off x="830405" y="711180"/>
            <a:ext cx="4256572" cy="357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Freeform 5"/>
          <p:cNvSpPr>
            <a:spLocks/>
          </p:cNvSpPr>
          <p:nvPr/>
        </p:nvSpPr>
        <p:spPr bwMode="auto">
          <a:xfrm>
            <a:off x="2498634" y="3656100"/>
            <a:ext cx="935495" cy="508999"/>
          </a:xfrm>
          <a:custGeom>
            <a:avLst/>
            <a:gdLst>
              <a:gd name="T0" fmla="*/ 659 w 659"/>
              <a:gd name="T1" fmla="*/ 364 h 364"/>
              <a:gd name="T2" fmla="*/ 0 w 659"/>
              <a:gd name="T3" fmla="*/ 364 h 364"/>
              <a:gd name="T4" fmla="*/ 51 w 659"/>
              <a:gd name="T5" fmla="*/ 0 h 364"/>
              <a:gd name="T6" fmla="*/ 612 w 659"/>
              <a:gd name="T7" fmla="*/ 0 h 364"/>
              <a:gd name="T8" fmla="*/ 659 w 659"/>
              <a:gd name="T9" fmla="*/ 364 h 3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59" h="364">
                <a:moveTo>
                  <a:pt x="659" y="364"/>
                </a:moveTo>
                <a:lnTo>
                  <a:pt x="0" y="364"/>
                </a:lnTo>
                <a:lnTo>
                  <a:pt x="51" y="0"/>
                </a:lnTo>
                <a:lnTo>
                  <a:pt x="612" y="0"/>
                </a:lnTo>
                <a:lnTo>
                  <a:pt x="659" y="364"/>
                </a:lnTo>
                <a:close/>
              </a:path>
            </a:pathLst>
          </a:custGeom>
          <a:solidFill>
            <a:srgbClr val="D3D0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Freeform 6"/>
          <p:cNvSpPr>
            <a:spLocks/>
          </p:cNvSpPr>
          <p:nvPr/>
        </p:nvSpPr>
        <p:spPr bwMode="auto">
          <a:xfrm>
            <a:off x="2431514" y="4153912"/>
            <a:ext cx="1069736" cy="131445"/>
          </a:xfrm>
          <a:custGeom>
            <a:avLst/>
            <a:gdLst>
              <a:gd name="T0" fmla="*/ 758 w 772"/>
              <a:gd name="T1" fmla="*/ 96 h 96"/>
              <a:gd name="T2" fmla="*/ 12 w 772"/>
              <a:gd name="T3" fmla="*/ 96 h 96"/>
              <a:gd name="T4" fmla="*/ 0 w 772"/>
              <a:gd name="T5" fmla="*/ 84 h 96"/>
              <a:gd name="T6" fmla="*/ 2 w 772"/>
              <a:gd name="T7" fmla="*/ 78 h 96"/>
              <a:gd name="T8" fmla="*/ 48 w 772"/>
              <a:gd name="T9" fmla="*/ 5 h 96"/>
              <a:gd name="T10" fmla="*/ 58 w 772"/>
              <a:gd name="T11" fmla="*/ 0 h 96"/>
              <a:gd name="T12" fmla="*/ 715 w 772"/>
              <a:gd name="T13" fmla="*/ 0 h 96"/>
              <a:gd name="T14" fmla="*/ 725 w 772"/>
              <a:gd name="T15" fmla="*/ 6 h 96"/>
              <a:gd name="T16" fmla="*/ 768 w 772"/>
              <a:gd name="T17" fmla="*/ 78 h 96"/>
              <a:gd name="T18" fmla="*/ 764 w 772"/>
              <a:gd name="T19" fmla="*/ 95 h 96"/>
              <a:gd name="T20" fmla="*/ 758 w 772"/>
              <a:gd name="T21" fmla="*/ 96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772" h="96">
                <a:moveTo>
                  <a:pt x="758" y="96"/>
                </a:moveTo>
                <a:cubicBezTo>
                  <a:pt x="12" y="96"/>
                  <a:pt x="12" y="96"/>
                  <a:pt x="12" y="96"/>
                </a:cubicBezTo>
                <a:cubicBezTo>
                  <a:pt x="5" y="96"/>
                  <a:pt x="0" y="91"/>
                  <a:pt x="0" y="84"/>
                </a:cubicBezTo>
                <a:cubicBezTo>
                  <a:pt x="0" y="82"/>
                  <a:pt x="0" y="80"/>
                  <a:pt x="2" y="78"/>
                </a:cubicBezTo>
                <a:cubicBezTo>
                  <a:pt x="48" y="5"/>
                  <a:pt x="48" y="5"/>
                  <a:pt x="48" y="5"/>
                </a:cubicBezTo>
                <a:cubicBezTo>
                  <a:pt x="50" y="2"/>
                  <a:pt x="54" y="0"/>
                  <a:pt x="58" y="0"/>
                </a:cubicBezTo>
                <a:cubicBezTo>
                  <a:pt x="715" y="0"/>
                  <a:pt x="715" y="0"/>
                  <a:pt x="715" y="0"/>
                </a:cubicBezTo>
                <a:cubicBezTo>
                  <a:pt x="719" y="0"/>
                  <a:pt x="723" y="2"/>
                  <a:pt x="725" y="6"/>
                </a:cubicBezTo>
                <a:cubicBezTo>
                  <a:pt x="768" y="78"/>
                  <a:pt x="768" y="78"/>
                  <a:pt x="768" y="78"/>
                </a:cubicBezTo>
                <a:cubicBezTo>
                  <a:pt x="772" y="84"/>
                  <a:pt x="770" y="91"/>
                  <a:pt x="764" y="95"/>
                </a:cubicBezTo>
                <a:cubicBezTo>
                  <a:pt x="762" y="96"/>
                  <a:pt x="760" y="96"/>
                  <a:pt x="758" y="96"/>
                </a:cubicBezTo>
                <a:close/>
              </a:path>
            </a:pathLst>
          </a:custGeom>
          <a:solidFill>
            <a:srgbClr val="BFBD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Freeform 7"/>
          <p:cNvSpPr>
            <a:spLocks/>
          </p:cNvSpPr>
          <p:nvPr/>
        </p:nvSpPr>
        <p:spPr bwMode="auto">
          <a:xfrm>
            <a:off x="830405" y="762696"/>
            <a:ext cx="4320896" cy="2635885"/>
          </a:xfrm>
          <a:custGeom>
            <a:avLst/>
            <a:gdLst>
              <a:gd name="T0" fmla="*/ 3056 w 3114"/>
              <a:gd name="T1" fmla="*/ 0 h 1928"/>
              <a:gd name="T2" fmla="*/ 56 w 3114"/>
              <a:gd name="T3" fmla="*/ 0 h 1928"/>
              <a:gd name="T4" fmla="*/ 0 w 3114"/>
              <a:gd name="T5" fmla="*/ 56 h 1928"/>
              <a:gd name="T6" fmla="*/ 0 w 3114"/>
              <a:gd name="T7" fmla="*/ 1928 h 1928"/>
              <a:gd name="T8" fmla="*/ 3114 w 3114"/>
              <a:gd name="T9" fmla="*/ 1928 h 1928"/>
              <a:gd name="T10" fmla="*/ 3112 w 3114"/>
              <a:gd name="T11" fmla="*/ 56 h 1928"/>
              <a:gd name="T12" fmla="*/ 3056 w 3114"/>
              <a:gd name="T13" fmla="*/ 0 h 19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114" h="1928">
                <a:moveTo>
                  <a:pt x="3056" y="0"/>
                </a:moveTo>
                <a:cubicBezTo>
                  <a:pt x="56" y="0"/>
                  <a:pt x="56" y="0"/>
                  <a:pt x="56" y="0"/>
                </a:cubicBezTo>
                <a:cubicBezTo>
                  <a:pt x="25" y="0"/>
                  <a:pt x="0" y="26"/>
                  <a:pt x="0" y="56"/>
                </a:cubicBezTo>
                <a:cubicBezTo>
                  <a:pt x="0" y="56"/>
                  <a:pt x="0" y="1910"/>
                  <a:pt x="0" y="1928"/>
                </a:cubicBezTo>
                <a:cubicBezTo>
                  <a:pt x="3114" y="1928"/>
                  <a:pt x="3114" y="1928"/>
                  <a:pt x="3114" y="1928"/>
                </a:cubicBezTo>
                <a:cubicBezTo>
                  <a:pt x="3114" y="1896"/>
                  <a:pt x="3112" y="56"/>
                  <a:pt x="3112" y="56"/>
                </a:cubicBezTo>
                <a:cubicBezTo>
                  <a:pt x="3112" y="26"/>
                  <a:pt x="3087" y="0"/>
                  <a:pt x="305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Freeform 9"/>
          <p:cNvSpPr>
            <a:spLocks/>
          </p:cNvSpPr>
          <p:nvPr/>
        </p:nvSpPr>
        <p:spPr bwMode="auto">
          <a:xfrm>
            <a:off x="831803" y="3345667"/>
            <a:ext cx="4320896" cy="335603"/>
          </a:xfrm>
          <a:custGeom>
            <a:avLst/>
            <a:gdLst>
              <a:gd name="T0" fmla="*/ 3061 w 3114"/>
              <a:gd name="T1" fmla="*/ 246 h 246"/>
              <a:gd name="T2" fmla="*/ 56 w 3114"/>
              <a:gd name="T3" fmla="*/ 246 h 246"/>
              <a:gd name="T4" fmla="*/ 0 w 3114"/>
              <a:gd name="T5" fmla="*/ 190 h 246"/>
              <a:gd name="T6" fmla="*/ 0 w 3114"/>
              <a:gd name="T7" fmla="*/ 0 h 246"/>
              <a:gd name="T8" fmla="*/ 3114 w 3114"/>
              <a:gd name="T9" fmla="*/ 0 h 246"/>
              <a:gd name="T10" fmla="*/ 3114 w 3114"/>
              <a:gd name="T11" fmla="*/ 190 h 246"/>
              <a:gd name="T12" fmla="*/ 3061 w 3114"/>
              <a:gd name="T13" fmla="*/ 246 h 2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114" h="246">
                <a:moveTo>
                  <a:pt x="3061" y="246"/>
                </a:moveTo>
                <a:cubicBezTo>
                  <a:pt x="56" y="246"/>
                  <a:pt x="56" y="246"/>
                  <a:pt x="56" y="246"/>
                </a:cubicBezTo>
                <a:cubicBezTo>
                  <a:pt x="25" y="246"/>
                  <a:pt x="0" y="221"/>
                  <a:pt x="0" y="190"/>
                </a:cubicBezTo>
                <a:cubicBezTo>
                  <a:pt x="0" y="190"/>
                  <a:pt x="0" y="6"/>
                  <a:pt x="0" y="0"/>
                </a:cubicBezTo>
                <a:cubicBezTo>
                  <a:pt x="3114" y="0"/>
                  <a:pt x="3114" y="0"/>
                  <a:pt x="3114" y="0"/>
                </a:cubicBezTo>
                <a:cubicBezTo>
                  <a:pt x="3114" y="3"/>
                  <a:pt x="3114" y="190"/>
                  <a:pt x="3114" y="190"/>
                </a:cubicBezTo>
                <a:cubicBezTo>
                  <a:pt x="3114" y="221"/>
                  <a:pt x="3092" y="246"/>
                  <a:pt x="3061" y="246"/>
                </a:cubicBezTo>
                <a:close/>
              </a:path>
            </a:pathLst>
          </a:custGeom>
          <a:solidFill>
            <a:srgbClr val="EBEAE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Oval 10"/>
          <p:cNvSpPr>
            <a:spLocks noChangeArrowheads="1"/>
          </p:cNvSpPr>
          <p:nvPr/>
        </p:nvSpPr>
        <p:spPr bwMode="auto">
          <a:xfrm>
            <a:off x="2894367" y="3447746"/>
            <a:ext cx="131445" cy="131445"/>
          </a:xfrm>
          <a:prstGeom prst="ellipse">
            <a:avLst/>
          </a:prstGeom>
          <a:solidFill>
            <a:srgbClr val="D5D3D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Oval 11"/>
          <p:cNvSpPr>
            <a:spLocks noChangeArrowheads="1"/>
          </p:cNvSpPr>
          <p:nvPr/>
        </p:nvSpPr>
        <p:spPr bwMode="auto">
          <a:xfrm>
            <a:off x="2933521" y="795081"/>
            <a:ext cx="53137" cy="51739"/>
          </a:xfrm>
          <a:prstGeom prst="ellipse">
            <a:avLst/>
          </a:prstGeom>
          <a:solidFill>
            <a:srgbClr val="626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2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618017" y="5342917"/>
            <a:ext cx="2547869" cy="3039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Visit slidemodel.com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7105" y="4850909"/>
            <a:ext cx="4719325" cy="907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69812" indent="-169812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white"/>
                </a:solidFill>
              </a:rPr>
              <a:t>Easy to use</a:t>
            </a:r>
          </a:p>
          <a:p>
            <a:pPr marL="169812" indent="-169812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white"/>
                </a:solidFill>
              </a:rPr>
              <a:t>Fully customizable</a:t>
            </a:r>
          </a:p>
          <a:p>
            <a:pPr marL="169812" indent="-169812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white"/>
                </a:solidFill>
              </a:rPr>
              <a:t>Cutting edge designs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7107" y="4468745"/>
            <a:ext cx="5913729" cy="3692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99" dirty="0">
                <a:solidFill>
                  <a:prstClr val="white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Download PowerPoint templates and save hours of work.</a:t>
            </a: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" y="6122599"/>
            <a:ext cx="12185651" cy="675573"/>
          </a:xfrm>
          <a:prstGeom prst="rect">
            <a:avLst/>
          </a:prstGeom>
        </p:spPr>
      </p:pic>
      <p:sp>
        <p:nvSpPr>
          <p:cNvPr id="39" name="Up Ribbon 38"/>
          <p:cNvSpPr/>
          <p:nvPr/>
        </p:nvSpPr>
        <p:spPr>
          <a:xfrm>
            <a:off x="6170006" y="1841905"/>
            <a:ext cx="5588236" cy="1368223"/>
          </a:xfrm>
          <a:prstGeom prst="ribbon2">
            <a:avLst>
              <a:gd name="adj1" fmla="val 16667"/>
              <a:gd name="adj2" fmla="val 75000"/>
            </a:avLst>
          </a:prstGeom>
          <a:solidFill>
            <a:srgbClr val="6BC2ED">
              <a:lumMod val="75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126">
              <a:defRPr/>
            </a:pPr>
            <a:endParaRPr lang="es-UY" sz="2398" kern="0">
              <a:solidFill>
                <a:prstClr val="white"/>
              </a:solidFill>
            </a:endParaRPr>
          </a:p>
        </p:txBody>
      </p:sp>
      <p:pic>
        <p:nvPicPr>
          <p:cNvPr id="40" name="Picture 2" descr="E:\cloud\drive\websites\slidemodel\logo\sebastian\slidemodel-logo-trans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5438" y="762696"/>
            <a:ext cx="2790391" cy="528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TextBox 40"/>
          <p:cNvSpPr txBox="1"/>
          <p:nvPr/>
        </p:nvSpPr>
        <p:spPr>
          <a:xfrm>
            <a:off x="7152504" y="2004535"/>
            <a:ext cx="3623247" cy="83056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0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defTabSz="914126">
              <a:defRPr/>
            </a:pPr>
            <a:r>
              <a:rPr lang="en-US" sz="1600" kern="0" dirty="0">
                <a:solidFill>
                  <a:prstClr val="white"/>
                </a:solidFill>
              </a:rPr>
              <a:t>Coupon Code:</a:t>
            </a:r>
          </a:p>
          <a:p>
            <a:pPr defTabSz="914126">
              <a:defRPr/>
            </a:pPr>
            <a:r>
              <a:rPr lang="en-US" sz="3198" b="1" kern="0" dirty="0">
                <a:solidFill>
                  <a:prstClr val="white"/>
                </a:solidFill>
              </a:rPr>
              <a:t>FREEBUNDLE15</a:t>
            </a:r>
            <a:endParaRPr lang="es-UY" sz="2398" b="1" kern="0" dirty="0">
              <a:solidFill>
                <a:prstClr val="white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450834" y="1372234"/>
            <a:ext cx="5026583" cy="33846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 defTabSz="914126">
              <a:defRPr/>
            </a:pPr>
            <a:r>
              <a:rPr lang="en-US" sz="1600" kern="0" dirty="0">
                <a:solidFill>
                  <a:prstClr val="white"/>
                </a:solidFill>
              </a:rPr>
              <a:t>Get </a:t>
            </a:r>
            <a:r>
              <a:rPr lang="en-US" sz="1600" b="1" kern="0" dirty="0">
                <a:solidFill>
                  <a:prstClr val="white"/>
                </a:solidFill>
              </a:rPr>
              <a:t>15% discount</a:t>
            </a:r>
            <a:r>
              <a:rPr lang="en-US" sz="1600" kern="0" dirty="0">
                <a:solidFill>
                  <a:prstClr val="white"/>
                </a:solidFill>
              </a:rPr>
              <a:t> from regular price</a:t>
            </a:r>
            <a:endParaRPr lang="es-UY" sz="1600" kern="0" dirty="0">
              <a:solidFill>
                <a:prstClr val="white"/>
              </a:solidFill>
            </a:endParaRPr>
          </a:p>
        </p:txBody>
      </p:sp>
      <p:sp>
        <p:nvSpPr>
          <p:cNvPr id="158" name="Freeform 7"/>
          <p:cNvSpPr>
            <a:spLocks/>
          </p:cNvSpPr>
          <p:nvPr/>
        </p:nvSpPr>
        <p:spPr bwMode="auto">
          <a:xfrm>
            <a:off x="1014433" y="912275"/>
            <a:ext cx="3944450" cy="2312373"/>
          </a:xfrm>
          <a:custGeom>
            <a:avLst/>
            <a:gdLst>
              <a:gd name="T0" fmla="*/ 3056 w 3114"/>
              <a:gd name="T1" fmla="*/ 0 h 1928"/>
              <a:gd name="T2" fmla="*/ 56 w 3114"/>
              <a:gd name="T3" fmla="*/ 0 h 1928"/>
              <a:gd name="T4" fmla="*/ 0 w 3114"/>
              <a:gd name="T5" fmla="*/ 56 h 1928"/>
              <a:gd name="T6" fmla="*/ 0 w 3114"/>
              <a:gd name="T7" fmla="*/ 1928 h 1928"/>
              <a:gd name="T8" fmla="*/ 3114 w 3114"/>
              <a:gd name="T9" fmla="*/ 1928 h 1928"/>
              <a:gd name="T10" fmla="*/ 3112 w 3114"/>
              <a:gd name="T11" fmla="*/ 56 h 1928"/>
              <a:gd name="T12" fmla="*/ 3056 w 3114"/>
              <a:gd name="T13" fmla="*/ 0 h 19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114" h="1928">
                <a:moveTo>
                  <a:pt x="3056" y="0"/>
                </a:moveTo>
                <a:cubicBezTo>
                  <a:pt x="56" y="0"/>
                  <a:pt x="56" y="0"/>
                  <a:pt x="56" y="0"/>
                </a:cubicBezTo>
                <a:cubicBezTo>
                  <a:pt x="25" y="0"/>
                  <a:pt x="0" y="26"/>
                  <a:pt x="0" y="56"/>
                </a:cubicBezTo>
                <a:cubicBezTo>
                  <a:pt x="0" y="56"/>
                  <a:pt x="0" y="1910"/>
                  <a:pt x="0" y="1928"/>
                </a:cubicBezTo>
                <a:cubicBezTo>
                  <a:pt x="3114" y="1928"/>
                  <a:pt x="3114" y="1928"/>
                  <a:pt x="3114" y="1928"/>
                </a:cubicBezTo>
                <a:cubicBezTo>
                  <a:pt x="3114" y="1896"/>
                  <a:pt x="3112" y="56"/>
                  <a:pt x="3112" y="56"/>
                </a:cubicBezTo>
                <a:cubicBezTo>
                  <a:pt x="3112" y="26"/>
                  <a:pt x="3087" y="0"/>
                  <a:pt x="305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0">
            <a:noFill/>
            <a:prstDash val="solid"/>
            <a:round/>
            <a:headEnd/>
            <a:tailEnd/>
          </a:ln>
          <a:extLst/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100">
              <a:solidFill>
                <a:prstClr val="black"/>
              </a:solidFill>
            </a:endParaRPr>
          </a:p>
        </p:txBody>
      </p:sp>
      <p:sp>
        <p:nvSpPr>
          <p:cNvPr id="164" name="Oval 163"/>
          <p:cNvSpPr/>
          <p:nvPr/>
        </p:nvSpPr>
        <p:spPr>
          <a:xfrm>
            <a:off x="1191047" y="3104250"/>
            <a:ext cx="3484948" cy="327453"/>
          </a:xfrm>
          <a:prstGeom prst="ellipse">
            <a:avLst/>
          </a:prstGeom>
          <a:solidFill>
            <a:schemeClr val="tx1">
              <a:alpha val="40000"/>
            </a:schemeClr>
          </a:solidFill>
          <a:ln w="25400" cap="flat" cmpd="sng" algn="ctr">
            <a:noFill/>
            <a:prstDash val="solid"/>
          </a:ln>
          <a:effectLst>
            <a:softEdge rad="292100"/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6" name="Group 55"/>
          <p:cNvGrpSpPr/>
          <p:nvPr/>
        </p:nvGrpSpPr>
        <p:grpSpPr>
          <a:xfrm>
            <a:off x="1182675" y="1473003"/>
            <a:ext cx="3607965" cy="1190916"/>
            <a:chOff x="1692055" y="2339390"/>
            <a:chExt cx="8830352" cy="2759552"/>
          </a:xfrm>
        </p:grpSpPr>
        <p:sp>
          <p:nvSpPr>
            <p:cNvPr id="57" name="Rounded Rectangle 56"/>
            <p:cNvSpPr/>
            <p:nvPr/>
          </p:nvSpPr>
          <p:spPr>
            <a:xfrm rot="2700000">
              <a:off x="3235504" y="3519734"/>
              <a:ext cx="1087471" cy="1087471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  <a:effectLst>
              <a:innerShdw blurRad="76200" dist="50800" dir="135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Rounded Rectangle 57"/>
            <p:cNvSpPr/>
            <p:nvPr/>
          </p:nvSpPr>
          <p:spPr>
            <a:xfrm rot="2700000">
              <a:off x="4778953" y="2843459"/>
              <a:ext cx="1087471" cy="1087471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innerShdw blurRad="76200" dist="50800" dir="135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Rounded Rectangle 58"/>
            <p:cNvSpPr/>
            <p:nvPr/>
          </p:nvSpPr>
          <p:spPr>
            <a:xfrm rot="2700000">
              <a:off x="6322402" y="3519734"/>
              <a:ext cx="1087471" cy="1087471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  <a:effectLst>
              <a:innerShdw blurRad="76200" dist="50800" dir="135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Rounded Rectangle 59"/>
            <p:cNvSpPr/>
            <p:nvPr/>
          </p:nvSpPr>
          <p:spPr>
            <a:xfrm rot="2700000">
              <a:off x="7865851" y="2843459"/>
              <a:ext cx="1087471" cy="1087471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  <a:effectLst>
              <a:innerShdw blurRad="76200" dist="50800" dir="135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Rounded Rectangle 60"/>
            <p:cNvSpPr/>
            <p:nvPr/>
          </p:nvSpPr>
          <p:spPr>
            <a:xfrm rot="2700000">
              <a:off x="1692055" y="2843459"/>
              <a:ext cx="1087471" cy="1087471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  <a:effectLst>
              <a:innerShdw blurRad="76200" dist="50800" dir="135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Rounded Rectangle 61"/>
            <p:cNvSpPr/>
            <p:nvPr/>
          </p:nvSpPr>
          <p:spPr>
            <a:xfrm rot="2700000">
              <a:off x="9409300" y="3519734"/>
              <a:ext cx="1087471" cy="1087471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  <a:effectLst>
              <a:innerShdw blurRad="76200" dist="50800" dir="135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Rounded Rectangle 62"/>
            <p:cNvSpPr/>
            <p:nvPr/>
          </p:nvSpPr>
          <p:spPr>
            <a:xfrm rot="3564405">
              <a:off x="1752747" y="3181597"/>
              <a:ext cx="1087471" cy="108747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342900" sx="103000" sy="103000" algn="ctr" rotWithShape="0">
                <a:prstClr val="black">
                  <a:alpha val="2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" name="Rounded Rectangle 63"/>
            <p:cNvSpPr/>
            <p:nvPr/>
          </p:nvSpPr>
          <p:spPr>
            <a:xfrm rot="1809825">
              <a:off x="3288127" y="3137283"/>
              <a:ext cx="1087471" cy="108747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342900" sx="103000" sy="103000" algn="ctr" rotWithShape="0">
                <a:prstClr val="black">
                  <a:alpha val="2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" name="Rounded Rectangle 64"/>
            <p:cNvSpPr/>
            <p:nvPr/>
          </p:nvSpPr>
          <p:spPr>
            <a:xfrm rot="3564405">
              <a:off x="4855806" y="3162781"/>
              <a:ext cx="1087471" cy="108747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342900" sx="103000" sy="103000" algn="ctr" rotWithShape="0">
                <a:prstClr val="black">
                  <a:alpha val="2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Rounded Rectangle 65"/>
            <p:cNvSpPr/>
            <p:nvPr/>
          </p:nvSpPr>
          <p:spPr>
            <a:xfrm rot="1809825">
              <a:off x="6391186" y="3118467"/>
              <a:ext cx="1087471" cy="108747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342900" sx="103000" sy="103000" algn="ctr" rotWithShape="0">
                <a:prstClr val="black">
                  <a:alpha val="2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Rounded Rectangle 66"/>
            <p:cNvSpPr/>
            <p:nvPr/>
          </p:nvSpPr>
          <p:spPr>
            <a:xfrm rot="3564405">
              <a:off x="7899556" y="3167540"/>
              <a:ext cx="1087471" cy="108747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342900" sx="103000" sy="103000" algn="ctr" rotWithShape="0">
                <a:prstClr val="black">
                  <a:alpha val="2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Rounded Rectangle 67"/>
            <p:cNvSpPr/>
            <p:nvPr/>
          </p:nvSpPr>
          <p:spPr>
            <a:xfrm rot="1809825">
              <a:off x="9434936" y="3123226"/>
              <a:ext cx="1087471" cy="108747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342900" sx="103000" sy="103000" algn="ctr" rotWithShape="0">
                <a:prstClr val="black">
                  <a:alpha val="2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Freeform 6"/>
            <p:cNvSpPr>
              <a:spLocks noEditPoints="1"/>
            </p:cNvSpPr>
            <p:nvPr/>
          </p:nvSpPr>
          <p:spPr bwMode="auto">
            <a:xfrm>
              <a:off x="5105856" y="3554175"/>
              <a:ext cx="533617" cy="431632"/>
            </a:xfrm>
            <a:custGeom>
              <a:avLst/>
              <a:gdLst>
                <a:gd name="T0" fmla="*/ 2528 w 3627"/>
                <a:gd name="T1" fmla="*/ 2261 h 2932"/>
                <a:gd name="T2" fmla="*/ 1100 w 3627"/>
                <a:gd name="T3" fmla="*/ 2360 h 2932"/>
                <a:gd name="T4" fmla="*/ 1100 w 3627"/>
                <a:gd name="T5" fmla="*/ 1937 h 2932"/>
                <a:gd name="T6" fmla="*/ 2528 w 3627"/>
                <a:gd name="T7" fmla="*/ 2036 h 2932"/>
                <a:gd name="T8" fmla="*/ 1100 w 3627"/>
                <a:gd name="T9" fmla="*/ 1937 h 2932"/>
                <a:gd name="T10" fmla="*/ 2528 w 3627"/>
                <a:gd name="T11" fmla="*/ 1589 h 2932"/>
                <a:gd name="T12" fmla="*/ 1100 w 3627"/>
                <a:gd name="T13" fmla="*/ 1688 h 2932"/>
                <a:gd name="T14" fmla="*/ 757 w 3627"/>
                <a:gd name="T15" fmla="*/ 1352 h 2932"/>
                <a:gd name="T16" fmla="*/ 2871 w 3627"/>
                <a:gd name="T17" fmla="*/ 2797 h 2932"/>
                <a:gd name="T18" fmla="*/ 757 w 3627"/>
                <a:gd name="T19" fmla="*/ 1352 h 2932"/>
                <a:gd name="T20" fmla="*/ 270 w 3627"/>
                <a:gd name="T21" fmla="*/ 732 h 2932"/>
                <a:gd name="T22" fmla="*/ 569 w 3627"/>
                <a:gd name="T23" fmla="*/ 672 h 2932"/>
                <a:gd name="T24" fmla="*/ 757 w 3627"/>
                <a:gd name="T25" fmla="*/ 135 h 2932"/>
                <a:gd name="T26" fmla="*/ 2871 w 3627"/>
                <a:gd name="T27" fmla="*/ 545 h 2932"/>
                <a:gd name="T28" fmla="*/ 757 w 3627"/>
                <a:gd name="T29" fmla="*/ 135 h 2932"/>
                <a:gd name="T30" fmla="*/ 3005 w 3627"/>
                <a:gd name="T31" fmla="*/ 0 h 2932"/>
                <a:gd name="T32" fmla="*/ 3403 w 3627"/>
                <a:gd name="T33" fmla="*/ 262 h 2932"/>
                <a:gd name="T34" fmla="*/ 3474 w 3627"/>
                <a:gd name="T35" fmla="*/ 273 h 2932"/>
                <a:gd name="T36" fmla="*/ 3536 w 3627"/>
                <a:gd name="T37" fmla="*/ 305 h 2932"/>
                <a:gd name="T38" fmla="*/ 3584 w 3627"/>
                <a:gd name="T39" fmla="*/ 353 h 2932"/>
                <a:gd name="T40" fmla="*/ 3616 w 3627"/>
                <a:gd name="T41" fmla="*/ 415 h 2932"/>
                <a:gd name="T42" fmla="*/ 3627 w 3627"/>
                <a:gd name="T43" fmla="*/ 486 h 2932"/>
                <a:gd name="T44" fmla="*/ 3625 w 3627"/>
                <a:gd name="T45" fmla="*/ 1687 h 2932"/>
                <a:gd name="T46" fmla="*/ 3603 w 3627"/>
                <a:gd name="T47" fmla="*/ 1753 h 2932"/>
                <a:gd name="T48" fmla="*/ 3562 w 3627"/>
                <a:gd name="T49" fmla="*/ 1810 h 2932"/>
                <a:gd name="T50" fmla="*/ 3506 w 3627"/>
                <a:gd name="T51" fmla="*/ 1849 h 2932"/>
                <a:gd name="T52" fmla="*/ 3439 w 3627"/>
                <a:gd name="T53" fmla="*/ 1872 h 2932"/>
                <a:gd name="T54" fmla="*/ 3321 w 3627"/>
                <a:gd name="T55" fmla="*/ 1875 h 2932"/>
                <a:gd name="T56" fmla="*/ 3005 w 3627"/>
                <a:gd name="T57" fmla="*/ 1352 h 2932"/>
                <a:gd name="T58" fmla="*/ 622 w 3627"/>
                <a:gd name="T59" fmla="*/ 2932 h 2932"/>
                <a:gd name="T60" fmla="*/ 307 w 3627"/>
                <a:gd name="T61" fmla="*/ 1352 h 2932"/>
                <a:gd name="T62" fmla="*/ 225 w 3627"/>
                <a:gd name="T63" fmla="*/ 1875 h 2932"/>
                <a:gd name="T64" fmla="*/ 154 w 3627"/>
                <a:gd name="T65" fmla="*/ 1864 h 2932"/>
                <a:gd name="T66" fmla="*/ 92 w 3627"/>
                <a:gd name="T67" fmla="*/ 1832 h 2932"/>
                <a:gd name="T68" fmla="*/ 43 w 3627"/>
                <a:gd name="T69" fmla="*/ 1783 h 2932"/>
                <a:gd name="T70" fmla="*/ 11 w 3627"/>
                <a:gd name="T71" fmla="*/ 1721 h 2932"/>
                <a:gd name="T72" fmla="*/ 0 w 3627"/>
                <a:gd name="T73" fmla="*/ 1651 h 2932"/>
                <a:gd name="T74" fmla="*/ 3 w 3627"/>
                <a:gd name="T75" fmla="*/ 449 h 2932"/>
                <a:gd name="T76" fmla="*/ 25 w 3627"/>
                <a:gd name="T77" fmla="*/ 383 h 2932"/>
                <a:gd name="T78" fmla="*/ 66 w 3627"/>
                <a:gd name="T79" fmla="*/ 328 h 2932"/>
                <a:gd name="T80" fmla="*/ 122 w 3627"/>
                <a:gd name="T81" fmla="*/ 287 h 2932"/>
                <a:gd name="T82" fmla="*/ 188 w 3627"/>
                <a:gd name="T83" fmla="*/ 265 h 2932"/>
                <a:gd name="T84" fmla="*/ 622 w 3627"/>
                <a:gd name="T85" fmla="*/ 262 h 29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627" h="2932">
                  <a:moveTo>
                    <a:pt x="1100" y="2261"/>
                  </a:moveTo>
                  <a:lnTo>
                    <a:pt x="2528" y="2261"/>
                  </a:lnTo>
                  <a:lnTo>
                    <a:pt x="2528" y="2360"/>
                  </a:lnTo>
                  <a:lnTo>
                    <a:pt x="1100" y="2360"/>
                  </a:lnTo>
                  <a:lnTo>
                    <a:pt x="1100" y="2261"/>
                  </a:lnTo>
                  <a:close/>
                  <a:moveTo>
                    <a:pt x="1100" y="1937"/>
                  </a:moveTo>
                  <a:lnTo>
                    <a:pt x="2528" y="1937"/>
                  </a:lnTo>
                  <a:lnTo>
                    <a:pt x="2528" y="2036"/>
                  </a:lnTo>
                  <a:lnTo>
                    <a:pt x="1100" y="2036"/>
                  </a:lnTo>
                  <a:lnTo>
                    <a:pt x="1100" y="1937"/>
                  </a:lnTo>
                  <a:close/>
                  <a:moveTo>
                    <a:pt x="1100" y="1589"/>
                  </a:moveTo>
                  <a:lnTo>
                    <a:pt x="2528" y="1589"/>
                  </a:lnTo>
                  <a:lnTo>
                    <a:pt x="2528" y="1688"/>
                  </a:lnTo>
                  <a:lnTo>
                    <a:pt x="1100" y="1688"/>
                  </a:lnTo>
                  <a:lnTo>
                    <a:pt x="1100" y="1589"/>
                  </a:lnTo>
                  <a:close/>
                  <a:moveTo>
                    <a:pt x="757" y="1352"/>
                  </a:moveTo>
                  <a:lnTo>
                    <a:pt x="757" y="2797"/>
                  </a:lnTo>
                  <a:lnTo>
                    <a:pt x="2871" y="2797"/>
                  </a:lnTo>
                  <a:lnTo>
                    <a:pt x="2871" y="1352"/>
                  </a:lnTo>
                  <a:lnTo>
                    <a:pt x="757" y="1352"/>
                  </a:lnTo>
                  <a:close/>
                  <a:moveTo>
                    <a:pt x="270" y="672"/>
                  </a:moveTo>
                  <a:lnTo>
                    <a:pt x="270" y="732"/>
                  </a:lnTo>
                  <a:lnTo>
                    <a:pt x="569" y="732"/>
                  </a:lnTo>
                  <a:lnTo>
                    <a:pt x="569" y="672"/>
                  </a:lnTo>
                  <a:lnTo>
                    <a:pt x="270" y="672"/>
                  </a:lnTo>
                  <a:close/>
                  <a:moveTo>
                    <a:pt x="757" y="135"/>
                  </a:moveTo>
                  <a:lnTo>
                    <a:pt x="757" y="545"/>
                  </a:lnTo>
                  <a:lnTo>
                    <a:pt x="2871" y="545"/>
                  </a:lnTo>
                  <a:lnTo>
                    <a:pt x="2871" y="135"/>
                  </a:lnTo>
                  <a:lnTo>
                    <a:pt x="757" y="135"/>
                  </a:lnTo>
                  <a:close/>
                  <a:moveTo>
                    <a:pt x="622" y="0"/>
                  </a:moveTo>
                  <a:lnTo>
                    <a:pt x="3005" y="0"/>
                  </a:lnTo>
                  <a:lnTo>
                    <a:pt x="3005" y="262"/>
                  </a:lnTo>
                  <a:lnTo>
                    <a:pt x="3403" y="262"/>
                  </a:lnTo>
                  <a:lnTo>
                    <a:pt x="3439" y="265"/>
                  </a:lnTo>
                  <a:lnTo>
                    <a:pt x="3474" y="273"/>
                  </a:lnTo>
                  <a:lnTo>
                    <a:pt x="3506" y="287"/>
                  </a:lnTo>
                  <a:lnTo>
                    <a:pt x="3536" y="305"/>
                  </a:lnTo>
                  <a:lnTo>
                    <a:pt x="3562" y="328"/>
                  </a:lnTo>
                  <a:lnTo>
                    <a:pt x="3584" y="353"/>
                  </a:lnTo>
                  <a:lnTo>
                    <a:pt x="3603" y="383"/>
                  </a:lnTo>
                  <a:lnTo>
                    <a:pt x="3616" y="415"/>
                  </a:lnTo>
                  <a:lnTo>
                    <a:pt x="3625" y="449"/>
                  </a:lnTo>
                  <a:lnTo>
                    <a:pt x="3627" y="486"/>
                  </a:lnTo>
                  <a:lnTo>
                    <a:pt x="3627" y="1651"/>
                  </a:lnTo>
                  <a:lnTo>
                    <a:pt x="3625" y="1687"/>
                  </a:lnTo>
                  <a:lnTo>
                    <a:pt x="3616" y="1721"/>
                  </a:lnTo>
                  <a:lnTo>
                    <a:pt x="3603" y="1753"/>
                  </a:lnTo>
                  <a:lnTo>
                    <a:pt x="3584" y="1783"/>
                  </a:lnTo>
                  <a:lnTo>
                    <a:pt x="3562" y="1810"/>
                  </a:lnTo>
                  <a:lnTo>
                    <a:pt x="3536" y="1832"/>
                  </a:lnTo>
                  <a:lnTo>
                    <a:pt x="3506" y="1849"/>
                  </a:lnTo>
                  <a:lnTo>
                    <a:pt x="3474" y="1864"/>
                  </a:lnTo>
                  <a:lnTo>
                    <a:pt x="3439" y="1872"/>
                  </a:lnTo>
                  <a:lnTo>
                    <a:pt x="3403" y="1875"/>
                  </a:lnTo>
                  <a:lnTo>
                    <a:pt x="3321" y="1875"/>
                  </a:lnTo>
                  <a:lnTo>
                    <a:pt x="3321" y="1352"/>
                  </a:lnTo>
                  <a:lnTo>
                    <a:pt x="3005" y="1352"/>
                  </a:lnTo>
                  <a:lnTo>
                    <a:pt x="3005" y="2932"/>
                  </a:lnTo>
                  <a:lnTo>
                    <a:pt x="622" y="2932"/>
                  </a:lnTo>
                  <a:lnTo>
                    <a:pt x="622" y="1352"/>
                  </a:lnTo>
                  <a:lnTo>
                    <a:pt x="307" y="1352"/>
                  </a:lnTo>
                  <a:lnTo>
                    <a:pt x="307" y="1875"/>
                  </a:lnTo>
                  <a:lnTo>
                    <a:pt x="225" y="1875"/>
                  </a:lnTo>
                  <a:lnTo>
                    <a:pt x="188" y="1872"/>
                  </a:lnTo>
                  <a:lnTo>
                    <a:pt x="154" y="1864"/>
                  </a:lnTo>
                  <a:lnTo>
                    <a:pt x="122" y="1849"/>
                  </a:lnTo>
                  <a:lnTo>
                    <a:pt x="92" y="1832"/>
                  </a:lnTo>
                  <a:lnTo>
                    <a:pt x="66" y="1810"/>
                  </a:lnTo>
                  <a:lnTo>
                    <a:pt x="43" y="1783"/>
                  </a:lnTo>
                  <a:lnTo>
                    <a:pt x="25" y="1753"/>
                  </a:lnTo>
                  <a:lnTo>
                    <a:pt x="11" y="1721"/>
                  </a:lnTo>
                  <a:lnTo>
                    <a:pt x="3" y="1687"/>
                  </a:lnTo>
                  <a:lnTo>
                    <a:pt x="0" y="1651"/>
                  </a:lnTo>
                  <a:lnTo>
                    <a:pt x="0" y="486"/>
                  </a:lnTo>
                  <a:lnTo>
                    <a:pt x="3" y="449"/>
                  </a:lnTo>
                  <a:lnTo>
                    <a:pt x="11" y="415"/>
                  </a:lnTo>
                  <a:lnTo>
                    <a:pt x="25" y="383"/>
                  </a:lnTo>
                  <a:lnTo>
                    <a:pt x="43" y="353"/>
                  </a:lnTo>
                  <a:lnTo>
                    <a:pt x="66" y="328"/>
                  </a:lnTo>
                  <a:lnTo>
                    <a:pt x="92" y="305"/>
                  </a:lnTo>
                  <a:lnTo>
                    <a:pt x="122" y="287"/>
                  </a:lnTo>
                  <a:lnTo>
                    <a:pt x="154" y="273"/>
                  </a:lnTo>
                  <a:lnTo>
                    <a:pt x="188" y="265"/>
                  </a:lnTo>
                  <a:lnTo>
                    <a:pt x="225" y="262"/>
                  </a:lnTo>
                  <a:lnTo>
                    <a:pt x="622" y="262"/>
                  </a:lnTo>
                  <a:lnTo>
                    <a:pt x="622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70" name="Group 69"/>
            <p:cNvGrpSpPr/>
            <p:nvPr/>
          </p:nvGrpSpPr>
          <p:grpSpPr>
            <a:xfrm>
              <a:off x="3582395" y="3468121"/>
              <a:ext cx="467762" cy="444997"/>
              <a:chOff x="-1252538" y="1989138"/>
              <a:chExt cx="2381251" cy="2265362"/>
            </a:xfrm>
            <a:solidFill>
              <a:schemeClr val="bg2"/>
            </a:solidFill>
          </p:grpSpPr>
          <p:sp>
            <p:nvSpPr>
              <p:cNvPr id="180" name="Freeform 11"/>
              <p:cNvSpPr>
                <a:spLocks noEditPoints="1"/>
              </p:cNvSpPr>
              <p:nvPr/>
            </p:nvSpPr>
            <p:spPr bwMode="auto">
              <a:xfrm>
                <a:off x="-1252538" y="1989138"/>
                <a:ext cx="2381251" cy="600075"/>
              </a:xfrm>
              <a:custGeom>
                <a:avLst/>
                <a:gdLst>
                  <a:gd name="T0" fmla="*/ 1402 w 4499"/>
                  <a:gd name="T1" fmla="*/ 292 h 1133"/>
                  <a:gd name="T2" fmla="*/ 1318 w 4499"/>
                  <a:gd name="T3" fmla="*/ 319 h 1133"/>
                  <a:gd name="T4" fmla="*/ 1250 w 4499"/>
                  <a:gd name="T5" fmla="*/ 370 h 1133"/>
                  <a:gd name="T6" fmla="*/ 1199 w 4499"/>
                  <a:gd name="T7" fmla="*/ 439 h 1133"/>
                  <a:gd name="T8" fmla="*/ 1172 w 4499"/>
                  <a:gd name="T9" fmla="*/ 521 h 1133"/>
                  <a:gd name="T10" fmla="*/ 1172 w 4499"/>
                  <a:gd name="T11" fmla="*/ 612 h 1133"/>
                  <a:gd name="T12" fmla="*/ 1199 w 4499"/>
                  <a:gd name="T13" fmla="*/ 694 h 1133"/>
                  <a:gd name="T14" fmla="*/ 1250 w 4499"/>
                  <a:gd name="T15" fmla="*/ 763 h 1133"/>
                  <a:gd name="T16" fmla="*/ 1318 w 4499"/>
                  <a:gd name="T17" fmla="*/ 814 h 1133"/>
                  <a:gd name="T18" fmla="*/ 1402 w 4499"/>
                  <a:gd name="T19" fmla="*/ 841 h 1133"/>
                  <a:gd name="T20" fmla="*/ 1492 w 4499"/>
                  <a:gd name="T21" fmla="*/ 841 h 1133"/>
                  <a:gd name="T22" fmla="*/ 1574 w 4499"/>
                  <a:gd name="T23" fmla="*/ 814 h 1133"/>
                  <a:gd name="T24" fmla="*/ 1644 w 4499"/>
                  <a:gd name="T25" fmla="*/ 763 h 1133"/>
                  <a:gd name="T26" fmla="*/ 1695 w 4499"/>
                  <a:gd name="T27" fmla="*/ 694 h 1133"/>
                  <a:gd name="T28" fmla="*/ 1722 w 4499"/>
                  <a:gd name="T29" fmla="*/ 612 h 1133"/>
                  <a:gd name="T30" fmla="*/ 1722 w 4499"/>
                  <a:gd name="T31" fmla="*/ 521 h 1133"/>
                  <a:gd name="T32" fmla="*/ 1695 w 4499"/>
                  <a:gd name="T33" fmla="*/ 439 h 1133"/>
                  <a:gd name="T34" fmla="*/ 1644 w 4499"/>
                  <a:gd name="T35" fmla="*/ 370 h 1133"/>
                  <a:gd name="T36" fmla="*/ 1574 w 4499"/>
                  <a:gd name="T37" fmla="*/ 319 h 1133"/>
                  <a:gd name="T38" fmla="*/ 1492 w 4499"/>
                  <a:gd name="T39" fmla="*/ 292 h 1133"/>
                  <a:gd name="T40" fmla="*/ 1447 w 4499"/>
                  <a:gd name="T41" fmla="*/ 0 h 1133"/>
                  <a:gd name="T42" fmla="*/ 1511 w 4499"/>
                  <a:gd name="T43" fmla="*/ 3 h 1133"/>
                  <a:gd name="T44" fmla="*/ 1635 w 4499"/>
                  <a:gd name="T45" fmla="*/ 32 h 1133"/>
                  <a:gd name="T46" fmla="*/ 1746 w 4499"/>
                  <a:gd name="T47" fmla="*/ 85 h 1133"/>
                  <a:gd name="T48" fmla="*/ 1841 w 4499"/>
                  <a:gd name="T49" fmla="*/ 160 h 1133"/>
                  <a:gd name="T50" fmla="*/ 1919 w 4499"/>
                  <a:gd name="T51" fmla="*/ 255 h 1133"/>
                  <a:gd name="T52" fmla="*/ 1977 w 4499"/>
                  <a:gd name="T53" fmla="*/ 363 h 1133"/>
                  <a:gd name="T54" fmla="*/ 4355 w 4499"/>
                  <a:gd name="T55" fmla="*/ 423 h 1133"/>
                  <a:gd name="T56" fmla="*/ 4418 w 4499"/>
                  <a:gd name="T57" fmla="*/ 437 h 1133"/>
                  <a:gd name="T58" fmla="*/ 4467 w 4499"/>
                  <a:gd name="T59" fmla="*/ 476 h 1133"/>
                  <a:gd name="T60" fmla="*/ 4495 w 4499"/>
                  <a:gd name="T61" fmla="*/ 534 h 1133"/>
                  <a:gd name="T62" fmla="*/ 4495 w 4499"/>
                  <a:gd name="T63" fmla="*/ 599 h 1133"/>
                  <a:gd name="T64" fmla="*/ 4467 w 4499"/>
                  <a:gd name="T65" fmla="*/ 657 h 1133"/>
                  <a:gd name="T66" fmla="*/ 4418 w 4499"/>
                  <a:gd name="T67" fmla="*/ 696 h 1133"/>
                  <a:gd name="T68" fmla="*/ 4355 w 4499"/>
                  <a:gd name="T69" fmla="*/ 710 h 1133"/>
                  <a:gd name="T70" fmla="*/ 1977 w 4499"/>
                  <a:gd name="T71" fmla="*/ 770 h 1133"/>
                  <a:gd name="T72" fmla="*/ 1919 w 4499"/>
                  <a:gd name="T73" fmla="*/ 880 h 1133"/>
                  <a:gd name="T74" fmla="*/ 1841 w 4499"/>
                  <a:gd name="T75" fmla="*/ 973 h 1133"/>
                  <a:gd name="T76" fmla="*/ 1746 w 4499"/>
                  <a:gd name="T77" fmla="*/ 1048 h 1133"/>
                  <a:gd name="T78" fmla="*/ 1635 w 4499"/>
                  <a:gd name="T79" fmla="*/ 1101 h 1133"/>
                  <a:gd name="T80" fmla="*/ 1511 w 4499"/>
                  <a:gd name="T81" fmla="*/ 1130 h 1133"/>
                  <a:gd name="T82" fmla="*/ 1383 w 4499"/>
                  <a:gd name="T83" fmla="*/ 1130 h 1133"/>
                  <a:gd name="T84" fmla="*/ 1260 w 4499"/>
                  <a:gd name="T85" fmla="*/ 1101 h 1133"/>
                  <a:gd name="T86" fmla="*/ 1149 w 4499"/>
                  <a:gd name="T87" fmla="*/ 1048 h 1133"/>
                  <a:gd name="T88" fmla="*/ 1053 w 4499"/>
                  <a:gd name="T89" fmla="*/ 973 h 1133"/>
                  <a:gd name="T90" fmla="*/ 975 w 4499"/>
                  <a:gd name="T91" fmla="*/ 880 h 1133"/>
                  <a:gd name="T92" fmla="*/ 917 w 4499"/>
                  <a:gd name="T93" fmla="*/ 770 h 1133"/>
                  <a:gd name="T94" fmla="*/ 144 w 4499"/>
                  <a:gd name="T95" fmla="*/ 710 h 1133"/>
                  <a:gd name="T96" fmla="*/ 81 w 4499"/>
                  <a:gd name="T97" fmla="*/ 696 h 1133"/>
                  <a:gd name="T98" fmla="*/ 31 w 4499"/>
                  <a:gd name="T99" fmla="*/ 657 h 1133"/>
                  <a:gd name="T100" fmla="*/ 4 w 4499"/>
                  <a:gd name="T101" fmla="*/ 599 h 1133"/>
                  <a:gd name="T102" fmla="*/ 4 w 4499"/>
                  <a:gd name="T103" fmla="*/ 534 h 1133"/>
                  <a:gd name="T104" fmla="*/ 31 w 4499"/>
                  <a:gd name="T105" fmla="*/ 476 h 1133"/>
                  <a:gd name="T106" fmla="*/ 81 w 4499"/>
                  <a:gd name="T107" fmla="*/ 437 h 1133"/>
                  <a:gd name="T108" fmla="*/ 144 w 4499"/>
                  <a:gd name="T109" fmla="*/ 423 h 1133"/>
                  <a:gd name="T110" fmla="*/ 917 w 4499"/>
                  <a:gd name="T111" fmla="*/ 363 h 1133"/>
                  <a:gd name="T112" fmla="*/ 975 w 4499"/>
                  <a:gd name="T113" fmla="*/ 255 h 1133"/>
                  <a:gd name="T114" fmla="*/ 1051 w 4499"/>
                  <a:gd name="T115" fmla="*/ 160 h 1133"/>
                  <a:gd name="T116" fmla="*/ 1149 w 4499"/>
                  <a:gd name="T117" fmla="*/ 85 h 1133"/>
                  <a:gd name="T118" fmla="*/ 1260 w 4499"/>
                  <a:gd name="T119" fmla="*/ 32 h 1133"/>
                  <a:gd name="T120" fmla="*/ 1383 w 4499"/>
                  <a:gd name="T121" fmla="*/ 3 h 11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4499" h="1133">
                    <a:moveTo>
                      <a:pt x="1447" y="288"/>
                    </a:moveTo>
                    <a:lnTo>
                      <a:pt x="1402" y="292"/>
                    </a:lnTo>
                    <a:lnTo>
                      <a:pt x="1360" y="303"/>
                    </a:lnTo>
                    <a:lnTo>
                      <a:pt x="1318" y="319"/>
                    </a:lnTo>
                    <a:lnTo>
                      <a:pt x="1283" y="342"/>
                    </a:lnTo>
                    <a:lnTo>
                      <a:pt x="1250" y="370"/>
                    </a:lnTo>
                    <a:lnTo>
                      <a:pt x="1223" y="402"/>
                    </a:lnTo>
                    <a:lnTo>
                      <a:pt x="1199" y="439"/>
                    </a:lnTo>
                    <a:lnTo>
                      <a:pt x="1183" y="479"/>
                    </a:lnTo>
                    <a:lnTo>
                      <a:pt x="1172" y="521"/>
                    </a:lnTo>
                    <a:lnTo>
                      <a:pt x="1168" y="567"/>
                    </a:lnTo>
                    <a:lnTo>
                      <a:pt x="1172" y="612"/>
                    </a:lnTo>
                    <a:lnTo>
                      <a:pt x="1183" y="654"/>
                    </a:lnTo>
                    <a:lnTo>
                      <a:pt x="1199" y="694"/>
                    </a:lnTo>
                    <a:lnTo>
                      <a:pt x="1223" y="731"/>
                    </a:lnTo>
                    <a:lnTo>
                      <a:pt x="1250" y="763"/>
                    </a:lnTo>
                    <a:lnTo>
                      <a:pt x="1283" y="791"/>
                    </a:lnTo>
                    <a:lnTo>
                      <a:pt x="1318" y="814"/>
                    </a:lnTo>
                    <a:lnTo>
                      <a:pt x="1360" y="830"/>
                    </a:lnTo>
                    <a:lnTo>
                      <a:pt x="1402" y="841"/>
                    </a:lnTo>
                    <a:lnTo>
                      <a:pt x="1447" y="846"/>
                    </a:lnTo>
                    <a:lnTo>
                      <a:pt x="1492" y="841"/>
                    </a:lnTo>
                    <a:lnTo>
                      <a:pt x="1535" y="830"/>
                    </a:lnTo>
                    <a:lnTo>
                      <a:pt x="1574" y="814"/>
                    </a:lnTo>
                    <a:lnTo>
                      <a:pt x="1611" y="791"/>
                    </a:lnTo>
                    <a:lnTo>
                      <a:pt x="1644" y="763"/>
                    </a:lnTo>
                    <a:lnTo>
                      <a:pt x="1672" y="731"/>
                    </a:lnTo>
                    <a:lnTo>
                      <a:pt x="1695" y="694"/>
                    </a:lnTo>
                    <a:lnTo>
                      <a:pt x="1711" y="654"/>
                    </a:lnTo>
                    <a:lnTo>
                      <a:pt x="1722" y="612"/>
                    </a:lnTo>
                    <a:lnTo>
                      <a:pt x="1726" y="567"/>
                    </a:lnTo>
                    <a:lnTo>
                      <a:pt x="1722" y="521"/>
                    </a:lnTo>
                    <a:lnTo>
                      <a:pt x="1711" y="479"/>
                    </a:lnTo>
                    <a:lnTo>
                      <a:pt x="1695" y="439"/>
                    </a:lnTo>
                    <a:lnTo>
                      <a:pt x="1672" y="402"/>
                    </a:lnTo>
                    <a:lnTo>
                      <a:pt x="1644" y="370"/>
                    </a:lnTo>
                    <a:lnTo>
                      <a:pt x="1611" y="342"/>
                    </a:lnTo>
                    <a:lnTo>
                      <a:pt x="1574" y="319"/>
                    </a:lnTo>
                    <a:lnTo>
                      <a:pt x="1535" y="303"/>
                    </a:lnTo>
                    <a:lnTo>
                      <a:pt x="1492" y="292"/>
                    </a:lnTo>
                    <a:lnTo>
                      <a:pt x="1447" y="288"/>
                    </a:lnTo>
                    <a:close/>
                    <a:moveTo>
                      <a:pt x="1447" y="0"/>
                    </a:moveTo>
                    <a:lnTo>
                      <a:pt x="1447" y="0"/>
                    </a:lnTo>
                    <a:lnTo>
                      <a:pt x="1511" y="3"/>
                    </a:lnTo>
                    <a:lnTo>
                      <a:pt x="1574" y="14"/>
                    </a:lnTo>
                    <a:lnTo>
                      <a:pt x="1635" y="32"/>
                    </a:lnTo>
                    <a:lnTo>
                      <a:pt x="1692" y="55"/>
                    </a:lnTo>
                    <a:lnTo>
                      <a:pt x="1746" y="85"/>
                    </a:lnTo>
                    <a:lnTo>
                      <a:pt x="1796" y="121"/>
                    </a:lnTo>
                    <a:lnTo>
                      <a:pt x="1841" y="160"/>
                    </a:lnTo>
                    <a:lnTo>
                      <a:pt x="1884" y="206"/>
                    </a:lnTo>
                    <a:lnTo>
                      <a:pt x="1919" y="255"/>
                    </a:lnTo>
                    <a:lnTo>
                      <a:pt x="1951" y="307"/>
                    </a:lnTo>
                    <a:lnTo>
                      <a:pt x="1977" y="363"/>
                    </a:lnTo>
                    <a:lnTo>
                      <a:pt x="1996" y="423"/>
                    </a:lnTo>
                    <a:lnTo>
                      <a:pt x="4355" y="423"/>
                    </a:lnTo>
                    <a:lnTo>
                      <a:pt x="4388" y="426"/>
                    </a:lnTo>
                    <a:lnTo>
                      <a:pt x="4418" y="437"/>
                    </a:lnTo>
                    <a:lnTo>
                      <a:pt x="4444" y="454"/>
                    </a:lnTo>
                    <a:lnTo>
                      <a:pt x="4467" y="476"/>
                    </a:lnTo>
                    <a:lnTo>
                      <a:pt x="4484" y="504"/>
                    </a:lnTo>
                    <a:lnTo>
                      <a:pt x="4495" y="534"/>
                    </a:lnTo>
                    <a:lnTo>
                      <a:pt x="4499" y="567"/>
                    </a:lnTo>
                    <a:lnTo>
                      <a:pt x="4495" y="599"/>
                    </a:lnTo>
                    <a:lnTo>
                      <a:pt x="4484" y="629"/>
                    </a:lnTo>
                    <a:lnTo>
                      <a:pt x="4467" y="657"/>
                    </a:lnTo>
                    <a:lnTo>
                      <a:pt x="4444" y="679"/>
                    </a:lnTo>
                    <a:lnTo>
                      <a:pt x="4418" y="696"/>
                    </a:lnTo>
                    <a:lnTo>
                      <a:pt x="4388" y="707"/>
                    </a:lnTo>
                    <a:lnTo>
                      <a:pt x="4355" y="710"/>
                    </a:lnTo>
                    <a:lnTo>
                      <a:pt x="1996" y="710"/>
                    </a:lnTo>
                    <a:lnTo>
                      <a:pt x="1977" y="770"/>
                    </a:lnTo>
                    <a:lnTo>
                      <a:pt x="1951" y="826"/>
                    </a:lnTo>
                    <a:lnTo>
                      <a:pt x="1919" y="880"/>
                    </a:lnTo>
                    <a:lnTo>
                      <a:pt x="1884" y="928"/>
                    </a:lnTo>
                    <a:lnTo>
                      <a:pt x="1841" y="973"/>
                    </a:lnTo>
                    <a:lnTo>
                      <a:pt x="1796" y="1012"/>
                    </a:lnTo>
                    <a:lnTo>
                      <a:pt x="1746" y="1048"/>
                    </a:lnTo>
                    <a:lnTo>
                      <a:pt x="1692" y="1078"/>
                    </a:lnTo>
                    <a:lnTo>
                      <a:pt x="1635" y="1101"/>
                    </a:lnTo>
                    <a:lnTo>
                      <a:pt x="1574" y="1119"/>
                    </a:lnTo>
                    <a:lnTo>
                      <a:pt x="1511" y="1130"/>
                    </a:lnTo>
                    <a:lnTo>
                      <a:pt x="1447" y="1133"/>
                    </a:lnTo>
                    <a:lnTo>
                      <a:pt x="1383" y="1130"/>
                    </a:lnTo>
                    <a:lnTo>
                      <a:pt x="1320" y="1119"/>
                    </a:lnTo>
                    <a:lnTo>
                      <a:pt x="1260" y="1101"/>
                    </a:lnTo>
                    <a:lnTo>
                      <a:pt x="1202" y="1078"/>
                    </a:lnTo>
                    <a:lnTo>
                      <a:pt x="1149" y="1048"/>
                    </a:lnTo>
                    <a:lnTo>
                      <a:pt x="1098" y="1012"/>
                    </a:lnTo>
                    <a:lnTo>
                      <a:pt x="1053" y="973"/>
                    </a:lnTo>
                    <a:lnTo>
                      <a:pt x="1010" y="928"/>
                    </a:lnTo>
                    <a:lnTo>
                      <a:pt x="975" y="880"/>
                    </a:lnTo>
                    <a:lnTo>
                      <a:pt x="943" y="826"/>
                    </a:lnTo>
                    <a:lnTo>
                      <a:pt x="917" y="770"/>
                    </a:lnTo>
                    <a:lnTo>
                      <a:pt x="898" y="710"/>
                    </a:lnTo>
                    <a:lnTo>
                      <a:pt x="144" y="710"/>
                    </a:lnTo>
                    <a:lnTo>
                      <a:pt x="111" y="707"/>
                    </a:lnTo>
                    <a:lnTo>
                      <a:pt x="81" y="696"/>
                    </a:lnTo>
                    <a:lnTo>
                      <a:pt x="53" y="679"/>
                    </a:lnTo>
                    <a:lnTo>
                      <a:pt x="31" y="657"/>
                    </a:lnTo>
                    <a:lnTo>
                      <a:pt x="15" y="629"/>
                    </a:lnTo>
                    <a:lnTo>
                      <a:pt x="4" y="599"/>
                    </a:lnTo>
                    <a:lnTo>
                      <a:pt x="0" y="567"/>
                    </a:lnTo>
                    <a:lnTo>
                      <a:pt x="4" y="534"/>
                    </a:lnTo>
                    <a:lnTo>
                      <a:pt x="15" y="504"/>
                    </a:lnTo>
                    <a:lnTo>
                      <a:pt x="31" y="476"/>
                    </a:lnTo>
                    <a:lnTo>
                      <a:pt x="53" y="454"/>
                    </a:lnTo>
                    <a:lnTo>
                      <a:pt x="81" y="437"/>
                    </a:lnTo>
                    <a:lnTo>
                      <a:pt x="111" y="426"/>
                    </a:lnTo>
                    <a:lnTo>
                      <a:pt x="144" y="423"/>
                    </a:lnTo>
                    <a:lnTo>
                      <a:pt x="898" y="423"/>
                    </a:lnTo>
                    <a:lnTo>
                      <a:pt x="917" y="363"/>
                    </a:lnTo>
                    <a:lnTo>
                      <a:pt x="943" y="307"/>
                    </a:lnTo>
                    <a:lnTo>
                      <a:pt x="975" y="255"/>
                    </a:lnTo>
                    <a:lnTo>
                      <a:pt x="1010" y="206"/>
                    </a:lnTo>
                    <a:lnTo>
                      <a:pt x="1051" y="160"/>
                    </a:lnTo>
                    <a:lnTo>
                      <a:pt x="1098" y="121"/>
                    </a:lnTo>
                    <a:lnTo>
                      <a:pt x="1149" y="85"/>
                    </a:lnTo>
                    <a:lnTo>
                      <a:pt x="1202" y="55"/>
                    </a:lnTo>
                    <a:lnTo>
                      <a:pt x="1260" y="32"/>
                    </a:lnTo>
                    <a:lnTo>
                      <a:pt x="1320" y="14"/>
                    </a:lnTo>
                    <a:lnTo>
                      <a:pt x="1383" y="3"/>
                    </a:lnTo>
                    <a:lnTo>
                      <a:pt x="144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1" name="Freeform 12"/>
              <p:cNvSpPr>
                <a:spLocks noEditPoints="1"/>
              </p:cNvSpPr>
              <p:nvPr/>
            </p:nvSpPr>
            <p:spPr bwMode="auto">
              <a:xfrm>
                <a:off x="-1252538" y="2822575"/>
                <a:ext cx="2381251" cy="600075"/>
              </a:xfrm>
              <a:custGeom>
                <a:avLst/>
                <a:gdLst>
                  <a:gd name="T0" fmla="*/ 2800 w 4499"/>
                  <a:gd name="T1" fmla="*/ 293 h 1134"/>
                  <a:gd name="T2" fmla="*/ 2718 w 4499"/>
                  <a:gd name="T3" fmla="*/ 320 h 1134"/>
                  <a:gd name="T4" fmla="*/ 2648 w 4499"/>
                  <a:gd name="T5" fmla="*/ 371 h 1134"/>
                  <a:gd name="T6" fmla="*/ 2597 w 4499"/>
                  <a:gd name="T7" fmla="*/ 439 h 1134"/>
                  <a:gd name="T8" fmla="*/ 2570 w 4499"/>
                  <a:gd name="T9" fmla="*/ 522 h 1134"/>
                  <a:gd name="T10" fmla="*/ 2570 w 4499"/>
                  <a:gd name="T11" fmla="*/ 611 h 1134"/>
                  <a:gd name="T12" fmla="*/ 2597 w 4499"/>
                  <a:gd name="T13" fmla="*/ 695 h 1134"/>
                  <a:gd name="T14" fmla="*/ 2648 w 4499"/>
                  <a:gd name="T15" fmla="*/ 763 h 1134"/>
                  <a:gd name="T16" fmla="*/ 2718 w 4499"/>
                  <a:gd name="T17" fmla="*/ 814 h 1134"/>
                  <a:gd name="T18" fmla="*/ 2800 w 4499"/>
                  <a:gd name="T19" fmla="*/ 841 h 1134"/>
                  <a:gd name="T20" fmla="*/ 2890 w 4499"/>
                  <a:gd name="T21" fmla="*/ 841 h 1134"/>
                  <a:gd name="T22" fmla="*/ 2974 w 4499"/>
                  <a:gd name="T23" fmla="*/ 814 h 1134"/>
                  <a:gd name="T24" fmla="*/ 3042 w 4499"/>
                  <a:gd name="T25" fmla="*/ 763 h 1134"/>
                  <a:gd name="T26" fmla="*/ 3093 w 4499"/>
                  <a:gd name="T27" fmla="*/ 695 h 1134"/>
                  <a:gd name="T28" fmla="*/ 3120 w 4499"/>
                  <a:gd name="T29" fmla="*/ 611 h 1134"/>
                  <a:gd name="T30" fmla="*/ 3120 w 4499"/>
                  <a:gd name="T31" fmla="*/ 522 h 1134"/>
                  <a:gd name="T32" fmla="*/ 3093 w 4499"/>
                  <a:gd name="T33" fmla="*/ 439 h 1134"/>
                  <a:gd name="T34" fmla="*/ 3042 w 4499"/>
                  <a:gd name="T35" fmla="*/ 371 h 1134"/>
                  <a:gd name="T36" fmla="*/ 2974 w 4499"/>
                  <a:gd name="T37" fmla="*/ 320 h 1134"/>
                  <a:gd name="T38" fmla="*/ 2890 w 4499"/>
                  <a:gd name="T39" fmla="*/ 293 h 1134"/>
                  <a:gd name="T40" fmla="*/ 2845 w 4499"/>
                  <a:gd name="T41" fmla="*/ 0 h 1134"/>
                  <a:gd name="T42" fmla="*/ 2972 w 4499"/>
                  <a:gd name="T43" fmla="*/ 15 h 1134"/>
                  <a:gd name="T44" fmla="*/ 3090 w 4499"/>
                  <a:gd name="T45" fmla="*/ 56 h 1134"/>
                  <a:gd name="T46" fmla="*/ 3194 w 4499"/>
                  <a:gd name="T47" fmla="*/ 120 h 1134"/>
                  <a:gd name="T48" fmla="*/ 3282 w 4499"/>
                  <a:gd name="T49" fmla="*/ 205 h 1134"/>
                  <a:gd name="T50" fmla="*/ 3349 w 4499"/>
                  <a:gd name="T51" fmla="*/ 308 h 1134"/>
                  <a:gd name="T52" fmla="*/ 3394 w 4499"/>
                  <a:gd name="T53" fmla="*/ 423 h 1134"/>
                  <a:gd name="T54" fmla="*/ 4388 w 4499"/>
                  <a:gd name="T55" fmla="*/ 427 h 1134"/>
                  <a:gd name="T56" fmla="*/ 4444 w 4499"/>
                  <a:gd name="T57" fmla="*/ 454 h 1134"/>
                  <a:gd name="T58" fmla="*/ 4484 w 4499"/>
                  <a:gd name="T59" fmla="*/ 503 h 1134"/>
                  <a:gd name="T60" fmla="*/ 4499 w 4499"/>
                  <a:gd name="T61" fmla="*/ 568 h 1134"/>
                  <a:gd name="T62" fmla="*/ 4484 w 4499"/>
                  <a:gd name="T63" fmla="*/ 630 h 1134"/>
                  <a:gd name="T64" fmla="*/ 4445 w 4499"/>
                  <a:gd name="T65" fmla="*/ 680 h 1134"/>
                  <a:gd name="T66" fmla="*/ 4388 w 4499"/>
                  <a:gd name="T67" fmla="*/ 707 h 1134"/>
                  <a:gd name="T68" fmla="*/ 3394 w 4499"/>
                  <a:gd name="T69" fmla="*/ 711 h 1134"/>
                  <a:gd name="T70" fmla="*/ 3349 w 4499"/>
                  <a:gd name="T71" fmla="*/ 826 h 1134"/>
                  <a:gd name="T72" fmla="*/ 3282 w 4499"/>
                  <a:gd name="T73" fmla="*/ 929 h 1134"/>
                  <a:gd name="T74" fmla="*/ 3194 w 4499"/>
                  <a:gd name="T75" fmla="*/ 1013 h 1134"/>
                  <a:gd name="T76" fmla="*/ 3090 w 4499"/>
                  <a:gd name="T77" fmla="*/ 1078 h 1134"/>
                  <a:gd name="T78" fmla="*/ 2972 w 4499"/>
                  <a:gd name="T79" fmla="*/ 1119 h 1134"/>
                  <a:gd name="T80" fmla="*/ 2845 w 4499"/>
                  <a:gd name="T81" fmla="*/ 1134 h 1134"/>
                  <a:gd name="T82" fmla="*/ 2718 w 4499"/>
                  <a:gd name="T83" fmla="*/ 1119 h 1134"/>
                  <a:gd name="T84" fmla="*/ 2600 w 4499"/>
                  <a:gd name="T85" fmla="*/ 1078 h 1134"/>
                  <a:gd name="T86" fmla="*/ 2496 w 4499"/>
                  <a:gd name="T87" fmla="*/ 1013 h 1134"/>
                  <a:gd name="T88" fmla="*/ 2408 w 4499"/>
                  <a:gd name="T89" fmla="*/ 929 h 1134"/>
                  <a:gd name="T90" fmla="*/ 2341 w 4499"/>
                  <a:gd name="T91" fmla="*/ 826 h 1134"/>
                  <a:gd name="T92" fmla="*/ 2296 w 4499"/>
                  <a:gd name="T93" fmla="*/ 711 h 1134"/>
                  <a:gd name="T94" fmla="*/ 111 w 4499"/>
                  <a:gd name="T95" fmla="*/ 707 h 1134"/>
                  <a:gd name="T96" fmla="*/ 53 w 4499"/>
                  <a:gd name="T97" fmla="*/ 680 h 1134"/>
                  <a:gd name="T98" fmla="*/ 15 w 4499"/>
                  <a:gd name="T99" fmla="*/ 630 h 1134"/>
                  <a:gd name="T100" fmla="*/ 0 w 4499"/>
                  <a:gd name="T101" fmla="*/ 568 h 1134"/>
                  <a:gd name="T102" fmla="*/ 15 w 4499"/>
                  <a:gd name="T103" fmla="*/ 503 h 1134"/>
                  <a:gd name="T104" fmla="*/ 53 w 4499"/>
                  <a:gd name="T105" fmla="*/ 454 h 1134"/>
                  <a:gd name="T106" fmla="*/ 111 w 4499"/>
                  <a:gd name="T107" fmla="*/ 427 h 1134"/>
                  <a:gd name="T108" fmla="*/ 2296 w 4499"/>
                  <a:gd name="T109" fmla="*/ 423 h 1134"/>
                  <a:gd name="T110" fmla="*/ 2341 w 4499"/>
                  <a:gd name="T111" fmla="*/ 308 h 1134"/>
                  <a:gd name="T112" fmla="*/ 2408 w 4499"/>
                  <a:gd name="T113" fmla="*/ 205 h 1134"/>
                  <a:gd name="T114" fmla="*/ 2496 w 4499"/>
                  <a:gd name="T115" fmla="*/ 120 h 1134"/>
                  <a:gd name="T116" fmla="*/ 2600 w 4499"/>
                  <a:gd name="T117" fmla="*/ 56 h 1134"/>
                  <a:gd name="T118" fmla="*/ 2718 w 4499"/>
                  <a:gd name="T119" fmla="*/ 15 h 1134"/>
                  <a:gd name="T120" fmla="*/ 2845 w 4499"/>
                  <a:gd name="T121" fmla="*/ 0 h 1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4499" h="1134">
                    <a:moveTo>
                      <a:pt x="2845" y="289"/>
                    </a:moveTo>
                    <a:lnTo>
                      <a:pt x="2800" y="293"/>
                    </a:lnTo>
                    <a:lnTo>
                      <a:pt x="2757" y="302"/>
                    </a:lnTo>
                    <a:lnTo>
                      <a:pt x="2718" y="320"/>
                    </a:lnTo>
                    <a:lnTo>
                      <a:pt x="2681" y="342"/>
                    </a:lnTo>
                    <a:lnTo>
                      <a:pt x="2648" y="371"/>
                    </a:lnTo>
                    <a:lnTo>
                      <a:pt x="2620" y="402"/>
                    </a:lnTo>
                    <a:lnTo>
                      <a:pt x="2597" y="439"/>
                    </a:lnTo>
                    <a:lnTo>
                      <a:pt x="2581" y="479"/>
                    </a:lnTo>
                    <a:lnTo>
                      <a:pt x="2570" y="522"/>
                    </a:lnTo>
                    <a:lnTo>
                      <a:pt x="2566" y="568"/>
                    </a:lnTo>
                    <a:lnTo>
                      <a:pt x="2570" y="611"/>
                    </a:lnTo>
                    <a:lnTo>
                      <a:pt x="2581" y="655"/>
                    </a:lnTo>
                    <a:lnTo>
                      <a:pt x="2597" y="695"/>
                    </a:lnTo>
                    <a:lnTo>
                      <a:pt x="2620" y="732"/>
                    </a:lnTo>
                    <a:lnTo>
                      <a:pt x="2648" y="763"/>
                    </a:lnTo>
                    <a:lnTo>
                      <a:pt x="2681" y="792"/>
                    </a:lnTo>
                    <a:lnTo>
                      <a:pt x="2718" y="814"/>
                    </a:lnTo>
                    <a:lnTo>
                      <a:pt x="2757" y="832"/>
                    </a:lnTo>
                    <a:lnTo>
                      <a:pt x="2800" y="841"/>
                    </a:lnTo>
                    <a:lnTo>
                      <a:pt x="2845" y="845"/>
                    </a:lnTo>
                    <a:lnTo>
                      <a:pt x="2890" y="841"/>
                    </a:lnTo>
                    <a:lnTo>
                      <a:pt x="2933" y="832"/>
                    </a:lnTo>
                    <a:lnTo>
                      <a:pt x="2974" y="814"/>
                    </a:lnTo>
                    <a:lnTo>
                      <a:pt x="3009" y="792"/>
                    </a:lnTo>
                    <a:lnTo>
                      <a:pt x="3042" y="763"/>
                    </a:lnTo>
                    <a:lnTo>
                      <a:pt x="3070" y="732"/>
                    </a:lnTo>
                    <a:lnTo>
                      <a:pt x="3093" y="695"/>
                    </a:lnTo>
                    <a:lnTo>
                      <a:pt x="3109" y="655"/>
                    </a:lnTo>
                    <a:lnTo>
                      <a:pt x="3120" y="611"/>
                    </a:lnTo>
                    <a:lnTo>
                      <a:pt x="3124" y="568"/>
                    </a:lnTo>
                    <a:lnTo>
                      <a:pt x="3120" y="522"/>
                    </a:lnTo>
                    <a:lnTo>
                      <a:pt x="3109" y="479"/>
                    </a:lnTo>
                    <a:lnTo>
                      <a:pt x="3093" y="439"/>
                    </a:lnTo>
                    <a:lnTo>
                      <a:pt x="3070" y="402"/>
                    </a:lnTo>
                    <a:lnTo>
                      <a:pt x="3042" y="371"/>
                    </a:lnTo>
                    <a:lnTo>
                      <a:pt x="3009" y="342"/>
                    </a:lnTo>
                    <a:lnTo>
                      <a:pt x="2974" y="320"/>
                    </a:lnTo>
                    <a:lnTo>
                      <a:pt x="2933" y="302"/>
                    </a:lnTo>
                    <a:lnTo>
                      <a:pt x="2890" y="293"/>
                    </a:lnTo>
                    <a:lnTo>
                      <a:pt x="2845" y="289"/>
                    </a:lnTo>
                    <a:close/>
                    <a:moveTo>
                      <a:pt x="2845" y="0"/>
                    </a:moveTo>
                    <a:lnTo>
                      <a:pt x="2909" y="4"/>
                    </a:lnTo>
                    <a:lnTo>
                      <a:pt x="2972" y="15"/>
                    </a:lnTo>
                    <a:lnTo>
                      <a:pt x="3033" y="33"/>
                    </a:lnTo>
                    <a:lnTo>
                      <a:pt x="3090" y="56"/>
                    </a:lnTo>
                    <a:lnTo>
                      <a:pt x="3143" y="85"/>
                    </a:lnTo>
                    <a:lnTo>
                      <a:pt x="3194" y="120"/>
                    </a:lnTo>
                    <a:lnTo>
                      <a:pt x="3239" y="160"/>
                    </a:lnTo>
                    <a:lnTo>
                      <a:pt x="3282" y="205"/>
                    </a:lnTo>
                    <a:lnTo>
                      <a:pt x="3317" y="254"/>
                    </a:lnTo>
                    <a:lnTo>
                      <a:pt x="3349" y="308"/>
                    </a:lnTo>
                    <a:lnTo>
                      <a:pt x="3375" y="364"/>
                    </a:lnTo>
                    <a:lnTo>
                      <a:pt x="3394" y="423"/>
                    </a:lnTo>
                    <a:lnTo>
                      <a:pt x="4355" y="423"/>
                    </a:lnTo>
                    <a:lnTo>
                      <a:pt x="4388" y="427"/>
                    </a:lnTo>
                    <a:lnTo>
                      <a:pt x="4418" y="438"/>
                    </a:lnTo>
                    <a:lnTo>
                      <a:pt x="4444" y="454"/>
                    </a:lnTo>
                    <a:lnTo>
                      <a:pt x="4467" y="477"/>
                    </a:lnTo>
                    <a:lnTo>
                      <a:pt x="4484" y="503"/>
                    </a:lnTo>
                    <a:lnTo>
                      <a:pt x="4495" y="533"/>
                    </a:lnTo>
                    <a:lnTo>
                      <a:pt x="4499" y="568"/>
                    </a:lnTo>
                    <a:lnTo>
                      <a:pt x="4495" y="600"/>
                    </a:lnTo>
                    <a:lnTo>
                      <a:pt x="4484" y="630"/>
                    </a:lnTo>
                    <a:lnTo>
                      <a:pt x="4467" y="656"/>
                    </a:lnTo>
                    <a:lnTo>
                      <a:pt x="4445" y="680"/>
                    </a:lnTo>
                    <a:lnTo>
                      <a:pt x="4418" y="696"/>
                    </a:lnTo>
                    <a:lnTo>
                      <a:pt x="4388" y="707"/>
                    </a:lnTo>
                    <a:lnTo>
                      <a:pt x="4355" y="711"/>
                    </a:lnTo>
                    <a:lnTo>
                      <a:pt x="3394" y="711"/>
                    </a:lnTo>
                    <a:lnTo>
                      <a:pt x="3375" y="770"/>
                    </a:lnTo>
                    <a:lnTo>
                      <a:pt x="3349" y="826"/>
                    </a:lnTo>
                    <a:lnTo>
                      <a:pt x="3317" y="879"/>
                    </a:lnTo>
                    <a:lnTo>
                      <a:pt x="3282" y="929"/>
                    </a:lnTo>
                    <a:lnTo>
                      <a:pt x="3239" y="974"/>
                    </a:lnTo>
                    <a:lnTo>
                      <a:pt x="3194" y="1013"/>
                    </a:lnTo>
                    <a:lnTo>
                      <a:pt x="3143" y="1048"/>
                    </a:lnTo>
                    <a:lnTo>
                      <a:pt x="3090" y="1078"/>
                    </a:lnTo>
                    <a:lnTo>
                      <a:pt x="3033" y="1101"/>
                    </a:lnTo>
                    <a:lnTo>
                      <a:pt x="2972" y="1119"/>
                    </a:lnTo>
                    <a:lnTo>
                      <a:pt x="2909" y="1130"/>
                    </a:lnTo>
                    <a:lnTo>
                      <a:pt x="2845" y="1134"/>
                    </a:lnTo>
                    <a:lnTo>
                      <a:pt x="2781" y="1130"/>
                    </a:lnTo>
                    <a:lnTo>
                      <a:pt x="2718" y="1119"/>
                    </a:lnTo>
                    <a:lnTo>
                      <a:pt x="2657" y="1101"/>
                    </a:lnTo>
                    <a:lnTo>
                      <a:pt x="2600" y="1078"/>
                    </a:lnTo>
                    <a:lnTo>
                      <a:pt x="2547" y="1048"/>
                    </a:lnTo>
                    <a:lnTo>
                      <a:pt x="2496" y="1013"/>
                    </a:lnTo>
                    <a:lnTo>
                      <a:pt x="2451" y="974"/>
                    </a:lnTo>
                    <a:lnTo>
                      <a:pt x="2408" y="929"/>
                    </a:lnTo>
                    <a:lnTo>
                      <a:pt x="2373" y="879"/>
                    </a:lnTo>
                    <a:lnTo>
                      <a:pt x="2341" y="826"/>
                    </a:lnTo>
                    <a:lnTo>
                      <a:pt x="2315" y="770"/>
                    </a:lnTo>
                    <a:lnTo>
                      <a:pt x="2296" y="711"/>
                    </a:lnTo>
                    <a:lnTo>
                      <a:pt x="144" y="711"/>
                    </a:lnTo>
                    <a:lnTo>
                      <a:pt x="111" y="707"/>
                    </a:lnTo>
                    <a:lnTo>
                      <a:pt x="81" y="696"/>
                    </a:lnTo>
                    <a:lnTo>
                      <a:pt x="53" y="680"/>
                    </a:lnTo>
                    <a:lnTo>
                      <a:pt x="31" y="656"/>
                    </a:lnTo>
                    <a:lnTo>
                      <a:pt x="15" y="630"/>
                    </a:lnTo>
                    <a:lnTo>
                      <a:pt x="4" y="600"/>
                    </a:lnTo>
                    <a:lnTo>
                      <a:pt x="0" y="568"/>
                    </a:lnTo>
                    <a:lnTo>
                      <a:pt x="4" y="533"/>
                    </a:lnTo>
                    <a:lnTo>
                      <a:pt x="15" y="503"/>
                    </a:lnTo>
                    <a:lnTo>
                      <a:pt x="31" y="477"/>
                    </a:lnTo>
                    <a:lnTo>
                      <a:pt x="53" y="454"/>
                    </a:lnTo>
                    <a:lnTo>
                      <a:pt x="81" y="438"/>
                    </a:lnTo>
                    <a:lnTo>
                      <a:pt x="111" y="427"/>
                    </a:lnTo>
                    <a:lnTo>
                      <a:pt x="144" y="423"/>
                    </a:lnTo>
                    <a:lnTo>
                      <a:pt x="2296" y="423"/>
                    </a:lnTo>
                    <a:lnTo>
                      <a:pt x="2315" y="364"/>
                    </a:lnTo>
                    <a:lnTo>
                      <a:pt x="2341" y="308"/>
                    </a:lnTo>
                    <a:lnTo>
                      <a:pt x="2373" y="254"/>
                    </a:lnTo>
                    <a:lnTo>
                      <a:pt x="2408" y="205"/>
                    </a:lnTo>
                    <a:lnTo>
                      <a:pt x="2451" y="160"/>
                    </a:lnTo>
                    <a:lnTo>
                      <a:pt x="2496" y="120"/>
                    </a:lnTo>
                    <a:lnTo>
                      <a:pt x="2547" y="85"/>
                    </a:lnTo>
                    <a:lnTo>
                      <a:pt x="2600" y="56"/>
                    </a:lnTo>
                    <a:lnTo>
                      <a:pt x="2657" y="33"/>
                    </a:lnTo>
                    <a:lnTo>
                      <a:pt x="2718" y="15"/>
                    </a:lnTo>
                    <a:lnTo>
                      <a:pt x="2781" y="4"/>
                    </a:lnTo>
                    <a:lnTo>
                      <a:pt x="284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2" name="Freeform 13"/>
              <p:cNvSpPr>
                <a:spLocks noEditPoints="1"/>
              </p:cNvSpPr>
              <p:nvPr/>
            </p:nvSpPr>
            <p:spPr bwMode="auto">
              <a:xfrm>
                <a:off x="-1252538" y="3654425"/>
                <a:ext cx="2381251" cy="600075"/>
              </a:xfrm>
              <a:custGeom>
                <a:avLst/>
                <a:gdLst>
                  <a:gd name="T0" fmla="*/ 1402 w 4499"/>
                  <a:gd name="T1" fmla="*/ 291 h 1132"/>
                  <a:gd name="T2" fmla="*/ 1318 w 4499"/>
                  <a:gd name="T3" fmla="*/ 319 h 1132"/>
                  <a:gd name="T4" fmla="*/ 1250 w 4499"/>
                  <a:gd name="T5" fmla="*/ 369 h 1132"/>
                  <a:gd name="T6" fmla="*/ 1199 w 4499"/>
                  <a:gd name="T7" fmla="*/ 438 h 1132"/>
                  <a:gd name="T8" fmla="*/ 1172 w 4499"/>
                  <a:gd name="T9" fmla="*/ 521 h 1132"/>
                  <a:gd name="T10" fmla="*/ 1172 w 4499"/>
                  <a:gd name="T11" fmla="*/ 611 h 1132"/>
                  <a:gd name="T12" fmla="*/ 1199 w 4499"/>
                  <a:gd name="T13" fmla="*/ 693 h 1132"/>
                  <a:gd name="T14" fmla="*/ 1250 w 4499"/>
                  <a:gd name="T15" fmla="*/ 763 h 1132"/>
                  <a:gd name="T16" fmla="*/ 1318 w 4499"/>
                  <a:gd name="T17" fmla="*/ 814 h 1132"/>
                  <a:gd name="T18" fmla="*/ 1402 w 4499"/>
                  <a:gd name="T19" fmla="*/ 841 h 1132"/>
                  <a:gd name="T20" fmla="*/ 1492 w 4499"/>
                  <a:gd name="T21" fmla="*/ 841 h 1132"/>
                  <a:gd name="T22" fmla="*/ 1574 w 4499"/>
                  <a:gd name="T23" fmla="*/ 814 h 1132"/>
                  <a:gd name="T24" fmla="*/ 1644 w 4499"/>
                  <a:gd name="T25" fmla="*/ 763 h 1132"/>
                  <a:gd name="T26" fmla="*/ 1695 w 4499"/>
                  <a:gd name="T27" fmla="*/ 693 h 1132"/>
                  <a:gd name="T28" fmla="*/ 1722 w 4499"/>
                  <a:gd name="T29" fmla="*/ 611 h 1132"/>
                  <a:gd name="T30" fmla="*/ 1722 w 4499"/>
                  <a:gd name="T31" fmla="*/ 521 h 1132"/>
                  <a:gd name="T32" fmla="*/ 1695 w 4499"/>
                  <a:gd name="T33" fmla="*/ 438 h 1132"/>
                  <a:gd name="T34" fmla="*/ 1644 w 4499"/>
                  <a:gd name="T35" fmla="*/ 369 h 1132"/>
                  <a:gd name="T36" fmla="*/ 1574 w 4499"/>
                  <a:gd name="T37" fmla="*/ 319 h 1132"/>
                  <a:gd name="T38" fmla="*/ 1492 w 4499"/>
                  <a:gd name="T39" fmla="*/ 291 h 1132"/>
                  <a:gd name="T40" fmla="*/ 1447 w 4499"/>
                  <a:gd name="T41" fmla="*/ 0 h 1132"/>
                  <a:gd name="T42" fmla="*/ 1574 w 4499"/>
                  <a:gd name="T43" fmla="*/ 14 h 1132"/>
                  <a:gd name="T44" fmla="*/ 1692 w 4499"/>
                  <a:gd name="T45" fmla="*/ 55 h 1132"/>
                  <a:gd name="T46" fmla="*/ 1796 w 4499"/>
                  <a:gd name="T47" fmla="*/ 120 h 1132"/>
                  <a:gd name="T48" fmla="*/ 1884 w 4499"/>
                  <a:gd name="T49" fmla="*/ 205 h 1132"/>
                  <a:gd name="T50" fmla="*/ 1951 w 4499"/>
                  <a:gd name="T51" fmla="*/ 306 h 1132"/>
                  <a:gd name="T52" fmla="*/ 1996 w 4499"/>
                  <a:gd name="T53" fmla="*/ 423 h 1132"/>
                  <a:gd name="T54" fmla="*/ 4388 w 4499"/>
                  <a:gd name="T55" fmla="*/ 425 h 1132"/>
                  <a:gd name="T56" fmla="*/ 4444 w 4499"/>
                  <a:gd name="T57" fmla="*/ 454 h 1132"/>
                  <a:gd name="T58" fmla="*/ 4484 w 4499"/>
                  <a:gd name="T59" fmla="*/ 503 h 1132"/>
                  <a:gd name="T60" fmla="*/ 4499 w 4499"/>
                  <a:gd name="T61" fmla="*/ 566 h 1132"/>
                  <a:gd name="T62" fmla="*/ 4484 w 4499"/>
                  <a:gd name="T63" fmla="*/ 629 h 1132"/>
                  <a:gd name="T64" fmla="*/ 4444 w 4499"/>
                  <a:gd name="T65" fmla="*/ 678 h 1132"/>
                  <a:gd name="T66" fmla="*/ 4388 w 4499"/>
                  <a:gd name="T67" fmla="*/ 707 h 1132"/>
                  <a:gd name="T68" fmla="*/ 1996 w 4499"/>
                  <a:gd name="T69" fmla="*/ 710 h 1132"/>
                  <a:gd name="T70" fmla="*/ 1951 w 4499"/>
                  <a:gd name="T71" fmla="*/ 826 h 1132"/>
                  <a:gd name="T72" fmla="*/ 1884 w 4499"/>
                  <a:gd name="T73" fmla="*/ 927 h 1132"/>
                  <a:gd name="T74" fmla="*/ 1796 w 4499"/>
                  <a:gd name="T75" fmla="*/ 1012 h 1132"/>
                  <a:gd name="T76" fmla="*/ 1692 w 4499"/>
                  <a:gd name="T77" fmla="*/ 1078 h 1132"/>
                  <a:gd name="T78" fmla="*/ 1574 w 4499"/>
                  <a:gd name="T79" fmla="*/ 1119 h 1132"/>
                  <a:gd name="T80" fmla="*/ 1447 w 4499"/>
                  <a:gd name="T81" fmla="*/ 1132 h 1132"/>
                  <a:gd name="T82" fmla="*/ 1320 w 4499"/>
                  <a:gd name="T83" fmla="*/ 1119 h 1132"/>
                  <a:gd name="T84" fmla="*/ 1202 w 4499"/>
                  <a:gd name="T85" fmla="*/ 1078 h 1132"/>
                  <a:gd name="T86" fmla="*/ 1098 w 4499"/>
                  <a:gd name="T87" fmla="*/ 1012 h 1132"/>
                  <a:gd name="T88" fmla="*/ 1010 w 4499"/>
                  <a:gd name="T89" fmla="*/ 927 h 1132"/>
                  <a:gd name="T90" fmla="*/ 943 w 4499"/>
                  <a:gd name="T91" fmla="*/ 826 h 1132"/>
                  <a:gd name="T92" fmla="*/ 898 w 4499"/>
                  <a:gd name="T93" fmla="*/ 710 h 1132"/>
                  <a:gd name="T94" fmla="*/ 111 w 4499"/>
                  <a:gd name="T95" fmla="*/ 707 h 1132"/>
                  <a:gd name="T96" fmla="*/ 53 w 4499"/>
                  <a:gd name="T97" fmla="*/ 678 h 1132"/>
                  <a:gd name="T98" fmla="*/ 15 w 4499"/>
                  <a:gd name="T99" fmla="*/ 629 h 1132"/>
                  <a:gd name="T100" fmla="*/ 0 w 4499"/>
                  <a:gd name="T101" fmla="*/ 566 h 1132"/>
                  <a:gd name="T102" fmla="*/ 15 w 4499"/>
                  <a:gd name="T103" fmla="*/ 503 h 1132"/>
                  <a:gd name="T104" fmla="*/ 53 w 4499"/>
                  <a:gd name="T105" fmla="*/ 454 h 1132"/>
                  <a:gd name="T106" fmla="*/ 111 w 4499"/>
                  <a:gd name="T107" fmla="*/ 425 h 1132"/>
                  <a:gd name="T108" fmla="*/ 898 w 4499"/>
                  <a:gd name="T109" fmla="*/ 423 h 1132"/>
                  <a:gd name="T110" fmla="*/ 943 w 4499"/>
                  <a:gd name="T111" fmla="*/ 306 h 1132"/>
                  <a:gd name="T112" fmla="*/ 1010 w 4499"/>
                  <a:gd name="T113" fmla="*/ 205 h 1132"/>
                  <a:gd name="T114" fmla="*/ 1098 w 4499"/>
                  <a:gd name="T115" fmla="*/ 120 h 1132"/>
                  <a:gd name="T116" fmla="*/ 1202 w 4499"/>
                  <a:gd name="T117" fmla="*/ 55 h 1132"/>
                  <a:gd name="T118" fmla="*/ 1320 w 4499"/>
                  <a:gd name="T119" fmla="*/ 14 h 1132"/>
                  <a:gd name="T120" fmla="*/ 1447 w 4499"/>
                  <a:gd name="T121" fmla="*/ 0 h 1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4499" h="1132">
                    <a:moveTo>
                      <a:pt x="1447" y="287"/>
                    </a:moveTo>
                    <a:lnTo>
                      <a:pt x="1402" y="291"/>
                    </a:lnTo>
                    <a:lnTo>
                      <a:pt x="1360" y="302"/>
                    </a:lnTo>
                    <a:lnTo>
                      <a:pt x="1318" y="319"/>
                    </a:lnTo>
                    <a:lnTo>
                      <a:pt x="1283" y="342"/>
                    </a:lnTo>
                    <a:lnTo>
                      <a:pt x="1250" y="369"/>
                    </a:lnTo>
                    <a:lnTo>
                      <a:pt x="1223" y="402"/>
                    </a:lnTo>
                    <a:lnTo>
                      <a:pt x="1199" y="438"/>
                    </a:lnTo>
                    <a:lnTo>
                      <a:pt x="1183" y="479"/>
                    </a:lnTo>
                    <a:lnTo>
                      <a:pt x="1172" y="521"/>
                    </a:lnTo>
                    <a:lnTo>
                      <a:pt x="1168" y="566"/>
                    </a:lnTo>
                    <a:lnTo>
                      <a:pt x="1172" y="611"/>
                    </a:lnTo>
                    <a:lnTo>
                      <a:pt x="1183" y="654"/>
                    </a:lnTo>
                    <a:lnTo>
                      <a:pt x="1199" y="693"/>
                    </a:lnTo>
                    <a:lnTo>
                      <a:pt x="1223" y="730"/>
                    </a:lnTo>
                    <a:lnTo>
                      <a:pt x="1250" y="763"/>
                    </a:lnTo>
                    <a:lnTo>
                      <a:pt x="1283" y="791"/>
                    </a:lnTo>
                    <a:lnTo>
                      <a:pt x="1318" y="814"/>
                    </a:lnTo>
                    <a:lnTo>
                      <a:pt x="1360" y="830"/>
                    </a:lnTo>
                    <a:lnTo>
                      <a:pt x="1402" y="841"/>
                    </a:lnTo>
                    <a:lnTo>
                      <a:pt x="1447" y="845"/>
                    </a:lnTo>
                    <a:lnTo>
                      <a:pt x="1492" y="841"/>
                    </a:lnTo>
                    <a:lnTo>
                      <a:pt x="1535" y="830"/>
                    </a:lnTo>
                    <a:lnTo>
                      <a:pt x="1574" y="814"/>
                    </a:lnTo>
                    <a:lnTo>
                      <a:pt x="1611" y="791"/>
                    </a:lnTo>
                    <a:lnTo>
                      <a:pt x="1644" y="763"/>
                    </a:lnTo>
                    <a:lnTo>
                      <a:pt x="1672" y="730"/>
                    </a:lnTo>
                    <a:lnTo>
                      <a:pt x="1695" y="693"/>
                    </a:lnTo>
                    <a:lnTo>
                      <a:pt x="1711" y="654"/>
                    </a:lnTo>
                    <a:lnTo>
                      <a:pt x="1722" y="611"/>
                    </a:lnTo>
                    <a:lnTo>
                      <a:pt x="1726" y="566"/>
                    </a:lnTo>
                    <a:lnTo>
                      <a:pt x="1722" y="521"/>
                    </a:lnTo>
                    <a:lnTo>
                      <a:pt x="1711" y="479"/>
                    </a:lnTo>
                    <a:lnTo>
                      <a:pt x="1695" y="438"/>
                    </a:lnTo>
                    <a:lnTo>
                      <a:pt x="1672" y="402"/>
                    </a:lnTo>
                    <a:lnTo>
                      <a:pt x="1644" y="369"/>
                    </a:lnTo>
                    <a:lnTo>
                      <a:pt x="1611" y="342"/>
                    </a:lnTo>
                    <a:lnTo>
                      <a:pt x="1574" y="319"/>
                    </a:lnTo>
                    <a:lnTo>
                      <a:pt x="1535" y="302"/>
                    </a:lnTo>
                    <a:lnTo>
                      <a:pt x="1492" y="291"/>
                    </a:lnTo>
                    <a:lnTo>
                      <a:pt x="1447" y="287"/>
                    </a:lnTo>
                    <a:close/>
                    <a:moveTo>
                      <a:pt x="1447" y="0"/>
                    </a:moveTo>
                    <a:lnTo>
                      <a:pt x="1511" y="3"/>
                    </a:lnTo>
                    <a:lnTo>
                      <a:pt x="1574" y="14"/>
                    </a:lnTo>
                    <a:lnTo>
                      <a:pt x="1635" y="32"/>
                    </a:lnTo>
                    <a:lnTo>
                      <a:pt x="1692" y="55"/>
                    </a:lnTo>
                    <a:lnTo>
                      <a:pt x="1746" y="85"/>
                    </a:lnTo>
                    <a:lnTo>
                      <a:pt x="1796" y="120"/>
                    </a:lnTo>
                    <a:lnTo>
                      <a:pt x="1841" y="160"/>
                    </a:lnTo>
                    <a:lnTo>
                      <a:pt x="1884" y="205"/>
                    </a:lnTo>
                    <a:lnTo>
                      <a:pt x="1919" y="253"/>
                    </a:lnTo>
                    <a:lnTo>
                      <a:pt x="1951" y="306"/>
                    </a:lnTo>
                    <a:lnTo>
                      <a:pt x="1977" y="362"/>
                    </a:lnTo>
                    <a:lnTo>
                      <a:pt x="1996" y="423"/>
                    </a:lnTo>
                    <a:lnTo>
                      <a:pt x="4355" y="423"/>
                    </a:lnTo>
                    <a:lnTo>
                      <a:pt x="4388" y="425"/>
                    </a:lnTo>
                    <a:lnTo>
                      <a:pt x="4418" y="436"/>
                    </a:lnTo>
                    <a:lnTo>
                      <a:pt x="4444" y="454"/>
                    </a:lnTo>
                    <a:lnTo>
                      <a:pt x="4467" y="476"/>
                    </a:lnTo>
                    <a:lnTo>
                      <a:pt x="4484" y="503"/>
                    </a:lnTo>
                    <a:lnTo>
                      <a:pt x="4495" y="533"/>
                    </a:lnTo>
                    <a:lnTo>
                      <a:pt x="4499" y="566"/>
                    </a:lnTo>
                    <a:lnTo>
                      <a:pt x="4495" y="599"/>
                    </a:lnTo>
                    <a:lnTo>
                      <a:pt x="4484" y="629"/>
                    </a:lnTo>
                    <a:lnTo>
                      <a:pt x="4467" y="656"/>
                    </a:lnTo>
                    <a:lnTo>
                      <a:pt x="4444" y="678"/>
                    </a:lnTo>
                    <a:lnTo>
                      <a:pt x="4418" y="696"/>
                    </a:lnTo>
                    <a:lnTo>
                      <a:pt x="4388" y="707"/>
                    </a:lnTo>
                    <a:lnTo>
                      <a:pt x="4355" y="710"/>
                    </a:lnTo>
                    <a:lnTo>
                      <a:pt x="1996" y="710"/>
                    </a:lnTo>
                    <a:lnTo>
                      <a:pt x="1977" y="770"/>
                    </a:lnTo>
                    <a:lnTo>
                      <a:pt x="1951" y="826"/>
                    </a:lnTo>
                    <a:lnTo>
                      <a:pt x="1919" y="879"/>
                    </a:lnTo>
                    <a:lnTo>
                      <a:pt x="1884" y="927"/>
                    </a:lnTo>
                    <a:lnTo>
                      <a:pt x="1841" y="972"/>
                    </a:lnTo>
                    <a:lnTo>
                      <a:pt x="1796" y="1012"/>
                    </a:lnTo>
                    <a:lnTo>
                      <a:pt x="1746" y="1048"/>
                    </a:lnTo>
                    <a:lnTo>
                      <a:pt x="1692" y="1078"/>
                    </a:lnTo>
                    <a:lnTo>
                      <a:pt x="1635" y="1101"/>
                    </a:lnTo>
                    <a:lnTo>
                      <a:pt x="1574" y="1119"/>
                    </a:lnTo>
                    <a:lnTo>
                      <a:pt x="1511" y="1130"/>
                    </a:lnTo>
                    <a:lnTo>
                      <a:pt x="1447" y="1132"/>
                    </a:lnTo>
                    <a:lnTo>
                      <a:pt x="1383" y="1130"/>
                    </a:lnTo>
                    <a:lnTo>
                      <a:pt x="1320" y="1119"/>
                    </a:lnTo>
                    <a:lnTo>
                      <a:pt x="1260" y="1101"/>
                    </a:lnTo>
                    <a:lnTo>
                      <a:pt x="1202" y="1078"/>
                    </a:lnTo>
                    <a:lnTo>
                      <a:pt x="1149" y="1048"/>
                    </a:lnTo>
                    <a:lnTo>
                      <a:pt x="1098" y="1012"/>
                    </a:lnTo>
                    <a:lnTo>
                      <a:pt x="1053" y="972"/>
                    </a:lnTo>
                    <a:lnTo>
                      <a:pt x="1010" y="927"/>
                    </a:lnTo>
                    <a:lnTo>
                      <a:pt x="975" y="879"/>
                    </a:lnTo>
                    <a:lnTo>
                      <a:pt x="943" y="826"/>
                    </a:lnTo>
                    <a:lnTo>
                      <a:pt x="917" y="770"/>
                    </a:lnTo>
                    <a:lnTo>
                      <a:pt x="898" y="710"/>
                    </a:lnTo>
                    <a:lnTo>
                      <a:pt x="144" y="710"/>
                    </a:lnTo>
                    <a:lnTo>
                      <a:pt x="111" y="707"/>
                    </a:lnTo>
                    <a:lnTo>
                      <a:pt x="81" y="696"/>
                    </a:lnTo>
                    <a:lnTo>
                      <a:pt x="53" y="678"/>
                    </a:lnTo>
                    <a:lnTo>
                      <a:pt x="31" y="656"/>
                    </a:lnTo>
                    <a:lnTo>
                      <a:pt x="15" y="629"/>
                    </a:lnTo>
                    <a:lnTo>
                      <a:pt x="4" y="599"/>
                    </a:lnTo>
                    <a:lnTo>
                      <a:pt x="0" y="566"/>
                    </a:lnTo>
                    <a:lnTo>
                      <a:pt x="4" y="533"/>
                    </a:lnTo>
                    <a:lnTo>
                      <a:pt x="15" y="503"/>
                    </a:lnTo>
                    <a:lnTo>
                      <a:pt x="31" y="476"/>
                    </a:lnTo>
                    <a:lnTo>
                      <a:pt x="53" y="454"/>
                    </a:lnTo>
                    <a:lnTo>
                      <a:pt x="81" y="436"/>
                    </a:lnTo>
                    <a:lnTo>
                      <a:pt x="111" y="425"/>
                    </a:lnTo>
                    <a:lnTo>
                      <a:pt x="144" y="423"/>
                    </a:lnTo>
                    <a:lnTo>
                      <a:pt x="898" y="423"/>
                    </a:lnTo>
                    <a:lnTo>
                      <a:pt x="917" y="362"/>
                    </a:lnTo>
                    <a:lnTo>
                      <a:pt x="943" y="306"/>
                    </a:lnTo>
                    <a:lnTo>
                      <a:pt x="975" y="253"/>
                    </a:lnTo>
                    <a:lnTo>
                      <a:pt x="1010" y="205"/>
                    </a:lnTo>
                    <a:lnTo>
                      <a:pt x="1051" y="160"/>
                    </a:lnTo>
                    <a:lnTo>
                      <a:pt x="1098" y="120"/>
                    </a:lnTo>
                    <a:lnTo>
                      <a:pt x="1149" y="85"/>
                    </a:lnTo>
                    <a:lnTo>
                      <a:pt x="1202" y="55"/>
                    </a:lnTo>
                    <a:lnTo>
                      <a:pt x="1260" y="32"/>
                    </a:lnTo>
                    <a:lnTo>
                      <a:pt x="1320" y="14"/>
                    </a:lnTo>
                    <a:lnTo>
                      <a:pt x="1383" y="3"/>
                    </a:lnTo>
                    <a:lnTo>
                      <a:pt x="144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71" name="Freeform 18"/>
            <p:cNvSpPr>
              <a:spLocks noEditPoints="1"/>
            </p:cNvSpPr>
            <p:nvPr/>
          </p:nvSpPr>
          <p:spPr bwMode="auto">
            <a:xfrm>
              <a:off x="1996606" y="3462325"/>
              <a:ext cx="567988" cy="591432"/>
            </a:xfrm>
            <a:custGeom>
              <a:avLst/>
              <a:gdLst>
                <a:gd name="T0" fmla="*/ 1715 w 3197"/>
                <a:gd name="T1" fmla="*/ 3067 h 3329"/>
                <a:gd name="T2" fmla="*/ 1631 w 3197"/>
                <a:gd name="T3" fmla="*/ 3302 h 3329"/>
                <a:gd name="T4" fmla="*/ 1385 w 3197"/>
                <a:gd name="T5" fmla="*/ 3259 h 3329"/>
                <a:gd name="T6" fmla="*/ 1385 w 3197"/>
                <a:gd name="T7" fmla="*/ 3009 h 3329"/>
                <a:gd name="T8" fmla="*/ 892 w 3197"/>
                <a:gd name="T9" fmla="*/ 2784 h 3329"/>
                <a:gd name="T10" fmla="*/ 1005 w 3197"/>
                <a:gd name="T11" fmla="*/ 2954 h 3329"/>
                <a:gd name="T12" fmla="*/ 876 w 3197"/>
                <a:gd name="T13" fmla="*/ 3113 h 3329"/>
                <a:gd name="T14" fmla="*/ 686 w 3197"/>
                <a:gd name="T15" fmla="*/ 3039 h 3329"/>
                <a:gd name="T16" fmla="*/ 698 w 3197"/>
                <a:gd name="T17" fmla="*/ 2837 h 3329"/>
                <a:gd name="T18" fmla="*/ 2276 w 3197"/>
                <a:gd name="T19" fmla="*/ 2733 h 3329"/>
                <a:gd name="T20" fmla="*/ 2447 w 3197"/>
                <a:gd name="T21" fmla="*/ 2896 h 3329"/>
                <a:gd name="T22" fmla="*/ 2370 w 3197"/>
                <a:gd name="T23" fmla="*/ 3115 h 3329"/>
                <a:gd name="T24" fmla="*/ 2138 w 3197"/>
                <a:gd name="T25" fmla="*/ 3138 h 3329"/>
                <a:gd name="T26" fmla="*/ 2020 w 3197"/>
                <a:gd name="T27" fmla="*/ 2935 h 3329"/>
                <a:gd name="T28" fmla="*/ 2156 w 3197"/>
                <a:gd name="T29" fmla="*/ 2744 h 3329"/>
                <a:gd name="T30" fmla="*/ 414 w 3197"/>
                <a:gd name="T31" fmla="*/ 2315 h 3329"/>
                <a:gd name="T32" fmla="*/ 449 w 3197"/>
                <a:gd name="T33" fmla="*/ 2506 h 3329"/>
                <a:gd name="T34" fmla="*/ 266 w 3197"/>
                <a:gd name="T35" fmla="*/ 2574 h 3329"/>
                <a:gd name="T36" fmla="*/ 169 w 3197"/>
                <a:gd name="T37" fmla="*/ 2405 h 3329"/>
                <a:gd name="T38" fmla="*/ 318 w 3197"/>
                <a:gd name="T39" fmla="*/ 2280 h 3329"/>
                <a:gd name="T40" fmla="*/ 2944 w 3197"/>
                <a:gd name="T41" fmla="*/ 2295 h 3329"/>
                <a:gd name="T42" fmla="*/ 2955 w 3197"/>
                <a:gd name="T43" fmla="*/ 2551 h 3329"/>
                <a:gd name="T44" fmla="*/ 2729 w 3197"/>
                <a:gd name="T45" fmla="*/ 2668 h 3329"/>
                <a:gd name="T46" fmla="*/ 2525 w 3197"/>
                <a:gd name="T47" fmla="*/ 2509 h 3329"/>
                <a:gd name="T48" fmla="*/ 2587 w 3197"/>
                <a:gd name="T49" fmla="*/ 2258 h 3329"/>
                <a:gd name="T50" fmla="*/ 180 w 3197"/>
                <a:gd name="T51" fmla="*/ 1610 h 3329"/>
                <a:gd name="T52" fmla="*/ 249 w 3197"/>
                <a:gd name="T53" fmla="*/ 1780 h 3329"/>
                <a:gd name="T54" fmla="*/ 79 w 3197"/>
                <a:gd name="T55" fmla="*/ 1849 h 3329"/>
                <a:gd name="T56" fmla="*/ 10 w 3197"/>
                <a:gd name="T57" fmla="*/ 1679 h 3329"/>
                <a:gd name="T58" fmla="*/ 2976 w 3197"/>
                <a:gd name="T59" fmla="*/ 1473 h 3329"/>
                <a:gd name="T60" fmla="*/ 3186 w 3197"/>
                <a:gd name="T61" fmla="*/ 1654 h 3329"/>
                <a:gd name="T62" fmla="*/ 3108 w 3197"/>
                <a:gd name="T63" fmla="*/ 1925 h 3329"/>
                <a:gd name="T64" fmla="*/ 2828 w 3197"/>
                <a:gd name="T65" fmla="*/ 1964 h 3329"/>
                <a:gd name="T66" fmla="*/ 2679 w 3197"/>
                <a:gd name="T67" fmla="*/ 1729 h 3329"/>
                <a:gd name="T68" fmla="*/ 2828 w 3197"/>
                <a:gd name="T69" fmla="*/ 1494 h 3329"/>
                <a:gd name="T70" fmla="*/ 389 w 3197"/>
                <a:gd name="T71" fmla="*/ 946 h 3329"/>
                <a:gd name="T72" fmla="*/ 398 w 3197"/>
                <a:gd name="T73" fmla="*/ 1098 h 3329"/>
                <a:gd name="T74" fmla="*/ 246 w 3197"/>
                <a:gd name="T75" fmla="*/ 1107 h 3329"/>
                <a:gd name="T76" fmla="*/ 237 w 3197"/>
                <a:gd name="T77" fmla="*/ 955 h 3329"/>
                <a:gd name="T78" fmla="*/ 840 w 3197"/>
                <a:gd name="T79" fmla="*/ 2255 h 3329"/>
                <a:gd name="T80" fmla="*/ 2889 w 3197"/>
                <a:gd name="T81" fmla="*/ 783 h 3329"/>
                <a:gd name="T82" fmla="*/ 3031 w 3197"/>
                <a:gd name="T83" fmla="*/ 1028 h 3329"/>
                <a:gd name="T84" fmla="*/ 2890 w 3197"/>
                <a:gd name="T85" fmla="*/ 1270 h 3329"/>
                <a:gd name="T86" fmla="*/ 2611 w 3197"/>
                <a:gd name="T87" fmla="*/ 1271 h 3329"/>
                <a:gd name="T88" fmla="*/ 2469 w 3197"/>
                <a:gd name="T89" fmla="*/ 1025 h 3329"/>
                <a:gd name="T90" fmla="*/ 2609 w 3197"/>
                <a:gd name="T91" fmla="*/ 784 h 3329"/>
                <a:gd name="T92" fmla="*/ 880 w 3197"/>
                <a:gd name="T93" fmla="*/ 441 h 3329"/>
                <a:gd name="T94" fmla="*/ 891 w 3197"/>
                <a:gd name="T95" fmla="*/ 575 h 3329"/>
                <a:gd name="T96" fmla="*/ 756 w 3197"/>
                <a:gd name="T97" fmla="*/ 556 h 3329"/>
                <a:gd name="T98" fmla="*/ 806 w 3197"/>
                <a:gd name="T99" fmla="*/ 430 h 3329"/>
                <a:gd name="T100" fmla="*/ 2447 w 3197"/>
                <a:gd name="T101" fmla="*/ 296 h 3329"/>
                <a:gd name="T102" fmla="*/ 2535 w 3197"/>
                <a:gd name="T103" fmla="*/ 559 h 3329"/>
                <a:gd name="T104" fmla="*/ 2365 w 3197"/>
                <a:gd name="T105" fmla="*/ 786 h 3329"/>
                <a:gd name="T106" fmla="*/ 2084 w 3197"/>
                <a:gd name="T107" fmla="*/ 775 h 3329"/>
                <a:gd name="T108" fmla="*/ 1934 w 3197"/>
                <a:gd name="T109" fmla="*/ 538 h 3329"/>
                <a:gd name="T110" fmla="*/ 2046 w 3197"/>
                <a:gd name="T111" fmla="*/ 277 h 3329"/>
                <a:gd name="T112" fmla="*/ 1533 w 3197"/>
                <a:gd name="T113" fmla="*/ 0 h 3329"/>
                <a:gd name="T114" fmla="*/ 1814 w 3197"/>
                <a:gd name="T115" fmla="*/ 161 h 3329"/>
                <a:gd name="T116" fmla="*/ 1814 w 3197"/>
                <a:gd name="T117" fmla="*/ 488 h 3329"/>
                <a:gd name="T118" fmla="*/ 1533 w 3197"/>
                <a:gd name="T119" fmla="*/ 648 h 3329"/>
                <a:gd name="T120" fmla="*/ 1254 w 3197"/>
                <a:gd name="T121" fmla="*/ 488 h 3329"/>
                <a:gd name="T122" fmla="*/ 1254 w 3197"/>
                <a:gd name="T123" fmla="*/ 161 h 3329"/>
                <a:gd name="T124" fmla="*/ 1533 w 3197"/>
                <a:gd name="T125" fmla="*/ 0 h 3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197" h="3329">
                  <a:moveTo>
                    <a:pt x="1533" y="2939"/>
                  </a:moveTo>
                  <a:lnTo>
                    <a:pt x="1569" y="2943"/>
                  </a:lnTo>
                  <a:lnTo>
                    <a:pt x="1601" y="2952"/>
                  </a:lnTo>
                  <a:lnTo>
                    <a:pt x="1631" y="2966"/>
                  </a:lnTo>
                  <a:lnTo>
                    <a:pt x="1659" y="2985"/>
                  </a:lnTo>
                  <a:lnTo>
                    <a:pt x="1682" y="3009"/>
                  </a:lnTo>
                  <a:lnTo>
                    <a:pt x="1701" y="3036"/>
                  </a:lnTo>
                  <a:lnTo>
                    <a:pt x="1715" y="3067"/>
                  </a:lnTo>
                  <a:lnTo>
                    <a:pt x="1725" y="3099"/>
                  </a:lnTo>
                  <a:lnTo>
                    <a:pt x="1729" y="3134"/>
                  </a:lnTo>
                  <a:lnTo>
                    <a:pt x="1725" y="3169"/>
                  </a:lnTo>
                  <a:lnTo>
                    <a:pt x="1715" y="3202"/>
                  </a:lnTo>
                  <a:lnTo>
                    <a:pt x="1701" y="3233"/>
                  </a:lnTo>
                  <a:lnTo>
                    <a:pt x="1682" y="3259"/>
                  </a:lnTo>
                  <a:lnTo>
                    <a:pt x="1659" y="3282"/>
                  </a:lnTo>
                  <a:lnTo>
                    <a:pt x="1631" y="3302"/>
                  </a:lnTo>
                  <a:lnTo>
                    <a:pt x="1601" y="3317"/>
                  </a:lnTo>
                  <a:lnTo>
                    <a:pt x="1569" y="3326"/>
                  </a:lnTo>
                  <a:lnTo>
                    <a:pt x="1533" y="3329"/>
                  </a:lnTo>
                  <a:lnTo>
                    <a:pt x="1499" y="3326"/>
                  </a:lnTo>
                  <a:lnTo>
                    <a:pt x="1465" y="3317"/>
                  </a:lnTo>
                  <a:lnTo>
                    <a:pt x="1435" y="3302"/>
                  </a:lnTo>
                  <a:lnTo>
                    <a:pt x="1409" y="3282"/>
                  </a:lnTo>
                  <a:lnTo>
                    <a:pt x="1385" y="3259"/>
                  </a:lnTo>
                  <a:lnTo>
                    <a:pt x="1366" y="3233"/>
                  </a:lnTo>
                  <a:lnTo>
                    <a:pt x="1351" y="3202"/>
                  </a:lnTo>
                  <a:lnTo>
                    <a:pt x="1342" y="3169"/>
                  </a:lnTo>
                  <a:lnTo>
                    <a:pt x="1339" y="3134"/>
                  </a:lnTo>
                  <a:lnTo>
                    <a:pt x="1342" y="3099"/>
                  </a:lnTo>
                  <a:lnTo>
                    <a:pt x="1351" y="3067"/>
                  </a:lnTo>
                  <a:lnTo>
                    <a:pt x="1366" y="3036"/>
                  </a:lnTo>
                  <a:lnTo>
                    <a:pt x="1385" y="3009"/>
                  </a:lnTo>
                  <a:lnTo>
                    <a:pt x="1409" y="2985"/>
                  </a:lnTo>
                  <a:lnTo>
                    <a:pt x="1435" y="2966"/>
                  </a:lnTo>
                  <a:lnTo>
                    <a:pt x="1465" y="2952"/>
                  </a:lnTo>
                  <a:lnTo>
                    <a:pt x="1499" y="2943"/>
                  </a:lnTo>
                  <a:lnTo>
                    <a:pt x="1533" y="2939"/>
                  </a:lnTo>
                  <a:close/>
                  <a:moveTo>
                    <a:pt x="840" y="2773"/>
                  </a:moveTo>
                  <a:lnTo>
                    <a:pt x="866" y="2777"/>
                  </a:lnTo>
                  <a:lnTo>
                    <a:pt x="892" y="2784"/>
                  </a:lnTo>
                  <a:lnTo>
                    <a:pt x="918" y="2796"/>
                  </a:lnTo>
                  <a:lnTo>
                    <a:pt x="941" y="2812"/>
                  </a:lnTo>
                  <a:lnTo>
                    <a:pt x="961" y="2831"/>
                  </a:lnTo>
                  <a:lnTo>
                    <a:pt x="977" y="2853"/>
                  </a:lnTo>
                  <a:lnTo>
                    <a:pt x="989" y="2876"/>
                  </a:lnTo>
                  <a:lnTo>
                    <a:pt x="998" y="2901"/>
                  </a:lnTo>
                  <a:lnTo>
                    <a:pt x="1004" y="2927"/>
                  </a:lnTo>
                  <a:lnTo>
                    <a:pt x="1005" y="2954"/>
                  </a:lnTo>
                  <a:lnTo>
                    <a:pt x="1001" y="2980"/>
                  </a:lnTo>
                  <a:lnTo>
                    <a:pt x="993" y="3007"/>
                  </a:lnTo>
                  <a:lnTo>
                    <a:pt x="981" y="3032"/>
                  </a:lnTo>
                  <a:lnTo>
                    <a:pt x="965" y="3055"/>
                  </a:lnTo>
                  <a:lnTo>
                    <a:pt x="947" y="3075"/>
                  </a:lnTo>
                  <a:lnTo>
                    <a:pt x="925" y="3091"/>
                  </a:lnTo>
                  <a:lnTo>
                    <a:pt x="901" y="3104"/>
                  </a:lnTo>
                  <a:lnTo>
                    <a:pt x="876" y="3113"/>
                  </a:lnTo>
                  <a:lnTo>
                    <a:pt x="851" y="3117"/>
                  </a:lnTo>
                  <a:lnTo>
                    <a:pt x="823" y="3118"/>
                  </a:lnTo>
                  <a:lnTo>
                    <a:pt x="797" y="3115"/>
                  </a:lnTo>
                  <a:lnTo>
                    <a:pt x="771" y="3107"/>
                  </a:lnTo>
                  <a:lnTo>
                    <a:pt x="745" y="3095"/>
                  </a:lnTo>
                  <a:lnTo>
                    <a:pt x="722" y="3080"/>
                  </a:lnTo>
                  <a:lnTo>
                    <a:pt x="702" y="3060"/>
                  </a:lnTo>
                  <a:lnTo>
                    <a:pt x="686" y="3039"/>
                  </a:lnTo>
                  <a:lnTo>
                    <a:pt x="673" y="3016"/>
                  </a:lnTo>
                  <a:lnTo>
                    <a:pt x="664" y="2991"/>
                  </a:lnTo>
                  <a:lnTo>
                    <a:pt x="659" y="2964"/>
                  </a:lnTo>
                  <a:lnTo>
                    <a:pt x="659" y="2938"/>
                  </a:lnTo>
                  <a:lnTo>
                    <a:pt x="662" y="2912"/>
                  </a:lnTo>
                  <a:lnTo>
                    <a:pt x="669" y="2885"/>
                  </a:lnTo>
                  <a:lnTo>
                    <a:pt x="682" y="2860"/>
                  </a:lnTo>
                  <a:lnTo>
                    <a:pt x="698" y="2837"/>
                  </a:lnTo>
                  <a:lnTo>
                    <a:pt x="717" y="2816"/>
                  </a:lnTo>
                  <a:lnTo>
                    <a:pt x="738" y="2800"/>
                  </a:lnTo>
                  <a:lnTo>
                    <a:pt x="762" y="2788"/>
                  </a:lnTo>
                  <a:lnTo>
                    <a:pt x="787" y="2779"/>
                  </a:lnTo>
                  <a:lnTo>
                    <a:pt x="813" y="2774"/>
                  </a:lnTo>
                  <a:lnTo>
                    <a:pt x="840" y="2773"/>
                  </a:lnTo>
                  <a:close/>
                  <a:moveTo>
                    <a:pt x="2247" y="2730"/>
                  </a:moveTo>
                  <a:lnTo>
                    <a:pt x="2276" y="2733"/>
                  </a:lnTo>
                  <a:lnTo>
                    <a:pt x="2306" y="2741"/>
                  </a:lnTo>
                  <a:lnTo>
                    <a:pt x="2334" y="2753"/>
                  </a:lnTo>
                  <a:lnTo>
                    <a:pt x="2360" y="2769"/>
                  </a:lnTo>
                  <a:lnTo>
                    <a:pt x="2384" y="2788"/>
                  </a:lnTo>
                  <a:lnTo>
                    <a:pt x="2405" y="2811"/>
                  </a:lnTo>
                  <a:lnTo>
                    <a:pt x="2423" y="2838"/>
                  </a:lnTo>
                  <a:lnTo>
                    <a:pt x="2436" y="2867"/>
                  </a:lnTo>
                  <a:lnTo>
                    <a:pt x="2447" y="2896"/>
                  </a:lnTo>
                  <a:lnTo>
                    <a:pt x="2451" y="2927"/>
                  </a:lnTo>
                  <a:lnTo>
                    <a:pt x="2452" y="2957"/>
                  </a:lnTo>
                  <a:lnTo>
                    <a:pt x="2448" y="2986"/>
                  </a:lnTo>
                  <a:lnTo>
                    <a:pt x="2440" y="3016"/>
                  </a:lnTo>
                  <a:lnTo>
                    <a:pt x="2428" y="3044"/>
                  </a:lnTo>
                  <a:lnTo>
                    <a:pt x="2412" y="3070"/>
                  </a:lnTo>
                  <a:lnTo>
                    <a:pt x="2393" y="3094"/>
                  </a:lnTo>
                  <a:lnTo>
                    <a:pt x="2370" y="3115"/>
                  </a:lnTo>
                  <a:lnTo>
                    <a:pt x="2343" y="3133"/>
                  </a:lnTo>
                  <a:lnTo>
                    <a:pt x="2315" y="3147"/>
                  </a:lnTo>
                  <a:lnTo>
                    <a:pt x="2286" y="3156"/>
                  </a:lnTo>
                  <a:lnTo>
                    <a:pt x="2255" y="3161"/>
                  </a:lnTo>
                  <a:lnTo>
                    <a:pt x="2225" y="3162"/>
                  </a:lnTo>
                  <a:lnTo>
                    <a:pt x="2194" y="3158"/>
                  </a:lnTo>
                  <a:lnTo>
                    <a:pt x="2165" y="3150"/>
                  </a:lnTo>
                  <a:lnTo>
                    <a:pt x="2138" y="3138"/>
                  </a:lnTo>
                  <a:lnTo>
                    <a:pt x="2111" y="3122"/>
                  </a:lnTo>
                  <a:lnTo>
                    <a:pt x="2088" y="3103"/>
                  </a:lnTo>
                  <a:lnTo>
                    <a:pt x="2067" y="3081"/>
                  </a:lnTo>
                  <a:lnTo>
                    <a:pt x="2049" y="3053"/>
                  </a:lnTo>
                  <a:lnTo>
                    <a:pt x="2034" y="3025"/>
                  </a:lnTo>
                  <a:lnTo>
                    <a:pt x="2025" y="2996"/>
                  </a:lnTo>
                  <a:lnTo>
                    <a:pt x="2020" y="2965"/>
                  </a:lnTo>
                  <a:lnTo>
                    <a:pt x="2020" y="2935"/>
                  </a:lnTo>
                  <a:lnTo>
                    <a:pt x="2024" y="2904"/>
                  </a:lnTo>
                  <a:lnTo>
                    <a:pt x="2031" y="2875"/>
                  </a:lnTo>
                  <a:lnTo>
                    <a:pt x="2044" y="2848"/>
                  </a:lnTo>
                  <a:lnTo>
                    <a:pt x="2059" y="2821"/>
                  </a:lnTo>
                  <a:lnTo>
                    <a:pt x="2078" y="2798"/>
                  </a:lnTo>
                  <a:lnTo>
                    <a:pt x="2101" y="2777"/>
                  </a:lnTo>
                  <a:lnTo>
                    <a:pt x="2128" y="2759"/>
                  </a:lnTo>
                  <a:lnTo>
                    <a:pt x="2156" y="2744"/>
                  </a:lnTo>
                  <a:lnTo>
                    <a:pt x="2186" y="2735"/>
                  </a:lnTo>
                  <a:lnTo>
                    <a:pt x="2217" y="2730"/>
                  </a:lnTo>
                  <a:lnTo>
                    <a:pt x="2247" y="2730"/>
                  </a:lnTo>
                  <a:close/>
                  <a:moveTo>
                    <a:pt x="318" y="2280"/>
                  </a:moveTo>
                  <a:lnTo>
                    <a:pt x="344" y="2282"/>
                  </a:lnTo>
                  <a:lnTo>
                    <a:pt x="369" y="2290"/>
                  </a:lnTo>
                  <a:lnTo>
                    <a:pt x="392" y="2301"/>
                  </a:lnTo>
                  <a:lnTo>
                    <a:pt x="414" y="2315"/>
                  </a:lnTo>
                  <a:lnTo>
                    <a:pt x="432" y="2334"/>
                  </a:lnTo>
                  <a:lnTo>
                    <a:pt x="449" y="2356"/>
                  </a:lnTo>
                  <a:lnTo>
                    <a:pt x="460" y="2381"/>
                  </a:lnTo>
                  <a:lnTo>
                    <a:pt x="467" y="2406"/>
                  </a:lnTo>
                  <a:lnTo>
                    <a:pt x="469" y="2432"/>
                  </a:lnTo>
                  <a:lnTo>
                    <a:pt x="467" y="2458"/>
                  </a:lnTo>
                  <a:lnTo>
                    <a:pt x="460" y="2483"/>
                  </a:lnTo>
                  <a:lnTo>
                    <a:pt x="449" y="2506"/>
                  </a:lnTo>
                  <a:lnTo>
                    <a:pt x="434" y="2528"/>
                  </a:lnTo>
                  <a:lnTo>
                    <a:pt x="415" y="2547"/>
                  </a:lnTo>
                  <a:lnTo>
                    <a:pt x="393" y="2562"/>
                  </a:lnTo>
                  <a:lnTo>
                    <a:pt x="369" y="2574"/>
                  </a:lnTo>
                  <a:lnTo>
                    <a:pt x="342" y="2580"/>
                  </a:lnTo>
                  <a:lnTo>
                    <a:pt x="317" y="2582"/>
                  </a:lnTo>
                  <a:lnTo>
                    <a:pt x="291" y="2580"/>
                  </a:lnTo>
                  <a:lnTo>
                    <a:pt x="266" y="2574"/>
                  </a:lnTo>
                  <a:lnTo>
                    <a:pt x="243" y="2563"/>
                  </a:lnTo>
                  <a:lnTo>
                    <a:pt x="221" y="2548"/>
                  </a:lnTo>
                  <a:lnTo>
                    <a:pt x="203" y="2530"/>
                  </a:lnTo>
                  <a:lnTo>
                    <a:pt x="186" y="2507"/>
                  </a:lnTo>
                  <a:lnTo>
                    <a:pt x="175" y="2482"/>
                  </a:lnTo>
                  <a:lnTo>
                    <a:pt x="168" y="2457"/>
                  </a:lnTo>
                  <a:lnTo>
                    <a:pt x="166" y="2430"/>
                  </a:lnTo>
                  <a:lnTo>
                    <a:pt x="169" y="2405"/>
                  </a:lnTo>
                  <a:lnTo>
                    <a:pt x="175" y="2380"/>
                  </a:lnTo>
                  <a:lnTo>
                    <a:pt x="186" y="2356"/>
                  </a:lnTo>
                  <a:lnTo>
                    <a:pt x="202" y="2335"/>
                  </a:lnTo>
                  <a:lnTo>
                    <a:pt x="220" y="2316"/>
                  </a:lnTo>
                  <a:lnTo>
                    <a:pt x="242" y="2301"/>
                  </a:lnTo>
                  <a:lnTo>
                    <a:pt x="266" y="2290"/>
                  </a:lnTo>
                  <a:lnTo>
                    <a:pt x="293" y="2282"/>
                  </a:lnTo>
                  <a:lnTo>
                    <a:pt x="318" y="2280"/>
                  </a:lnTo>
                  <a:close/>
                  <a:moveTo>
                    <a:pt x="2737" y="2194"/>
                  </a:moveTo>
                  <a:lnTo>
                    <a:pt x="2771" y="2195"/>
                  </a:lnTo>
                  <a:lnTo>
                    <a:pt x="2804" y="2200"/>
                  </a:lnTo>
                  <a:lnTo>
                    <a:pt x="2836" y="2211"/>
                  </a:lnTo>
                  <a:lnTo>
                    <a:pt x="2869" y="2226"/>
                  </a:lnTo>
                  <a:lnTo>
                    <a:pt x="2897" y="2246"/>
                  </a:lnTo>
                  <a:lnTo>
                    <a:pt x="2923" y="2269"/>
                  </a:lnTo>
                  <a:lnTo>
                    <a:pt x="2944" y="2295"/>
                  </a:lnTo>
                  <a:lnTo>
                    <a:pt x="2961" y="2324"/>
                  </a:lnTo>
                  <a:lnTo>
                    <a:pt x="2974" y="2354"/>
                  </a:lnTo>
                  <a:lnTo>
                    <a:pt x="2982" y="2386"/>
                  </a:lnTo>
                  <a:lnTo>
                    <a:pt x="2987" y="2419"/>
                  </a:lnTo>
                  <a:lnTo>
                    <a:pt x="2986" y="2453"/>
                  </a:lnTo>
                  <a:lnTo>
                    <a:pt x="2981" y="2486"/>
                  </a:lnTo>
                  <a:lnTo>
                    <a:pt x="2971" y="2518"/>
                  </a:lnTo>
                  <a:lnTo>
                    <a:pt x="2955" y="2551"/>
                  </a:lnTo>
                  <a:lnTo>
                    <a:pt x="2936" y="2579"/>
                  </a:lnTo>
                  <a:lnTo>
                    <a:pt x="2912" y="2605"/>
                  </a:lnTo>
                  <a:lnTo>
                    <a:pt x="2886" y="2626"/>
                  </a:lnTo>
                  <a:lnTo>
                    <a:pt x="2858" y="2643"/>
                  </a:lnTo>
                  <a:lnTo>
                    <a:pt x="2827" y="2656"/>
                  </a:lnTo>
                  <a:lnTo>
                    <a:pt x="2795" y="2665"/>
                  </a:lnTo>
                  <a:lnTo>
                    <a:pt x="2763" y="2669"/>
                  </a:lnTo>
                  <a:lnTo>
                    <a:pt x="2729" y="2668"/>
                  </a:lnTo>
                  <a:lnTo>
                    <a:pt x="2696" y="2663"/>
                  </a:lnTo>
                  <a:lnTo>
                    <a:pt x="2662" y="2653"/>
                  </a:lnTo>
                  <a:lnTo>
                    <a:pt x="2631" y="2637"/>
                  </a:lnTo>
                  <a:lnTo>
                    <a:pt x="2602" y="2618"/>
                  </a:lnTo>
                  <a:lnTo>
                    <a:pt x="2576" y="2594"/>
                  </a:lnTo>
                  <a:lnTo>
                    <a:pt x="2555" y="2568"/>
                  </a:lnTo>
                  <a:lnTo>
                    <a:pt x="2538" y="2540"/>
                  </a:lnTo>
                  <a:lnTo>
                    <a:pt x="2525" y="2509"/>
                  </a:lnTo>
                  <a:lnTo>
                    <a:pt x="2516" y="2477"/>
                  </a:lnTo>
                  <a:lnTo>
                    <a:pt x="2512" y="2444"/>
                  </a:lnTo>
                  <a:lnTo>
                    <a:pt x="2513" y="2410"/>
                  </a:lnTo>
                  <a:lnTo>
                    <a:pt x="2519" y="2378"/>
                  </a:lnTo>
                  <a:lnTo>
                    <a:pt x="2529" y="2344"/>
                  </a:lnTo>
                  <a:lnTo>
                    <a:pt x="2544" y="2313"/>
                  </a:lnTo>
                  <a:lnTo>
                    <a:pt x="2564" y="2283"/>
                  </a:lnTo>
                  <a:lnTo>
                    <a:pt x="2587" y="2258"/>
                  </a:lnTo>
                  <a:lnTo>
                    <a:pt x="2613" y="2237"/>
                  </a:lnTo>
                  <a:lnTo>
                    <a:pt x="2642" y="2220"/>
                  </a:lnTo>
                  <a:lnTo>
                    <a:pt x="2672" y="2206"/>
                  </a:lnTo>
                  <a:lnTo>
                    <a:pt x="2705" y="2198"/>
                  </a:lnTo>
                  <a:lnTo>
                    <a:pt x="2737" y="2194"/>
                  </a:lnTo>
                  <a:close/>
                  <a:moveTo>
                    <a:pt x="130" y="1600"/>
                  </a:moveTo>
                  <a:lnTo>
                    <a:pt x="156" y="1603"/>
                  </a:lnTo>
                  <a:lnTo>
                    <a:pt x="180" y="1610"/>
                  </a:lnTo>
                  <a:lnTo>
                    <a:pt x="202" y="1622"/>
                  </a:lnTo>
                  <a:lnTo>
                    <a:pt x="221" y="1637"/>
                  </a:lnTo>
                  <a:lnTo>
                    <a:pt x="237" y="1656"/>
                  </a:lnTo>
                  <a:lnTo>
                    <a:pt x="249" y="1679"/>
                  </a:lnTo>
                  <a:lnTo>
                    <a:pt x="256" y="1703"/>
                  </a:lnTo>
                  <a:lnTo>
                    <a:pt x="259" y="1729"/>
                  </a:lnTo>
                  <a:lnTo>
                    <a:pt x="256" y="1756"/>
                  </a:lnTo>
                  <a:lnTo>
                    <a:pt x="249" y="1780"/>
                  </a:lnTo>
                  <a:lnTo>
                    <a:pt x="237" y="1801"/>
                  </a:lnTo>
                  <a:lnTo>
                    <a:pt x="221" y="1820"/>
                  </a:lnTo>
                  <a:lnTo>
                    <a:pt x="202" y="1837"/>
                  </a:lnTo>
                  <a:lnTo>
                    <a:pt x="180" y="1849"/>
                  </a:lnTo>
                  <a:lnTo>
                    <a:pt x="156" y="1856"/>
                  </a:lnTo>
                  <a:lnTo>
                    <a:pt x="130" y="1859"/>
                  </a:lnTo>
                  <a:lnTo>
                    <a:pt x="103" y="1856"/>
                  </a:lnTo>
                  <a:lnTo>
                    <a:pt x="79" y="1849"/>
                  </a:lnTo>
                  <a:lnTo>
                    <a:pt x="57" y="1837"/>
                  </a:lnTo>
                  <a:lnTo>
                    <a:pt x="37" y="1820"/>
                  </a:lnTo>
                  <a:lnTo>
                    <a:pt x="22" y="1801"/>
                  </a:lnTo>
                  <a:lnTo>
                    <a:pt x="10" y="1780"/>
                  </a:lnTo>
                  <a:lnTo>
                    <a:pt x="2" y="1756"/>
                  </a:lnTo>
                  <a:lnTo>
                    <a:pt x="0" y="1729"/>
                  </a:lnTo>
                  <a:lnTo>
                    <a:pt x="2" y="1703"/>
                  </a:lnTo>
                  <a:lnTo>
                    <a:pt x="10" y="1679"/>
                  </a:lnTo>
                  <a:lnTo>
                    <a:pt x="22" y="1656"/>
                  </a:lnTo>
                  <a:lnTo>
                    <a:pt x="37" y="1637"/>
                  </a:lnTo>
                  <a:lnTo>
                    <a:pt x="57" y="1622"/>
                  </a:lnTo>
                  <a:lnTo>
                    <a:pt x="79" y="1610"/>
                  </a:lnTo>
                  <a:lnTo>
                    <a:pt x="103" y="1603"/>
                  </a:lnTo>
                  <a:lnTo>
                    <a:pt x="130" y="1600"/>
                  </a:lnTo>
                  <a:close/>
                  <a:moveTo>
                    <a:pt x="2938" y="1470"/>
                  </a:moveTo>
                  <a:lnTo>
                    <a:pt x="2976" y="1473"/>
                  </a:lnTo>
                  <a:lnTo>
                    <a:pt x="3013" y="1481"/>
                  </a:lnTo>
                  <a:lnTo>
                    <a:pt x="3047" y="1494"/>
                  </a:lnTo>
                  <a:lnTo>
                    <a:pt x="3079" y="1512"/>
                  </a:lnTo>
                  <a:lnTo>
                    <a:pt x="3108" y="1534"/>
                  </a:lnTo>
                  <a:lnTo>
                    <a:pt x="3133" y="1559"/>
                  </a:lnTo>
                  <a:lnTo>
                    <a:pt x="3155" y="1587"/>
                  </a:lnTo>
                  <a:lnTo>
                    <a:pt x="3173" y="1620"/>
                  </a:lnTo>
                  <a:lnTo>
                    <a:pt x="3186" y="1654"/>
                  </a:lnTo>
                  <a:lnTo>
                    <a:pt x="3194" y="1691"/>
                  </a:lnTo>
                  <a:lnTo>
                    <a:pt x="3197" y="1729"/>
                  </a:lnTo>
                  <a:lnTo>
                    <a:pt x="3194" y="1768"/>
                  </a:lnTo>
                  <a:lnTo>
                    <a:pt x="3186" y="1804"/>
                  </a:lnTo>
                  <a:lnTo>
                    <a:pt x="3173" y="1839"/>
                  </a:lnTo>
                  <a:lnTo>
                    <a:pt x="3155" y="1870"/>
                  </a:lnTo>
                  <a:lnTo>
                    <a:pt x="3133" y="1900"/>
                  </a:lnTo>
                  <a:lnTo>
                    <a:pt x="3108" y="1925"/>
                  </a:lnTo>
                  <a:lnTo>
                    <a:pt x="3079" y="1947"/>
                  </a:lnTo>
                  <a:lnTo>
                    <a:pt x="3047" y="1964"/>
                  </a:lnTo>
                  <a:lnTo>
                    <a:pt x="3013" y="1978"/>
                  </a:lnTo>
                  <a:lnTo>
                    <a:pt x="2976" y="1986"/>
                  </a:lnTo>
                  <a:lnTo>
                    <a:pt x="2938" y="1989"/>
                  </a:lnTo>
                  <a:lnTo>
                    <a:pt x="2899" y="1986"/>
                  </a:lnTo>
                  <a:lnTo>
                    <a:pt x="2863" y="1978"/>
                  </a:lnTo>
                  <a:lnTo>
                    <a:pt x="2828" y="1964"/>
                  </a:lnTo>
                  <a:lnTo>
                    <a:pt x="2797" y="1947"/>
                  </a:lnTo>
                  <a:lnTo>
                    <a:pt x="2768" y="1925"/>
                  </a:lnTo>
                  <a:lnTo>
                    <a:pt x="2742" y="1900"/>
                  </a:lnTo>
                  <a:lnTo>
                    <a:pt x="2720" y="1870"/>
                  </a:lnTo>
                  <a:lnTo>
                    <a:pt x="2703" y="1839"/>
                  </a:lnTo>
                  <a:lnTo>
                    <a:pt x="2690" y="1804"/>
                  </a:lnTo>
                  <a:lnTo>
                    <a:pt x="2682" y="1768"/>
                  </a:lnTo>
                  <a:lnTo>
                    <a:pt x="2679" y="1729"/>
                  </a:lnTo>
                  <a:lnTo>
                    <a:pt x="2682" y="1691"/>
                  </a:lnTo>
                  <a:lnTo>
                    <a:pt x="2690" y="1654"/>
                  </a:lnTo>
                  <a:lnTo>
                    <a:pt x="2703" y="1620"/>
                  </a:lnTo>
                  <a:lnTo>
                    <a:pt x="2720" y="1589"/>
                  </a:lnTo>
                  <a:lnTo>
                    <a:pt x="2742" y="1559"/>
                  </a:lnTo>
                  <a:lnTo>
                    <a:pt x="2768" y="1534"/>
                  </a:lnTo>
                  <a:lnTo>
                    <a:pt x="2797" y="1512"/>
                  </a:lnTo>
                  <a:lnTo>
                    <a:pt x="2828" y="1494"/>
                  </a:lnTo>
                  <a:lnTo>
                    <a:pt x="2863" y="1481"/>
                  </a:lnTo>
                  <a:lnTo>
                    <a:pt x="2899" y="1473"/>
                  </a:lnTo>
                  <a:lnTo>
                    <a:pt x="2938" y="1470"/>
                  </a:lnTo>
                  <a:close/>
                  <a:moveTo>
                    <a:pt x="310" y="919"/>
                  </a:moveTo>
                  <a:lnTo>
                    <a:pt x="331" y="920"/>
                  </a:lnTo>
                  <a:lnTo>
                    <a:pt x="351" y="924"/>
                  </a:lnTo>
                  <a:lnTo>
                    <a:pt x="372" y="933"/>
                  </a:lnTo>
                  <a:lnTo>
                    <a:pt x="389" y="946"/>
                  </a:lnTo>
                  <a:lnTo>
                    <a:pt x="404" y="961"/>
                  </a:lnTo>
                  <a:lnTo>
                    <a:pt x="414" y="980"/>
                  </a:lnTo>
                  <a:lnTo>
                    <a:pt x="421" y="999"/>
                  </a:lnTo>
                  <a:lnTo>
                    <a:pt x="425" y="1019"/>
                  </a:lnTo>
                  <a:lnTo>
                    <a:pt x="424" y="1040"/>
                  </a:lnTo>
                  <a:lnTo>
                    <a:pt x="420" y="1061"/>
                  </a:lnTo>
                  <a:lnTo>
                    <a:pt x="411" y="1081"/>
                  </a:lnTo>
                  <a:lnTo>
                    <a:pt x="398" y="1098"/>
                  </a:lnTo>
                  <a:lnTo>
                    <a:pt x="383" y="1113"/>
                  </a:lnTo>
                  <a:lnTo>
                    <a:pt x="365" y="1124"/>
                  </a:lnTo>
                  <a:lnTo>
                    <a:pt x="345" y="1131"/>
                  </a:lnTo>
                  <a:lnTo>
                    <a:pt x="325" y="1135"/>
                  </a:lnTo>
                  <a:lnTo>
                    <a:pt x="304" y="1134"/>
                  </a:lnTo>
                  <a:lnTo>
                    <a:pt x="284" y="1130"/>
                  </a:lnTo>
                  <a:lnTo>
                    <a:pt x="263" y="1120"/>
                  </a:lnTo>
                  <a:lnTo>
                    <a:pt x="246" y="1107"/>
                  </a:lnTo>
                  <a:lnTo>
                    <a:pt x="231" y="1092"/>
                  </a:lnTo>
                  <a:lnTo>
                    <a:pt x="221" y="1074"/>
                  </a:lnTo>
                  <a:lnTo>
                    <a:pt x="214" y="1055"/>
                  </a:lnTo>
                  <a:lnTo>
                    <a:pt x="210" y="1034"/>
                  </a:lnTo>
                  <a:lnTo>
                    <a:pt x="211" y="1013"/>
                  </a:lnTo>
                  <a:lnTo>
                    <a:pt x="215" y="993"/>
                  </a:lnTo>
                  <a:lnTo>
                    <a:pt x="224" y="973"/>
                  </a:lnTo>
                  <a:lnTo>
                    <a:pt x="237" y="955"/>
                  </a:lnTo>
                  <a:lnTo>
                    <a:pt x="252" y="940"/>
                  </a:lnTo>
                  <a:lnTo>
                    <a:pt x="270" y="930"/>
                  </a:lnTo>
                  <a:lnTo>
                    <a:pt x="290" y="923"/>
                  </a:lnTo>
                  <a:lnTo>
                    <a:pt x="310" y="919"/>
                  </a:lnTo>
                  <a:close/>
                  <a:moveTo>
                    <a:pt x="1426" y="865"/>
                  </a:moveTo>
                  <a:lnTo>
                    <a:pt x="1642" y="865"/>
                  </a:lnTo>
                  <a:lnTo>
                    <a:pt x="1642" y="1792"/>
                  </a:lnTo>
                  <a:lnTo>
                    <a:pt x="840" y="2255"/>
                  </a:lnTo>
                  <a:lnTo>
                    <a:pt x="731" y="2068"/>
                  </a:lnTo>
                  <a:lnTo>
                    <a:pt x="1426" y="1667"/>
                  </a:lnTo>
                  <a:lnTo>
                    <a:pt x="1426" y="865"/>
                  </a:lnTo>
                  <a:close/>
                  <a:moveTo>
                    <a:pt x="2751" y="746"/>
                  </a:moveTo>
                  <a:lnTo>
                    <a:pt x="2787" y="749"/>
                  </a:lnTo>
                  <a:lnTo>
                    <a:pt x="2822" y="756"/>
                  </a:lnTo>
                  <a:lnTo>
                    <a:pt x="2857" y="767"/>
                  </a:lnTo>
                  <a:lnTo>
                    <a:pt x="2889" y="783"/>
                  </a:lnTo>
                  <a:lnTo>
                    <a:pt x="2919" y="802"/>
                  </a:lnTo>
                  <a:lnTo>
                    <a:pt x="2947" y="827"/>
                  </a:lnTo>
                  <a:lnTo>
                    <a:pt x="2971" y="855"/>
                  </a:lnTo>
                  <a:lnTo>
                    <a:pt x="2993" y="886"/>
                  </a:lnTo>
                  <a:lnTo>
                    <a:pt x="3010" y="921"/>
                  </a:lnTo>
                  <a:lnTo>
                    <a:pt x="3022" y="956"/>
                  </a:lnTo>
                  <a:lnTo>
                    <a:pt x="3029" y="992"/>
                  </a:lnTo>
                  <a:lnTo>
                    <a:pt x="3031" y="1028"/>
                  </a:lnTo>
                  <a:lnTo>
                    <a:pt x="3028" y="1064"/>
                  </a:lnTo>
                  <a:lnTo>
                    <a:pt x="3021" y="1099"/>
                  </a:lnTo>
                  <a:lnTo>
                    <a:pt x="3010" y="1134"/>
                  </a:lnTo>
                  <a:lnTo>
                    <a:pt x="2993" y="1166"/>
                  </a:lnTo>
                  <a:lnTo>
                    <a:pt x="2974" y="1196"/>
                  </a:lnTo>
                  <a:lnTo>
                    <a:pt x="2950" y="1224"/>
                  </a:lnTo>
                  <a:lnTo>
                    <a:pt x="2922" y="1249"/>
                  </a:lnTo>
                  <a:lnTo>
                    <a:pt x="2890" y="1270"/>
                  </a:lnTo>
                  <a:lnTo>
                    <a:pt x="2856" y="1287"/>
                  </a:lnTo>
                  <a:lnTo>
                    <a:pt x="2820" y="1299"/>
                  </a:lnTo>
                  <a:lnTo>
                    <a:pt x="2785" y="1306"/>
                  </a:lnTo>
                  <a:lnTo>
                    <a:pt x="2748" y="1308"/>
                  </a:lnTo>
                  <a:lnTo>
                    <a:pt x="2712" y="1305"/>
                  </a:lnTo>
                  <a:lnTo>
                    <a:pt x="2677" y="1298"/>
                  </a:lnTo>
                  <a:lnTo>
                    <a:pt x="2643" y="1287"/>
                  </a:lnTo>
                  <a:lnTo>
                    <a:pt x="2611" y="1271"/>
                  </a:lnTo>
                  <a:lnTo>
                    <a:pt x="2580" y="1251"/>
                  </a:lnTo>
                  <a:lnTo>
                    <a:pt x="2553" y="1227"/>
                  </a:lnTo>
                  <a:lnTo>
                    <a:pt x="2528" y="1199"/>
                  </a:lnTo>
                  <a:lnTo>
                    <a:pt x="2506" y="1167"/>
                  </a:lnTo>
                  <a:lnTo>
                    <a:pt x="2490" y="1134"/>
                  </a:lnTo>
                  <a:lnTo>
                    <a:pt x="2478" y="1098"/>
                  </a:lnTo>
                  <a:lnTo>
                    <a:pt x="2471" y="1062"/>
                  </a:lnTo>
                  <a:lnTo>
                    <a:pt x="2469" y="1025"/>
                  </a:lnTo>
                  <a:lnTo>
                    <a:pt x="2471" y="990"/>
                  </a:lnTo>
                  <a:lnTo>
                    <a:pt x="2478" y="954"/>
                  </a:lnTo>
                  <a:lnTo>
                    <a:pt x="2490" y="920"/>
                  </a:lnTo>
                  <a:lnTo>
                    <a:pt x="2505" y="887"/>
                  </a:lnTo>
                  <a:lnTo>
                    <a:pt x="2526" y="857"/>
                  </a:lnTo>
                  <a:lnTo>
                    <a:pt x="2550" y="830"/>
                  </a:lnTo>
                  <a:lnTo>
                    <a:pt x="2577" y="805"/>
                  </a:lnTo>
                  <a:lnTo>
                    <a:pt x="2609" y="784"/>
                  </a:lnTo>
                  <a:lnTo>
                    <a:pt x="2643" y="767"/>
                  </a:lnTo>
                  <a:lnTo>
                    <a:pt x="2679" y="755"/>
                  </a:lnTo>
                  <a:lnTo>
                    <a:pt x="2715" y="748"/>
                  </a:lnTo>
                  <a:lnTo>
                    <a:pt x="2751" y="746"/>
                  </a:lnTo>
                  <a:close/>
                  <a:moveTo>
                    <a:pt x="825" y="427"/>
                  </a:moveTo>
                  <a:lnTo>
                    <a:pt x="845" y="428"/>
                  </a:lnTo>
                  <a:lnTo>
                    <a:pt x="863" y="433"/>
                  </a:lnTo>
                  <a:lnTo>
                    <a:pt x="880" y="441"/>
                  </a:lnTo>
                  <a:lnTo>
                    <a:pt x="894" y="454"/>
                  </a:lnTo>
                  <a:lnTo>
                    <a:pt x="906" y="469"/>
                  </a:lnTo>
                  <a:lnTo>
                    <a:pt x="914" y="487"/>
                  </a:lnTo>
                  <a:lnTo>
                    <a:pt x="917" y="507"/>
                  </a:lnTo>
                  <a:lnTo>
                    <a:pt x="916" y="526"/>
                  </a:lnTo>
                  <a:lnTo>
                    <a:pt x="912" y="544"/>
                  </a:lnTo>
                  <a:lnTo>
                    <a:pt x="903" y="561"/>
                  </a:lnTo>
                  <a:lnTo>
                    <a:pt x="891" y="575"/>
                  </a:lnTo>
                  <a:lnTo>
                    <a:pt x="875" y="588"/>
                  </a:lnTo>
                  <a:lnTo>
                    <a:pt x="857" y="596"/>
                  </a:lnTo>
                  <a:lnTo>
                    <a:pt x="837" y="599"/>
                  </a:lnTo>
                  <a:lnTo>
                    <a:pt x="818" y="598"/>
                  </a:lnTo>
                  <a:lnTo>
                    <a:pt x="800" y="593"/>
                  </a:lnTo>
                  <a:lnTo>
                    <a:pt x="783" y="585"/>
                  </a:lnTo>
                  <a:lnTo>
                    <a:pt x="769" y="571"/>
                  </a:lnTo>
                  <a:lnTo>
                    <a:pt x="756" y="556"/>
                  </a:lnTo>
                  <a:lnTo>
                    <a:pt x="748" y="538"/>
                  </a:lnTo>
                  <a:lnTo>
                    <a:pt x="745" y="519"/>
                  </a:lnTo>
                  <a:lnTo>
                    <a:pt x="746" y="499"/>
                  </a:lnTo>
                  <a:lnTo>
                    <a:pt x="751" y="481"/>
                  </a:lnTo>
                  <a:lnTo>
                    <a:pt x="759" y="464"/>
                  </a:lnTo>
                  <a:lnTo>
                    <a:pt x="773" y="450"/>
                  </a:lnTo>
                  <a:lnTo>
                    <a:pt x="788" y="438"/>
                  </a:lnTo>
                  <a:lnTo>
                    <a:pt x="806" y="430"/>
                  </a:lnTo>
                  <a:lnTo>
                    <a:pt x="825" y="427"/>
                  </a:lnTo>
                  <a:close/>
                  <a:moveTo>
                    <a:pt x="2246" y="211"/>
                  </a:moveTo>
                  <a:lnTo>
                    <a:pt x="2282" y="214"/>
                  </a:lnTo>
                  <a:lnTo>
                    <a:pt x="2318" y="222"/>
                  </a:lnTo>
                  <a:lnTo>
                    <a:pt x="2353" y="234"/>
                  </a:lnTo>
                  <a:lnTo>
                    <a:pt x="2387" y="250"/>
                  </a:lnTo>
                  <a:lnTo>
                    <a:pt x="2418" y="272"/>
                  </a:lnTo>
                  <a:lnTo>
                    <a:pt x="2447" y="296"/>
                  </a:lnTo>
                  <a:lnTo>
                    <a:pt x="2471" y="323"/>
                  </a:lnTo>
                  <a:lnTo>
                    <a:pt x="2492" y="353"/>
                  </a:lnTo>
                  <a:lnTo>
                    <a:pt x="2509" y="384"/>
                  </a:lnTo>
                  <a:lnTo>
                    <a:pt x="2523" y="417"/>
                  </a:lnTo>
                  <a:lnTo>
                    <a:pt x="2532" y="452"/>
                  </a:lnTo>
                  <a:lnTo>
                    <a:pt x="2537" y="487"/>
                  </a:lnTo>
                  <a:lnTo>
                    <a:pt x="2538" y="523"/>
                  </a:lnTo>
                  <a:lnTo>
                    <a:pt x="2535" y="559"/>
                  </a:lnTo>
                  <a:lnTo>
                    <a:pt x="2527" y="595"/>
                  </a:lnTo>
                  <a:lnTo>
                    <a:pt x="2514" y="630"/>
                  </a:lnTo>
                  <a:lnTo>
                    <a:pt x="2497" y="664"/>
                  </a:lnTo>
                  <a:lnTo>
                    <a:pt x="2477" y="696"/>
                  </a:lnTo>
                  <a:lnTo>
                    <a:pt x="2453" y="723"/>
                  </a:lnTo>
                  <a:lnTo>
                    <a:pt x="2425" y="749"/>
                  </a:lnTo>
                  <a:lnTo>
                    <a:pt x="2396" y="769"/>
                  </a:lnTo>
                  <a:lnTo>
                    <a:pt x="2365" y="786"/>
                  </a:lnTo>
                  <a:lnTo>
                    <a:pt x="2331" y="799"/>
                  </a:lnTo>
                  <a:lnTo>
                    <a:pt x="2297" y="808"/>
                  </a:lnTo>
                  <a:lnTo>
                    <a:pt x="2261" y="815"/>
                  </a:lnTo>
                  <a:lnTo>
                    <a:pt x="2225" y="816"/>
                  </a:lnTo>
                  <a:lnTo>
                    <a:pt x="2189" y="812"/>
                  </a:lnTo>
                  <a:lnTo>
                    <a:pt x="2154" y="804"/>
                  </a:lnTo>
                  <a:lnTo>
                    <a:pt x="2118" y="791"/>
                  </a:lnTo>
                  <a:lnTo>
                    <a:pt x="2084" y="775"/>
                  </a:lnTo>
                  <a:lnTo>
                    <a:pt x="2053" y="754"/>
                  </a:lnTo>
                  <a:lnTo>
                    <a:pt x="2024" y="729"/>
                  </a:lnTo>
                  <a:lnTo>
                    <a:pt x="2000" y="702"/>
                  </a:lnTo>
                  <a:lnTo>
                    <a:pt x="1979" y="673"/>
                  </a:lnTo>
                  <a:lnTo>
                    <a:pt x="1962" y="641"/>
                  </a:lnTo>
                  <a:lnTo>
                    <a:pt x="1948" y="608"/>
                  </a:lnTo>
                  <a:lnTo>
                    <a:pt x="1939" y="573"/>
                  </a:lnTo>
                  <a:lnTo>
                    <a:pt x="1934" y="538"/>
                  </a:lnTo>
                  <a:lnTo>
                    <a:pt x="1933" y="503"/>
                  </a:lnTo>
                  <a:lnTo>
                    <a:pt x="1937" y="466"/>
                  </a:lnTo>
                  <a:lnTo>
                    <a:pt x="1944" y="431"/>
                  </a:lnTo>
                  <a:lnTo>
                    <a:pt x="1957" y="395"/>
                  </a:lnTo>
                  <a:lnTo>
                    <a:pt x="1974" y="362"/>
                  </a:lnTo>
                  <a:lnTo>
                    <a:pt x="1995" y="329"/>
                  </a:lnTo>
                  <a:lnTo>
                    <a:pt x="2019" y="302"/>
                  </a:lnTo>
                  <a:lnTo>
                    <a:pt x="2046" y="277"/>
                  </a:lnTo>
                  <a:lnTo>
                    <a:pt x="2076" y="256"/>
                  </a:lnTo>
                  <a:lnTo>
                    <a:pt x="2107" y="239"/>
                  </a:lnTo>
                  <a:lnTo>
                    <a:pt x="2140" y="226"/>
                  </a:lnTo>
                  <a:lnTo>
                    <a:pt x="2174" y="217"/>
                  </a:lnTo>
                  <a:lnTo>
                    <a:pt x="2210" y="211"/>
                  </a:lnTo>
                  <a:lnTo>
                    <a:pt x="2246" y="211"/>
                  </a:lnTo>
                  <a:close/>
                  <a:moveTo>
                    <a:pt x="1533" y="0"/>
                  </a:moveTo>
                  <a:lnTo>
                    <a:pt x="1533" y="0"/>
                  </a:lnTo>
                  <a:lnTo>
                    <a:pt x="1578" y="3"/>
                  </a:lnTo>
                  <a:lnTo>
                    <a:pt x="1619" y="12"/>
                  </a:lnTo>
                  <a:lnTo>
                    <a:pt x="1660" y="25"/>
                  </a:lnTo>
                  <a:lnTo>
                    <a:pt x="1697" y="45"/>
                  </a:lnTo>
                  <a:lnTo>
                    <a:pt x="1732" y="68"/>
                  </a:lnTo>
                  <a:lnTo>
                    <a:pt x="1763" y="95"/>
                  </a:lnTo>
                  <a:lnTo>
                    <a:pt x="1790" y="127"/>
                  </a:lnTo>
                  <a:lnTo>
                    <a:pt x="1814" y="161"/>
                  </a:lnTo>
                  <a:lnTo>
                    <a:pt x="1832" y="199"/>
                  </a:lnTo>
                  <a:lnTo>
                    <a:pt x="1846" y="238"/>
                  </a:lnTo>
                  <a:lnTo>
                    <a:pt x="1854" y="281"/>
                  </a:lnTo>
                  <a:lnTo>
                    <a:pt x="1857" y="324"/>
                  </a:lnTo>
                  <a:lnTo>
                    <a:pt x="1854" y="369"/>
                  </a:lnTo>
                  <a:lnTo>
                    <a:pt x="1846" y="410"/>
                  </a:lnTo>
                  <a:lnTo>
                    <a:pt x="1832" y="451"/>
                  </a:lnTo>
                  <a:lnTo>
                    <a:pt x="1814" y="488"/>
                  </a:lnTo>
                  <a:lnTo>
                    <a:pt x="1790" y="523"/>
                  </a:lnTo>
                  <a:lnTo>
                    <a:pt x="1763" y="554"/>
                  </a:lnTo>
                  <a:lnTo>
                    <a:pt x="1732" y="582"/>
                  </a:lnTo>
                  <a:lnTo>
                    <a:pt x="1697" y="605"/>
                  </a:lnTo>
                  <a:lnTo>
                    <a:pt x="1660" y="623"/>
                  </a:lnTo>
                  <a:lnTo>
                    <a:pt x="1619" y="637"/>
                  </a:lnTo>
                  <a:lnTo>
                    <a:pt x="1578" y="645"/>
                  </a:lnTo>
                  <a:lnTo>
                    <a:pt x="1533" y="648"/>
                  </a:lnTo>
                  <a:lnTo>
                    <a:pt x="1490" y="645"/>
                  </a:lnTo>
                  <a:lnTo>
                    <a:pt x="1447" y="637"/>
                  </a:lnTo>
                  <a:lnTo>
                    <a:pt x="1408" y="623"/>
                  </a:lnTo>
                  <a:lnTo>
                    <a:pt x="1370" y="605"/>
                  </a:lnTo>
                  <a:lnTo>
                    <a:pt x="1336" y="582"/>
                  </a:lnTo>
                  <a:lnTo>
                    <a:pt x="1304" y="554"/>
                  </a:lnTo>
                  <a:lnTo>
                    <a:pt x="1277" y="523"/>
                  </a:lnTo>
                  <a:lnTo>
                    <a:pt x="1254" y="488"/>
                  </a:lnTo>
                  <a:lnTo>
                    <a:pt x="1235" y="451"/>
                  </a:lnTo>
                  <a:lnTo>
                    <a:pt x="1221" y="410"/>
                  </a:lnTo>
                  <a:lnTo>
                    <a:pt x="1212" y="369"/>
                  </a:lnTo>
                  <a:lnTo>
                    <a:pt x="1209" y="324"/>
                  </a:lnTo>
                  <a:lnTo>
                    <a:pt x="1212" y="281"/>
                  </a:lnTo>
                  <a:lnTo>
                    <a:pt x="1221" y="238"/>
                  </a:lnTo>
                  <a:lnTo>
                    <a:pt x="1235" y="199"/>
                  </a:lnTo>
                  <a:lnTo>
                    <a:pt x="1254" y="161"/>
                  </a:lnTo>
                  <a:lnTo>
                    <a:pt x="1277" y="127"/>
                  </a:lnTo>
                  <a:lnTo>
                    <a:pt x="1304" y="95"/>
                  </a:lnTo>
                  <a:lnTo>
                    <a:pt x="1336" y="68"/>
                  </a:lnTo>
                  <a:lnTo>
                    <a:pt x="1370" y="45"/>
                  </a:lnTo>
                  <a:lnTo>
                    <a:pt x="1408" y="25"/>
                  </a:lnTo>
                  <a:lnTo>
                    <a:pt x="1447" y="12"/>
                  </a:lnTo>
                  <a:lnTo>
                    <a:pt x="1490" y="3"/>
                  </a:lnTo>
                  <a:lnTo>
                    <a:pt x="153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72" name="Group 71"/>
            <p:cNvGrpSpPr/>
            <p:nvPr/>
          </p:nvGrpSpPr>
          <p:grpSpPr>
            <a:xfrm>
              <a:off x="6681095" y="3415166"/>
              <a:ext cx="549275" cy="551218"/>
              <a:chOff x="-169863" y="5010151"/>
              <a:chExt cx="1346200" cy="1350962"/>
            </a:xfrm>
            <a:solidFill>
              <a:schemeClr val="accent2"/>
            </a:solidFill>
          </p:grpSpPr>
          <p:sp>
            <p:nvSpPr>
              <p:cNvPr id="176" name="Freeform 23"/>
              <p:cNvSpPr>
                <a:spLocks/>
              </p:cNvSpPr>
              <p:nvPr/>
            </p:nvSpPr>
            <p:spPr bwMode="auto">
              <a:xfrm>
                <a:off x="-153988" y="5099051"/>
                <a:ext cx="560388" cy="550863"/>
              </a:xfrm>
              <a:custGeom>
                <a:avLst/>
                <a:gdLst>
                  <a:gd name="T0" fmla="*/ 787 w 1410"/>
                  <a:gd name="T1" fmla="*/ 4 h 1386"/>
                  <a:gd name="T2" fmla="*/ 915 w 1410"/>
                  <a:gd name="T3" fmla="*/ 31 h 1386"/>
                  <a:gd name="T4" fmla="*/ 1033 w 1410"/>
                  <a:gd name="T5" fmla="*/ 79 h 1386"/>
                  <a:gd name="T6" fmla="*/ 1140 w 1410"/>
                  <a:gd name="T7" fmla="*/ 148 h 1386"/>
                  <a:gd name="T8" fmla="*/ 1232 w 1410"/>
                  <a:gd name="T9" fmla="*/ 234 h 1386"/>
                  <a:gd name="T10" fmla="*/ 1307 w 1410"/>
                  <a:gd name="T11" fmla="*/ 334 h 1386"/>
                  <a:gd name="T12" fmla="*/ 1364 w 1410"/>
                  <a:gd name="T13" fmla="*/ 448 h 1386"/>
                  <a:gd name="T14" fmla="*/ 1401 w 1410"/>
                  <a:gd name="T15" fmla="*/ 572 h 1386"/>
                  <a:gd name="T16" fmla="*/ 1345 w 1410"/>
                  <a:gd name="T17" fmla="*/ 653 h 1386"/>
                  <a:gd name="T18" fmla="*/ 1204 w 1410"/>
                  <a:gd name="T19" fmla="*/ 700 h 1386"/>
                  <a:gd name="T20" fmla="*/ 1059 w 1410"/>
                  <a:gd name="T21" fmla="*/ 770 h 1386"/>
                  <a:gd name="T22" fmla="*/ 923 w 1410"/>
                  <a:gd name="T23" fmla="*/ 858 h 1386"/>
                  <a:gd name="T24" fmla="*/ 799 w 1410"/>
                  <a:gd name="T25" fmla="*/ 966 h 1386"/>
                  <a:gd name="T26" fmla="*/ 690 w 1410"/>
                  <a:gd name="T27" fmla="*/ 1088 h 1386"/>
                  <a:gd name="T28" fmla="*/ 599 w 1410"/>
                  <a:gd name="T29" fmla="*/ 1223 h 1386"/>
                  <a:gd name="T30" fmla="*/ 544 w 1410"/>
                  <a:gd name="T31" fmla="*/ 1331 h 1386"/>
                  <a:gd name="T32" fmla="*/ 460 w 1410"/>
                  <a:gd name="T33" fmla="*/ 1367 h 1386"/>
                  <a:gd name="T34" fmla="*/ 348 w 1410"/>
                  <a:gd name="T35" fmla="*/ 1313 h 1386"/>
                  <a:gd name="T36" fmla="*/ 249 w 1410"/>
                  <a:gd name="T37" fmla="*/ 1243 h 1386"/>
                  <a:gd name="T38" fmla="*/ 163 w 1410"/>
                  <a:gd name="T39" fmla="*/ 1156 h 1386"/>
                  <a:gd name="T40" fmla="*/ 94 w 1410"/>
                  <a:gd name="T41" fmla="*/ 1056 h 1386"/>
                  <a:gd name="T42" fmla="*/ 42 w 1410"/>
                  <a:gd name="T43" fmla="*/ 944 h 1386"/>
                  <a:gd name="T44" fmla="*/ 10 w 1410"/>
                  <a:gd name="T45" fmla="*/ 822 h 1386"/>
                  <a:gd name="T46" fmla="*/ 0 w 1410"/>
                  <a:gd name="T47" fmla="*/ 693 h 1386"/>
                  <a:gd name="T48" fmla="*/ 16 w 1410"/>
                  <a:gd name="T49" fmla="*/ 559 h 1386"/>
                  <a:gd name="T50" fmla="*/ 54 w 1410"/>
                  <a:gd name="T51" fmla="*/ 435 h 1386"/>
                  <a:gd name="T52" fmla="*/ 114 w 1410"/>
                  <a:gd name="T53" fmla="*/ 321 h 1386"/>
                  <a:gd name="T54" fmla="*/ 194 w 1410"/>
                  <a:gd name="T55" fmla="*/ 220 h 1386"/>
                  <a:gd name="T56" fmla="*/ 289 w 1410"/>
                  <a:gd name="T57" fmla="*/ 136 h 1386"/>
                  <a:gd name="T58" fmla="*/ 399 w 1410"/>
                  <a:gd name="T59" fmla="*/ 70 h 1386"/>
                  <a:gd name="T60" fmla="*/ 520 w 1410"/>
                  <a:gd name="T61" fmla="*/ 25 h 1386"/>
                  <a:gd name="T62" fmla="*/ 651 w 1410"/>
                  <a:gd name="T63" fmla="*/ 2 h 13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10" h="1386">
                    <a:moveTo>
                      <a:pt x="719" y="0"/>
                    </a:moveTo>
                    <a:lnTo>
                      <a:pt x="787" y="4"/>
                    </a:lnTo>
                    <a:lnTo>
                      <a:pt x="852" y="14"/>
                    </a:lnTo>
                    <a:lnTo>
                      <a:pt x="915" y="31"/>
                    </a:lnTo>
                    <a:lnTo>
                      <a:pt x="975" y="53"/>
                    </a:lnTo>
                    <a:lnTo>
                      <a:pt x="1033" y="79"/>
                    </a:lnTo>
                    <a:lnTo>
                      <a:pt x="1088" y="112"/>
                    </a:lnTo>
                    <a:lnTo>
                      <a:pt x="1140" y="148"/>
                    </a:lnTo>
                    <a:lnTo>
                      <a:pt x="1187" y="189"/>
                    </a:lnTo>
                    <a:lnTo>
                      <a:pt x="1232" y="234"/>
                    </a:lnTo>
                    <a:lnTo>
                      <a:pt x="1272" y="282"/>
                    </a:lnTo>
                    <a:lnTo>
                      <a:pt x="1307" y="334"/>
                    </a:lnTo>
                    <a:lnTo>
                      <a:pt x="1339" y="390"/>
                    </a:lnTo>
                    <a:lnTo>
                      <a:pt x="1364" y="448"/>
                    </a:lnTo>
                    <a:lnTo>
                      <a:pt x="1385" y="509"/>
                    </a:lnTo>
                    <a:lnTo>
                      <a:pt x="1401" y="572"/>
                    </a:lnTo>
                    <a:lnTo>
                      <a:pt x="1410" y="637"/>
                    </a:lnTo>
                    <a:lnTo>
                      <a:pt x="1345" y="653"/>
                    </a:lnTo>
                    <a:lnTo>
                      <a:pt x="1279" y="673"/>
                    </a:lnTo>
                    <a:lnTo>
                      <a:pt x="1204" y="700"/>
                    </a:lnTo>
                    <a:lnTo>
                      <a:pt x="1130" y="733"/>
                    </a:lnTo>
                    <a:lnTo>
                      <a:pt x="1059" y="770"/>
                    </a:lnTo>
                    <a:lnTo>
                      <a:pt x="991" y="811"/>
                    </a:lnTo>
                    <a:lnTo>
                      <a:pt x="923" y="858"/>
                    </a:lnTo>
                    <a:lnTo>
                      <a:pt x="859" y="910"/>
                    </a:lnTo>
                    <a:lnTo>
                      <a:pt x="799" y="966"/>
                    </a:lnTo>
                    <a:lnTo>
                      <a:pt x="743" y="1025"/>
                    </a:lnTo>
                    <a:lnTo>
                      <a:pt x="690" y="1088"/>
                    </a:lnTo>
                    <a:lnTo>
                      <a:pt x="643" y="1154"/>
                    </a:lnTo>
                    <a:lnTo>
                      <a:pt x="599" y="1223"/>
                    </a:lnTo>
                    <a:lnTo>
                      <a:pt x="570" y="1276"/>
                    </a:lnTo>
                    <a:lnTo>
                      <a:pt x="544" y="1331"/>
                    </a:lnTo>
                    <a:lnTo>
                      <a:pt x="520" y="1386"/>
                    </a:lnTo>
                    <a:lnTo>
                      <a:pt x="460" y="1367"/>
                    </a:lnTo>
                    <a:lnTo>
                      <a:pt x="403" y="1342"/>
                    </a:lnTo>
                    <a:lnTo>
                      <a:pt x="348" y="1313"/>
                    </a:lnTo>
                    <a:lnTo>
                      <a:pt x="298" y="1280"/>
                    </a:lnTo>
                    <a:lnTo>
                      <a:pt x="249" y="1243"/>
                    </a:lnTo>
                    <a:lnTo>
                      <a:pt x="204" y="1202"/>
                    </a:lnTo>
                    <a:lnTo>
                      <a:pt x="163" y="1156"/>
                    </a:lnTo>
                    <a:lnTo>
                      <a:pt x="127" y="1107"/>
                    </a:lnTo>
                    <a:lnTo>
                      <a:pt x="94" y="1056"/>
                    </a:lnTo>
                    <a:lnTo>
                      <a:pt x="66" y="1001"/>
                    </a:lnTo>
                    <a:lnTo>
                      <a:pt x="42" y="944"/>
                    </a:lnTo>
                    <a:lnTo>
                      <a:pt x="23" y="884"/>
                    </a:lnTo>
                    <a:lnTo>
                      <a:pt x="10" y="822"/>
                    </a:lnTo>
                    <a:lnTo>
                      <a:pt x="2" y="759"/>
                    </a:lnTo>
                    <a:lnTo>
                      <a:pt x="0" y="693"/>
                    </a:lnTo>
                    <a:lnTo>
                      <a:pt x="6" y="625"/>
                    </a:lnTo>
                    <a:lnTo>
                      <a:pt x="16" y="559"/>
                    </a:lnTo>
                    <a:lnTo>
                      <a:pt x="33" y="496"/>
                    </a:lnTo>
                    <a:lnTo>
                      <a:pt x="54" y="435"/>
                    </a:lnTo>
                    <a:lnTo>
                      <a:pt x="82" y="376"/>
                    </a:lnTo>
                    <a:lnTo>
                      <a:pt x="114" y="321"/>
                    </a:lnTo>
                    <a:lnTo>
                      <a:pt x="152" y="269"/>
                    </a:lnTo>
                    <a:lnTo>
                      <a:pt x="194" y="220"/>
                    </a:lnTo>
                    <a:lnTo>
                      <a:pt x="240" y="176"/>
                    </a:lnTo>
                    <a:lnTo>
                      <a:pt x="289" y="136"/>
                    </a:lnTo>
                    <a:lnTo>
                      <a:pt x="342" y="100"/>
                    </a:lnTo>
                    <a:lnTo>
                      <a:pt x="399" y="70"/>
                    </a:lnTo>
                    <a:lnTo>
                      <a:pt x="458" y="44"/>
                    </a:lnTo>
                    <a:lnTo>
                      <a:pt x="520" y="25"/>
                    </a:lnTo>
                    <a:lnTo>
                      <a:pt x="585" y="10"/>
                    </a:lnTo>
                    <a:lnTo>
                      <a:pt x="651" y="2"/>
                    </a:lnTo>
                    <a:lnTo>
                      <a:pt x="71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7" name="Freeform 24"/>
              <p:cNvSpPr>
                <a:spLocks/>
              </p:cNvSpPr>
              <p:nvPr/>
            </p:nvSpPr>
            <p:spPr bwMode="auto">
              <a:xfrm>
                <a:off x="555625" y="5010151"/>
                <a:ext cx="303213" cy="303213"/>
              </a:xfrm>
              <a:custGeom>
                <a:avLst/>
                <a:gdLst>
                  <a:gd name="T0" fmla="*/ 383 w 766"/>
                  <a:gd name="T1" fmla="*/ 0 h 765"/>
                  <a:gd name="T2" fmla="*/ 431 w 766"/>
                  <a:gd name="T3" fmla="*/ 3 h 765"/>
                  <a:gd name="T4" fmla="*/ 477 w 766"/>
                  <a:gd name="T5" fmla="*/ 11 h 765"/>
                  <a:gd name="T6" fmla="*/ 522 w 766"/>
                  <a:gd name="T7" fmla="*/ 26 h 765"/>
                  <a:gd name="T8" fmla="*/ 563 w 766"/>
                  <a:gd name="T9" fmla="*/ 45 h 765"/>
                  <a:gd name="T10" fmla="*/ 602 w 766"/>
                  <a:gd name="T11" fmla="*/ 68 h 765"/>
                  <a:gd name="T12" fmla="*/ 638 w 766"/>
                  <a:gd name="T13" fmla="*/ 96 h 765"/>
                  <a:gd name="T14" fmla="*/ 670 w 766"/>
                  <a:gd name="T15" fmla="*/ 128 h 765"/>
                  <a:gd name="T16" fmla="*/ 698 w 766"/>
                  <a:gd name="T17" fmla="*/ 164 h 765"/>
                  <a:gd name="T18" fmla="*/ 722 w 766"/>
                  <a:gd name="T19" fmla="*/ 203 h 765"/>
                  <a:gd name="T20" fmla="*/ 740 w 766"/>
                  <a:gd name="T21" fmla="*/ 244 h 765"/>
                  <a:gd name="T22" fmla="*/ 755 w 766"/>
                  <a:gd name="T23" fmla="*/ 288 h 765"/>
                  <a:gd name="T24" fmla="*/ 763 w 766"/>
                  <a:gd name="T25" fmla="*/ 334 h 765"/>
                  <a:gd name="T26" fmla="*/ 766 w 766"/>
                  <a:gd name="T27" fmla="*/ 383 h 765"/>
                  <a:gd name="T28" fmla="*/ 763 w 766"/>
                  <a:gd name="T29" fmla="*/ 431 h 765"/>
                  <a:gd name="T30" fmla="*/ 755 w 766"/>
                  <a:gd name="T31" fmla="*/ 477 h 765"/>
                  <a:gd name="T32" fmla="*/ 740 w 766"/>
                  <a:gd name="T33" fmla="*/ 521 h 765"/>
                  <a:gd name="T34" fmla="*/ 722 w 766"/>
                  <a:gd name="T35" fmla="*/ 562 h 765"/>
                  <a:gd name="T36" fmla="*/ 698 w 766"/>
                  <a:gd name="T37" fmla="*/ 602 h 765"/>
                  <a:gd name="T38" fmla="*/ 670 w 766"/>
                  <a:gd name="T39" fmla="*/ 637 h 765"/>
                  <a:gd name="T40" fmla="*/ 638 w 766"/>
                  <a:gd name="T41" fmla="*/ 669 h 765"/>
                  <a:gd name="T42" fmla="*/ 602 w 766"/>
                  <a:gd name="T43" fmla="*/ 697 h 765"/>
                  <a:gd name="T44" fmla="*/ 563 w 766"/>
                  <a:gd name="T45" fmla="*/ 721 h 765"/>
                  <a:gd name="T46" fmla="*/ 522 w 766"/>
                  <a:gd name="T47" fmla="*/ 740 h 765"/>
                  <a:gd name="T48" fmla="*/ 477 w 766"/>
                  <a:gd name="T49" fmla="*/ 754 h 765"/>
                  <a:gd name="T50" fmla="*/ 431 w 766"/>
                  <a:gd name="T51" fmla="*/ 763 h 765"/>
                  <a:gd name="T52" fmla="*/ 383 w 766"/>
                  <a:gd name="T53" fmla="*/ 765 h 765"/>
                  <a:gd name="T54" fmla="*/ 336 w 766"/>
                  <a:gd name="T55" fmla="*/ 763 h 765"/>
                  <a:gd name="T56" fmla="*/ 289 w 766"/>
                  <a:gd name="T57" fmla="*/ 754 h 765"/>
                  <a:gd name="T58" fmla="*/ 244 w 766"/>
                  <a:gd name="T59" fmla="*/ 740 h 765"/>
                  <a:gd name="T60" fmla="*/ 203 w 766"/>
                  <a:gd name="T61" fmla="*/ 721 h 765"/>
                  <a:gd name="T62" fmla="*/ 165 w 766"/>
                  <a:gd name="T63" fmla="*/ 697 h 765"/>
                  <a:gd name="T64" fmla="*/ 128 w 766"/>
                  <a:gd name="T65" fmla="*/ 669 h 765"/>
                  <a:gd name="T66" fmla="*/ 97 w 766"/>
                  <a:gd name="T67" fmla="*/ 637 h 765"/>
                  <a:gd name="T68" fmla="*/ 68 w 766"/>
                  <a:gd name="T69" fmla="*/ 602 h 765"/>
                  <a:gd name="T70" fmla="*/ 46 w 766"/>
                  <a:gd name="T71" fmla="*/ 562 h 765"/>
                  <a:gd name="T72" fmla="*/ 26 w 766"/>
                  <a:gd name="T73" fmla="*/ 521 h 765"/>
                  <a:gd name="T74" fmla="*/ 12 w 766"/>
                  <a:gd name="T75" fmla="*/ 477 h 765"/>
                  <a:gd name="T76" fmla="*/ 3 w 766"/>
                  <a:gd name="T77" fmla="*/ 431 h 765"/>
                  <a:gd name="T78" fmla="*/ 0 w 766"/>
                  <a:gd name="T79" fmla="*/ 383 h 765"/>
                  <a:gd name="T80" fmla="*/ 3 w 766"/>
                  <a:gd name="T81" fmla="*/ 334 h 765"/>
                  <a:gd name="T82" fmla="*/ 12 w 766"/>
                  <a:gd name="T83" fmla="*/ 288 h 765"/>
                  <a:gd name="T84" fmla="*/ 26 w 766"/>
                  <a:gd name="T85" fmla="*/ 244 h 765"/>
                  <a:gd name="T86" fmla="*/ 46 w 766"/>
                  <a:gd name="T87" fmla="*/ 203 h 765"/>
                  <a:gd name="T88" fmla="*/ 68 w 766"/>
                  <a:gd name="T89" fmla="*/ 164 h 765"/>
                  <a:gd name="T90" fmla="*/ 97 w 766"/>
                  <a:gd name="T91" fmla="*/ 128 h 765"/>
                  <a:gd name="T92" fmla="*/ 128 w 766"/>
                  <a:gd name="T93" fmla="*/ 96 h 765"/>
                  <a:gd name="T94" fmla="*/ 165 w 766"/>
                  <a:gd name="T95" fmla="*/ 68 h 765"/>
                  <a:gd name="T96" fmla="*/ 203 w 766"/>
                  <a:gd name="T97" fmla="*/ 45 h 765"/>
                  <a:gd name="T98" fmla="*/ 244 w 766"/>
                  <a:gd name="T99" fmla="*/ 26 h 765"/>
                  <a:gd name="T100" fmla="*/ 289 w 766"/>
                  <a:gd name="T101" fmla="*/ 11 h 765"/>
                  <a:gd name="T102" fmla="*/ 336 w 766"/>
                  <a:gd name="T103" fmla="*/ 3 h 765"/>
                  <a:gd name="T104" fmla="*/ 383 w 766"/>
                  <a:gd name="T105" fmla="*/ 0 h 7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766" h="765">
                    <a:moveTo>
                      <a:pt x="383" y="0"/>
                    </a:moveTo>
                    <a:lnTo>
                      <a:pt x="431" y="3"/>
                    </a:lnTo>
                    <a:lnTo>
                      <a:pt x="477" y="11"/>
                    </a:lnTo>
                    <a:lnTo>
                      <a:pt x="522" y="26"/>
                    </a:lnTo>
                    <a:lnTo>
                      <a:pt x="563" y="45"/>
                    </a:lnTo>
                    <a:lnTo>
                      <a:pt x="602" y="68"/>
                    </a:lnTo>
                    <a:lnTo>
                      <a:pt x="638" y="96"/>
                    </a:lnTo>
                    <a:lnTo>
                      <a:pt x="670" y="128"/>
                    </a:lnTo>
                    <a:lnTo>
                      <a:pt x="698" y="164"/>
                    </a:lnTo>
                    <a:lnTo>
                      <a:pt x="722" y="203"/>
                    </a:lnTo>
                    <a:lnTo>
                      <a:pt x="740" y="244"/>
                    </a:lnTo>
                    <a:lnTo>
                      <a:pt x="755" y="288"/>
                    </a:lnTo>
                    <a:lnTo>
                      <a:pt x="763" y="334"/>
                    </a:lnTo>
                    <a:lnTo>
                      <a:pt x="766" y="383"/>
                    </a:lnTo>
                    <a:lnTo>
                      <a:pt x="763" y="431"/>
                    </a:lnTo>
                    <a:lnTo>
                      <a:pt x="755" y="477"/>
                    </a:lnTo>
                    <a:lnTo>
                      <a:pt x="740" y="521"/>
                    </a:lnTo>
                    <a:lnTo>
                      <a:pt x="722" y="562"/>
                    </a:lnTo>
                    <a:lnTo>
                      <a:pt x="698" y="602"/>
                    </a:lnTo>
                    <a:lnTo>
                      <a:pt x="670" y="637"/>
                    </a:lnTo>
                    <a:lnTo>
                      <a:pt x="638" y="669"/>
                    </a:lnTo>
                    <a:lnTo>
                      <a:pt x="602" y="697"/>
                    </a:lnTo>
                    <a:lnTo>
                      <a:pt x="563" y="721"/>
                    </a:lnTo>
                    <a:lnTo>
                      <a:pt x="522" y="740"/>
                    </a:lnTo>
                    <a:lnTo>
                      <a:pt x="477" y="754"/>
                    </a:lnTo>
                    <a:lnTo>
                      <a:pt x="431" y="763"/>
                    </a:lnTo>
                    <a:lnTo>
                      <a:pt x="383" y="765"/>
                    </a:lnTo>
                    <a:lnTo>
                      <a:pt x="336" y="763"/>
                    </a:lnTo>
                    <a:lnTo>
                      <a:pt x="289" y="754"/>
                    </a:lnTo>
                    <a:lnTo>
                      <a:pt x="244" y="740"/>
                    </a:lnTo>
                    <a:lnTo>
                      <a:pt x="203" y="721"/>
                    </a:lnTo>
                    <a:lnTo>
                      <a:pt x="165" y="697"/>
                    </a:lnTo>
                    <a:lnTo>
                      <a:pt x="128" y="669"/>
                    </a:lnTo>
                    <a:lnTo>
                      <a:pt x="97" y="637"/>
                    </a:lnTo>
                    <a:lnTo>
                      <a:pt x="68" y="602"/>
                    </a:lnTo>
                    <a:lnTo>
                      <a:pt x="46" y="562"/>
                    </a:lnTo>
                    <a:lnTo>
                      <a:pt x="26" y="521"/>
                    </a:lnTo>
                    <a:lnTo>
                      <a:pt x="12" y="477"/>
                    </a:lnTo>
                    <a:lnTo>
                      <a:pt x="3" y="431"/>
                    </a:lnTo>
                    <a:lnTo>
                      <a:pt x="0" y="383"/>
                    </a:lnTo>
                    <a:lnTo>
                      <a:pt x="3" y="334"/>
                    </a:lnTo>
                    <a:lnTo>
                      <a:pt x="12" y="288"/>
                    </a:lnTo>
                    <a:lnTo>
                      <a:pt x="26" y="244"/>
                    </a:lnTo>
                    <a:lnTo>
                      <a:pt x="46" y="203"/>
                    </a:lnTo>
                    <a:lnTo>
                      <a:pt x="68" y="164"/>
                    </a:lnTo>
                    <a:lnTo>
                      <a:pt x="97" y="128"/>
                    </a:lnTo>
                    <a:lnTo>
                      <a:pt x="128" y="96"/>
                    </a:lnTo>
                    <a:lnTo>
                      <a:pt x="165" y="68"/>
                    </a:lnTo>
                    <a:lnTo>
                      <a:pt x="203" y="45"/>
                    </a:lnTo>
                    <a:lnTo>
                      <a:pt x="244" y="26"/>
                    </a:lnTo>
                    <a:lnTo>
                      <a:pt x="289" y="11"/>
                    </a:lnTo>
                    <a:lnTo>
                      <a:pt x="336" y="3"/>
                    </a:lnTo>
                    <a:lnTo>
                      <a:pt x="38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8" name="Freeform 25"/>
              <p:cNvSpPr>
                <a:spLocks/>
              </p:cNvSpPr>
              <p:nvPr/>
            </p:nvSpPr>
            <p:spPr bwMode="auto">
              <a:xfrm>
                <a:off x="-169863" y="5294313"/>
                <a:ext cx="1346200" cy="1066800"/>
              </a:xfrm>
              <a:custGeom>
                <a:avLst/>
                <a:gdLst>
                  <a:gd name="T0" fmla="*/ 3233 w 3393"/>
                  <a:gd name="T1" fmla="*/ 14 h 2689"/>
                  <a:gd name="T2" fmla="*/ 3340 w 3393"/>
                  <a:gd name="T3" fmla="*/ 81 h 2689"/>
                  <a:gd name="T4" fmla="*/ 3392 w 3393"/>
                  <a:gd name="T5" fmla="*/ 202 h 2689"/>
                  <a:gd name="T6" fmla="*/ 3366 w 3393"/>
                  <a:gd name="T7" fmla="*/ 362 h 2689"/>
                  <a:gd name="T8" fmla="*/ 3271 w 3393"/>
                  <a:gd name="T9" fmla="*/ 554 h 2689"/>
                  <a:gd name="T10" fmla="*/ 3117 w 3393"/>
                  <a:gd name="T11" fmla="*/ 772 h 2689"/>
                  <a:gd name="T12" fmla="*/ 2913 w 3393"/>
                  <a:gd name="T13" fmla="*/ 1007 h 2689"/>
                  <a:gd name="T14" fmla="*/ 2669 w 3393"/>
                  <a:gd name="T15" fmla="*/ 1252 h 2689"/>
                  <a:gd name="T16" fmla="*/ 2394 w 3393"/>
                  <a:gd name="T17" fmla="*/ 1500 h 2689"/>
                  <a:gd name="T18" fmla="*/ 2097 w 3393"/>
                  <a:gd name="T19" fmla="*/ 1744 h 2689"/>
                  <a:gd name="T20" fmla="*/ 1789 w 3393"/>
                  <a:gd name="T21" fmla="*/ 1974 h 2689"/>
                  <a:gd name="T22" fmla="*/ 1477 w 3393"/>
                  <a:gd name="T23" fmla="*/ 2185 h 2689"/>
                  <a:gd name="T24" fmla="*/ 1171 w 3393"/>
                  <a:gd name="T25" fmla="*/ 2369 h 2689"/>
                  <a:gd name="T26" fmla="*/ 881 w 3393"/>
                  <a:gd name="T27" fmla="*/ 2518 h 2689"/>
                  <a:gd name="T28" fmla="*/ 617 w 3393"/>
                  <a:gd name="T29" fmla="*/ 2625 h 2689"/>
                  <a:gd name="T30" fmla="*/ 387 w 3393"/>
                  <a:gd name="T31" fmla="*/ 2682 h 2689"/>
                  <a:gd name="T32" fmla="*/ 206 w 3393"/>
                  <a:gd name="T33" fmla="*/ 2682 h 2689"/>
                  <a:gd name="T34" fmla="*/ 77 w 3393"/>
                  <a:gd name="T35" fmla="*/ 2623 h 2689"/>
                  <a:gd name="T36" fmla="*/ 5 w 3393"/>
                  <a:gd name="T37" fmla="*/ 2498 h 2689"/>
                  <a:gd name="T38" fmla="*/ 11 w 3393"/>
                  <a:gd name="T39" fmla="*/ 2355 h 2689"/>
                  <a:gd name="T40" fmla="*/ 74 w 3393"/>
                  <a:gd name="T41" fmla="*/ 2214 h 2689"/>
                  <a:gd name="T42" fmla="*/ 162 w 3393"/>
                  <a:gd name="T43" fmla="*/ 2086 h 2689"/>
                  <a:gd name="T44" fmla="*/ 239 w 3393"/>
                  <a:gd name="T45" fmla="*/ 2019 h 2689"/>
                  <a:gd name="T46" fmla="*/ 327 w 3393"/>
                  <a:gd name="T47" fmla="*/ 2020 h 2689"/>
                  <a:gd name="T48" fmla="*/ 400 w 3393"/>
                  <a:gd name="T49" fmla="*/ 2077 h 2689"/>
                  <a:gd name="T50" fmla="*/ 424 w 3393"/>
                  <a:gd name="T51" fmla="*/ 2166 h 2689"/>
                  <a:gd name="T52" fmla="*/ 371 w 3393"/>
                  <a:gd name="T53" fmla="*/ 2265 h 2689"/>
                  <a:gd name="T54" fmla="*/ 304 w 3393"/>
                  <a:gd name="T55" fmla="*/ 2368 h 2689"/>
                  <a:gd name="T56" fmla="*/ 281 w 3393"/>
                  <a:gd name="T57" fmla="*/ 2427 h 2689"/>
                  <a:gd name="T58" fmla="*/ 380 w 3393"/>
                  <a:gd name="T59" fmla="*/ 2421 h 2689"/>
                  <a:gd name="T60" fmla="*/ 581 w 3393"/>
                  <a:gd name="T61" fmla="*/ 2361 h 2689"/>
                  <a:gd name="T62" fmla="*/ 833 w 3393"/>
                  <a:gd name="T63" fmla="*/ 2236 h 2689"/>
                  <a:gd name="T64" fmla="*/ 879 w 3393"/>
                  <a:gd name="T65" fmla="*/ 2052 h 2689"/>
                  <a:gd name="T66" fmla="*/ 718 w 3393"/>
                  <a:gd name="T67" fmla="*/ 1799 h 2689"/>
                  <a:gd name="T68" fmla="*/ 632 w 3393"/>
                  <a:gd name="T69" fmla="*/ 1507 h 2689"/>
                  <a:gd name="T70" fmla="*/ 631 w 3393"/>
                  <a:gd name="T71" fmla="*/ 1207 h 2689"/>
                  <a:gd name="T72" fmla="*/ 710 w 3393"/>
                  <a:gd name="T73" fmla="*/ 919 h 2689"/>
                  <a:gd name="T74" fmla="*/ 850 w 3393"/>
                  <a:gd name="T75" fmla="*/ 684 h 2689"/>
                  <a:gd name="T76" fmla="*/ 1053 w 3393"/>
                  <a:gd name="T77" fmla="*/ 485 h 2689"/>
                  <a:gd name="T78" fmla="*/ 1311 w 3393"/>
                  <a:gd name="T79" fmla="*/ 340 h 2689"/>
                  <a:gd name="T80" fmla="*/ 1619 w 3393"/>
                  <a:gd name="T81" fmla="*/ 271 h 2689"/>
                  <a:gd name="T82" fmla="*/ 1914 w 3393"/>
                  <a:gd name="T83" fmla="*/ 287 h 2689"/>
                  <a:gd name="T84" fmla="*/ 2181 w 3393"/>
                  <a:gd name="T85" fmla="*/ 376 h 2689"/>
                  <a:gd name="T86" fmla="*/ 2419 w 3393"/>
                  <a:gd name="T87" fmla="*/ 536 h 2689"/>
                  <a:gd name="T88" fmla="*/ 2608 w 3393"/>
                  <a:gd name="T89" fmla="*/ 751 h 2689"/>
                  <a:gd name="T90" fmla="*/ 2745 w 3393"/>
                  <a:gd name="T91" fmla="*/ 804 h 2689"/>
                  <a:gd name="T92" fmla="*/ 2883 w 3393"/>
                  <a:gd name="T93" fmla="*/ 671 h 2689"/>
                  <a:gd name="T94" fmla="*/ 3002 w 3393"/>
                  <a:gd name="T95" fmla="*/ 531 h 2689"/>
                  <a:gd name="T96" fmla="*/ 3090 w 3393"/>
                  <a:gd name="T97" fmla="*/ 404 h 2689"/>
                  <a:gd name="T98" fmla="*/ 3136 w 3393"/>
                  <a:gd name="T99" fmla="*/ 308 h 2689"/>
                  <a:gd name="T100" fmla="*/ 3130 w 3393"/>
                  <a:gd name="T101" fmla="*/ 278 h 2689"/>
                  <a:gd name="T102" fmla="*/ 3066 w 3393"/>
                  <a:gd name="T103" fmla="*/ 286 h 2689"/>
                  <a:gd name="T104" fmla="*/ 2944 w 3393"/>
                  <a:gd name="T105" fmla="*/ 326 h 2689"/>
                  <a:gd name="T106" fmla="*/ 2832 w 3393"/>
                  <a:gd name="T107" fmla="*/ 350 h 2689"/>
                  <a:gd name="T108" fmla="*/ 2754 w 3393"/>
                  <a:gd name="T109" fmla="*/ 303 h 2689"/>
                  <a:gd name="T110" fmla="*/ 2718 w 3393"/>
                  <a:gd name="T111" fmla="*/ 213 h 2689"/>
                  <a:gd name="T112" fmla="*/ 2751 w 3393"/>
                  <a:gd name="T113" fmla="*/ 121 h 2689"/>
                  <a:gd name="T114" fmla="*/ 2885 w 3393"/>
                  <a:gd name="T115" fmla="*/ 53 h 2689"/>
                  <a:gd name="T116" fmla="*/ 3086 w 3393"/>
                  <a:gd name="T117" fmla="*/ 3 h 26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3393" h="2689">
                    <a:moveTo>
                      <a:pt x="3136" y="0"/>
                    </a:moveTo>
                    <a:lnTo>
                      <a:pt x="3169" y="2"/>
                    </a:lnTo>
                    <a:lnTo>
                      <a:pt x="3202" y="6"/>
                    </a:lnTo>
                    <a:lnTo>
                      <a:pt x="3233" y="14"/>
                    </a:lnTo>
                    <a:lnTo>
                      <a:pt x="3262" y="24"/>
                    </a:lnTo>
                    <a:lnTo>
                      <a:pt x="3290" y="39"/>
                    </a:lnTo>
                    <a:lnTo>
                      <a:pt x="3316" y="58"/>
                    </a:lnTo>
                    <a:lnTo>
                      <a:pt x="3340" y="81"/>
                    </a:lnTo>
                    <a:lnTo>
                      <a:pt x="3361" y="108"/>
                    </a:lnTo>
                    <a:lnTo>
                      <a:pt x="3376" y="137"/>
                    </a:lnTo>
                    <a:lnTo>
                      <a:pt x="3387" y="168"/>
                    </a:lnTo>
                    <a:lnTo>
                      <a:pt x="3392" y="202"/>
                    </a:lnTo>
                    <a:lnTo>
                      <a:pt x="3393" y="239"/>
                    </a:lnTo>
                    <a:lnTo>
                      <a:pt x="3388" y="278"/>
                    </a:lnTo>
                    <a:lnTo>
                      <a:pt x="3379" y="318"/>
                    </a:lnTo>
                    <a:lnTo>
                      <a:pt x="3366" y="362"/>
                    </a:lnTo>
                    <a:lnTo>
                      <a:pt x="3348" y="407"/>
                    </a:lnTo>
                    <a:lnTo>
                      <a:pt x="3327" y="454"/>
                    </a:lnTo>
                    <a:lnTo>
                      <a:pt x="3301" y="504"/>
                    </a:lnTo>
                    <a:lnTo>
                      <a:pt x="3271" y="554"/>
                    </a:lnTo>
                    <a:lnTo>
                      <a:pt x="3238" y="606"/>
                    </a:lnTo>
                    <a:lnTo>
                      <a:pt x="3201" y="660"/>
                    </a:lnTo>
                    <a:lnTo>
                      <a:pt x="3161" y="716"/>
                    </a:lnTo>
                    <a:lnTo>
                      <a:pt x="3117" y="772"/>
                    </a:lnTo>
                    <a:lnTo>
                      <a:pt x="3071" y="829"/>
                    </a:lnTo>
                    <a:lnTo>
                      <a:pt x="3021" y="888"/>
                    </a:lnTo>
                    <a:lnTo>
                      <a:pt x="2968" y="947"/>
                    </a:lnTo>
                    <a:lnTo>
                      <a:pt x="2913" y="1007"/>
                    </a:lnTo>
                    <a:lnTo>
                      <a:pt x="2855" y="1068"/>
                    </a:lnTo>
                    <a:lnTo>
                      <a:pt x="2796" y="1129"/>
                    </a:lnTo>
                    <a:lnTo>
                      <a:pt x="2733" y="1190"/>
                    </a:lnTo>
                    <a:lnTo>
                      <a:pt x="2669" y="1252"/>
                    </a:lnTo>
                    <a:lnTo>
                      <a:pt x="2603" y="1314"/>
                    </a:lnTo>
                    <a:lnTo>
                      <a:pt x="2535" y="1376"/>
                    </a:lnTo>
                    <a:lnTo>
                      <a:pt x="2465" y="1438"/>
                    </a:lnTo>
                    <a:lnTo>
                      <a:pt x="2394" y="1500"/>
                    </a:lnTo>
                    <a:lnTo>
                      <a:pt x="2322" y="1561"/>
                    </a:lnTo>
                    <a:lnTo>
                      <a:pt x="2248" y="1623"/>
                    </a:lnTo>
                    <a:lnTo>
                      <a:pt x="2173" y="1684"/>
                    </a:lnTo>
                    <a:lnTo>
                      <a:pt x="2097" y="1744"/>
                    </a:lnTo>
                    <a:lnTo>
                      <a:pt x="2021" y="1803"/>
                    </a:lnTo>
                    <a:lnTo>
                      <a:pt x="1944" y="1861"/>
                    </a:lnTo>
                    <a:lnTo>
                      <a:pt x="1866" y="1918"/>
                    </a:lnTo>
                    <a:lnTo>
                      <a:pt x="1789" y="1974"/>
                    </a:lnTo>
                    <a:lnTo>
                      <a:pt x="1710" y="2029"/>
                    </a:lnTo>
                    <a:lnTo>
                      <a:pt x="1632" y="2082"/>
                    </a:lnTo>
                    <a:lnTo>
                      <a:pt x="1555" y="2135"/>
                    </a:lnTo>
                    <a:lnTo>
                      <a:pt x="1477" y="2185"/>
                    </a:lnTo>
                    <a:lnTo>
                      <a:pt x="1399" y="2234"/>
                    </a:lnTo>
                    <a:lnTo>
                      <a:pt x="1323" y="2281"/>
                    </a:lnTo>
                    <a:lnTo>
                      <a:pt x="1246" y="2325"/>
                    </a:lnTo>
                    <a:lnTo>
                      <a:pt x="1171" y="2369"/>
                    </a:lnTo>
                    <a:lnTo>
                      <a:pt x="1097" y="2409"/>
                    </a:lnTo>
                    <a:lnTo>
                      <a:pt x="1024" y="2449"/>
                    </a:lnTo>
                    <a:lnTo>
                      <a:pt x="952" y="2485"/>
                    </a:lnTo>
                    <a:lnTo>
                      <a:pt x="881" y="2518"/>
                    </a:lnTo>
                    <a:lnTo>
                      <a:pt x="813" y="2549"/>
                    </a:lnTo>
                    <a:lnTo>
                      <a:pt x="746" y="2577"/>
                    </a:lnTo>
                    <a:lnTo>
                      <a:pt x="680" y="2602"/>
                    </a:lnTo>
                    <a:lnTo>
                      <a:pt x="617" y="2625"/>
                    </a:lnTo>
                    <a:lnTo>
                      <a:pt x="556" y="2644"/>
                    </a:lnTo>
                    <a:lnTo>
                      <a:pt x="498" y="2660"/>
                    </a:lnTo>
                    <a:lnTo>
                      <a:pt x="441" y="2672"/>
                    </a:lnTo>
                    <a:lnTo>
                      <a:pt x="387" y="2682"/>
                    </a:lnTo>
                    <a:lnTo>
                      <a:pt x="337" y="2687"/>
                    </a:lnTo>
                    <a:lnTo>
                      <a:pt x="289" y="2689"/>
                    </a:lnTo>
                    <a:lnTo>
                      <a:pt x="245" y="2688"/>
                    </a:lnTo>
                    <a:lnTo>
                      <a:pt x="206" y="2682"/>
                    </a:lnTo>
                    <a:lnTo>
                      <a:pt x="169" y="2673"/>
                    </a:lnTo>
                    <a:lnTo>
                      <a:pt x="135" y="2660"/>
                    </a:lnTo>
                    <a:lnTo>
                      <a:pt x="104" y="2643"/>
                    </a:lnTo>
                    <a:lnTo>
                      <a:pt x="77" y="2623"/>
                    </a:lnTo>
                    <a:lnTo>
                      <a:pt x="53" y="2598"/>
                    </a:lnTo>
                    <a:lnTo>
                      <a:pt x="31" y="2566"/>
                    </a:lnTo>
                    <a:lnTo>
                      <a:pt x="14" y="2532"/>
                    </a:lnTo>
                    <a:lnTo>
                      <a:pt x="5" y="2498"/>
                    </a:lnTo>
                    <a:lnTo>
                      <a:pt x="0" y="2463"/>
                    </a:lnTo>
                    <a:lnTo>
                      <a:pt x="0" y="2428"/>
                    </a:lnTo>
                    <a:lnTo>
                      <a:pt x="4" y="2392"/>
                    </a:lnTo>
                    <a:lnTo>
                      <a:pt x="11" y="2355"/>
                    </a:lnTo>
                    <a:lnTo>
                      <a:pt x="23" y="2319"/>
                    </a:lnTo>
                    <a:lnTo>
                      <a:pt x="37" y="2284"/>
                    </a:lnTo>
                    <a:lnTo>
                      <a:pt x="55" y="2249"/>
                    </a:lnTo>
                    <a:lnTo>
                      <a:pt x="74" y="2214"/>
                    </a:lnTo>
                    <a:lnTo>
                      <a:pt x="94" y="2180"/>
                    </a:lnTo>
                    <a:lnTo>
                      <a:pt x="116" y="2147"/>
                    </a:lnTo>
                    <a:lnTo>
                      <a:pt x="139" y="2116"/>
                    </a:lnTo>
                    <a:lnTo>
                      <a:pt x="162" y="2086"/>
                    </a:lnTo>
                    <a:lnTo>
                      <a:pt x="184" y="2057"/>
                    </a:lnTo>
                    <a:lnTo>
                      <a:pt x="201" y="2041"/>
                    </a:lnTo>
                    <a:lnTo>
                      <a:pt x="219" y="2028"/>
                    </a:lnTo>
                    <a:lnTo>
                      <a:pt x="239" y="2019"/>
                    </a:lnTo>
                    <a:lnTo>
                      <a:pt x="260" y="2014"/>
                    </a:lnTo>
                    <a:lnTo>
                      <a:pt x="282" y="2012"/>
                    </a:lnTo>
                    <a:lnTo>
                      <a:pt x="304" y="2014"/>
                    </a:lnTo>
                    <a:lnTo>
                      <a:pt x="327" y="2020"/>
                    </a:lnTo>
                    <a:lnTo>
                      <a:pt x="348" y="2030"/>
                    </a:lnTo>
                    <a:lnTo>
                      <a:pt x="368" y="2045"/>
                    </a:lnTo>
                    <a:lnTo>
                      <a:pt x="383" y="2059"/>
                    </a:lnTo>
                    <a:lnTo>
                      <a:pt x="400" y="2077"/>
                    </a:lnTo>
                    <a:lnTo>
                      <a:pt x="412" y="2098"/>
                    </a:lnTo>
                    <a:lnTo>
                      <a:pt x="420" y="2119"/>
                    </a:lnTo>
                    <a:lnTo>
                      <a:pt x="424" y="2142"/>
                    </a:lnTo>
                    <a:lnTo>
                      <a:pt x="424" y="2166"/>
                    </a:lnTo>
                    <a:lnTo>
                      <a:pt x="419" y="2189"/>
                    </a:lnTo>
                    <a:lnTo>
                      <a:pt x="410" y="2212"/>
                    </a:lnTo>
                    <a:lnTo>
                      <a:pt x="397" y="2231"/>
                    </a:lnTo>
                    <a:lnTo>
                      <a:pt x="371" y="2265"/>
                    </a:lnTo>
                    <a:lnTo>
                      <a:pt x="349" y="2295"/>
                    </a:lnTo>
                    <a:lnTo>
                      <a:pt x="331" y="2322"/>
                    </a:lnTo>
                    <a:lnTo>
                      <a:pt x="317" y="2347"/>
                    </a:lnTo>
                    <a:lnTo>
                      <a:pt x="304" y="2368"/>
                    </a:lnTo>
                    <a:lnTo>
                      <a:pt x="295" y="2386"/>
                    </a:lnTo>
                    <a:lnTo>
                      <a:pt x="289" y="2402"/>
                    </a:lnTo>
                    <a:lnTo>
                      <a:pt x="284" y="2415"/>
                    </a:lnTo>
                    <a:lnTo>
                      <a:pt x="281" y="2427"/>
                    </a:lnTo>
                    <a:lnTo>
                      <a:pt x="279" y="2435"/>
                    </a:lnTo>
                    <a:lnTo>
                      <a:pt x="307" y="2432"/>
                    </a:lnTo>
                    <a:lnTo>
                      <a:pt x="341" y="2428"/>
                    </a:lnTo>
                    <a:lnTo>
                      <a:pt x="380" y="2421"/>
                    </a:lnTo>
                    <a:lnTo>
                      <a:pt x="425" y="2410"/>
                    </a:lnTo>
                    <a:lnTo>
                      <a:pt x="473" y="2397"/>
                    </a:lnTo>
                    <a:lnTo>
                      <a:pt x="525" y="2380"/>
                    </a:lnTo>
                    <a:lnTo>
                      <a:pt x="581" y="2361"/>
                    </a:lnTo>
                    <a:lnTo>
                      <a:pt x="640" y="2336"/>
                    </a:lnTo>
                    <a:lnTo>
                      <a:pt x="702" y="2307"/>
                    </a:lnTo>
                    <a:lnTo>
                      <a:pt x="766" y="2274"/>
                    </a:lnTo>
                    <a:lnTo>
                      <a:pt x="833" y="2236"/>
                    </a:lnTo>
                    <a:lnTo>
                      <a:pt x="900" y="2193"/>
                    </a:lnTo>
                    <a:lnTo>
                      <a:pt x="968" y="2144"/>
                    </a:lnTo>
                    <a:lnTo>
                      <a:pt x="923" y="2100"/>
                    </a:lnTo>
                    <a:lnTo>
                      <a:pt x="879" y="2052"/>
                    </a:lnTo>
                    <a:lnTo>
                      <a:pt x="839" y="2001"/>
                    </a:lnTo>
                    <a:lnTo>
                      <a:pt x="793" y="1935"/>
                    </a:lnTo>
                    <a:lnTo>
                      <a:pt x="753" y="1868"/>
                    </a:lnTo>
                    <a:lnTo>
                      <a:pt x="718" y="1799"/>
                    </a:lnTo>
                    <a:lnTo>
                      <a:pt x="689" y="1727"/>
                    </a:lnTo>
                    <a:lnTo>
                      <a:pt x="665" y="1655"/>
                    </a:lnTo>
                    <a:lnTo>
                      <a:pt x="645" y="1580"/>
                    </a:lnTo>
                    <a:lnTo>
                      <a:pt x="632" y="1507"/>
                    </a:lnTo>
                    <a:lnTo>
                      <a:pt x="625" y="1431"/>
                    </a:lnTo>
                    <a:lnTo>
                      <a:pt x="621" y="1357"/>
                    </a:lnTo>
                    <a:lnTo>
                      <a:pt x="623" y="1282"/>
                    </a:lnTo>
                    <a:lnTo>
                      <a:pt x="631" y="1207"/>
                    </a:lnTo>
                    <a:lnTo>
                      <a:pt x="643" y="1133"/>
                    </a:lnTo>
                    <a:lnTo>
                      <a:pt x="661" y="1060"/>
                    </a:lnTo>
                    <a:lnTo>
                      <a:pt x="683" y="989"/>
                    </a:lnTo>
                    <a:lnTo>
                      <a:pt x="710" y="919"/>
                    </a:lnTo>
                    <a:lnTo>
                      <a:pt x="739" y="858"/>
                    </a:lnTo>
                    <a:lnTo>
                      <a:pt x="773" y="798"/>
                    </a:lnTo>
                    <a:lnTo>
                      <a:pt x="810" y="740"/>
                    </a:lnTo>
                    <a:lnTo>
                      <a:pt x="850" y="684"/>
                    </a:lnTo>
                    <a:lnTo>
                      <a:pt x="896" y="630"/>
                    </a:lnTo>
                    <a:lnTo>
                      <a:pt x="945" y="578"/>
                    </a:lnTo>
                    <a:lnTo>
                      <a:pt x="996" y="530"/>
                    </a:lnTo>
                    <a:lnTo>
                      <a:pt x="1053" y="485"/>
                    </a:lnTo>
                    <a:lnTo>
                      <a:pt x="1115" y="441"/>
                    </a:lnTo>
                    <a:lnTo>
                      <a:pt x="1179" y="403"/>
                    </a:lnTo>
                    <a:lnTo>
                      <a:pt x="1245" y="369"/>
                    </a:lnTo>
                    <a:lnTo>
                      <a:pt x="1311" y="340"/>
                    </a:lnTo>
                    <a:lnTo>
                      <a:pt x="1380" y="316"/>
                    </a:lnTo>
                    <a:lnTo>
                      <a:pt x="1449" y="298"/>
                    </a:lnTo>
                    <a:lnTo>
                      <a:pt x="1534" y="280"/>
                    </a:lnTo>
                    <a:lnTo>
                      <a:pt x="1619" y="271"/>
                    </a:lnTo>
                    <a:lnTo>
                      <a:pt x="1704" y="266"/>
                    </a:lnTo>
                    <a:lnTo>
                      <a:pt x="1774" y="270"/>
                    </a:lnTo>
                    <a:lnTo>
                      <a:pt x="1845" y="276"/>
                    </a:lnTo>
                    <a:lnTo>
                      <a:pt x="1914" y="287"/>
                    </a:lnTo>
                    <a:lnTo>
                      <a:pt x="1982" y="303"/>
                    </a:lnTo>
                    <a:lnTo>
                      <a:pt x="2050" y="323"/>
                    </a:lnTo>
                    <a:lnTo>
                      <a:pt x="2116" y="348"/>
                    </a:lnTo>
                    <a:lnTo>
                      <a:pt x="2181" y="376"/>
                    </a:lnTo>
                    <a:lnTo>
                      <a:pt x="2243" y="410"/>
                    </a:lnTo>
                    <a:lnTo>
                      <a:pt x="2304" y="448"/>
                    </a:lnTo>
                    <a:lnTo>
                      <a:pt x="2363" y="489"/>
                    </a:lnTo>
                    <a:lnTo>
                      <a:pt x="2419" y="536"/>
                    </a:lnTo>
                    <a:lnTo>
                      <a:pt x="2473" y="585"/>
                    </a:lnTo>
                    <a:lnTo>
                      <a:pt x="2523" y="640"/>
                    </a:lnTo>
                    <a:lnTo>
                      <a:pt x="2571" y="699"/>
                    </a:lnTo>
                    <a:lnTo>
                      <a:pt x="2608" y="751"/>
                    </a:lnTo>
                    <a:lnTo>
                      <a:pt x="2641" y="806"/>
                    </a:lnTo>
                    <a:lnTo>
                      <a:pt x="2671" y="861"/>
                    </a:lnTo>
                    <a:lnTo>
                      <a:pt x="2708" y="833"/>
                    </a:lnTo>
                    <a:lnTo>
                      <a:pt x="2745" y="804"/>
                    </a:lnTo>
                    <a:lnTo>
                      <a:pt x="2781" y="772"/>
                    </a:lnTo>
                    <a:lnTo>
                      <a:pt x="2816" y="740"/>
                    </a:lnTo>
                    <a:lnTo>
                      <a:pt x="2850" y="705"/>
                    </a:lnTo>
                    <a:lnTo>
                      <a:pt x="2883" y="671"/>
                    </a:lnTo>
                    <a:lnTo>
                      <a:pt x="2915" y="636"/>
                    </a:lnTo>
                    <a:lnTo>
                      <a:pt x="2947" y="601"/>
                    </a:lnTo>
                    <a:lnTo>
                      <a:pt x="2976" y="566"/>
                    </a:lnTo>
                    <a:lnTo>
                      <a:pt x="3002" y="531"/>
                    </a:lnTo>
                    <a:lnTo>
                      <a:pt x="3028" y="497"/>
                    </a:lnTo>
                    <a:lnTo>
                      <a:pt x="3051" y="465"/>
                    </a:lnTo>
                    <a:lnTo>
                      <a:pt x="3073" y="433"/>
                    </a:lnTo>
                    <a:lnTo>
                      <a:pt x="3090" y="404"/>
                    </a:lnTo>
                    <a:lnTo>
                      <a:pt x="3107" y="376"/>
                    </a:lnTo>
                    <a:lnTo>
                      <a:pt x="3119" y="350"/>
                    </a:lnTo>
                    <a:lnTo>
                      <a:pt x="3129" y="328"/>
                    </a:lnTo>
                    <a:lnTo>
                      <a:pt x="3136" y="308"/>
                    </a:lnTo>
                    <a:lnTo>
                      <a:pt x="3139" y="291"/>
                    </a:lnTo>
                    <a:lnTo>
                      <a:pt x="3138" y="278"/>
                    </a:lnTo>
                    <a:lnTo>
                      <a:pt x="3134" y="278"/>
                    </a:lnTo>
                    <a:lnTo>
                      <a:pt x="3130" y="278"/>
                    </a:lnTo>
                    <a:lnTo>
                      <a:pt x="3118" y="278"/>
                    </a:lnTo>
                    <a:lnTo>
                      <a:pt x="3104" y="279"/>
                    </a:lnTo>
                    <a:lnTo>
                      <a:pt x="3086" y="282"/>
                    </a:lnTo>
                    <a:lnTo>
                      <a:pt x="3066" y="286"/>
                    </a:lnTo>
                    <a:lnTo>
                      <a:pt x="3041" y="292"/>
                    </a:lnTo>
                    <a:lnTo>
                      <a:pt x="3013" y="301"/>
                    </a:lnTo>
                    <a:lnTo>
                      <a:pt x="2981" y="312"/>
                    </a:lnTo>
                    <a:lnTo>
                      <a:pt x="2944" y="326"/>
                    </a:lnTo>
                    <a:lnTo>
                      <a:pt x="2904" y="342"/>
                    </a:lnTo>
                    <a:lnTo>
                      <a:pt x="2879" y="349"/>
                    </a:lnTo>
                    <a:lnTo>
                      <a:pt x="2854" y="352"/>
                    </a:lnTo>
                    <a:lnTo>
                      <a:pt x="2832" y="350"/>
                    </a:lnTo>
                    <a:lnTo>
                      <a:pt x="2809" y="344"/>
                    </a:lnTo>
                    <a:lnTo>
                      <a:pt x="2788" y="334"/>
                    </a:lnTo>
                    <a:lnTo>
                      <a:pt x="2769" y="320"/>
                    </a:lnTo>
                    <a:lnTo>
                      <a:pt x="2754" y="303"/>
                    </a:lnTo>
                    <a:lnTo>
                      <a:pt x="2740" y="282"/>
                    </a:lnTo>
                    <a:lnTo>
                      <a:pt x="2731" y="263"/>
                    </a:lnTo>
                    <a:lnTo>
                      <a:pt x="2722" y="239"/>
                    </a:lnTo>
                    <a:lnTo>
                      <a:pt x="2718" y="213"/>
                    </a:lnTo>
                    <a:lnTo>
                      <a:pt x="2720" y="188"/>
                    </a:lnTo>
                    <a:lnTo>
                      <a:pt x="2725" y="164"/>
                    </a:lnTo>
                    <a:lnTo>
                      <a:pt x="2736" y="141"/>
                    </a:lnTo>
                    <a:lnTo>
                      <a:pt x="2751" y="121"/>
                    </a:lnTo>
                    <a:lnTo>
                      <a:pt x="2770" y="104"/>
                    </a:lnTo>
                    <a:lnTo>
                      <a:pt x="2793" y="91"/>
                    </a:lnTo>
                    <a:lnTo>
                      <a:pt x="2838" y="72"/>
                    </a:lnTo>
                    <a:lnTo>
                      <a:pt x="2885" y="53"/>
                    </a:lnTo>
                    <a:lnTo>
                      <a:pt x="2934" y="37"/>
                    </a:lnTo>
                    <a:lnTo>
                      <a:pt x="2985" y="22"/>
                    </a:lnTo>
                    <a:lnTo>
                      <a:pt x="3036" y="11"/>
                    </a:lnTo>
                    <a:lnTo>
                      <a:pt x="3086" y="3"/>
                    </a:lnTo>
                    <a:lnTo>
                      <a:pt x="313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9" name="Freeform 26"/>
              <p:cNvSpPr>
                <a:spLocks/>
              </p:cNvSpPr>
              <p:nvPr/>
            </p:nvSpPr>
            <p:spPr bwMode="auto">
              <a:xfrm>
                <a:off x="396875" y="5838826"/>
                <a:ext cx="542925" cy="423863"/>
              </a:xfrm>
              <a:custGeom>
                <a:avLst/>
                <a:gdLst>
                  <a:gd name="T0" fmla="*/ 1368 w 1368"/>
                  <a:gd name="T1" fmla="*/ 0 h 1069"/>
                  <a:gd name="T2" fmla="*/ 1365 w 1368"/>
                  <a:gd name="T3" fmla="*/ 69 h 1069"/>
                  <a:gd name="T4" fmla="*/ 1358 w 1368"/>
                  <a:gd name="T5" fmla="*/ 139 h 1069"/>
                  <a:gd name="T6" fmla="*/ 1347 w 1368"/>
                  <a:gd name="T7" fmla="*/ 207 h 1069"/>
                  <a:gd name="T8" fmla="*/ 1330 w 1368"/>
                  <a:gd name="T9" fmla="*/ 274 h 1069"/>
                  <a:gd name="T10" fmla="*/ 1309 w 1368"/>
                  <a:gd name="T11" fmla="*/ 341 h 1069"/>
                  <a:gd name="T12" fmla="*/ 1284 w 1368"/>
                  <a:gd name="T13" fmla="*/ 406 h 1069"/>
                  <a:gd name="T14" fmla="*/ 1255 w 1368"/>
                  <a:gd name="T15" fmla="*/ 469 h 1069"/>
                  <a:gd name="T16" fmla="*/ 1222 w 1368"/>
                  <a:gd name="T17" fmla="*/ 530 h 1069"/>
                  <a:gd name="T18" fmla="*/ 1185 w 1368"/>
                  <a:gd name="T19" fmla="*/ 590 h 1069"/>
                  <a:gd name="T20" fmla="*/ 1144 w 1368"/>
                  <a:gd name="T21" fmla="*/ 648 h 1069"/>
                  <a:gd name="T22" fmla="*/ 1098 w 1368"/>
                  <a:gd name="T23" fmla="*/ 703 h 1069"/>
                  <a:gd name="T24" fmla="*/ 1048 w 1368"/>
                  <a:gd name="T25" fmla="*/ 756 h 1069"/>
                  <a:gd name="T26" fmla="*/ 994 w 1368"/>
                  <a:gd name="T27" fmla="*/ 805 h 1069"/>
                  <a:gd name="T28" fmla="*/ 936 w 1368"/>
                  <a:gd name="T29" fmla="*/ 852 h 1069"/>
                  <a:gd name="T30" fmla="*/ 871 w 1368"/>
                  <a:gd name="T31" fmla="*/ 897 h 1069"/>
                  <a:gd name="T32" fmla="*/ 804 w 1368"/>
                  <a:gd name="T33" fmla="*/ 938 h 1069"/>
                  <a:gd name="T34" fmla="*/ 734 w 1368"/>
                  <a:gd name="T35" fmla="*/ 972 h 1069"/>
                  <a:gd name="T36" fmla="*/ 663 w 1368"/>
                  <a:gd name="T37" fmla="*/ 1002 h 1069"/>
                  <a:gd name="T38" fmla="*/ 592 w 1368"/>
                  <a:gd name="T39" fmla="*/ 1026 h 1069"/>
                  <a:gd name="T40" fmla="*/ 518 w 1368"/>
                  <a:gd name="T41" fmla="*/ 1044 h 1069"/>
                  <a:gd name="T42" fmla="*/ 443 w 1368"/>
                  <a:gd name="T43" fmla="*/ 1058 h 1069"/>
                  <a:gd name="T44" fmla="*/ 369 w 1368"/>
                  <a:gd name="T45" fmla="*/ 1066 h 1069"/>
                  <a:gd name="T46" fmla="*/ 294 w 1368"/>
                  <a:gd name="T47" fmla="*/ 1069 h 1069"/>
                  <a:gd name="T48" fmla="*/ 220 w 1368"/>
                  <a:gd name="T49" fmla="*/ 1067 h 1069"/>
                  <a:gd name="T50" fmla="*/ 146 w 1368"/>
                  <a:gd name="T51" fmla="*/ 1060 h 1069"/>
                  <a:gd name="T52" fmla="*/ 73 w 1368"/>
                  <a:gd name="T53" fmla="*/ 1049 h 1069"/>
                  <a:gd name="T54" fmla="*/ 0 w 1368"/>
                  <a:gd name="T55" fmla="*/ 1031 h 1069"/>
                  <a:gd name="T56" fmla="*/ 91 w 1368"/>
                  <a:gd name="T57" fmla="*/ 973 h 1069"/>
                  <a:gd name="T58" fmla="*/ 186 w 1368"/>
                  <a:gd name="T59" fmla="*/ 911 h 1069"/>
                  <a:gd name="T60" fmla="*/ 284 w 1368"/>
                  <a:gd name="T61" fmla="*/ 846 h 1069"/>
                  <a:gd name="T62" fmla="*/ 384 w 1368"/>
                  <a:gd name="T63" fmla="*/ 777 h 1069"/>
                  <a:gd name="T64" fmla="*/ 487 w 1368"/>
                  <a:gd name="T65" fmla="*/ 706 h 1069"/>
                  <a:gd name="T66" fmla="*/ 592 w 1368"/>
                  <a:gd name="T67" fmla="*/ 630 h 1069"/>
                  <a:gd name="T68" fmla="*/ 696 w 1368"/>
                  <a:gd name="T69" fmla="*/ 553 h 1069"/>
                  <a:gd name="T70" fmla="*/ 803 w 1368"/>
                  <a:gd name="T71" fmla="*/ 472 h 1069"/>
                  <a:gd name="T72" fmla="*/ 905 w 1368"/>
                  <a:gd name="T73" fmla="*/ 390 h 1069"/>
                  <a:gd name="T74" fmla="*/ 1006 w 1368"/>
                  <a:gd name="T75" fmla="*/ 310 h 1069"/>
                  <a:gd name="T76" fmla="*/ 1102 w 1368"/>
                  <a:gd name="T77" fmla="*/ 230 h 1069"/>
                  <a:gd name="T78" fmla="*/ 1195 w 1368"/>
                  <a:gd name="T79" fmla="*/ 152 h 1069"/>
                  <a:gd name="T80" fmla="*/ 1284 w 1368"/>
                  <a:gd name="T81" fmla="*/ 76 h 1069"/>
                  <a:gd name="T82" fmla="*/ 1368 w 1368"/>
                  <a:gd name="T83" fmla="*/ 0 h 10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368" h="1069">
                    <a:moveTo>
                      <a:pt x="1368" y="0"/>
                    </a:moveTo>
                    <a:lnTo>
                      <a:pt x="1365" y="69"/>
                    </a:lnTo>
                    <a:lnTo>
                      <a:pt x="1358" y="139"/>
                    </a:lnTo>
                    <a:lnTo>
                      <a:pt x="1347" y="207"/>
                    </a:lnTo>
                    <a:lnTo>
                      <a:pt x="1330" y="274"/>
                    </a:lnTo>
                    <a:lnTo>
                      <a:pt x="1309" y="341"/>
                    </a:lnTo>
                    <a:lnTo>
                      <a:pt x="1284" y="406"/>
                    </a:lnTo>
                    <a:lnTo>
                      <a:pt x="1255" y="469"/>
                    </a:lnTo>
                    <a:lnTo>
                      <a:pt x="1222" y="530"/>
                    </a:lnTo>
                    <a:lnTo>
                      <a:pt x="1185" y="590"/>
                    </a:lnTo>
                    <a:lnTo>
                      <a:pt x="1144" y="648"/>
                    </a:lnTo>
                    <a:lnTo>
                      <a:pt x="1098" y="703"/>
                    </a:lnTo>
                    <a:lnTo>
                      <a:pt x="1048" y="756"/>
                    </a:lnTo>
                    <a:lnTo>
                      <a:pt x="994" y="805"/>
                    </a:lnTo>
                    <a:lnTo>
                      <a:pt x="936" y="852"/>
                    </a:lnTo>
                    <a:lnTo>
                      <a:pt x="871" y="897"/>
                    </a:lnTo>
                    <a:lnTo>
                      <a:pt x="804" y="938"/>
                    </a:lnTo>
                    <a:lnTo>
                      <a:pt x="734" y="972"/>
                    </a:lnTo>
                    <a:lnTo>
                      <a:pt x="663" y="1002"/>
                    </a:lnTo>
                    <a:lnTo>
                      <a:pt x="592" y="1026"/>
                    </a:lnTo>
                    <a:lnTo>
                      <a:pt x="518" y="1044"/>
                    </a:lnTo>
                    <a:lnTo>
                      <a:pt x="443" y="1058"/>
                    </a:lnTo>
                    <a:lnTo>
                      <a:pt x="369" y="1066"/>
                    </a:lnTo>
                    <a:lnTo>
                      <a:pt x="294" y="1069"/>
                    </a:lnTo>
                    <a:lnTo>
                      <a:pt x="220" y="1067"/>
                    </a:lnTo>
                    <a:lnTo>
                      <a:pt x="146" y="1060"/>
                    </a:lnTo>
                    <a:lnTo>
                      <a:pt x="73" y="1049"/>
                    </a:lnTo>
                    <a:lnTo>
                      <a:pt x="0" y="1031"/>
                    </a:lnTo>
                    <a:lnTo>
                      <a:pt x="91" y="973"/>
                    </a:lnTo>
                    <a:lnTo>
                      <a:pt x="186" y="911"/>
                    </a:lnTo>
                    <a:lnTo>
                      <a:pt x="284" y="846"/>
                    </a:lnTo>
                    <a:lnTo>
                      <a:pt x="384" y="777"/>
                    </a:lnTo>
                    <a:lnTo>
                      <a:pt x="487" y="706"/>
                    </a:lnTo>
                    <a:lnTo>
                      <a:pt x="592" y="630"/>
                    </a:lnTo>
                    <a:lnTo>
                      <a:pt x="696" y="553"/>
                    </a:lnTo>
                    <a:lnTo>
                      <a:pt x="803" y="472"/>
                    </a:lnTo>
                    <a:lnTo>
                      <a:pt x="905" y="390"/>
                    </a:lnTo>
                    <a:lnTo>
                      <a:pt x="1006" y="310"/>
                    </a:lnTo>
                    <a:lnTo>
                      <a:pt x="1102" y="230"/>
                    </a:lnTo>
                    <a:lnTo>
                      <a:pt x="1195" y="152"/>
                    </a:lnTo>
                    <a:lnTo>
                      <a:pt x="1284" y="76"/>
                    </a:lnTo>
                    <a:lnTo>
                      <a:pt x="136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73" name="Freeform 31"/>
            <p:cNvSpPr>
              <a:spLocks noEditPoints="1"/>
            </p:cNvSpPr>
            <p:nvPr/>
          </p:nvSpPr>
          <p:spPr bwMode="auto">
            <a:xfrm>
              <a:off x="8220440" y="3517203"/>
              <a:ext cx="476635" cy="449181"/>
            </a:xfrm>
            <a:custGeom>
              <a:avLst/>
              <a:gdLst>
                <a:gd name="T0" fmla="*/ 1124 w 3749"/>
                <a:gd name="T1" fmla="*/ 1845 h 3535"/>
                <a:gd name="T2" fmla="*/ 1065 w 3749"/>
                <a:gd name="T3" fmla="*/ 1868 h 3535"/>
                <a:gd name="T4" fmla="*/ 985 w 3749"/>
                <a:gd name="T5" fmla="*/ 1934 h 3535"/>
                <a:gd name="T6" fmla="*/ 903 w 3749"/>
                <a:gd name="T7" fmla="*/ 2022 h 3535"/>
                <a:gd name="T8" fmla="*/ 826 w 3749"/>
                <a:gd name="T9" fmla="*/ 1979 h 3535"/>
                <a:gd name="T10" fmla="*/ 826 w 3749"/>
                <a:gd name="T11" fmla="*/ 1888 h 3535"/>
                <a:gd name="T12" fmla="*/ 903 w 3749"/>
                <a:gd name="T13" fmla="*/ 1843 h 3535"/>
                <a:gd name="T14" fmla="*/ 2291 w 3749"/>
                <a:gd name="T15" fmla="*/ 1328 h 3535"/>
                <a:gd name="T16" fmla="*/ 2336 w 3749"/>
                <a:gd name="T17" fmla="*/ 1405 h 3535"/>
                <a:gd name="T18" fmla="*/ 2291 w 3749"/>
                <a:gd name="T19" fmla="*/ 1483 h 3535"/>
                <a:gd name="T20" fmla="*/ 880 w 3749"/>
                <a:gd name="T21" fmla="*/ 1492 h 3535"/>
                <a:gd name="T22" fmla="*/ 817 w 3749"/>
                <a:gd name="T23" fmla="*/ 1429 h 3535"/>
                <a:gd name="T24" fmla="*/ 840 w 3749"/>
                <a:gd name="T25" fmla="*/ 1342 h 3535"/>
                <a:gd name="T26" fmla="*/ 405 w 3749"/>
                <a:gd name="T27" fmla="*/ 1039 h 3535"/>
                <a:gd name="T28" fmla="*/ 239 w 3749"/>
                <a:gd name="T29" fmla="*/ 1228 h 3535"/>
                <a:gd name="T30" fmla="*/ 188 w 3749"/>
                <a:gd name="T31" fmla="*/ 1280 h 3535"/>
                <a:gd name="T32" fmla="*/ 183 w 3749"/>
                <a:gd name="T33" fmla="*/ 3283 h 3535"/>
                <a:gd name="T34" fmla="*/ 251 w 3749"/>
                <a:gd name="T35" fmla="*/ 3350 h 3535"/>
                <a:gd name="T36" fmla="*/ 1054 w 3749"/>
                <a:gd name="T37" fmla="*/ 2050 h 3535"/>
                <a:gd name="T38" fmla="*/ 1151 w 3749"/>
                <a:gd name="T39" fmla="*/ 1964 h 3535"/>
                <a:gd name="T40" fmla="*/ 2749 w 3749"/>
                <a:gd name="T41" fmla="*/ 1437 h 3535"/>
                <a:gd name="T42" fmla="*/ 2865 w 3749"/>
                <a:gd name="T43" fmla="*/ 1489 h 3535"/>
                <a:gd name="T44" fmla="*/ 2925 w 3749"/>
                <a:gd name="T45" fmla="*/ 1600 h 3535"/>
                <a:gd name="T46" fmla="*/ 3656 w 3749"/>
                <a:gd name="T47" fmla="*/ 1953 h 3535"/>
                <a:gd name="T48" fmla="*/ 3728 w 3749"/>
                <a:gd name="T49" fmla="*/ 1997 h 3535"/>
                <a:gd name="T50" fmla="*/ 3747 w 3749"/>
                <a:gd name="T51" fmla="*/ 2089 h 3535"/>
                <a:gd name="T52" fmla="*/ 3049 w 3749"/>
                <a:gd name="T53" fmla="*/ 3429 h 3535"/>
                <a:gd name="T54" fmla="*/ 2953 w 3749"/>
                <a:gd name="T55" fmla="*/ 3510 h 3535"/>
                <a:gd name="T56" fmla="*/ 212 w 3749"/>
                <a:gd name="T57" fmla="*/ 3535 h 3535"/>
                <a:gd name="T58" fmla="*/ 87 w 3749"/>
                <a:gd name="T59" fmla="*/ 3493 h 3535"/>
                <a:gd name="T60" fmla="*/ 10 w 3749"/>
                <a:gd name="T61" fmla="*/ 3388 h 3535"/>
                <a:gd name="T62" fmla="*/ 3 w 3749"/>
                <a:gd name="T63" fmla="*/ 1214 h 3535"/>
                <a:gd name="T64" fmla="*/ 76 w 3749"/>
                <a:gd name="T65" fmla="*/ 1090 h 3535"/>
                <a:gd name="T66" fmla="*/ 212 w 3749"/>
                <a:gd name="T67" fmla="*/ 1039 h 3535"/>
                <a:gd name="T68" fmla="*/ 2269 w 3749"/>
                <a:gd name="T69" fmla="*/ 795 h 3535"/>
                <a:gd name="T70" fmla="*/ 2332 w 3749"/>
                <a:gd name="T71" fmla="*/ 858 h 3535"/>
                <a:gd name="T72" fmla="*/ 2309 w 3749"/>
                <a:gd name="T73" fmla="*/ 945 h 3535"/>
                <a:gd name="T74" fmla="*/ 903 w 3749"/>
                <a:gd name="T75" fmla="*/ 972 h 3535"/>
                <a:gd name="T76" fmla="*/ 826 w 3749"/>
                <a:gd name="T77" fmla="*/ 927 h 3535"/>
                <a:gd name="T78" fmla="*/ 826 w 3749"/>
                <a:gd name="T79" fmla="*/ 836 h 3535"/>
                <a:gd name="T80" fmla="*/ 903 w 3749"/>
                <a:gd name="T81" fmla="*/ 792 h 3535"/>
                <a:gd name="T82" fmla="*/ 2166 w 3749"/>
                <a:gd name="T83" fmla="*/ 261 h 3535"/>
                <a:gd name="T84" fmla="*/ 2133 w 3749"/>
                <a:gd name="T85" fmla="*/ 12 h 3535"/>
                <a:gd name="T86" fmla="*/ 2617 w 3749"/>
                <a:gd name="T87" fmla="*/ 550 h 3535"/>
                <a:gd name="T88" fmla="*/ 2474 w 3749"/>
                <a:gd name="T89" fmla="*/ 680 h 3535"/>
                <a:gd name="T90" fmla="*/ 2438 w 3749"/>
                <a:gd name="T91" fmla="*/ 643 h 3535"/>
                <a:gd name="T92" fmla="*/ 2042 w 3749"/>
                <a:gd name="T93" fmla="*/ 621 h 3535"/>
                <a:gd name="T94" fmla="*/ 2021 w 3749"/>
                <a:gd name="T95" fmla="*/ 183 h 3535"/>
                <a:gd name="T96" fmla="*/ 1985 w 3749"/>
                <a:gd name="T97" fmla="*/ 146 h 3535"/>
                <a:gd name="T98" fmla="*/ 676 w 3749"/>
                <a:gd name="T99" fmla="*/ 164 h 3535"/>
                <a:gd name="T100" fmla="*/ 561 w 3749"/>
                <a:gd name="T101" fmla="*/ 2779 h 3535"/>
                <a:gd name="T102" fmla="*/ 540 w 3749"/>
                <a:gd name="T103" fmla="*/ 2761 h 3535"/>
                <a:gd name="T104" fmla="*/ 528 w 3749"/>
                <a:gd name="T105" fmla="*/ 2657 h 3535"/>
                <a:gd name="T106" fmla="*/ 527 w 3749"/>
                <a:gd name="T107" fmla="*/ 2383 h 3535"/>
                <a:gd name="T108" fmla="*/ 526 w 3749"/>
                <a:gd name="T109" fmla="*/ 2048 h 3535"/>
                <a:gd name="T110" fmla="*/ 526 w 3749"/>
                <a:gd name="T111" fmla="*/ 1677 h 3535"/>
                <a:gd name="T112" fmla="*/ 526 w 3749"/>
                <a:gd name="T113" fmla="*/ 1298 h 3535"/>
                <a:gd name="T114" fmla="*/ 527 w 3749"/>
                <a:gd name="T115" fmla="*/ 936 h 3535"/>
                <a:gd name="T116" fmla="*/ 527 w 3749"/>
                <a:gd name="T117" fmla="*/ 616 h 3535"/>
                <a:gd name="T118" fmla="*/ 528 w 3749"/>
                <a:gd name="T119" fmla="*/ 367 h 3535"/>
                <a:gd name="T120" fmla="*/ 528 w 3749"/>
                <a:gd name="T121" fmla="*/ 212 h 3535"/>
                <a:gd name="T122" fmla="*/ 531 w 3749"/>
                <a:gd name="T123" fmla="*/ 139 h 3535"/>
                <a:gd name="T124" fmla="*/ 605 w 3749"/>
                <a:gd name="T125" fmla="*/ 30 h 3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749" h="3535">
                  <a:moveTo>
                    <a:pt x="903" y="1843"/>
                  </a:moveTo>
                  <a:lnTo>
                    <a:pt x="1133" y="1843"/>
                  </a:lnTo>
                  <a:lnTo>
                    <a:pt x="1131" y="1843"/>
                  </a:lnTo>
                  <a:lnTo>
                    <a:pt x="1124" y="1845"/>
                  </a:lnTo>
                  <a:lnTo>
                    <a:pt x="1112" y="1848"/>
                  </a:lnTo>
                  <a:lnTo>
                    <a:pt x="1100" y="1852"/>
                  </a:lnTo>
                  <a:lnTo>
                    <a:pt x="1082" y="1859"/>
                  </a:lnTo>
                  <a:lnTo>
                    <a:pt x="1065" y="1868"/>
                  </a:lnTo>
                  <a:lnTo>
                    <a:pt x="1046" y="1880"/>
                  </a:lnTo>
                  <a:lnTo>
                    <a:pt x="1025" y="1895"/>
                  </a:lnTo>
                  <a:lnTo>
                    <a:pt x="1005" y="1912"/>
                  </a:lnTo>
                  <a:lnTo>
                    <a:pt x="985" y="1934"/>
                  </a:lnTo>
                  <a:lnTo>
                    <a:pt x="967" y="1959"/>
                  </a:lnTo>
                  <a:lnTo>
                    <a:pt x="950" y="1989"/>
                  </a:lnTo>
                  <a:lnTo>
                    <a:pt x="936" y="2022"/>
                  </a:lnTo>
                  <a:lnTo>
                    <a:pt x="903" y="2022"/>
                  </a:lnTo>
                  <a:lnTo>
                    <a:pt x="880" y="2020"/>
                  </a:lnTo>
                  <a:lnTo>
                    <a:pt x="858" y="2011"/>
                  </a:lnTo>
                  <a:lnTo>
                    <a:pt x="840" y="1997"/>
                  </a:lnTo>
                  <a:lnTo>
                    <a:pt x="826" y="1979"/>
                  </a:lnTo>
                  <a:lnTo>
                    <a:pt x="817" y="1957"/>
                  </a:lnTo>
                  <a:lnTo>
                    <a:pt x="813" y="1933"/>
                  </a:lnTo>
                  <a:lnTo>
                    <a:pt x="817" y="1908"/>
                  </a:lnTo>
                  <a:lnTo>
                    <a:pt x="826" y="1888"/>
                  </a:lnTo>
                  <a:lnTo>
                    <a:pt x="840" y="1869"/>
                  </a:lnTo>
                  <a:lnTo>
                    <a:pt x="858" y="1856"/>
                  </a:lnTo>
                  <a:lnTo>
                    <a:pt x="880" y="1846"/>
                  </a:lnTo>
                  <a:lnTo>
                    <a:pt x="903" y="1843"/>
                  </a:lnTo>
                  <a:close/>
                  <a:moveTo>
                    <a:pt x="903" y="1315"/>
                  </a:moveTo>
                  <a:lnTo>
                    <a:pt x="2245" y="1315"/>
                  </a:lnTo>
                  <a:lnTo>
                    <a:pt x="2269" y="1319"/>
                  </a:lnTo>
                  <a:lnTo>
                    <a:pt x="2291" y="1328"/>
                  </a:lnTo>
                  <a:lnTo>
                    <a:pt x="2309" y="1342"/>
                  </a:lnTo>
                  <a:lnTo>
                    <a:pt x="2323" y="1360"/>
                  </a:lnTo>
                  <a:lnTo>
                    <a:pt x="2332" y="1382"/>
                  </a:lnTo>
                  <a:lnTo>
                    <a:pt x="2336" y="1405"/>
                  </a:lnTo>
                  <a:lnTo>
                    <a:pt x="2332" y="1429"/>
                  </a:lnTo>
                  <a:lnTo>
                    <a:pt x="2323" y="1451"/>
                  </a:lnTo>
                  <a:lnTo>
                    <a:pt x="2309" y="1469"/>
                  </a:lnTo>
                  <a:lnTo>
                    <a:pt x="2291" y="1483"/>
                  </a:lnTo>
                  <a:lnTo>
                    <a:pt x="2269" y="1492"/>
                  </a:lnTo>
                  <a:lnTo>
                    <a:pt x="2245" y="1496"/>
                  </a:lnTo>
                  <a:lnTo>
                    <a:pt x="903" y="1496"/>
                  </a:lnTo>
                  <a:lnTo>
                    <a:pt x="880" y="1492"/>
                  </a:lnTo>
                  <a:lnTo>
                    <a:pt x="858" y="1483"/>
                  </a:lnTo>
                  <a:lnTo>
                    <a:pt x="840" y="1469"/>
                  </a:lnTo>
                  <a:lnTo>
                    <a:pt x="826" y="1451"/>
                  </a:lnTo>
                  <a:lnTo>
                    <a:pt x="817" y="1429"/>
                  </a:lnTo>
                  <a:lnTo>
                    <a:pt x="813" y="1405"/>
                  </a:lnTo>
                  <a:lnTo>
                    <a:pt x="817" y="1382"/>
                  </a:lnTo>
                  <a:lnTo>
                    <a:pt x="826" y="1360"/>
                  </a:lnTo>
                  <a:lnTo>
                    <a:pt x="840" y="1342"/>
                  </a:lnTo>
                  <a:lnTo>
                    <a:pt x="858" y="1328"/>
                  </a:lnTo>
                  <a:lnTo>
                    <a:pt x="880" y="1319"/>
                  </a:lnTo>
                  <a:lnTo>
                    <a:pt x="903" y="1315"/>
                  </a:lnTo>
                  <a:close/>
                  <a:moveTo>
                    <a:pt x="405" y="1039"/>
                  </a:moveTo>
                  <a:lnTo>
                    <a:pt x="405" y="1221"/>
                  </a:lnTo>
                  <a:lnTo>
                    <a:pt x="276" y="1221"/>
                  </a:lnTo>
                  <a:lnTo>
                    <a:pt x="258" y="1222"/>
                  </a:lnTo>
                  <a:lnTo>
                    <a:pt x="239" y="1228"/>
                  </a:lnTo>
                  <a:lnTo>
                    <a:pt x="222" y="1237"/>
                  </a:lnTo>
                  <a:lnTo>
                    <a:pt x="208" y="1249"/>
                  </a:lnTo>
                  <a:lnTo>
                    <a:pt x="196" y="1264"/>
                  </a:lnTo>
                  <a:lnTo>
                    <a:pt x="188" y="1280"/>
                  </a:lnTo>
                  <a:lnTo>
                    <a:pt x="182" y="1298"/>
                  </a:lnTo>
                  <a:lnTo>
                    <a:pt x="180" y="1316"/>
                  </a:lnTo>
                  <a:lnTo>
                    <a:pt x="180" y="3258"/>
                  </a:lnTo>
                  <a:lnTo>
                    <a:pt x="183" y="3283"/>
                  </a:lnTo>
                  <a:lnTo>
                    <a:pt x="194" y="3306"/>
                  </a:lnTo>
                  <a:lnTo>
                    <a:pt x="208" y="3326"/>
                  </a:lnTo>
                  <a:lnTo>
                    <a:pt x="228" y="3341"/>
                  </a:lnTo>
                  <a:lnTo>
                    <a:pt x="251" y="3350"/>
                  </a:lnTo>
                  <a:lnTo>
                    <a:pt x="276" y="3353"/>
                  </a:lnTo>
                  <a:lnTo>
                    <a:pt x="409" y="3353"/>
                  </a:lnTo>
                  <a:lnTo>
                    <a:pt x="1037" y="2080"/>
                  </a:lnTo>
                  <a:lnTo>
                    <a:pt x="1054" y="2050"/>
                  </a:lnTo>
                  <a:lnTo>
                    <a:pt x="1074" y="2022"/>
                  </a:lnTo>
                  <a:lnTo>
                    <a:pt x="1098" y="1998"/>
                  </a:lnTo>
                  <a:lnTo>
                    <a:pt x="1124" y="1979"/>
                  </a:lnTo>
                  <a:lnTo>
                    <a:pt x="1151" y="1964"/>
                  </a:lnTo>
                  <a:lnTo>
                    <a:pt x="1181" y="1954"/>
                  </a:lnTo>
                  <a:lnTo>
                    <a:pt x="1211" y="1951"/>
                  </a:lnTo>
                  <a:lnTo>
                    <a:pt x="2748" y="1951"/>
                  </a:lnTo>
                  <a:lnTo>
                    <a:pt x="2749" y="1437"/>
                  </a:lnTo>
                  <a:lnTo>
                    <a:pt x="2781" y="1443"/>
                  </a:lnTo>
                  <a:lnTo>
                    <a:pt x="2812" y="1454"/>
                  </a:lnTo>
                  <a:lnTo>
                    <a:pt x="2840" y="1469"/>
                  </a:lnTo>
                  <a:lnTo>
                    <a:pt x="2865" y="1489"/>
                  </a:lnTo>
                  <a:lnTo>
                    <a:pt x="2887" y="1513"/>
                  </a:lnTo>
                  <a:lnTo>
                    <a:pt x="2904" y="1539"/>
                  </a:lnTo>
                  <a:lnTo>
                    <a:pt x="2917" y="1568"/>
                  </a:lnTo>
                  <a:lnTo>
                    <a:pt x="2925" y="1600"/>
                  </a:lnTo>
                  <a:lnTo>
                    <a:pt x="2929" y="1634"/>
                  </a:lnTo>
                  <a:lnTo>
                    <a:pt x="2929" y="1951"/>
                  </a:lnTo>
                  <a:lnTo>
                    <a:pt x="3633" y="1951"/>
                  </a:lnTo>
                  <a:lnTo>
                    <a:pt x="3656" y="1953"/>
                  </a:lnTo>
                  <a:lnTo>
                    <a:pt x="3677" y="1959"/>
                  </a:lnTo>
                  <a:lnTo>
                    <a:pt x="3696" y="1968"/>
                  </a:lnTo>
                  <a:lnTo>
                    <a:pt x="3714" y="1981"/>
                  </a:lnTo>
                  <a:lnTo>
                    <a:pt x="3728" y="1997"/>
                  </a:lnTo>
                  <a:lnTo>
                    <a:pt x="3739" y="2016"/>
                  </a:lnTo>
                  <a:lnTo>
                    <a:pt x="3747" y="2038"/>
                  </a:lnTo>
                  <a:lnTo>
                    <a:pt x="3749" y="2062"/>
                  </a:lnTo>
                  <a:lnTo>
                    <a:pt x="3747" y="2089"/>
                  </a:lnTo>
                  <a:lnTo>
                    <a:pt x="3740" y="2116"/>
                  </a:lnTo>
                  <a:lnTo>
                    <a:pt x="3726" y="2148"/>
                  </a:lnTo>
                  <a:lnTo>
                    <a:pt x="3064" y="3405"/>
                  </a:lnTo>
                  <a:lnTo>
                    <a:pt x="3049" y="3429"/>
                  </a:lnTo>
                  <a:lnTo>
                    <a:pt x="3030" y="3452"/>
                  </a:lnTo>
                  <a:lnTo>
                    <a:pt x="3006" y="3474"/>
                  </a:lnTo>
                  <a:lnTo>
                    <a:pt x="2980" y="3493"/>
                  </a:lnTo>
                  <a:lnTo>
                    <a:pt x="2953" y="3510"/>
                  </a:lnTo>
                  <a:lnTo>
                    <a:pt x="2924" y="3522"/>
                  </a:lnTo>
                  <a:lnTo>
                    <a:pt x="2896" y="3531"/>
                  </a:lnTo>
                  <a:lnTo>
                    <a:pt x="2868" y="3534"/>
                  </a:lnTo>
                  <a:lnTo>
                    <a:pt x="212" y="3535"/>
                  </a:lnTo>
                  <a:lnTo>
                    <a:pt x="179" y="3531"/>
                  </a:lnTo>
                  <a:lnTo>
                    <a:pt x="145" y="3525"/>
                  </a:lnTo>
                  <a:lnTo>
                    <a:pt x="116" y="3512"/>
                  </a:lnTo>
                  <a:lnTo>
                    <a:pt x="87" y="3493"/>
                  </a:lnTo>
                  <a:lnTo>
                    <a:pt x="62" y="3473"/>
                  </a:lnTo>
                  <a:lnTo>
                    <a:pt x="40" y="3446"/>
                  </a:lnTo>
                  <a:lnTo>
                    <a:pt x="23" y="3419"/>
                  </a:lnTo>
                  <a:lnTo>
                    <a:pt x="10" y="3388"/>
                  </a:lnTo>
                  <a:lnTo>
                    <a:pt x="2" y="3356"/>
                  </a:lnTo>
                  <a:lnTo>
                    <a:pt x="0" y="3322"/>
                  </a:lnTo>
                  <a:lnTo>
                    <a:pt x="0" y="1252"/>
                  </a:lnTo>
                  <a:lnTo>
                    <a:pt x="3" y="1214"/>
                  </a:lnTo>
                  <a:lnTo>
                    <a:pt x="14" y="1179"/>
                  </a:lnTo>
                  <a:lnTo>
                    <a:pt x="30" y="1145"/>
                  </a:lnTo>
                  <a:lnTo>
                    <a:pt x="50" y="1115"/>
                  </a:lnTo>
                  <a:lnTo>
                    <a:pt x="76" y="1090"/>
                  </a:lnTo>
                  <a:lnTo>
                    <a:pt x="105" y="1069"/>
                  </a:lnTo>
                  <a:lnTo>
                    <a:pt x="137" y="1053"/>
                  </a:lnTo>
                  <a:lnTo>
                    <a:pt x="174" y="1043"/>
                  </a:lnTo>
                  <a:lnTo>
                    <a:pt x="212" y="1039"/>
                  </a:lnTo>
                  <a:lnTo>
                    <a:pt x="405" y="1039"/>
                  </a:lnTo>
                  <a:close/>
                  <a:moveTo>
                    <a:pt x="903" y="792"/>
                  </a:moveTo>
                  <a:lnTo>
                    <a:pt x="2245" y="792"/>
                  </a:lnTo>
                  <a:lnTo>
                    <a:pt x="2269" y="795"/>
                  </a:lnTo>
                  <a:lnTo>
                    <a:pt x="2291" y="804"/>
                  </a:lnTo>
                  <a:lnTo>
                    <a:pt x="2309" y="818"/>
                  </a:lnTo>
                  <a:lnTo>
                    <a:pt x="2323" y="836"/>
                  </a:lnTo>
                  <a:lnTo>
                    <a:pt x="2332" y="858"/>
                  </a:lnTo>
                  <a:lnTo>
                    <a:pt x="2336" y="882"/>
                  </a:lnTo>
                  <a:lnTo>
                    <a:pt x="2332" y="906"/>
                  </a:lnTo>
                  <a:lnTo>
                    <a:pt x="2323" y="927"/>
                  </a:lnTo>
                  <a:lnTo>
                    <a:pt x="2309" y="945"/>
                  </a:lnTo>
                  <a:lnTo>
                    <a:pt x="2291" y="959"/>
                  </a:lnTo>
                  <a:lnTo>
                    <a:pt x="2269" y="968"/>
                  </a:lnTo>
                  <a:lnTo>
                    <a:pt x="2245" y="972"/>
                  </a:lnTo>
                  <a:lnTo>
                    <a:pt x="903" y="972"/>
                  </a:lnTo>
                  <a:lnTo>
                    <a:pt x="880" y="968"/>
                  </a:lnTo>
                  <a:lnTo>
                    <a:pt x="858" y="959"/>
                  </a:lnTo>
                  <a:lnTo>
                    <a:pt x="840" y="945"/>
                  </a:lnTo>
                  <a:lnTo>
                    <a:pt x="826" y="927"/>
                  </a:lnTo>
                  <a:lnTo>
                    <a:pt x="817" y="906"/>
                  </a:lnTo>
                  <a:lnTo>
                    <a:pt x="813" y="882"/>
                  </a:lnTo>
                  <a:lnTo>
                    <a:pt x="817" y="858"/>
                  </a:lnTo>
                  <a:lnTo>
                    <a:pt x="826" y="836"/>
                  </a:lnTo>
                  <a:lnTo>
                    <a:pt x="840" y="818"/>
                  </a:lnTo>
                  <a:lnTo>
                    <a:pt x="858" y="804"/>
                  </a:lnTo>
                  <a:lnTo>
                    <a:pt x="880" y="795"/>
                  </a:lnTo>
                  <a:lnTo>
                    <a:pt x="903" y="792"/>
                  </a:lnTo>
                  <a:close/>
                  <a:moveTo>
                    <a:pt x="2166" y="261"/>
                  </a:moveTo>
                  <a:lnTo>
                    <a:pt x="2166" y="497"/>
                  </a:lnTo>
                  <a:lnTo>
                    <a:pt x="2383" y="497"/>
                  </a:lnTo>
                  <a:lnTo>
                    <a:pt x="2166" y="261"/>
                  </a:lnTo>
                  <a:close/>
                  <a:moveTo>
                    <a:pt x="702" y="0"/>
                  </a:moveTo>
                  <a:lnTo>
                    <a:pt x="2090" y="0"/>
                  </a:lnTo>
                  <a:lnTo>
                    <a:pt x="2112" y="4"/>
                  </a:lnTo>
                  <a:lnTo>
                    <a:pt x="2133" y="12"/>
                  </a:lnTo>
                  <a:lnTo>
                    <a:pt x="2149" y="26"/>
                  </a:lnTo>
                  <a:lnTo>
                    <a:pt x="2598" y="515"/>
                  </a:lnTo>
                  <a:lnTo>
                    <a:pt x="2609" y="531"/>
                  </a:lnTo>
                  <a:lnTo>
                    <a:pt x="2617" y="550"/>
                  </a:lnTo>
                  <a:lnTo>
                    <a:pt x="2620" y="569"/>
                  </a:lnTo>
                  <a:lnTo>
                    <a:pt x="2620" y="1838"/>
                  </a:lnTo>
                  <a:lnTo>
                    <a:pt x="2474" y="1838"/>
                  </a:lnTo>
                  <a:lnTo>
                    <a:pt x="2474" y="680"/>
                  </a:lnTo>
                  <a:lnTo>
                    <a:pt x="2471" y="665"/>
                  </a:lnTo>
                  <a:lnTo>
                    <a:pt x="2463" y="653"/>
                  </a:lnTo>
                  <a:lnTo>
                    <a:pt x="2451" y="645"/>
                  </a:lnTo>
                  <a:lnTo>
                    <a:pt x="2438" y="643"/>
                  </a:lnTo>
                  <a:lnTo>
                    <a:pt x="2094" y="643"/>
                  </a:lnTo>
                  <a:lnTo>
                    <a:pt x="2074" y="641"/>
                  </a:lnTo>
                  <a:lnTo>
                    <a:pt x="2057" y="633"/>
                  </a:lnTo>
                  <a:lnTo>
                    <a:pt x="2042" y="621"/>
                  </a:lnTo>
                  <a:lnTo>
                    <a:pt x="2031" y="606"/>
                  </a:lnTo>
                  <a:lnTo>
                    <a:pt x="2023" y="589"/>
                  </a:lnTo>
                  <a:lnTo>
                    <a:pt x="2021" y="569"/>
                  </a:lnTo>
                  <a:lnTo>
                    <a:pt x="2021" y="183"/>
                  </a:lnTo>
                  <a:lnTo>
                    <a:pt x="2018" y="168"/>
                  </a:lnTo>
                  <a:lnTo>
                    <a:pt x="2010" y="157"/>
                  </a:lnTo>
                  <a:lnTo>
                    <a:pt x="1999" y="150"/>
                  </a:lnTo>
                  <a:lnTo>
                    <a:pt x="1985" y="146"/>
                  </a:lnTo>
                  <a:lnTo>
                    <a:pt x="702" y="146"/>
                  </a:lnTo>
                  <a:lnTo>
                    <a:pt x="691" y="149"/>
                  </a:lnTo>
                  <a:lnTo>
                    <a:pt x="683" y="154"/>
                  </a:lnTo>
                  <a:lnTo>
                    <a:pt x="676" y="164"/>
                  </a:lnTo>
                  <a:lnTo>
                    <a:pt x="675" y="174"/>
                  </a:lnTo>
                  <a:lnTo>
                    <a:pt x="675" y="2552"/>
                  </a:lnTo>
                  <a:lnTo>
                    <a:pt x="562" y="2779"/>
                  </a:lnTo>
                  <a:lnTo>
                    <a:pt x="561" y="2779"/>
                  </a:lnTo>
                  <a:lnTo>
                    <a:pt x="558" y="2777"/>
                  </a:lnTo>
                  <a:lnTo>
                    <a:pt x="552" y="2775"/>
                  </a:lnTo>
                  <a:lnTo>
                    <a:pt x="545" y="2769"/>
                  </a:lnTo>
                  <a:lnTo>
                    <a:pt x="540" y="2761"/>
                  </a:lnTo>
                  <a:lnTo>
                    <a:pt x="534" y="2750"/>
                  </a:lnTo>
                  <a:lnTo>
                    <a:pt x="530" y="2734"/>
                  </a:lnTo>
                  <a:lnTo>
                    <a:pt x="528" y="2712"/>
                  </a:lnTo>
                  <a:lnTo>
                    <a:pt x="528" y="2657"/>
                  </a:lnTo>
                  <a:lnTo>
                    <a:pt x="528" y="2596"/>
                  </a:lnTo>
                  <a:lnTo>
                    <a:pt x="527" y="2529"/>
                  </a:lnTo>
                  <a:lnTo>
                    <a:pt x="527" y="2458"/>
                  </a:lnTo>
                  <a:lnTo>
                    <a:pt x="527" y="2383"/>
                  </a:lnTo>
                  <a:lnTo>
                    <a:pt x="527" y="2304"/>
                  </a:lnTo>
                  <a:lnTo>
                    <a:pt x="526" y="2221"/>
                  </a:lnTo>
                  <a:lnTo>
                    <a:pt x="526" y="2136"/>
                  </a:lnTo>
                  <a:lnTo>
                    <a:pt x="526" y="2048"/>
                  </a:lnTo>
                  <a:lnTo>
                    <a:pt x="526" y="1958"/>
                  </a:lnTo>
                  <a:lnTo>
                    <a:pt x="526" y="1866"/>
                  </a:lnTo>
                  <a:lnTo>
                    <a:pt x="526" y="1773"/>
                  </a:lnTo>
                  <a:lnTo>
                    <a:pt x="526" y="1677"/>
                  </a:lnTo>
                  <a:lnTo>
                    <a:pt x="526" y="1583"/>
                  </a:lnTo>
                  <a:lnTo>
                    <a:pt x="526" y="1488"/>
                  </a:lnTo>
                  <a:lnTo>
                    <a:pt x="526" y="1392"/>
                  </a:lnTo>
                  <a:lnTo>
                    <a:pt x="526" y="1298"/>
                  </a:lnTo>
                  <a:lnTo>
                    <a:pt x="526" y="1205"/>
                  </a:lnTo>
                  <a:lnTo>
                    <a:pt x="527" y="1114"/>
                  </a:lnTo>
                  <a:lnTo>
                    <a:pt x="527" y="1023"/>
                  </a:lnTo>
                  <a:lnTo>
                    <a:pt x="527" y="936"/>
                  </a:lnTo>
                  <a:lnTo>
                    <a:pt x="527" y="851"/>
                  </a:lnTo>
                  <a:lnTo>
                    <a:pt x="527" y="769"/>
                  </a:lnTo>
                  <a:lnTo>
                    <a:pt x="527" y="691"/>
                  </a:lnTo>
                  <a:lnTo>
                    <a:pt x="527" y="616"/>
                  </a:lnTo>
                  <a:lnTo>
                    <a:pt x="527" y="548"/>
                  </a:lnTo>
                  <a:lnTo>
                    <a:pt x="528" y="482"/>
                  </a:lnTo>
                  <a:lnTo>
                    <a:pt x="528" y="421"/>
                  </a:lnTo>
                  <a:lnTo>
                    <a:pt x="528" y="367"/>
                  </a:lnTo>
                  <a:lnTo>
                    <a:pt x="528" y="319"/>
                  </a:lnTo>
                  <a:lnTo>
                    <a:pt x="528" y="276"/>
                  </a:lnTo>
                  <a:lnTo>
                    <a:pt x="528" y="241"/>
                  </a:lnTo>
                  <a:lnTo>
                    <a:pt x="528" y="212"/>
                  </a:lnTo>
                  <a:lnTo>
                    <a:pt x="528" y="191"/>
                  </a:lnTo>
                  <a:lnTo>
                    <a:pt x="528" y="179"/>
                  </a:lnTo>
                  <a:lnTo>
                    <a:pt x="528" y="174"/>
                  </a:lnTo>
                  <a:lnTo>
                    <a:pt x="531" y="139"/>
                  </a:lnTo>
                  <a:lnTo>
                    <a:pt x="542" y="106"/>
                  </a:lnTo>
                  <a:lnTo>
                    <a:pt x="558" y="77"/>
                  </a:lnTo>
                  <a:lnTo>
                    <a:pt x="580" y="51"/>
                  </a:lnTo>
                  <a:lnTo>
                    <a:pt x="605" y="30"/>
                  </a:lnTo>
                  <a:lnTo>
                    <a:pt x="635" y="14"/>
                  </a:lnTo>
                  <a:lnTo>
                    <a:pt x="667" y="4"/>
                  </a:lnTo>
                  <a:lnTo>
                    <a:pt x="702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" name="Freeform 36"/>
            <p:cNvSpPr>
              <a:spLocks noEditPoints="1"/>
            </p:cNvSpPr>
            <p:nvPr/>
          </p:nvSpPr>
          <p:spPr bwMode="auto">
            <a:xfrm>
              <a:off x="9753914" y="3477024"/>
              <a:ext cx="428724" cy="408271"/>
            </a:xfrm>
            <a:custGeom>
              <a:avLst/>
              <a:gdLst>
                <a:gd name="T0" fmla="*/ 3696 w 3813"/>
                <a:gd name="T1" fmla="*/ 3371 h 3630"/>
                <a:gd name="T2" fmla="*/ 3365 w 3813"/>
                <a:gd name="T3" fmla="*/ 3427 h 3630"/>
                <a:gd name="T4" fmla="*/ 3195 w 3813"/>
                <a:gd name="T5" fmla="*/ 3235 h 3630"/>
                <a:gd name="T6" fmla="*/ 3398 w 3813"/>
                <a:gd name="T7" fmla="*/ 2982 h 3630"/>
                <a:gd name="T8" fmla="*/ 2802 w 3813"/>
                <a:gd name="T9" fmla="*/ 2182 h 3630"/>
                <a:gd name="T10" fmla="*/ 2639 w 3813"/>
                <a:gd name="T11" fmla="*/ 3585 h 3630"/>
                <a:gd name="T12" fmla="*/ 2315 w 3813"/>
                <a:gd name="T13" fmla="*/ 3601 h 3630"/>
                <a:gd name="T14" fmla="*/ 2189 w 3813"/>
                <a:gd name="T15" fmla="*/ 3388 h 3630"/>
                <a:gd name="T16" fmla="*/ 2434 w 3813"/>
                <a:gd name="T17" fmla="*/ 3162 h 3630"/>
                <a:gd name="T18" fmla="*/ 1829 w 3813"/>
                <a:gd name="T19" fmla="*/ 1520 h 3630"/>
                <a:gd name="T20" fmla="*/ 1559 w 3813"/>
                <a:gd name="T21" fmla="*/ 1690 h 3630"/>
                <a:gd name="T22" fmla="*/ 1604 w 3813"/>
                <a:gd name="T23" fmla="*/ 2008 h 3630"/>
                <a:gd name="T24" fmla="*/ 1914 w 3813"/>
                <a:gd name="T25" fmla="*/ 2097 h 3630"/>
                <a:gd name="T26" fmla="*/ 2122 w 3813"/>
                <a:gd name="T27" fmla="*/ 1858 h 3630"/>
                <a:gd name="T28" fmla="*/ 1990 w 3813"/>
                <a:gd name="T29" fmla="*/ 1567 h 3630"/>
                <a:gd name="T30" fmla="*/ 1978 w 3813"/>
                <a:gd name="T31" fmla="*/ 1430 h 3630"/>
                <a:gd name="T32" fmla="*/ 2232 w 3813"/>
                <a:gd name="T33" fmla="*/ 1713 h 3630"/>
                <a:gd name="T34" fmla="*/ 2139 w 3813"/>
                <a:gd name="T35" fmla="*/ 2089 h 3630"/>
                <a:gd name="T36" fmla="*/ 1777 w 3813"/>
                <a:gd name="T37" fmla="*/ 2225 h 3630"/>
                <a:gd name="T38" fmla="*/ 1462 w 3813"/>
                <a:gd name="T39" fmla="*/ 2008 h 3630"/>
                <a:gd name="T40" fmla="*/ 1462 w 3813"/>
                <a:gd name="T41" fmla="*/ 1621 h 3630"/>
                <a:gd name="T42" fmla="*/ 1777 w 3813"/>
                <a:gd name="T43" fmla="*/ 1405 h 3630"/>
                <a:gd name="T44" fmla="*/ 1487 w 3813"/>
                <a:gd name="T45" fmla="*/ 1392 h 3630"/>
                <a:gd name="T46" fmla="*/ 1283 w 3813"/>
                <a:gd name="T47" fmla="*/ 1814 h 3630"/>
                <a:gd name="T48" fmla="*/ 1487 w 3813"/>
                <a:gd name="T49" fmla="*/ 2237 h 3630"/>
                <a:gd name="T50" fmla="*/ 1954 w 3813"/>
                <a:gd name="T51" fmla="*/ 2342 h 3630"/>
                <a:gd name="T52" fmla="*/ 2319 w 3813"/>
                <a:gd name="T53" fmla="*/ 2052 h 3630"/>
                <a:gd name="T54" fmla="*/ 2319 w 3813"/>
                <a:gd name="T55" fmla="*/ 1576 h 3630"/>
                <a:gd name="T56" fmla="*/ 1954 w 3813"/>
                <a:gd name="T57" fmla="*/ 1288 h 3630"/>
                <a:gd name="T58" fmla="*/ 1671 w 3813"/>
                <a:gd name="T59" fmla="*/ 476 h 3630"/>
                <a:gd name="T60" fmla="*/ 2025 w 3813"/>
                <a:gd name="T61" fmla="*/ 457 h 3630"/>
                <a:gd name="T62" fmla="*/ 2030 w 3813"/>
                <a:gd name="T63" fmla="*/ 370 h 3630"/>
                <a:gd name="T64" fmla="*/ 2734 w 3813"/>
                <a:gd name="T65" fmla="*/ 667 h 3630"/>
                <a:gd name="T66" fmla="*/ 3188 w 3813"/>
                <a:gd name="T67" fmla="*/ 1265 h 3630"/>
                <a:gd name="T68" fmla="*/ 2302 w 3813"/>
                <a:gd name="T69" fmla="*/ 3063 h 3630"/>
                <a:gd name="T70" fmla="*/ 1906 w 3813"/>
                <a:gd name="T71" fmla="*/ 3271 h 3630"/>
                <a:gd name="T72" fmla="*/ 1144 w 3813"/>
                <a:gd name="T73" fmla="*/ 3105 h 3630"/>
                <a:gd name="T74" fmla="*/ 577 w 3813"/>
                <a:gd name="T75" fmla="*/ 2579 h 3630"/>
                <a:gd name="T76" fmla="*/ 359 w 3813"/>
                <a:gd name="T77" fmla="*/ 1814 h 3630"/>
                <a:gd name="T78" fmla="*/ 577 w 3813"/>
                <a:gd name="T79" fmla="*/ 1051 h 3630"/>
                <a:gd name="T80" fmla="*/ 1144 w 3813"/>
                <a:gd name="T81" fmla="*/ 524 h 3630"/>
                <a:gd name="T82" fmla="*/ 1829 w 3813"/>
                <a:gd name="T83" fmla="*/ 0 h 3630"/>
                <a:gd name="T84" fmla="*/ 2592 w 3813"/>
                <a:gd name="T85" fmla="*/ 165 h 3630"/>
                <a:gd name="T86" fmla="*/ 3267 w 3813"/>
                <a:gd name="T87" fmla="*/ 697 h 3630"/>
                <a:gd name="T88" fmla="*/ 3626 w 3813"/>
                <a:gd name="T89" fmla="*/ 1485 h 3630"/>
                <a:gd name="T90" fmla="*/ 3164 w 3813"/>
                <a:gd name="T91" fmla="*/ 857 h 3630"/>
                <a:gd name="T92" fmla="*/ 2545 w 3813"/>
                <a:gd name="T93" fmla="*/ 340 h 3630"/>
                <a:gd name="T94" fmla="*/ 1720 w 3813"/>
                <a:gd name="T95" fmla="*/ 181 h 3630"/>
                <a:gd name="T96" fmla="*/ 939 w 3813"/>
                <a:gd name="T97" fmla="*/ 437 h 3630"/>
                <a:gd name="T98" fmla="*/ 388 w 3813"/>
                <a:gd name="T99" fmla="*/ 1018 h 3630"/>
                <a:gd name="T100" fmla="*/ 180 w 3813"/>
                <a:gd name="T101" fmla="*/ 1814 h 3630"/>
                <a:gd name="T102" fmla="*/ 388 w 3813"/>
                <a:gd name="T103" fmla="*/ 2611 h 3630"/>
                <a:gd name="T104" fmla="*/ 939 w 3813"/>
                <a:gd name="T105" fmla="*/ 3193 h 3630"/>
                <a:gd name="T106" fmla="*/ 1720 w 3813"/>
                <a:gd name="T107" fmla="*/ 3448 h 3630"/>
                <a:gd name="T108" fmla="*/ 2062 w 3813"/>
                <a:gd name="T109" fmla="*/ 3615 h 3630"/>
                <a:gd name="T110" fmla="*/ 1272 w 3813"/>
                <a:gd name="T111" fmla="*/ 3545 h 3630"/>
                <a:gd name="T112" fmla="*/ 536 w 3813"/>
                <a:gd name="T113" fmla="*/ 3097 h 3630"/>
                <a:gd name="T114" fmla="*/ 87 w 3813"/>
                <a:gd name="T115" fmla="*/ 2367 h 3630"/>
                <a:gd name="T116" fmla="*/ 31 w 3813"/>
                <a:gd name="T117" fmla="*/ 1476 h 3630"/>
                <a:gd name="T118" fmla="*/ 393 w 3813"/>
                <a:gd name="T119" fmla="*/ 692 h 3630"/>
                <a:gd name="T120" fmla="*/ 1068 w 3813"/>
                <a:gd name="T121" fmla="*/ 164 h 3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813" h="3630">
                  <a:moveTo>
                    <a:pt x="3813" y="1583"/>
                  </a:moveTo>
                  <a:lnTo>
                    <a:pt x="3813" y="3157"/>
                  </a:lnTo>
                  <a:lnTo>
                    <a:pt x="3809" y="3200"/>
                  </a:lnTo>
                  <a:lnTo>
                    <a:pt x="3799" y="3240"/>
                  </a:lnTo>
                  <a:lnTo>
                    <a:pt x="3781" y="3278"/>
                  </a:lnTo>
                  <a:lnTo>
                    <a:pt x="3758" y="3312"/>
                  </a:lnTo>
                  <a:lnTo>
                    <a:pt x="3729" y="3343"/>
                  </a:lnTo>
                  <a:lnTo>
                    <a:pt x="3696" y="3371"/>
                  </a:lnTo>
                  <a:lnTo>
                    <a:pt x="3655" y="3395"/>
                  </a:lnTo>
                  <a:lnTo>
                    <a:pt x="3611" y="3415"/>
                  </a:lnTo>
                  <a:lnTo>
                    <a:pt x="3563" y="3430"/>
                  </a:lnTo>
                  <a:lnTo>
                    <a:pt x="3521" y="3438"/>
                  </a:lnTo>
                  <a:lnTo>
                    <a:pt x="3479" y="3441"/>
                  </a:lnTo>
                  <a:lnTo>
                    <a:pt x="3440" y="3441"/>
                  </a:lnTo>
                  <a:lnTo>
                    <a:pt x="3402" y="3436"/>
                  </a:lnTo>
                  <a:lnTo>
                    <a:pt x="3365" y="3427"/>
                  </a:lnTo>
                  <a:lnTo>
                    <a:pt x="3331" y="3416"/>
                  </a:lnTo>
                  <a:lnTo>
                    <a:pt x="3300" y="3400"/>
                  </a:lnTo>
                  <a:lnTo>
                    <a:pt x="3272" y="3380"/>
                  </a:lnTo>
                  <a:lnTo>
                    <a:pt x="3248" y="3358"/>
                  </a:lnTo>
                  <a:lnTo>
                    <a:pt x="3227" y="3333"/>
                  </a:lnTo>
                  <a:lnTo>
                    <a:pt x="3212" y="3304"/>
                  </a:lnTo>
                  <a:lnTo>
                    <a:pt x="3201" y="3274"/>
                  </a:lnTo>
                  <a:lnTo>
                    <a:pt x="3195" y="3235"/>
                  </a:lnTo>
                  <a:lnTo>
                    <a:pt x="3198" y="3197"/>
                  </a:lnTo>
                  <a:lnTo>
                    <a:pt x="3208" y="3159"/>
                  </a:lnTo>
                  <a:lnTo>
                    <a:pt x="3224" y="3123"/>
                  </a:lnTo>
                  <a:lnTo>
                    <a:pt x="3249" y="3088"/>
                  </a:lnTo>
                  <a:lnTo>
                    <a:pt x="3278" y="3057"/>
                  </a:lnTo>
                  <a:lnTo>
                    <a:pt x="3314" y="3028"/>
                  </a:lnTo>
                  <a:lnTo>
                    <a:pt x="3353" y="3003"/>
                  </a:lnTo>
                  <a:lnTo>
                    <a:pt x="3398" y="2982"/>
                  </a:lnTo>
                  <a:lnTo>
                    <a:pt x="3446" y="2967"/>
                  </a:lnTo>
                  <a:lnTo>
                    <a:pt x="3491" y="2959"/>
                  </a:lnTo>
                  <a:lnTo>
                    <a:pt x="3536" y="2956"/>
                  </a:lnTo>
                  <a:lnTo>
                    <a:pt x="3579" y="2957"/>
                  </a:lnTo>
                  <a:lnTo>
                    <a:pt x="3619" y="2964"/>
                  </a:lnTo>
                  <a:lnTo>
                    <a:pt x="3659" y="2974"/>
                  </a:lnTo>
                  <a:lnTo>
                    <a:pt x="3659" y="2027"/>
                  </a:lnTo>
                  <a:lnTo>
                    <a:pt x="2802" y="2182"/>
                  </a:lnTo>
                  <a:lnTo>
                    <a:pt x="2797" y="3362"/>
                  </a:lnTo>
                  <a:lnTo>
                    <a:pt x="2794" y="3399"/>
                  </a:lnTo>
                  <a:lnTo>
                    <a:pt x="2783" y="3435"/>
                  </a:lnTo>
                  <a:lnTo>
                    <a:pt x="2766" y="3470"/>
                  </a:lnTo>
                  <a:lnTo>
                    <a:pt x="2741" y="3503"/>
                  </a:lnTo>
                  <a:lnTo>
                    <a:pt x="2712" y="3533"/>
                  </a:lnTo>
                  <a:lnTo>
                    <a:pt x="2679" y="3561"/>
                  </a:lnTo>
                  <a:lnTo>
                    <a:pt x="2639" y="3585"/>
                  </a:lnTo>
                  <a:lnTo>
                    <a:pt x="2597" y="3604"/>
                  </a:lnTo>
                  <a:lnTo>
                    <a:pt x="2549" y="3618"/>
                  </a:lnTo>
                  <a:lnTo>
                    <a:pt x="2507" y="3626"/>
                  </a:lnTo>
                  <a:lnTo>
                    <a:pt x="2467" y="3630"/>
                  </a:lnTo>
                  <a:lnTo>
                    <a:pt x="2426" y="3629"/>
                  </a:lnTo>
                  <a:lnTo>
                    <a:pt x="2387" y="3623"/>
                  </a:lnTo>
                  <a:lnTo>
                    <a:pt x="2350" y="3614"/>
                  </a:lnTo>
                  <a:lnTo>
                    <a:pt x="2315" y="3601"/>
                  </a:lnTo>
                  <a:lnTo>
                    <a:pt x="2284" y="3585"/>
                  </a:lnTo>
                  <a:lnTo>
                    <a:pt x="2256" y="3566"/>
                  </a:lnTo>
                  <a:lnTo>
                    <a:pt x="2232" y="3543"/>
                  </a:lnTo>
                  <a:lnTo>
                    <a:pt x="2213" y="3519"/>
                  </a:lnTo>
                  <a:lnTo>
                    <a:pt x="2199" y="3493"/>
                  </a:lnTo>
                  <a:lnTo>
                    <a:pt x="2191" y="3465"/>
                  </a:lnTo>
                  <a:lnTo>
                    <a:pt x="2187" y="3426"/>
                  </a:lnTo>
                  <a:lnTo>
                    <a:pt x="2189" y="3388"/>
                  </a:lnTo>
                  <a:lnTo>
                    <a:pt x="2198" y="3351"/>
                  </a:lnTo>
                  <a:lnTo>
                    <a:pt x="2216" y="3316"/>
                  </a:lnTo>
                  <a:lnTo>
                    <a:pt x="2239" y="3281"/>
                  </a:lnTo>
                  <a:lnTo>
                    <a:pt x="2268" y="3249"/>
                  </a:lnTo>
                  <a:lnTo>
                    <a:pt x="2302" y="3221"/>
                  </a:lnTo>
                  <a:lnTo>
                    <a:pt x="2342" y="3196"/>
                  </a:lnTo>
                  <a:lnTo>
                    <a:pt x="2386" y="3177"/>
                  </a:lnTo>
                  <a:lnTo>
                    <a:pt x="2434" y="3162"/>
                  </a:lnTo>
                  <a:lnTo>
                    <a:pt x="2479" y="3152"/>
                  </a:lnTo>
                  <a:lnTo>
                    <a:pt x="2523" y="3150"/>
                  </a:lnTo>
                  <a:lnTo>
                    <a:pt x="2564" y="3151"/>
                  </a:lnTo>
                  <a:lnTo>
                    <a:pt x="2605" y="3157"/>
                  </a:lnTo>
                  <a:lnTo>
                    <a:pt x="2643" y="3169"/>
                  </a:lnTo>
                  <a:lnTo>
                    <a:pt x="2643" y="1772"/>
                  </a:lnTo>
                  <a:lnTo>
                    <a:pt x="3813" y="1583"/>
                  </a:lnTo>
                  <a:close/>
                  <a:moveTo>
                    <a:pt x="1829" y="1520"/>
                  </a:moveTo>
                  <a:lnTo>
                    <a:pt x="1785" y="1523"/>
                  </a:lnTo>
                  <a:lnTo>
                    <a:pt x="1743" y="1532"/>
                  </a:lnTo>
                  <a:lnTo>
                    <a:pt x="1704" y="1547"/>
                  </a:lnTo>
                  <a:lnTo>
                    <a:pt x="1667" y="1567"/>
                  </a:lnTo>
                  <a:lnTo>
                    <a:pt x="1634" y="1592"/>
                  </a:lnTo>
                  <a:lnTo>
                    <a:pt x="1604" y="1621"/>
                  </a:lnTo>
                  <a:lnTo>
                    <a:pt x="1580" y="1654"/>
                  </a:lnTo>
                  <a:lnTo>
                    <a:pt x="1559" y="1690"/>
                  </a:lnTo>
                  <a:lnTo>
                    <a:pt x="1544" y="1729"/>
                  </a:lnTo>
                  <a:lnTo>
                    <a:pt x="1535" y="1772"/>
                  </a:lnTo>
                  <a:lnTo>
                    <a:pt x="1531" y="1814"/>
                  </a:lnTo>
                  <a:lnTo>
                    <a:pt x="1535" y="1858"/>
                  </a:lnTo>
                  <a:lnTo>
                    <a:pt x="1544" y="1899"/>
                  </a:lnTo>
                  <a:lnTo>
                    <a:pt x="1559" y="1938"/>
                  </a:lnTo>
                  <a:lnTo>
                    <a:pt x="1580" y="1975"/>
                  </a:lnTo>
                  <a:lnTo>
                    <a:pt x="1604" y="2008"/>
                  </a:lnTo>
                  <a:lnTo>
                    <a:pt x="1634" y="2037"/>
                  </a:lnTo>
                  <a:lnTo>
                    <a:pt x="1667" y="2061"/>
                  </a:lnTo>
                  <a:lnTo>
                    <a:pt x="1704" y="2082"/>
                  </a:lnTo>
                  <a:lnTo>
                    <a:pt x="1743" y="2097"/>
                  </a:lnTo>
                  <a:lnTo>
                    <a:pt x="1785" y="2106"/>
                  </a:lnTo>
                  <a:lnTo>
                    <a:pt x="1829" y="2110"/>
                  </a:lnTo>
                  <a:lnTo>
                    <a:pt x="1873" y="2106"/>
                  </a:lnTo>
                  <a:lnTo>
                    <a:pt x="1914" y="2097"/>
                  </a:lnTo>
                  <a:lnTo>
                    <a:pt x="1954" y="2082"/>
                  </a:lnTo>
                  <a:lnTo>
                    <a:pt x="1990" y="2061"/>
                  </a:lnTo>
                  <a:lnTo>
                    <a:pt x="2023" y="2037"/>
                  </a:lnTo>
                  <a:lnTo>
                    <a:pt x="2052" y="2008"/>
                  </a:lnTo>
                  <a:lnTo>
                    <a:pt x="2078" y="1975"/>
                  </a:lnTo>
                  <a:lnTo>
                    <a:pt x="2097" y="1938"/>
                  </a:lnTo>
                  <a:lnTo>
                    <a:pt x="2113" y="1899"/>
                  </a:lnTo>
                  <a:lnTo>
                    <a:pt x="2122" y="1858"/>
                  </a:lnTo>
                  <a:lnTo>
                    <a:pt x="2125" y="1814"/>
                  </a:lnTo>
                  <a:lnTo>
                    <a:pt x="2122" y="1772"/>
                  </a:lnTo>
                  <a:lnTo>
                    <a:pt x="2113" y="1729"/>
                  </a:lnTo>
                  <a:lnTo>
                    <a:pt x="2097" y="1690"/>
                  </a:lnTo>
                  <a:lnTo>
                    <a:pt x="2078" y="1654"/>
                  </a:lnTo>
                  <a:lnTo>
                    <a:pt x="2052" y="1621"/>
                  </a:lnTo>
                  <a:lnTo>
                    <a:pt x="2023" y="1592"/>
                  </a:lnTo>
                  <a:lnTo>
                    <a:pt x="1990" y="1567"/>
                  </a:lnTo>
                  <a:lnTo>
                    <a:pt x="1954" y="1547"/>
                  </a:lnTo>
                  <a:lnTo>
                    <a:pt x="1914" y="1532"/>
                  </a:lnTo>
                  <a:lnTo>
                    <a:pt x="1873" y="1523"/>
                  </a:lnTo>
                  <a:lnTo>
                    <a:pt x="1829" y="1520"/>
                  </a:lnTo>
                  <a:close/>
                  <a:moveTo>
                    <a:pt x="1829" y="1401"/>
                  </a:moveTo>
                  <a:lnTo>
                    <a:pt x="1881" y="1405"/>
                  </a:lnTo>
                  <a:lnTo>
                    <a:pt x="1931" y="1414"/>
                  </a:lnTo>
                  <a:lnTo>
                    <a:pt x="1978" y="1430"/>
                  </a:lnTo>
                  <a:lnTo>
                    <a:pt x="2023" y="1451"/>
                  </a:lnTo>
                  <a:lnTo>
                    <a:pt x="2066" y="1476"/>
                  </a:lnTo>
                  <a:lnTo>
                    <a:pt x="2104" y="1506"/>
                  </a:lnTo>
                  <a:lnTo>
                    <a:pt x="2139" y="1540"/>
                  </a:lnTo>
                  <a:lnTo>
                    <a:pt x="2169" y="1578"/>
                  </a:lnTo>
                  <a:lnTo>
                    <a:pt x="2196" y="1621"/>
                  </a:lnTo>
                  <a:lnTo>
                    <a:pt x="2217" y="1666"/>
                  </a:lnTo>
                  <a:lnTo>
                    <a:pt x="2232" y="1713"/>
                  </a:lnTo>
                  <a:lnTo>
                    <a:pt x="2241" y="1762"/>
                  </a:lnTo>
                  <a:lnTo>
                    <a:pt x="2245" y="1814"/>
                  </a:lnTo>
                  <a:lnTo>
                    <a:pt x="2241" y="1866"/>
                  </a:lnTo>
                  <a:lnTo>
                    <a:pt x="2232" y="1916"/>
                  </a:lnTo>
                  <a:lnTo>
                    <a:pt x="2217" y="1964"/>
                  </a:lnTo>
                  <a:lnTo>
                    <a:pt x="2196" y="2008"/>
                  </a:lnTo>
                  <a:lnTo>
                    <a:pt x="2169" y="2050"/>
                  </a:lnTo>
                  <a:lnTo>
                    <a:pt x="2139" y="2089"/>
                  </a:lnTo>
                  <a:lnTo>
                    <a:pt x="2104" y="2123"/>
                  </a:lnTo>
                  <a:lnTo>
                    <a:pt x="2066" y="2153"/>
                  </a:lnTo>
                  <a:lnTo>
                    <a:pt x="2023" y="2179"/>
                  </a:lnTo>
                  <a:lnTo>
                    <a:pt x="1978" y="2199"/>
                  </a:lnTo>
                  <a:lnTo>
                    <a:pt x="1931" y="2214"/>
                  </a:lnTo>
                  <a:lnTo>
                    <a:pt x="1881" y="2225"/>
                  </a:lnTo>
                  <a:lnTo>
                    <a:pt x="1829" y="2227"/>
                  </a:lnTo>
                  <a:lnTo>
                    <a:pt x="1777" y="2225"/>
                  </a:lnTo>
                  <a:lnTo>
                    <a:pt x="1726" y="2214"/>
                  </a:lnTo>
                  <a:lnTo>
                    <a:pt x="1678" y="2199"/>
                  </a:lnTo>
                  <a:lnTo>
                    <a:pt x="1633" y="2179"/>
                  </a:lnTo>
                  <a:lnTo>
                    <a:pt x="1591" y="2153"/>
                  </a:lnTo>
                  <a:lnTo>
                    <a:pt x="1553" y="2123"/>
                  </a:lnTo>
                  <a:lnTo>
                    <a:pt x="1518" y="2089"/>
                  </a:lnTo>
                  <a:lnTo>
                    <a:pt x="1487" y="2050"/>
                  </a:lnTo>
                  <a:lnTo>
                    <a:pt x="1462" y="2008"/>
                  </a:lnTo>
                  <a:lnTo>
                    <a:pt x="1441" y="1964"/>
                  </a:lnTo>
                  <a:lnTo>
                    <a:pt x="1426" y="1916"/>
                  </a:lnTo>
                  <a:lnTo>
                    <a:pt x="1416" y="1866"/>
                  </a:lnTo>
                  <a:lnTo>
                    <a:pt x="1413" y="1814"/>
                  </a:lnTo>
                  <a:lnTo>
                    <a:pt x="1416" y="1762"/>
                  </a:lnTo>
                  <a:lnTo>
                    <a:pt x="1426" y="1713"/>
                  </a:lnTo>
                  <a:lnTo>
                    <a:pt x="1441" y="1666"/>
                  </a:lnTo>
                  <a:lnTo>
                    <a:pt x="1462" y="1621"/>
                  </a:lnTo>
                  <a:lnTo>
                    <a:pt x="1487" y="1578"/>
                  </a:lnTo>
                  <a:lnTo>
                    <a:pt x="1518" y="1540"/>
                  </a:lnTo>
                  <a:lnTo>
                    <a:pt x="1553" y="1506"/>
                  </a:lnTo>
                  <a:lnTo>
                    <a:pt x="1591" y="1476"/>
                  </a:lnTo>
                  <a:lnTo>
                    <a:pt x="1633" y="1451"/>
                  </a:lnTo>
                  <a:lnTo>
                    <a:pt x="1678" y="1430"/>
                  </a:lnTo>
                  <a:lnTo>
                    <a:pt x="1726" y="1414"/>
                  </a:lnTo>
                  <a:lnTo>
                    <a:pt x="1777" y="1405"/>
                  </a:lnTo>
                  <a:lnTo>
                    <a:pt x="1829" y="1401"/>
                  </a:lnTo>
                  <a:close/>
                  <a:moveTo>
                    <a:pt x="1829" y="1274"/>
                  </a:moveTo>
                  <a:lnTo>
                    <a:pt x="1765" y="1277"/>
                  </a:lnTo>
                  <a:lnTo>
                    <a:pt x="1704" y="1288"/>
                  </a:lnTo>
                  <a:lnTo>
                    <a:pt x="1645" y="1305"/>
                  </a:lnTo>
                  <a:lnTo>
                    <a:pt x="1589" y="1328"/>
                  </a:lnTo>
                  <a:lnTo>
                    <a:pt x="1536" y="1358"/>
                  </a:lnTo>
                  <a:lnTo>
                    <a:pt x="1487" y="1392"/>
                  </a:lnTo>
                  <a:lnTo>
                    <a:pt x="1443" y="1432"/>
                  </a:lnTo>
                  <a:lnTo>
                    <a:pt x="1403" y="1476"/>
                  </a:lnTo>
                  <a:lnTo>
                    <a:pt x="1368" y="1524"/>
                  </a:lnTo>
                  <a:lnTo>
                    <a:pt x="1339" y="1576"/>
                  </a:lnTo>
                  <a:lnTo>
                    <a:pt x="1315" y="1632"/>
                  </a:lnTo>
                  <a:lnTo>
                    <a:pt x="1297" y="1690"/>
                  </a:lnTo>
                  <a:lnTo>
                    <a:pt x="1287" y="1751"/>
                  </a:lnTo>
                  <a:lnTo>
                    <a:pt x="1283" y="1814"/>
                  </a:lnTo>
                  <a:lnTo>
                    <a:pt x="1287" y="1877"/>
                  </a:lnTo>
                  <a:lnTo>
                    <a:pt x="1297" y="1938"/>
                  </a:lnTo>
                  <a:lnTo>
                    <a:pt x="1315" y="1997"/>
                  </a:lnTo>
                  <a:lnTo>
                    <a:pt x="1339" y="2052"/>
                  </a:lnTo>
                  <a:lnTo>
                    <a:pt x="1368" y="2105"/>
                  </a:lnTo>
                  <a:lnTo>
                    <a:pt x="1403" y="2153"/>
                  </a:lnTo>
                  <a:lnTo>
                    <a:pt x="1443" y="2197"/>
                  </a:lnTo>
                  <a:lnTo>
                    <a:pt x="1487" y="2237"/>
                  </a:lnTo>
                  <a:lnTo>
                    <a:pt x="1536" y="2272"/>
                  </a:lnTo>
                  <a:lnTo>
                    <a:pt x="1589" y="2300"/>
                  </a:lnTo>
                  <a:lnTo>
                    <a:pt x="1645" y="2325"/>
                  </a:lnTo>
                  <a:lnTo>
                    <a:pt x="1704" y="2342"/>
                  </a:lnTo>
                  <a:lnTo>
                    <a:pt x="1765" y="2352"/>
                  </a:lnTo>
                  <a:lnTo>
                    <a:pt x="1829" y="2356"/>
                  </a:lnTo>
                  <a:lnTo>
                    <a:pt x="1892" y="2352"/>
                  </a:lnTo>
                  <a:lnTo>
                    <a:pt x="1954" y="2342"/>
                  </a:lnTo>
                  <a:lnTo>
                    <a:pt x="2013" y="2325"/>
                  </a:lnTo>
                  <a:lnTo>
                    <a:pt x="2069" y="2300"/>
                  </a:lnTo>
                  <a:lnTo>
                    <a:pt x="2121" y="2272"/>
                  </a:lnTo>
                  <a:lnTo>
                    <a:pt x="2169" y="2237"/>
                  </a:lnTo>
                  <a:lnTo>
                    <a:pt x="2214" y="2197"/>
                  </a:lnTo>
                  <a:lnTo>
                    <a:pt x="2254" y="2153"/>
                  </a:lnTo>
                  <a:lnTo>
                    <a:pt x="2289" y="2105"/>
                  </a:lnTo>
                  <a:lnTo>
                    <a:pt x="2319" y="2052"/>
                  </a:lnTo>
                  <a:lnTo>
                    <a:pt x="2342" y="1997"/>
                  </a:lnTo>
                  <a:lnTo>
                    <a:pt x="2359" y="1938"/>
                  </a:lnTo>
                  <a:lnTo>
                    <a:pt x="2370" y="1877"/>
                  </a:lnTo>
                  <a:lnTo>
                    <a:pt x="2374" y="1814"/>
                  </a:lnTo>
                  <a:lnTo>
                    <a:pt x="2370" y="1751"/>
                  </a:lnTo>
                  <a:lnTo>
                    <a:pt x="2359" y="1690"/>
                  </a:lnTo>
                  <a:lnTo>
                    <a:pt x="2342" y="1632"/>
                  </a:lnTo>
                  <a:lnTo>
                    <a:pt x="2319" y="1576"/>
                  </a:lnTo>
                  <a:lnTo>
                    <a:pt x="2289" y="1524"/>
                  </a:lnTo>
                  <a:lnTo>
                    <a:pt x="2254" y="1476"/>
                  </a:lnTo>
                  <a:lnTo>
                    <a:pt x="2214" y="1432"/>
                  </a:lnTo>
                  <a:lnTo>
                    <a:pt x="2169" y="1392"/>
                  </a:lnTo>
                  <a:lnTo>
                    <a:pt x="2121" y="1358"/>
                  </a:lnTo>
                  <a:lnTo>
                    <a:pt x="2069" y="1328"/>
                  </a:lnTo>
                  <a:lnTo>
                    <a:pt x="2013" y="1305"/>
                  </a:lnTo>
                  <a:lnTo>
                    <a:pt x="1954" y="1288"/>
                  </a:lnTo>
                  <a:lnTo>
                    <a:pt x="1892" y="1277"/>
                  </a:lnTo>
                  <a:lnTo>
                    <a:pt x="1829" y="1274"/>
                  </a:lnTo>
                  <a:close/>
                  <a:moveTo>
                    <a:pt x="1855" y="439"/>
                  </a:moveTo>
                  <a:lnTo>
                    <a:pt x="1817" y="440"/>
                  </a:lnTo>
                  <a:lnTo>
                    <a:pt x="1779" y="444"/>
                  </a:lnTo>
                  <a:lnTo>
                    <a:pt x="1742" y="450"/>
                  </a:lnTo>
                  <a:lnTo>
                    <a:pt x="1705" y="461"/>
                  </a:lnTo>
                  <a:lnTo>
                    <a:pt x="1671" y="476"/>
                  </a:lnTo>
                  <a:lnTo>
                    <a:pt x="1784" y="1160"/>
                  </a:lnTo>
                  <a:lnTo>
                    <a:pt x="1941" y="1160"/>
                  </a:lnTo>
                  <a:lnTo>
                    <a:pt x="2099" y="476"/>
                  </a:lnTo>
                  <a:lnTo>
                    <a:pt x="2095" y="475"/>
                  </a:lnTo>
                  <a:lnTo>
                    <a:pt x="2086" y="471"/>
                  </a:lnTo>
                  <a:lnTo>
                    <a:pt x="2070" y="468"/>
                  </a:lnTo>
                  <a:lnTo>
                    <a:pt x="2049" y="463"/>
                  </a:lnTo>
                  <a:lnTo>
                    <a:pt x="2025" y="457"/>
                  </a:lnTo>
                  <a:lnTo>
                    <a:pt x="1996" y="452"/>
                  </a:lnTo>
                  <a:lnTo>
                    <a:pt x="1963" y="447"/>
                  </a:lnTo>
                  <a:lnTo>
                    <a:pt x="1930" y="442"/>
                  </a:lnTo>
                  <a:lnTo>
                    <a:pt x="1892" y="440"/>
                  </a:lnTo>
                  <a:lnTo>
                    <a:pt x="1855" y="439"/>
                  </a:lnTo>
                  <a:close/>
                  <a:moveTo>
                    <a:pt x="1829" y="356"/>
                  </a:moveTo>
                  <a:lnTo>
                    <a:pt x="1930" y="360"/>
                  </a:lnTo>
                  <a:lnTo>
                    <a:pt x="2030" y="370"/>
                  </a:lnTo>
                  <a:lnTo>
                    <a:pt x="2128" y="386"/>
                  </a:lnTo>
                  <a:lnTo>
                    <a:pt x="2223" y="409"/>
                  </a:lnTo>
                  <a:lnTo>
                    <a:pt x="2316" y="439"/>
                  </a:lnTo>
                  <a:lnTo>
                    <a:pt x="2406" y="473"/>
                  </a:lnTo>
                  <a:lnTo>
                    <a:pt x="2494" y="514"/>
                  </a:lnTo>
                  <a:lnTo>
                    <a:pt x="2577" y="560"/>
                  </a:lnTo>
                  <a:lnTo>
                    <a:pt x="2657" y="610"/>
                  </a:lnTo>
                  <a:lnTo>
                    <a:pt x="2734" y="667"/>
                  </a:lnTo>
                  <a:lnTo>
                    <a:pt x="2807" y="728"/>
                  </a:lnTo>
                  <a:lnTo>
                    <a:pt x="2876" y="792"/>
                  </a:lnTo>
                  <a:lnTo>
                    <a:pt x="2939" y="862"/>
                  </a:lnTo>
                  <a:lnTo>
                    <a:pt x="3000" y="935"/>
                  </a:lnTo>
                  <a:lnTo>
                    <a:pt x="3055" y="1012"/>
                  </a:lnTo>
                  <a:lnTo>
                    <a:pt x="3105" y="1093"/>
                  </a:lnTo>
                  <a:lnTo>
                    <a:pt x="3149" y="1177"/>
                  </a:lnTo>
                  <a:lnTo>
                    <a:pt x="3188" y="1265"/>
                  </a:lnTo>
                  <a:lnTo>
                    <a:pt x="3222" y="1354"/>
                  </a:lnTo>
                  <a:lnTo>
                    <a:pt x="3250" y="1447"/>
                  </a:lnTo>
                  <a:lnTo>
                    <a:pt x="3272" y="1543"/>
                  </a:lnTo>
                  <a:lnTo>
                    <a:pt x="2466" y="1673"/>
                  </a:lnTo>
                  <a:lnTo>
                    <a:pt x="2466" y="3031"/>
                  </a:lnTo>
                  <a:lnTo>
                    <a:pt x="2412" y="3036"/>
                  </a:lnTo>
                  <a:lnTo>
                    <a:pt x="2359" y="3047"/>
                  </a:lnTo>
                  <a:lnTo>
                    <a:pt x="2302" y="3063"/>
                  </a:lnTo>
                  <a:lnTo>
                    <a:pt x="2252" y="3085"/>
                  </a:lnTo>
                  <a:lnTo>
                    <a:pt x="2203" y="3112"/>
                  </a:lnTo>
                  <a:lnTo>
                    <a:pt x="2160" y="3142"/>
                  </a:lnTo>
                  <a:lnTo>
                    <a:pt x="2122" y="3177"/>
                  </a:lnTo>
                  <a:lnTo>
                    <a:pt x="2088" y="3215"/>
                  </a:lnTo>
                  <a:lnTo>
                    <a:pt x="2059" y="3255"/>
                  </a:lnTo>
                  <a:lnTo>
                    <a:pt x="1984" y="3265"/>
                  </a:lnTo>
                  <a:lnTo>
                    <a:pt x="1906" y="3271"/>
                  </a:lnTo>
                  <a:lnTo>
                    <a:pt x="1829" y="3273"/>
                  </a:lnTo>
                  <a:lnTo>
                    <a:pt x="1723" y="3270"/>
                  </a:lnTo>
                  <a:lnTo>
                    <a:pt x="1620" y="3258"/>
                  </a:lnTo>
                  <a:lnTo>
                    <a:pt x="1520" y="3241"/>
                  </a:lnTo>
                  <a:lnTo>
                    <a:pt x="1422" y="3216"/>
                  </a:lnTo>
                  <a:lnTo>
                    <a:pt x="1326" y="3186"/>
                  </a:lnTo>
                  <a:lnTo>
                    <a:pt x="1233" y="3148"/>
                  </a:lnTo>
                  <a:lnTo>
                    <a:pt x="1144" y="3105"/>
                  </a:lnTo>
                  <a:lnTo>
                    <a:pt x="1059" y="3057"/>
                  </a:lnTo>
                  <a:lnTo>
                    <a:pt x="976" y="3003"/>
                  </a:lnTo>
                  <a:lnTo>
                    <a:pt x="899" y="2943"/>
                  </a:lnTo>
                  <a:lnTo>
                    <a:pt x="825" y="2880"/>
                  </a:lnTo>
                  <a:lnTo>
                    <a:pt x="756" y="2811"/>
                  </a:lnTo>
                  <a:lnTo>
                    <a:pt x="691" y="2737"/>
                  </a:lnTo>
                  <a:lnTo>
                    <a:pt x="631" y="2660"/>
                  </a:lnTo>
                  <a:lnTo>
                    <a:pt x="577" y="2579"/>
                  </a:lnTo>
                  <a:lnTo>
                    <a:pt x="528" y="2494"/>
                  </a:lnTo>
                  <a:lnTo>
                    <a:pt x="485" y="2405"/>
                  </a:lnTo>
                  <a:lnTo>
                    <a:pt x="448" y="2313"/>
                  </a:lnTo>
                  <a:lnTo>
                    <a:pt x="417" y="2218"/>
                  </a:lnTo>
                  <a:lnTo>
                    <a:pt x="393" y="2121"/>
                  </a:lnTo>
                  <a:lnTo>
                    <a:pt x="374" y="2021"/>
                  </a:lnTo>
                  <a:lnTo>
                    <a:pt x="364" y="1919"/>
                  </a:lnTo>
                  <a:lnTo>
                    <a:pt x="359" y="1814"/>
                  </a:lnTo>
                  <a:lnTo>
                    <a:pt x="364" y="1711"/>
                  </a:lnTo>
                  <a:lnTo>
                    <a:pt x="374" y="1608"/>
                  </a:lnTo>
                  <a:lnTo>
                    <a:pt x="393" y="1508"/>
                  </a:lnTo>
                  <a:lnTo>
                    <a:pt x="417" y="1411"/>
                  </a:lnTo>
                  <a:lnTo>
                    <a:pt x="448" y="1316"/>
                  </a:lnTo>
                  <a:lnTo>
                    <a:pt x="485" y="1224"/>
                  </a:lnTo>
                  <a:lnTo>
                    <a:pt x="528" y="1136"/>
                  </a:lnTo>
                  <a:lnTo>
                    <a:pt x="577" y="1051"/>
                  </a:lnTo>
                  <a:lnTo>
                    <a:pt x="631" y="969"/>
                  </a:lnTo>
                  <a:lnTo>
                    <a:pt x="691" y="892"/>
                  </a:lnTo>
                  <a:lnTo>
                    <a:pt x="756" y="818"/>
                  </a:lnTo>
                  <a:lnTo>
                    <a:pt x="825" y="749"/>
                  </a:lnTo>
                  <a:lnTo>
                    <a:pt x="899" y="685"/>
                  </a:lnTo>
                  <a:lnTo>
                    <a:pt x="976" y="626"/>
                  </a:lnTo>
                  <a:lnTo>
                    <a:pt x="1059" y="572"/>
                  </a:lnTo>
                  <a:lnTo>
                    <a:pt x="1144" y="524"/>
                  </a:lnTo>
                  <a:lnTo>
                    <a:pt x="1233" y="480"/>
                  </a:lnTo>
                  <a:lnTo>
                    <a:pt x="1326" y="444"/>
                  </a:lnTo>
                  <a:lnTo>
                    <a:pt x="1422" y="413"/>
                  </a:lnTo>
                  <a:lnTo>
                    <a:pt x="1520" y="388"/>
                  </a:lnTo>
                  <a:lnTo>
                    <a:pt x="1620" y="371"/>
                  </a:lnTo>
                  <a:lnTo>
                    <a:pt x="1723" y="360"/>
                  </a:lnTo>
                  <a:lnTo>
                    <a:pt x="1829" y="356"/>
                  </a:lnTo>
                  <a:close/>
                  <a:moveTo>
                    <a:pt x="1829" y="0"/>
                  </a:moveTo>
                  <a:lnTo>
                    <a:pt x="1829" y="0"/>
                  </a:lnTo>
                  <a:lnTo>
                    <a:pt x="1945" y="3"/>
                  </a:lnTo>
                  <a:lnTo>
                    <a:pt x="2058" y="14"/>
                  </a:lnTo>
                  <a:lnTo>
                    <a:pt x="2170" y="31"/>
                  </a:lnTo>
                  <a:lnTo>
                    <a:pt x="2279" y="55"/>
                  </a:lnTo>
                  <a:lnTo>
                    <a:pt x="2387" y="86"/>
                  </a:lnTo>
                  <a:lnTo>
                    <a:pt x="2491" y="123"/>
                  </a:lnTo>
                  <a:lnTo>
                    <a:pt x="2592" y="165"/>
                  </a:lnTo>
                  <a:lnTo>
                    <a:pt x="2690" y="214"/>
                  </a:lnTo>
                  <a:lnTo>
                    <a:pt x="2784" y="268"/>
                  </a:lnTo>
                  <a:lnTo>
                    <a:pt x="2876" y="327"/>
                  </a:lnTo>
                  <a:lnTo>
                    <a:pt x="2963" y="392"/>
                  </a:lnTo>
                  <a:lnTo>
                    <a:pt x="3045" y="461"/>
                  </a:lnTo>
                  <a:lnTo>
                    <a:pt x="3124" y="536"/>
                  </a:lnTo>
                  <a:lnTo>
                    <a:pt x="3198" y="614"/>
                  </a:lnTo>
                  <a:lnTo>
                    <a:pt x="3267" y="697"/>
                  </a:lnTo>
                  <a:lnTo>
                    <a:pt x="3332" y="783"/>
                  </a:lnTo>
                  <a:lnTo>
                    <a:pt x="3391" y="874"/>
                  </a:lnTo>
                  <a:lnTo>
                    <a:pt x="3446" y="968"/>
                  </a:lnTo>
                  <a:lnTo>
                    <a:pt x="3493" y="1066"/>
                  </a:lnTo>
                  <a:lnTo>
                    <a:pt x="3536" y="1167"/>
                  </a:lnTo>
                  <a:lnTo>
                    <a:pt x="3573" y="1270"/>
                  </a:lnTo>
                  <a:lnTo>
                    <a:pt x="3603" y="1377"/>
                  </a:lnTo>
                  <a:lnTo>
                    <a:pt x="3626" y="1485"/>
                  </a:lnTo>
                  <a:lnTo>
                    <a:pt x="3449" y="1514"/>
                  </a:lnTo>
                  <a:lnTo>
                    <a:pt x="3426" y="1412"/>
                  </a:lnTo>
                  <a:lnTo>
                    <a:pt x="3397" y="1312"/>
                  </a:lnTo>
                  <a:lnTo>
                    <a:pt x="3362" y="1215"/>
                  </a:lnTo>
                  <a:lnTo>
                    <a:pt x="3321" y="1121"/>
                  </a:lnTo>
                  <a:lnTo>
                    <a:pt x="3274" y="1029"/>
                  </a:lnTo>
                  <a:lnTo>
                    <a:pt x="3222" y="941"/>
                  </a:lnTo>
                  <a:lnTo>
                    <a:pt x="3164" y="857"/>
                  </a:lnTo>
                  <a:lnTo>
                    <a:pt x="3103" y="777"/>
                  </a:lnTo>
                  <a:lnTo>
                    <a:pt x="3036" y="701"/>
                  </a:lnTo>
                  <a:lnTo>
                    <a:pt x="2964" y="629"/>
                  </a:lnTo>
                  <a:lnTo>
                    <a:pt x="2887" y="561"/>
                  </a:lnTo>
                  <a:lnTo>
                    <a:pt x="2807" y="499"/>
                  </a:lnTo>
                  <a:lnTo>
                    <a:pt x="2723" y="440"/>
                  </a:lnTo>
                  <a:lnTo>
                    <a:pt x="2635" y="387"/>
                  </a:lnTo>
                  <a:lnTo>
                    <a:pt x="2545" y="340"/>
                  </a:lnTo>
                  <a:lnTo>
                    <a:pt x="2450" y="299"/>
                  </a:lnTo>
                  <a:lnTo>
                    <a:pt x="2352" y="263"/>
                  </a:lnTo>
                  <a:lnTo>
                    <a:pt x="2253" y="233"/>
                  </a:lnTo>
                  <a:lnTo>
                    <a:pt x="2150" y="209"/>
                  </a:lnTo>
                  <a:lnTo>
                    <a:pt x="2044" y="192"/>
                  </a:lnTo>
                  <a:lnTo>
                    <a:pt x="1938" y="181"/>
                  </a:lnTo>
                  <a:lnTo>
                    <a:pt x="1829" y="178"/>
                  </a:lnTo>
                  <a:lnTo>
                    <a:pt x="1720" y="181"/>
                  </a:lnTo>
                  <a:lnTo>
                    <a:pt x="1613" y="192"/>
                  </a:lnTo>
                  <a:lnTo>
                    <a:pt x="1509" y="209"/>
                  </a:lnTo>
                  <a:lnTo>
                    <a:pt x="1407" y="232"/>
                  </a:lnTo>
                  <a:lnTo>
                    <a:pt x="1308" y="262"/>
                  </a:lnTo>
                  <a:lnTo>
                    <a:pt x="1211" y="296"/>
                  </a:lnTo>
                  <a:lnTo>
                    <a:pt x="1118" y="338"/>
                  </a:lnTo>
                  <a:lnTo>
                    <a:pt x="1026" y="385"/>
                  </a:lnTo>
                  <a:lnTo>
                    <a:pt x="939" y="437"/>
                  </a:lnTo>
                  <a:lnTo>
                    <a:pt x="856" y="494"/>
                  </a:lnTo>
                  <a:lnTo>
                    <a:pt x="776" y="556"/>
                  </a:lnTo>
                  <a:lnTo>
                    <a:pt x="700" y="623"/>
                  </a:lnTo>
                  <a:lnTo>
                    <a:pt x="628" y="694"/>
                  </a:lnTo>
                  <a:lnTo>
                    <a:pt x="561" y="769"/>
                  </a:lnTo>
                  <a:lnTo>
                    <a:pt x="498" y="848"/>
                  </a:lnTo>
                  <a:lnTo>
                    <a:pt x="441" y="932"/>
                  </a:lnTo>
                  <a:lnTo>
                    <a:pt x="388" y="1018"/>
                  </a:lnTo>
                  <a:lnTo>
                    <a:pt x="342" y="1108"/>
                  </a:lnTo>
                  <a:lnTo>
                    <a:pt x="300" y="1201"/>
                  </a:lnTo>
                  <a:lnTo>
                    <a:pt x="264" y="1298"/>
                  </a:lnTo>
                  <a:lnTo>
                    <a:pt x="234" y="1397"/>
                  </a:lnTo>
                  <a:lnTo>
                    <a:pt x="211" y="1498"/>
                  </a:lnTo>
                  <a:lnTo>
                    <a:pt x="193" y="1601"/>
                  </a:lnTo>
                  <a:lnTo>
                    <a:pt x="183" y="1707"/>
                  </a:lnTo>
                  <a:lnTo>
                    <a:pt x="180" y="1814"/>
                  </a:lnTo>
                  <a:lnTo>
                    <a:pt x="183" y="1922"/>
                  </a:lnTo>
                  <a:lnTo>
                    <a:pt x="193" y="2028"/>
                  </a:lnTo>
                  <a:lnTo>
                    <a:pt x="211" y="2131"/>
                  </a:lnTo>
                  <a:lnTo>
                    <a:pt x="234" y="2233"/>
                  </a:lnTo>
                  <a:lnTo>
                    <a:pt x="264" y="2332"/>
                  </a:lnTo>
                  <a:lnTo>
                    <a:pt x="300" y="2427"/>
                  </a:lnTo>
                  <a:lnTo>
                    <a:pt x="342" y="2521"/>
                  </a:lnTo>
                  <a:lnTo>
                    <a:pt x="388" y="2611"/>
                  </a:lnTo>
                  <a:lnTo>
                    <a:pt x="441" y="2697"/>
                  </a:lnTo>
                  <a:lnTo>
                    <a:pt x="498" y="2781"/>
                  </a:lnTo>
                  <a:lnTo>
                    <a:pt x="561" y="2860"/>
                  </a:lnTo>
                  <a:lnTo>
                    <a:pt x="628" y="2935"/>
                  </a:lnTo>
                  <a:lnTo>
                    <a:pt x="700" y="3006"/>
                  </a:lnTo>
                  <a:lnTo>
                    <a:pt x="776" y="3073"/>
                  </a:lnTo>
                  <a:lnTo>
                    <a:pt x="856" y="3135"/>
                  </a:lnTo>
                  <a:lnTo>
                    <a:pt x="939" y="3193"/>
                  </a:lnTo>
                  <a:lnTo>
                    <a:pt x="1026" y="3244"/>
                  </a:lnTo>
                  <a:lnTo>
                    <a:pt x="1118" y="3292"/>
                  </a:lnTo>
                  <a:lnTo>
                    <a:pt x="1211" y="3332"/>
                  </a:lnTo>
                  <a:lnTo>
                    <a:pt x="1308" y="3368"/>
                  </a:lnTo>
                  <a:lnTo>
                    <a:pt x="1407" y="3397"/>
                  </a:lnTo>
                  <a:lnTo>
                    <a:pt x="1509" y="3420"/>
                  </a:lnTo>
                  <a:lnTo>
                    <a:pt x="1613" y="3438"/>
                  </a:lnTo>
                  <a:lnTo>
                    <a:pt x="1720" y="3448"/>
                  </a:lnTo>
                  <a:lnTo>
                    <a:pt x="1829" y="3451"/>
                  </a:lnTo>
                  <a:lnTo>
                    <a:pt x="1919" y="3449"/>
                  </a:lnTo>
                  <a:lnTo>
                    <a:pt x="2008" y="3441"/>
                  </a:lnTo>
                  <a:lnTo>
                    <a:pt x="2011" y="3473"/>
                  </a:lnTo>
                  <a:lnTo>
                    <a:pt x="2016" y="3507"/>
                  </a:lnTo>
                  <a:lnTo>
                    <a:pt x="2027" y="3545"/>
                  </a:lnTo>
                  <a:lnTo>
                    <a:pt x="2042" y="3580"/>
                  </a:lnTo>
                  <a:lnTo>
                    <a:pt x="2062" y="3615"/>
                  </a:lnTo>
                  <a:lnTo>
                    <a:pt x="1985" y="3623"/>
                  </a:lnTo>
                  <a:lnTo>
                    <a:pt x="1908" y="3629"/>
                  </a:lnTo>
                  <a:lnTo>
                    <a:pt x="1829" y="3630"/>
                  </a:lnTo>
                  <a:lnTo>
                    <a:pt x="1713" y="3626"/>
                  </a:lnTo>
                  <a:lnTo>
                    <a:pt x="1599" y="3616"/>
                  </a:lnTo>
                  <a:lnTo>
                    <a:pt x="1488" y="3599"/>
                  </a:lnTo>
                  <a:lnTo>
                    <a:pt x="1379" y="3574"/>
                  </a:lnTo>
                  <a:lnTo>
                    <a:pt x="1272" y="3545"/>
                  </a:lnTo>
                  <a:lnTo>
                    <a:pt x="1169" y="3508"/>
                  </a:lnTo>
                  <a:lnTo>
                    <a:pt x="1068" y="3465"/>
                  </a:lnTo>
                  <a:lnTo>
                    <a:pt x="969" y="3417"/>
                  </a:lnTo>
                  <a:lnTo>
                    <a:pt x="876" y="3363"/>
                  </a:lnTo>
                  <a:lnTo>
                    <a:pt x="784" y="3304"/>
                  </a:lnTo>
                  <a:lnTo>
                    <a:pt x="697" y="3240"/>
                  </a:lnTo>
                  <a:lnTo>
                    <a:pt x="615" y="3171"/>
                  </a:lnTo>
                  <a:lnTo>
                    <a:pt x="536" y="3097"/>
                  </a:lnTo>
                  <a:lnTo>
                    <a:pt x="462" y="3019"/>
                  </a:lnTo>
                  <a:lnTo>
                    <a:pt x="393" y="2937"/>
                  </a:lnTo>
                  <a:lnTo>
                    <a:pt x="328" y="2851"/>
                  </a:lnTo>
                  <a:lnTo>
                    <a:pt x="269" y="2760"/>
                  </a:lnTo>
                  <a:lnTo>
                    <a:pt x="214" y="2667"/>
                  </a:lnTo>
                  <a:lnTo>
                    <a:pt x="166" y="2571"/>
                  </a:lnTo>
                  <a:lnTo>
                    <a:pt x="123" y="2470"/>
                  </a:lnTo>
                  <a:lnTo>
                    <a:pt x="87" y="2367"/>
                  </a:lnTo>
                  <a:lnTo>
                    <a:pt x="56" y="2261"/>
                  </a:lnTo>
                  <a:lnTo>
                    <a:pt x="31" y="2152"/>
                  </a:lnTo>
                  <a:lnTo>
                    <a:pt x="14" y="2042"/>
                  </a:lnTo>
                  <a:lnTo>
                    <a:pt x="3" y="1929"/>
                  </a:lnTo>
                  <a:lnTo>
                    <a:pt x="0" y="1814"/>
                  </a:lnTo>
                  <a:lnTo>
                    <a:pt x="3" y="1700"/>
                  </a:lnTo>
                  <a:lnTo>
                    <a:pt x="14" y="1588"/>
                  </a:lnTo>
                  <a:lnTo>
                    <a:pt x="31" y="1476"/>
                  </a:lnTo>
                  <a:lnTo>
                    <a:pt x="56" y="1368"/>
                  </a:lnTo>
                  <a:lnTo>
                    <a:pt x="87" y="1262"/>
                  </a:lnTo>
                  <a:lnTo>
                    <a:pt x="123" y="1159"/>
                  </a:lnTo>
                  <a:lnTo>
                    <a:pt x="166" y="1059"/>
                  </a:lnTo>
                  <a:lnTo>
                    <a:pt x="214" y="962"/>
                  </a:lnTo>
                  <a:lnTo>
                    <a:pt x="269" y="868"/>
                  </a:lnTo>
                  <a:lnTo>
                    <a:pt x="328" y="778"/>
                  </a:lnTo>
                  <a:lnTo>
                    <a:pt x="393" y="692"/>
                  </a:lnTo>
                  <a:lnTo>
                    <a:pt x="462" y="609"/>
                  </a:lnTo>
                  <a:lnTo>
                    <a:pt x="536" y="532"/>
                  </a:lnTo>
                  <a:lnTo>
                    <a:pt x="615" y="459"/>
                  </a:lnTo>
                  <a:lnTo>
                    <a:pt x="697" y="390"/>
                  </a:lnTo>
                  <a:lnTo>
                    <a:pt x="784" y="325"/>
                  </a:lnTo>
                  <a:lnTo>
                    <a:pt x="876" y="266"/>
                  </a:lnTo>
                  <a:lnTo>
                    <a:pt x="969" y="212"/>
                  </a:lnTo>
                  <a:lnTo>
                    <a:pt x="1068" y="164"/>
                  </a:lnTo>
                  <a:lnTo>
                    <a:pt x="1169" y="122"/>
                  </a:lnTo>
                  <a:lnTo>
                    <a:pt x="1272" y="85"/>
                  </a:lnTo>
                  <a:lnTo>
                    <a:pt x="1378" y="55"/>
                  </a:lnTo>
                  <a:lnTo>
                    <a:pt x="1488" y="31"/>
                  </a:lnTo>
                  <a:lnTo>
                    <a:pt x="1599" y="14"/>
                  </a:lnTo>
                  <a:lnTo>
                    <a:pt x="1713" y="3"/>
                  </a:lnTo>
                  <a:lnTo>
                    <a:pt x="1829" y="0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75" name="Group 74"/>
            <p:cNvGrpSpPr/>
            <p:nvPr/>
          </p:nvGrpSpPr>
          <p:grpSpPr>
            <a:xfrm>
              <a:off x="2094034" y="2339390"/>
              <a:ext cx="283510" cy="223586"/>
              <a:chOff x="1924702" y="2309895"/>
              <a:chExt cx="423801" cy="334225"/>
            </a:xfrm>
            <a:solidFill>
              <a:schemeClr val="bg1">
                <a:lumMod val="50000"/>
              </a:schemeClr>
            </a:solidFill>
          </p:grpSpPr>
          <p:sp>
            <p:nvSpPr>
              <p:cNvPr id="166" name="Oval 165"/>
              <p:cNvSpPr/>
              <p:nvPr/>
            </p:nvSpPr>
            <p:spPr>
              <a:xfrm>
                <a:off x="2085619" y="2309895"/>
                <a:ext cx="101967" cy="10196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67" name="Group 166"/>
              <p:cNvGrpSpPr/>
              <p:nvPr/>
            </p:nvGrpSpPr>
            <p:grpSpPr>
              <a:xfrm>
                <a:off x="2009144" y="2438298"/>
                <a:ext cx="254918" cy="67978"/>
                <a:chOff x="6094412" y="2895600"/>
                <a:chExt cx="1143000" cy="304800"/>
              </a:xfrm>
              <a:grpFill/>
            </p:grpSpPr>
            <p:sp>
              <p:nvSpPr>
                <p:cNvPr id="174" name="Oval 173"/>
                <p:cNvSpPr/>
                <p:nvPr/>
              </p:nvSpPr>
              <p:spPr>
                <a:xfrm>
                  <a:off x="6094412" y="2895600"/>
                  <a:ext cx="304800" cy="3048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5" name="Oval 174"/>
                <p:cNvSpPr/>
                <p:nvPr/>
              </p:nvSpPr>
              <p:spPr>
                <a:xfrm>
                  <a:off x="6932612" y="2895600"/>
                  <a:ext cx="304800" cy="3048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68" name="Group 167"/>
              <p:cNvGrpSpPr/>
              <p:nvPr/>
            </p:nvGrpSpPr>
            <p:grpSpPr>
              <a:xfrm>
                <a:off x="1958691" y="2532712"/>
                <a:ext cx="355823" cy="50983"/>
                <a:chOff x="5870574" y="3397250"/>
                <a:chExt cx="1595438" cy="228600"/>
              </a:xfrm>
              <a:grpFill/>
            </p:grpSpPr>
            <p:sp>
              <p:nvSpPr>
                <p:cNvPr id="172" name="Oval 171"/>
                <p:cNvSpPr/>
                <p:nvPr/>
              </p:nvSpPr>
              <p:spPr>
                <a:xfrm>
                  <a:off x="5870574" y="3397250"/>
                  <a:ext cx="228600" cy="228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3" name="Oval 172"/>
                <p:cNvSpPr/>
                <p:nvPr/>
              </p:nvSpPr>
              <p:spPr>
                <a:xfrm>
                  <a:off x="7237412" y="3397250"/>
                  <a:ext cx="228600" cy="228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69" name="Group 168"/>
              <p:cNvGrpSpPr/>
              <p:nvPr/>
            </p:nvGrpSpPr>
            <p:grpSpPr>
              <a:xfrm>
                <a:off x="1924702" y="2610131"/>
                <a:ext cx="423801" cy="33989"/>
                <a:chOff x="5718174" y="3708400"/>
                <a:chExt cx="1900238" cy="152400"/>
              </a:xfrm>
              <a:grpFill/>
            </p:grpSpPr>
            <p:sp>
              <p:nvSpPr>
                <p:cNvPr id="170" name="Oval 169"/>
                <p:cNvSpPr/>
                <p:nvPr/>
              </p:nvSpPr>
              <p:spPr>
                <a:xfrm>
                  <a:off x="7466012" y="3708400"/>
                  <a:ext cx="152400" cy="1524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1" name="Oval 170"/>
                <p:cNvSpPr/>
                <p:nvPr/>
              </p:nvSpPr>
              <p:spPr>
                <a:xfrm>
                  <a:off x="5718174" y="3708400"/>
                  <a:ext cx="152400" cy="1524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76" name="Group 75"/>
            <p:cNvGrpSpPr/>
            <p:nvPr/>
          </p:nvGrpSpPr>
          <p:grpSpPr>
            <a:xfrm>
              <a:off x="5197785" y="2339390"/>
              <a:ext cx="283510" cy="223586"/>
              <a:chOff x="1924702" y="2309895"/>
              <a:chExt cx="423801" cy="334225"/>
            </a:xfrm>
            <a:solidFill>
              <a:schemeClr val="bg1">
                <a:lumMod val="50000"/>
              </a:schemeClr>
            </a:solidFill>
          </p:grpSpPr>
          <p:sp>
            <p:nvSpPr>
              <p:cNvPr id="121" name="Oval 120"/>
              <p:cNvSpPr/>
              <p:nvPr/>
            </p:nvSpPr>
            <p:spPr>
              <a:xfrm>
                <a:off x="2085619" y="2309895"/>
                <a:ext cx="101967" cy="10196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22" name="Group 121"/>
              <p:cNvGrpSpPr/>
              <p:nvPr/>
            </p:nvGrpSpPr>
            <p:grpSpPr>
              <a:xfrm>
                <a:off x="2009144" y="2438298"/>
                <a:ext cx="254918" cy="67978"/>
                <a:chOff x="6094412" y="2895600"/>
                <a:chExt cx="1143000" cy="304800"/>
              </a:xfrm>
              <a:grpFill/>
            </p:grpSpPr>
            <p:sp>
              <p:nvSpPr>
                <p:cNvPr id="163" name="Oval 162"/>
                <p:cNvSpPr/>
                <p:nvPr/>
              </p:nvSpPr>
              <p:spPr>
                <a:xfrm>
                  <a:off x="6094412" y="2895600"/>
                  <a:ext cx="304800" cy="3048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5" name="Oval 164"/>
                <p:cNvSpPr/>
                <p:nvPr/>
              </p:nvSpPr>
              <p:spPr>
                <a:xfrm>
                  <a:off x="6932612" y="2895600"/>
                  <a:ext cx="304800" cy="3048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23" name="Group 122"/>
              <p:cNvGrpSpPr/>
              <p:nvPr/>
            </p:nvGrpSpPr>
            <p:grpSpPr>
              <a:xfrm>
                <a:off x="1958691" y="2532712"/>
                <a:ext cx="355823" cy="50983"/>
                <a:chOff x="5870574" y="3397250"/>
                <a:chExt cx="1595438" cy="228600"/>
              </a:xfrm>
              <a:grpFill/>
            </p:grpSpPr>
            <p:sp>
              <p:nvSpPr>
                <p:cNvPr id="127" name="Oval 126"/>
                <p:cNvSpPr/>
                <p:nvPr/>
              </p:nvSpPr>
              <p:spPr>
                <a:xfrm>
                  <a:off x="5870574" y="3397250"/>
                  <a:ext cx="228600" cy="228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8" name="Oval 127"/>
                <p:cNvSpPr/>
                <p:nvPr/>
              </p:nvSpPr>
              <p:spPr>
                <a:xfrm>
                  <a:off x="7237412" y="3397250"/>
                  <a:ext cx="228600" cy="228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24" name="Group 123"/>
              <p:cNvGrpSpPr/>
              <p:nvPr/>
            </p:nvGrpSpPr>
            <p:grpSpPr>
              <a:xfrm>
                <a:off x="1924702" y="2610131"/>
                <a:ext cx="423801" cy="33989"/>
                <a:chOff x="5718174" y="3708400"/>
                <a:chExt cx="1900238" cy="152400"/>
              </a:xfrm>
              <a:grpFill/>
            </p:grpSpPr>
            <p:sp>
              <p:nvSpPr>
                <p:cNvPr id="125" name="Oval 124"/>
                <p:cNvSpPr/>
                <p:nvPr/>
              </p:nvSpPr>
              <p:spPr>
                <a:xfrm>
                  <a:off x="7466012" y="3708400"/>
                  <a:ext cx="152400" cy="1524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6" name="Oval 125"/>
                <p:cNvSpPr/>
                <p:nvPr/>
              </p:nvSpPr>
              <p:spPr>
                <a:xfrm>
                  <a:off x="5718174" y="3708400"/>
                  <a:ext cx="152400" cy="1524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77" name="Group 76"/>
            <p:cNvGrpSpPr/>
            <p:nvPr/>
          </p:nvGrpSpPr>
          <p:grpSpPr>
            <a:xfrm>
              <a:off x="8301535" y="2339390"/>
              <a:ext cx="283510" cy="223586"/>
              <a:chOff x="1924702" y="2309895"/>
              <a:chExt cx="423801" cy="334225"/>
            </a:xfrm>
            <a:solidFill>
              <a:schemeClr val="bg1">
                <a:lumMod val="50000"/>
              </a:schemeClr>
            </a:solidFill>
          </p:grpSpPr>
          <p:sp>
            <p:nvSpPr>
              <p:cNvPr id="111" name="Oval 110"/>
              <p:cNvSpPr/>
              <p:nvPr/>
            </p:nvSpPr>
            <p:spPr>
              <a:xfrm>
                <a:off x="2085619" y="2309895"/>
                <a:ext cx="101967" cy="10196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12" name="Group 111"/>
              <p:cNvGrpSpPr/>
              <p:nvPr/>
            </p:nvGrpSpPr>
            <p:grpSpPr>
              <a:xfrm>
                <a:off x="2009144" y="2438298"/>
                <a:ext cx="254918" cy="67978"/>
                <a:chOff x="6094412" y="2895600"/>
                <a:chExt cx="1143000" cy="304800"/>
              </a:xfrm>
              <a:grpFill/>
            </p:grpSpPr>
            <p:sp>
              <p:nvSpPr>
                <p:cNvPr id="119" name="Oval 118"/>
                <p:cNvSpPr/>
                <p:nvPr/>
              </p:nvSpPr>
              <p:spPr>
                <a:xfrm>
                  <a:off x="6094412" y="2895600"/>
                  <a:ext cx="304800" cy="3048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0" name="Oval 119"/>
                <p:cNvSpPr/>
                <p:nvPr/>
              </p:nvSpPr>
              <p:spPr>
                <a:xfrm>
                  <a:off x="6932612" y="2895600"/>
                  <a:ext cx="304800" cy="3048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13" name="Group 112"/>
              <p:cNvGrpSpPr/>
              <p:nvPr/>
            </p:nvGrpSpPr>
            <p:grpSpPr>
              <a:xfrm>
                <a:off x="1958691" y="2532712"/>
                <a:ext cx="355823" cy="50983"/>
                <a:chOff x="5870574" y="3397250"/>
                <a:chExt cx="1595438" cy="228600"/>
              </a:xfrm>
              <a:grpFill/>
            </p:grpSpPr>
            <p:sp>
              <p:nvSpPr>
                <p:cNvPr id="117" name="Oval 116"/>
                <p:cNvSpPr/>
                <p:nvPr/>
              </p:nvSpPr>
              <p:spPr>
                <a:xfrm>
                  <a:off x="5870574" y="3397250"/>
                  <a:ext cx="228600" cy="228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8" name="Oval 117"/>
                <p:cNvSpPr/>
                <p:nvPr/>
              </p:nvSpPr>
              <p:spPr>
                <a:xfrm>
                  <a:off x="7237412" y="3397250"/>
                  <a:ext cx="228600" cy="228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14" name="Group 113"/>
              <p:cNvGrpSpPr/>
              <p:nvPr/>
            </p:nvGrpSpPr>
            <p:grpSpPr>
              <a:xfrm>
                <a:off x="1924702" y="2610131"/>
                <a:ext cx="423801" cy="33989"/>
                <a:chOff x="5718174" y="3708400"/>
                <a:chExt cx="1900238" cy="152400"/>
              </a:xfrm>
              <a:grpFill/>
            </p:grpSpPr>
            <p:sp>
              <p:nvSpPr>
                <p:cNvPr id="115" name="Oval 114"/>
                <p:cNvSpPr/>
                <p:nvPr/>
              </p:nvSpPr>
              <p:spPr>
                <a:xfrm>
                  <a:off x="7466012" y="3708400"/>
                  <a:ext cx="152400" cy="1524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6" name="Oval 115"/>
                <p:cNvSpPr/>
                <p:nvPr/>
              </p:nvSpPr>
              <p:spPr>
                <a:xfrm>
                  <a:off x="5718174" y="3708400"/>
                  <a:ext cx="152400" cy="1524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78" name="Group 77"/>
            <p:cNvGrpSpPr/>
            <p:nvPr/>
          </p:nvGrpSpPr>
          <p:grpSpPr>
            <a:xfrm rot="10800000">
              <a:off x="9806987" y="4875356"/>
              <a:ext cx="283510" cy="223586"/>
              <a:chOff x="1924702" y="2309895"/>
              <a:chExt cx="423801" cy="334225"/>
            </a:xfrm>
            <a:solidFill>
              <a:schemeClr val="bg1">
                <a:lumMod val="50000"/>
              </a:schemeClr>
            </a:solidFill>
          </p:grpSpPr>
          <p:sp>
            <p:nvSpPr>
              <p:cNvPr id="101" name="Oval 100"/>
              <p:cNvSpPr/>
              <p:nvPr/>
            </p:nvSpPr>
            <p:spPr>
              <a:xfrm>
                <a:off x="2085619" y="2309895"/>
                <a:ext cx="101967" cy="10196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02" name="Group 101"/>
              <p:cNvGrpSpPr/>
              <p:nvPr/>
            </p:nvGrpSpPr>
            <p:grpSpPr>
              <a:xfrm>
                <a:off x="2009144" y="2438298"/>
                <a:ext cx="254918" cy="67978"/>
                <a:chOff x="6094412" y="2895600"/>
                <a:chExt cx="1143000" cy="304800"/>
              </a:xfrm>
              <a:grpFill/>
            </p:grpSpPr>
            <p:sp>
              <p:nvSpPr>
                <p:cNvPr id="109" name="Oval 108"/>
                <p:cNvSpPr/>
                <p:nvPr/>
              </p:nvSpPr>
              <p:spPr>
                <a:xfrm>
                  <a:off x="6094412" y="2895600"/>
                  <a:ext cx="304800" cy="3048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0" name="Oval 109"/>
                <p:cNvSpPr/>
                <p:nvPr/>
              </p:nvSpPr>
              <p:spPr>
                <a:xfrm>
                  <a:off x="6932612" y="2895600"/>
                  <a:ext cx="304800" cy="3048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03" name="Group 102"/>
              <p:cNvGrpSpPr/>
              <p:nvPr/>
            </p:nvGrpSpPr>
            <p:grpSpPr>
              <a:xfrm>
                <a:off x="1958691" y="2532712"/>
                <a:ext cx="355823" cy="50983"/>
                <a:chOff x="5870574" y="3397250"/>
                <a:chExt cx="1595438" cy="228600"/>
              </a:xfrm>
              <a:grpFill/>
            </p:grpSpPr>
            <p:sp>
              <p:nvSpPr>
                <p:cNvPr id="107" name="Oval 106"/>
                <p:cNvSpPr/>
                <p:nvPr/>
              </p:nvSpPr>
              <p:spPr>
                <a:xfrm>
                  <a:off x="5870574" y="3397250"/>
                  <a:ext cx="228600" cy="228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8" name="Oval 107"/>
                <p:cNvSpPr/>
                <p:nvPr/>
              </p:nvSpPr>
              <p:spPr>
                <a:xfrm>
                  <a:off x="7237412" y="3397250"/>
                  <a:ext cx="228600" cy="228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04" name="Group 103"/>
              <p:cNvGrpSpPr/>
              <p:nvPr/>
            </p:nvGrpSpPr>
            <p:grpSpPr>
              <a:xfrm>
                <a:off x="1924702" y="2610131"/>
                <a:ext cx="423801" cy="33989"/>
                <a:chOff x="5718174" y="3708400"/>
                <a:chExt cx="1900238" cy="152400"/>
              </a:xfrm>
              <a:grpFill/>
            </p:grpSpPr>
            <p:sp>
              <p:nvSpPr>
                <p:cNvPr id="105" name="Oval 104"/>
                <p:cNvSpPr/>
                <p:nvPr/>
              </p:nvSpPr>
              <p:spPr>
                <a:xfrm>
                  <a:off x="7466012" y="3708400"/>
                  <a:ext cx="152400" cy="1524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6" name="Oval 105"/>
                <p:cNvSpPr/>
                <p:nvPr/>
              </p:nvSpPr>
              <p:spPr>
                <a:xfrm>
                  <a:off x="5718174" y="3708400"/>
                  <a:ext cx="152400" cy="1524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79" name="Group 78"/>
            <p:cNvGrpSpPr/>
            <p:nvPr/>
          </p:nvGrpSpPr>
          <p:grpSpPr>
            <a:xfrm rot="10800000">
              <a:off x="6720090" y="4875356"/>
              <a:ext cx="283510" cy="223586"/>
              <a:chOff x="1924702" y="2309895"/>
              <a:chExt cx="423801" cy="334225"/>
            </a:xfrm>
            <a:solidFill>
              <a:schemeClr val="bg1">
                <a:lumMod val="50000"/>
              </a:schemeClr>
            </a:solidFill>
          </p:grpSpPr>
          <p:sp>
            <p:nvSpPr>
              <p:cNvPr id="91" name="Oval 90"/>
              <p:cNvSpPr/>
              <p:nvPr/>
            </p:nvSpPr>
            <p:spPr>
              <a:xfrm>
                <a:off x="2085619" y="2309895"/>
                <a:ext cx="101967" cy="10196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92" name="Group 91"/>
              <p:cNvGrpSpPr/>
              <p:nvPr/>
            </p:nvGrpSpPr>
            <p:grpSpPr>
              <a:xfrm>
                <a:off x="2009144" y="2438298"/>
                <a:ext cx="254918" cy="67978"/>
                <a:chOff x="6094412" y="2895600"/>
                <a:chExt cx="1143000" cy="304800"/>
              </a:xfrm>
              <a:grpFill/>
            </p:grpSpPr>
            <p:sp>
              <p:nvSpPr>
                <p:cNvPr id="99" name="Oval 98"/>
                <p:cNvSpPr/>
                <p:nvPr/>
              </p:nvSpPr>
              <p:spPr>
                <a:xfrm>
                  <a:off x="6094412" y="2895600"/>
                  <a:ext cx="304800" cy="3048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0" name="Oval 99"/>
                <p:cNvSpPr/>
                <p:nvPr/>
              </p:nvSpPr>
              <p:spPr>
                <a:xfrm>
                  <a:off x="6932612" y="2895600"/>
                  <a:ext cx="304800" cy="3048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93" name="Group 92"/>
              <p:cNvGrpSpPr/>
              <p:nvPr/>
            </p:nvGrpSpPr>
            <p:grpSpPr>
              <a:xfrm>
                <a:off x="1958691" y="2532712"/>
                <a:ext cx="355823" cy="50983"/>
                <a:chOff x="5870574" y="3397250"/>
                <a:chExt cx="1595438" cy="228600"/>
              </a:xfrm>
              <a:grpFill/>
            </p:grpSpPr>
            <p:sp>
              <p:nvSpPr>
                <p:cNvPr id="97" name="Oval 96"/>
                <p:cNvSpPr/>
                <p:nvPr/>
              </p:nvSpPr>
              <p:spPr>
                <a:xfrm>
                  <a:off x="5870574" y="3397250"/>
                  <a:ext cx="228600" cy="228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8" name="Oval 97"/>
                <p:cNvSpPr/>
                <p:nvPr/>
              </p:nvSpPr>
              <p:spPr>
                <a:xfrm>
                  <a:off x="7237412" y="3397250"/>
                  <a:ext cx="228600" cy="228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94" name="Group 93"/>
              <p:cNvGrpSpPr/>
              <p:nvPr/>
            </p:nvGrpSpPr>
            <p:grpSpPr>
              <a:xfrm>
                <a:off x="1924702" y="2610131"/>
                <a:ext cx="423801" cy="33989"/>
                <a:chOff x="5718174" y="3708400"/>
                <a:chExt cx="1900238" cy="152400"/>
              </a:xfrm>
              <a:grpFill/>
            </p:grpSpPr>
            <p:sp>
              <p:nvSpPr>
                <p:cNvPr id="95" name="Oval 94"/>
                <p:cNvSpPr/>
                <p:nvPr/>
              </p:nvSpPr>
              <p:spPr>
                <a:xfrm>
                  <a:off x="7466012" y="3708400"/>
                  <a:ext cx="152400" cy="1524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6" name="Oval 95"/>
                <p:cNvSpPr/>
                <p:nvPr/>
              </p:nvSpPr>
              <p:spPr>
                <a:xfrm>
                  <a:off x="5718174" y="3708400"/>
                  <a:ext cx="152400" cy="1524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80" name="Group 79"/>
            <p:cNvGrpSpPr/>
            <p:nvPr/>
          </p:nvGrpSpPr>
          <p:grpSpPr>
            <a:xfrm rot="10800000">
              <a:off x="3633192" y="4875356"/>
              <a:ext cx="283510" cy="223586"/>
              <a:chOff x="1924702" y="2309895"/>
              <a:chExt cx="423801" cy="334225"/>
            </a:xfrm>
            <a:solidFill>
              <a:schemeClr val="bg1">
                <a:lumMod val="50000"/>
              </a:schemeClr>
            </a:solidFill>
          </p:grpSpPr>
          <p:sp>
            <p:nvSpPr>
              <p:cNvPr id="81" name="Oval 80"/>
              <p:cNvSpPr/>
              <p:nvPr/>
            </p:nvSpPr>
            <p:spPr>
              <a:xfrm>
                <a:off x="2085619" y="2309895"/>
                <a:ext cx="101967" cy="10196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82" name="Group 81"/>
              <p:cNvGrpSpPr/>
              <p:nvPr/>
            </p:nvGrpSpPr>
            <p:grpSpPr>
              <a:xfrm>
                <a:off x="2009144" y="2438298"/>
                <a:ext cx="254918" cy="67978"/>
                <a:chOff x="6094412" y="2895600"/>
                <a:chExt cx="1143000" cy="304800"/>
              </a:xfrm>
              <a:grpFill/>
            </p:grpSpPr>
            <p:sp>
              <p:nvSpPr>
                <p:cNvPr id="89" name="Oval 88"/>
                <p:cNvSpPr/>
                <p:nvPr/>
              </p:nvSpPr>
              <p:spPr>
                <a:xfrm>
                  <a:off x="6094412" y="2895600"/>
                  <a:ext cx="304800" cy="3048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0" name="Oval 89"/>
                <p:cNvSpPr/>
                <p:nvPr/>
              </p:nvSpPr>
              <p:spPr>
                <a:xfrm>
                  <a:off x="6932612" y="2895600"/>
                  <a:ext cx="304800" cy="3048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83" name="Group 82"/>
              <p:cNvGrpSpPr/>
              <p:nvPr/>
            </p:nvGrpSpPr>
            <p:grpSpPr>
              <a:xfrm>
                <a:off x="1958691" y="2532712"/>
                <a:ext cx="355823" cy="50983"/>
                <a:chOff x="5870574" y="3397250"/>
                <a:chExt cx="1595438" cy="228600"/>
              </a:xfrm>
              <a:grpFill/>
            </p:grpSpPr>
            <p:sp>
              <p:nvSpPr>
                <p:cNvPr id="87" name="Oval 86"/>
                <p:cNvSpPr/>
                <p:nvPr/>
              </p:nvSpPr>
              <p:spPr>
                <a:xfrm>
                  <a:off x="5870574" y="3397250"/>
                  <a:ext cx="228600" cy="228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8" name="Oval 87"/>
                <p:cNvSpPr/>
                <p:nvPr/>
              </p:nvSpPr>
              <p:spPr>
                <a:xfrm>
                  <a:off x="7237412" y="3397250"/>
                  <a:ext cx="228600" cy="228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84" name="Group 83"/>
              <p:cNvGrpSpPr/>
              <p:nvPr/>
            </p:nvGrpSpPr>
            <p:grpSpPr>
              <a:xfrm>
                <a:off x="1924702" y="2610131"/>
                <a:ext cx="423801" cy="33989"/>
                <a:chOff x="5718174" y="3708400"/>
                <a:chExt cx="1900238" cy="152400"/>
              </a:xfrm>
              <a:grpFill/>
            </p:grpSpPr>
            <p:sp>
              <p:nvSpPr>
                <p:cNvPr id="85" name="Oval 84"/>
                <p:cNvSpPr/>
                <p:nvPr/>
              </p:nvSpPr>
              <p:spPr>
                <a:xfrm>
                  <a:off x="7466012" y="3708400"/>
                  <a:ext cx="152400" cy="1524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6" name="Oval 85"/>
                <p:cNvSpPr/>
                <p:nvPr/>
              </p:nvSpPr>
              <p:spPr>
                <a:xfrm>
                  <a:off x="5718174" y="3708400"/>
                  <a:ext cx="152400" cy="1524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94637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cloud\drive\websites\slidemodel\logo\sebastian\slidemodel-logo-tran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8491" y="3164751"/>
            <a:ext cx="2791845" cy="528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6161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ysClr val="window" lastClr="FFFFFF"/>
      </a:lt1>
      <a:dk2>
        <a:srgbClr val="006AB8"/>
      </a:dk2>
      <a:lt2>
        <a:srgbClr val="FF5325"/>
      </a:lt2>
      <a:accent1>
        <a:srgbClr val="D00C54"/>
      </a:accent1>
      <a:accent2>
        <a:srgbClr val="FEC633"/>
      </a:accent2>
      <a:accent3>
        <a:srgbClr val="4CC87F"/>
      </a:accent3>
      <a:accent4>
        <a:srgbClr val="BA9A74"/>
      </a:accent4>
      <a:accent5>
        <a:srgbClr val="6B868D"/>
      </a:accent5>
      <a:accent6>
        <a:srgbClr val="D71A29"/>
      </a:accent6>
      <a:hlink>
        <a:srgbClr val="002335"/>
      </a:hlink>
      <a:folHlink>
        <a:srgbClr val="37373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6EABACCD3B39C49923CC76F9A3899B0" ma:contentTypeVersion="10" ma:contentTypeDescription="Create a new document." ma:contentTypeScope="" ma:versionID="888edbca11eac38050b29462c56b3d83">
  <xsd:schema xmlns:xsd="http://www.w3.org/2001/XMLSchema" xmlns:xs="http://www.w3.org/2001/XMLSchema" xmlns:p="http://schemas.microsoft.com/office/2006/metadata/properties" xmlns:ns2="88ac10d5-d499-482e-8b56-6ab71e10844d" xmlns:ns3="b34fac16-a9a4-4d97-96d6-3d67277b3bbb" targetNamespace="http://schemas.microsoft.com/office/2006/metadata/properties" ma:root="true" ma:fieldsID="b2578cae4076c3a00574eaa070b195d6" ns2:_="" ns3:_="">
    <xsd:import namespace="88ac10d5-d499-482e-8b56-6ab71e10844d"/>
    <xsd:import namespace="b34fac16-a9a4-4d97-96d6-3d67277b3b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ac10d5-d499-482e-8b56-6ab71e1084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98d900d-0589-4081-96eb-513de833a5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4fac16-a9a4-4d97-96d6-3d67277b3bb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26a010e-ed09-4f8f-afe2-969c013c94e7}" ma:internalName="TaxCatchAll" ma:showField="CatchAllData" ma:web="b34fac16-a9a4-4d97-96d6-3d67277b3b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8ac10d5-d499-482e-8b56-6ab71e10844d">
      <Terms xmlns="http://schemas.microsoft.com/office/infopath/2007/PartnerControls"/>
    </lcf76f155ced4ddcb4097134ff3c332f>
    <TaxCatchAll xmlns="b34fac16-a9a4-4d97-96d6-3d67277b3bbb" xsi:nil="true"/>
  </documentManagement>
</p:properties>
</file>

<file path=customXml/itemProps1.xml><?xml version="1.0" encoding="utf-8"?>
<ds:datastoreItem xmlns:ds="http://schemas.openxmlformats.org/officeDocument/2006/customXml" ds:itemID="{C223A748-C101-48B9-8918-003A451B83FA}"/>
</file>

<file path=customXml/itemProps2.xml><?xml version="1.0" encoding="utf-8"?>
<ds:datastoreItem xmlns:ds="http://schemas.openxmlformats.org/officeDocument/2006/customXml" ds:itemID="{DBC4A7A4-735F-494A-812F-BC1E01371861}"/>
</file>

<file path=customXml/itemProps3.xml><?xml version="1.0" encoding="utf-8"?>
<ds:datastoreItem xmlns:ds="http://schemas.openxmlformats.org/officeDocument/2006/customXml" ds:itemID="{40D82700-27EE-4651-B656-3C972E5CD0B4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5489</TotalTime>
  <Words>359</Words>
  <Application>Microsoft Macintosh PowerPoint</Application>
  <PresentationFormat>Custom</PresentationFormat>
  <Paragraphs>67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Open Sans</vt:lpstr>
      <vt:lpstr>Segoe UI</vt:lpstr>
      <vt:lpstr>Office Theme</vt:lpstr>
      <vt:lpstr>PowerPoint Timeline with Milestones</vt:lpstr>
      <vt:lpstr>PowerPoint Timeline with Milestones</vt:lpstr>
      <vt:lpstr>PowerPoint Timeline with Milestones</vt:lpstr>
      <vt:lpstr>PowerPoint Timeline with Milestones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SlideModel PowerPoint Wide</dc:title>
  <dc:creator>Julian</dc:creator>
  <cp:lastModifiedBy>Catherina Plaza</cp:lastModifiedBy>
  <cp:revision>134</cp:revision>
  <dcterms:created xsi:type="dcterms:W3CDTF">2013-09-12T13:05:01Z</dcterms:created>
  <dcterms:modified xsi:type="dcterms:W3CDTF">2016-07-24T21:46:58Z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0x01010046EABACCD3B39C49923CC76F9A3899B0</vt:lpwstr>
  </property>
</Properties>
</file>