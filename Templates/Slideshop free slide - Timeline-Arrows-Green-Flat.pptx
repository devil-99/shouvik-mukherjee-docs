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7.xml" ContentType="application/vnd.openxmlformats-officedocument.presentationml.tags+xml"/>
  <Override PartName="/docProps/app.xml" ContentType="application/vnd.openxmlformats-officedocument.extended-propertie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71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3456" userDrawn="1">
          <p15:clr>
            <a:srgbClr val="A4A3A4"/>
          </p15:clr>
        </p15:guide>
        <p15:guide id="4" pos="2880">
          <p15:clr>
            <a:srgbClr val="A4A3A4"/>
          </p15:clr>
        </p15:guide>
        <p15:guide id="5" pos="192">
          <p15:clr>
            <a:srgbClr val="A4A3A4"/>
          </p15:clr>
        </p15:guide>
        <p15:guide id="6" pos="55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C3C"/>
    <a:srgbClr val="C0392B"/>
    <a:srgbClr val="D7890B"/>
    <a:srgbClr val="F1C40F"/>
    <a:srgbClr val="27AE60"/>
    <a:srgbClr val="2ECC71"/>
    <a:srgbClr val="F39C12"/>
    <a:srgbClr val="F2F2F2"/>
    <a:srgbClr val="D9D9D9"/>
    <a:srgbClr val="8D29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370" autoAdjust="0"/>
  </p:normalViewPr>
  <p:slideViewPr>
    <p:cSldViewPr showGuides="1">
      <p:cViewPr varScale="1">
        <p:scale>
          <a:sx n="113" d="100"/>
          <a:sy n="113" d="100"/>
        </p:scale>
        <p:origin x="1554" y="102"/>
      </p:cViewPr>
      <p:guideLst>
        <p:guide orient="horz" pos="2160"/>
        <p:guide orient="horz" pos="3888"/>
        <p:guide orient="horz" pos="3456"/>
        <p:guide pos="2880"/>
        <p:guide pos="192"/>
        <p:guide pos="55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tags" Target="tags/tag1.xml"/><Relationship Id="rId10" Type="http://schemas.openxmlformats.org/officeDocument/2006/relationships/customXml" Target="../customXml/item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AAF0E-A907-4533-B82B-60710A241A10}" type="datetimeFigureOut">
              <a:rPr lang="en-US" smtClean="0"/>
              <a:t>9/2/2016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9B866-FBFD-41FE-9130-92945F900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5102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3B2C5-8A54-4F64-9712-7B04B9149682}" type="datetimeFigureOut">
              <a:rPr lang="en-US" smtClean="0"/>
              <a:t>9/2/2016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88946-91C5-42E1-9363-BFED7E206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351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4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658" y="762000"/>
            <a:ext cx="4267200" cy="304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THIS IS EXAMPLE TEXT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11658" y="274638"/>
            <a:ext cx="6546342" cy="4873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www.domainname.com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Logo Company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48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658" y="762000"/>
            <a:ext cx="4267200" cy="30480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THIS IS EXAMPLE TEXT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11658" y="274638"/>
            <a:ext cx="8527542" cy="4873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sz="half" idx="15"/>
          </p:nvPr>
        </p:nvSpPr>
        <p:spPr>
          <a:xfrm>
            <a:off x="6858000" y="6483841"/>
            <a:ext cx="2133600" cy="38319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mtClean="0"/>
              <a:t>www.domainname.com</a:t>
            </a:r>
            <a:endParaRPr lang="en-US" dirty="0"/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6"/>
          </p:nvPr>
        </p:nvSpPr>
        <p:spPr>
          <a:xfrm>
            <a:off x="152400" y="6484937"/>
            <a:ext cx="1333500" cy="381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mtClean="0"/>
              <a:t>Logo Company</a:t>
            </a:r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4343400" y="6492875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40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658" y="274638"/>
            <a:ext cx="6546342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434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F8C8D"/>
                </a:solidFill>
              </a:defRPr>
            </a:lvl1pPr>
          </a:lstStyle>
          <a:p>
            <a:fld id="{3101D46F-57A9-43DB-8B55-C38BE22267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" y="6484937"/>
            <a:ext cx="13335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Logo Company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858000" y="6483841"/>
            <a:ext cx="2133600" cy="383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www.domainname.com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2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kern="1200" dirty="0">
          <a:solidFill>
            <a:srgbClr val="595959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>
            <p:custDataLst>
              <p:tags r:id="rId2"/>
            </p:custDataLst>
          </p:nvPr>
        </p:nvSpPr>
        <p:spPr>
          <a:xfrm>
            <a:off x="0" y="5496580"/>
            <a:ext cx="9144000" cy="1361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0" y="5496580"/>
            <a:ext cx="9144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Wall Timeline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TIMELINE- ARROWS GREEN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www.domainname.com</a:t>
            </a: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 smtClean="0"/>
              <a:t>Logo Company</a:t>
            </a: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101D46F-57A9-43DB-8B55-C38BE2226748}" type="slidenum">
              <a:rPr lang="en-US" smtClean="0"/>
              <a:t>1</a:t>
            </a:fld>
            <a:endParaRPr lang="en-US"/>
          </a:p>
        </p:txBody>
      </p:sp>
      <p:sp>
        <p:nvSpPr>
          <p:cNvPr id="185" name="Rectangle 184"/>
          <p:cNvSpPr/>
          <p:nvPr>
            <p:custDataLst>
              <p:tags r:id="rId3"/>
            </p:custDataLst>
          </p:nvPr>
        </p:nvSpPr>
        <p:spPr>
          <a:xfrm>
            <a:off x="304800" y="5648236"/>
            <a:ext cx="83058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Lorem Ipsum is simply dummy text of the printing and typesetting industry. Lorem Ipsum has been the industry standard dummy text ever since the 1500s, since the unknown printer took a galley of type and scrambled it to make a type specimen book. I has survived not only five centuries, but also the leap into electronic typesetting, remaining essentially unchanged.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-1" y="1360726"/>
            <a:ext cx="7699033" cy="3889137"/>
            <a:chOff x="-1" y="1360726"/>
            <a:chExt cx="7699033" cy="3889137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-1" y="4115607"/>
              <a:ext cx="6222761" cy="1134256"/>
            </a:xfrm>
            <a:custGeom>
              <a:avLst/>
              <a:gdLst>
                <a:gd name="T0" fmla="*/ 1052 w 2392"/>
                <a:gd name="T1" fmla="*/ 0 h 728"/>
                <a:gd name="T2" fmla="*/ 880 w 2392"/>
                <a:gd name="T3" fmla="*/ 39 h 728"/>
                <a:gd name="T4" fmla="*/ 880 w 2392"/>
                <a:gd name="T5" fmla="*/ 32 h 728"/>
                <a:gd name="T6" fmla="*/ 619 w 2392"/>
                <a:gd name="T7" fmla="*/ 272 h 728"/>
                <a:gd name="T8" fmla="*/ 0 w 2392"/>
                <a:gd name="T9" fmla="*/ 272 h 728"/>
                <a:gd name="T10" fmla="*/ 0 w 2392"/>
                <a:gd name="T11" fmla="*/ 728 h 728"/>
                <a:gd name="T12" fmla="*/ 619 w 2392"/>
                <a:gd name="T13" fmla="*/ 728 h 728"/>
                <a:gd name="T14" fmla="*/ 864 w 2392"/>
                <a:gd name="T15" fmla="*/ 356 h 728"/>
                <a:gd name="T16" fmla="*/ 1016 w 2392"/>
                <a:gd name="T17" fmla="*/ 304 h 728"/>
                <a:gd name="T18" fmla="*/ 1102 w 2392"/>
                <a:gd name="T19" fmla="*/ 304 h 728"/>
                <a:gd name="T20" fmla="*/ 2305 w 2392"/>
                <a:gd name="T21" fmla="*/ 304 h 728"/>
                <a:gd name="T22" fmla="*/ 2392 w 2392"/>
                <a:gd name="T23" fmla="*/ 304 h 728"/>
                <a:gd name="T24" fmla="*/ 2392 w 2392"/>
                <a:gd name="T25" fmla="*/ 0 h 728"/>
                <a:gd name="T26" fmla="*/ 1148 w 2392"/>
                <a:gd name="T27" fmla="*/ 0 h 728"/>
                <a:gd name="T28" fmla="*/ 1052 w 2392"/>
                <a:gd name="T29" fmla="*/ 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92" h="728">
                  <a:moveTo>
                    <a:pt x="1052" y="0"/>
                  </a:moveTo>
                  <a:cubicBezTo>
                    <a:pt x="893" y="0"/>
                    <a:pt x="880" y="34"/>
                    <a:pt x="880" y="39"/>
                  </a:cubicBezTo>
                  <a:cubicBezTo>
                    <a:pt x="880" y="32"/>
                    <a:pt x="880" y="32"/>
                    <a:pt x="880" y="32"/>
                  </a:cubicBezTo>
                  <a:cubicBezTo>
                    <a:pt x="619" y="272"/>
                    <a:pt x="619" y="272"/>
                    <a:pt x="619" y="272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0" y="728"/>
                    <a:pt x="0" y="728"/>
                    <a:pt x="0" y="728"/>
                  </a:cubicBezTo>
                  <a:cubicBezTo>
                    <a:pt x="619" y="728"/>
                    <a:pt x="619" y="728"/>
                    <a:pt x="619" y="728"/>
                  </a:cubicBezTo>
                  <a:cubicBezTo>
                    <a:pt x="864" y="356"/>
                    <a:pt x="864" y="356"/>
                    <a:pt x="864" y="356"/>
                  </a:cubicBezTo>
                  <a:cubicBezTo>
                    <a:pt x="864" y="348"/>
                    <a:pt x="911" y="304"/>
                    <a:pt x="1016" y="304"/>
                  </a:cubicBezTo>
                  <a:cubicBezTo>
                    <a:pt x="1033" y="304"/>
                    <a:pt x="1063" y="304"/>
                    <a:pt x="1102" y="304"/>
                  </a:cubicBezTo>
                  <a:cubicBezTo>
                    <a:pt x="1410" y="304"/>
                    <a:pt x="2305" y="304"/>
                    <a:pt x="2305" y="304"/>
                  </a:cubicBezTo>
                  <a:cubicBezTo>
                    <a:pt x="2345" y="304"/>
                    <a:pt x="2376" y="304"/>
                    <a:pt x="2392" y="304"/>
                  </a:cubicBezTo>
                  <a:cubicBezTo>
                    <a:pt x="2392" y="0"/>
                    <a:pt x="2392" y="0"/>
                    <a:pt x="2392" y="0"/>
                  </a:cubicBezTo>
                  <a:cubicBezTo>
                    <a:pt x="2124" y="0"/>
                    <a:pt x="1426" y="0"/>
                    <a:pt x="1148" y="0"/>
                  </a:cubicBezTo>
                  <a:cubicBezTo>
                    <a:pt x="1104" y="0"/>
                    <a:pt x="1071" y="0"/>
                    <a:pt x="1052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0" y="3670724"/>
              <a:ext cx="6754161" cy="841141"/>
            </a:xfrm>
            <a:custGeom>
              <a:avLst/>
              <a:gdLst>
                <a:gd name="T0" fmla="*/ 1103 w 2596"/>
                <a:gd name="T1" fmla="*/ 0 h 540"/>
                <a:gd name="T2" fmla="*/ 916 w 2596"/>
                <a:gd name="T3" fmla="*/ 14 h 540"/>
                <a:gd name="T4" fmla="*/ 916 w 2596"/>
                <a:gd name="T5" fmla="*/ 11 h 540"/>
                <a:gd name="T6" fmla="*/ 619 w 2596"/>
                <a:gd name="T7" fmla="*/ 120 h 540"/>
                <a:gd name="T8" fmla="*/ 0 w 2596"/>
                <a:gd name="T9" fmla="*/ 120 h 540"/>
                <a:gd name="T10" fmla="*/ 0 w 2596"/>
                <a:gd name="T11" fmla="*/ 540 h 540"/>
                <a:gd name="T12" fmla="*/ 619 w 2596"/>
                <a:gd name="T13" fmla="*/ 540 h 540"/>
                <a:gd name="T14" fmla="*/ 880 w 2596"/>
                <a:gd name="T15" fmla="*/ 307 h 540"/>
                <a:gd name="T16" fmla="*/ 1052 w 2596"/>
                <a:gd name="T17" fmla="*/ 268 h 540"/>
                <a:gd name="T18" fmla="*/ 1148 w 2596"/>
                <a:gd name="T19" fmla="*/ 268 h 540"/>
                <a:gd name="T20" fmla="*/ 2392 w 2596"/>
                <a:gd name="T21" fmla="*/ 268 h 540"/>
                <a:gd name="T22" fmla="*/ 2499 w 2596"/>
                <a:gd name="T23" fmla="*/ 268 h 540"/>
                <a:gd name="T24" fmla="*/ 2596 w 2596"/>
                <a:gd name="T25" fmla="*/ 268 h 540"/>
                <a:gd name="T26" fmla="*/ 2596 w 2596"/>
                <a:gd name="T27" fmla="*/ 0 h 540"/>
                <a:gd name="T28" fmla="*/ 1209 w 2596"/>
                <a:gd name="T29" fmla="*/ 0 h 540"/>
                <a:gd name="T30" fmla="*/ 1103 w 2596"/>
                <a:gd name="T31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96" h="540">
                  <a:moveTo>
                    <a:pt x="1103" y="0"/>
                  </a:moveTo>
                  <a:cubicBezTo>
                    <a:pt x="930" y="0"/>
                    <a:pt x="916" y="12"/>
                    <a:pt x="916" y="14"/>
                  </a:cubicBezTo>
                  <a:cubicBezTo>
                    <a:pt x="916" y="11"/>
                    <a:pt x="916" y="11"/>
                    <a:pt x="916" y="11"/>
                  </a:cubicBezTo>
                  <a:cubicBezTo>
                    <a:pt x="619" y="120"/>
                    <a:pt x="619" y="120"/>
                    <a:pt x="619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540"/>
                    <a:pt x="0" y="540"/>
                    <a:pt x="0" y="540"/>
                  </a:cubicBezTo>
                  <a:cubicBezTo>
                    <a:pt x="619" y="540"/>
                    <a:pt x="619" y="540"/>
                    <a:pt x="619" y="540"/>
                  </a:cubicBezTo>
                  <a:cubicBezTo>
                    <a:pt x="880" y="307"/>
                    <a:pt x="880" y="307"/>
                    <a:pt x="880" y="307"/>
                  </a:cubicBezTo>
                  <a:cubicBezTo>
                    <a:pt x="885" y="301"/>
                    <a:pt x="917" y="268"/>
                    <a:pt x="1052" y="268"/>
                  </a:cubicBezTo>
                  <a:cubicBezTo>
                    <a:pt x="1071" y="268"/>
                    <a:pt x="1104" y="268"/>
                    <a:pt x="1148" y="268"/>
                  </a:cubicBezTo>
                  <a:cubicBezTo>
                    <a:pt x="1426" y="268"/>
                    <a:pt x="2124" y="268"/>
                    <a:pt x="2392" y="268"/>
                  </a:cubicBezTo>
                  <a:cubicBezTo>
                    <a:pt x="2459" y="268"/>
                    <a:pt x="2499" y="268"/>
                    <a:pt x="2499" y="268"/>
                  </a:cubicBezTo>
                  <a:cubicBezTo>
                    <a:pt x="2543" y="268"/>
                    <a:pt x="2576" y="268"/>
                    <a:pt x="2596" y="268"/>
                  </a:cubicBezTo>
                  <a:cubicBezTo>
                    <a:pt x="2596" y="0"/>
                    <a:pt x="2596" y="0"/>
                    <a:pt x="2596" y="0"/>
                  </a:cubicBezTo>
                  <a:cubicBezTo>
                    <a:pt x="2332" y="0"/>
                    <a:pt x="1523" y="0"/>
                    <a:pt x="1209" y="0"/>
                  </a:cubicBezTo>
                  <a:cubicBezTo>
                    <a:pt x="1161" y="0"/>
                    <a:pt x="1124" y="0"/>
                    <a:pt x="1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-1" y="1360726"/>
              <a:ext cx="6222761" cy="1084196"/>
            </a:xfrm>
            <a:custGeom>
              <a:avLst/>
              <a:gdLst>
                <a:gd name="T0" fmla="*/ 880 w 2392"/>
                <a:gd name="T1" fmla="*/ 664 h 696"/>
                <a:gd name="T2" fmla="*/ 880 w 2392"/>
                <a:gd name="T3" fmla="*/ 663 h 696"/>
                <a:gd name="T4" fmla="*/ 1052 w 2392"/>
                <a:gd name="T5" fmla="*/ 696 h 696"/>
                <a:gd name="T6" fmla="*/ 1148 w 2392"/>
                <a:gd name="T7" fmla="*/ 696 h 696"/>
                <a:gd name="T8" fmla="*/ 2392 w 2392"/>
                <a:gd name="T9" fmla="*/ 696 h 696"/>
                <a:gd name="T10" fmla="*/ 2392 w 2392"/>
                <a:gd name="T11" fmla="*/ 392 h 696"/>
                <a:gd name="T12" fmla="*/ 2305 w 2392"/>
                <a:gd name="T13" fmla="*/ 392 h 696"/>
                <a:gd name="T14" fmla="*/ 1102 w 2392"/>
                <a:gd name="T15" fmla="*/ 392 h 696"/>
                <a:gd name="T16" fmla="*/ 1016 w 2392"/>
                <a:gd name="T17" fmla="*/ 392 h 696"/>
                <a:gd name="T18" fmla="*/ 864 w 2392"/>
                <a:gd name="T19" fmla="*/ 332 h 696"/>
                <a:gd name="T20" fmla="*/ 619 w 2392"/>
                <a:gd name="T21" fmla="*/ 0 h 696"/>
                <a:gd name="T22" fmla="*/ 0 w 2392"/>
                <a:gd name="T23" fmla="*/ 0 h 696"/>
                <a:gd name="T24" fmla="*/ 0 w 2392"/>
                <a:gd name="T25" fmla="*/ 452 h 696"/>
                <a:gd name="T26" fmla="*/ 619 w 2392"/>
                <a:gd name="T27" fmla="*/ 452 h 696"/>
                <a:gd name="T28" fmla="*/ 880 w 2392"/>
                <a:gd name="T29" fmla="*/ 664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92" h="696">
                  <a:moveTo>
                    <a:pt x="880" y="664"/>
                  </a:moveTo>
                  <a:cubicBezTo>
                    <a:pt x="880" y="663"/>
                    <a:pt x="880" y="663"/>
                    <a:pt x="880" y="663"/>
                  </a:cubicBezTo>
                  <a:cubicBezTo>
                    <a:pt x="880" y="667"/>
                    <a:pt x="893" y="696"/>
                    <a:pt x="1052" y="696"/>
                  </a:cubicBezTo>
                  <a:cubicBezTo>
                    <a:pt x="1071" y="696"/>
                    <a:pt x="1104" y="696"/>
                    <a:pt x="1148" y="696"/>
                  </a:cubicBezTo>
                  <a:cubicBezTo>
                    <a:pt x="1426" y="696"/>
                    <a:pt x="2124" y="696"/>
                    <a:pt x="2392" y="696"/>
                  </a:cubicBezTo>
                  <a:cubicBezTo>
                    <a:pt x="2392" y="392"/>
                    <a:pt x="2392" y="392"/>
                    <a:pt x="2392" y="392"/>
                  </a:cubicBezTo>
                  <a:cubicBezTo>
                    <a:pt x="2376" y="392"/>
                    <a:pt x="2345" y="392"/>
                    <a:pt x="2305" y="392"/>
                  </a:cubicBezTo>
                  <a:cubicBezTo>
                    <a:pt x="2305" y="392"/>
                    <a:pt x="1410" y="392"/>
                    <a:pt x="1102" y="392"/>
                  </a:cubicBezTo>
                  <a:cubicBezTo>
                    <a:pt x="1063" y="392"/>
                    <a:pt x="1033" y="392"/>
                    <a:pt x="1016" y="392"/>
                  </a:cubicBezTo>
                  <a:cubicBezTo>
                    <a:pt x="890" y="392"/>
                    <a:pt x="868" y="339"/>
                    <a:pt x="864" y="332"/>
                  </a:cubicBezTo>
                  <a:cubicBezTo>
                    <a:pt x="619" y="0"/>
                    <a:pt x="619" y="0"/>
                    <a:pt x="6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52"/>
                    <a:pt x="0" y="452"/>
                    <a:pt x="0" y="452"/>
                  </a:cubicBezTo>
                  <a:cubicBezTo>
                    <a:pt x="619" y="452"/>
                    <a:pt x="619" y="452"/>
                    <a:pt x="619" y="452"/>
                  </a:cubicBezTo>
                  <a:lnTo>
                    <a:pt x="880" y="664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0" y="2090263"/>
              <a:ext cx="6754161" cy="835213"/>
            </a:xfrm>
            <a:custGeom>
              <a:avLst/>
              <a:gdLst>
                <a:gd name="T0" fmla="*/ 916 w 2596"/>
                <a:gd name="T1" fmla="*/ 516 h 536"/>
                <a:gd name="T2" fmla="*/ 1103 w 2596"/>
                <a:gd name="T3" fmla="*/ 536 h 536"/>
                <a:gd name="T4" fmla="*/ 1209 w 2596"/>
                <a:gd name="T5" fmla="*/ 536 h 536"/>
                <a:gd name="T6" fmla="*/ 2596 w 2596"/>
                <a:gd name="T7" fmla="*/ 536 h 536"/>
                <a:gd name="T8" fmla="*/ 2596 w 2596"/>
                <a:gd name="T9" fmla="*/ 244 h 536"/>
                <a:gd name="T10" fmla="*/ 2499 w 2596"/>
                <a:gd name="T11" fmla="*/ 244 h 536"/>
                <a:gd name="T12" fmla="*/ 2392 w 2596"/>
                <a:gd name="T13" fmla="*/ 244 h 536"/>
                <a:gd name="T14" fmla="*/ 1148 w 2596"/>
                <a:gd name="T15" fmla="*/ 244 h 536"/>
                <a:gd name="T16" fmla="*/ 1052 w 2596"/>
                <a:gd name="T17" fmla="*/ 244 h 536"/>
                <a:gd name="T18" fmla="*/ 880 w 2596"/>
                <a:gd name="T19" fmla="*/ 211 h 536"/>
                <a:gd name="T20" fmla="*/ 619 w 2596"/>
                <a:gd name="T21" fmla="*/ 0 h 536"/>
                <a:gd name="T22" fmla="*/ 0 w 2596"/>
                <a:gd name="T23" fmla="*/ 0 h 536"/>
                <a:gd name="T24" fmla="*/ 0 w 2596"/>
                <a:gd name="T25" fmla="*/ 424 h 536"/>
                <a:gd name="T26" fmla="*/ 619 w 2596"/>
                <a:gd name="T27" fmla="*/ 424 h 536"/>
                <a:gd name="T28" fmla="*/ 916 w 2596"/>
                <a:gd name="T29" fmla="*/ 51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96" h="536">
                  <a:moveTo>
                    <a:pt x="916" y="516"/>
                  </a:moveTo>
                  <a:cubicBezTo>
                    <a:pt x="919" y="517"/>
                    <a:pt x="936" y="536"/>
                    <a:pt x="1103" y="536"/>
                  </a:cubicBezTo>
                  <a:cubicBezTo>
                    <a:pt x="1124" y="536"/>
                    <a:pt x="1161" y="536"/>
                    <a:pt x="1209" y="536"/>
                  </a:cubicBezTo>
                  <a:cubicBezTo>
                    <a:pt x="1523" y="536"/>
                    <a:pt x="2332" y="536"/>
                    <a:pt x="2596" y="536"/>
                  </a:cubicBezTo>
                  <a:cubicBezTo>
                    <a:pt x="2596" y="244"/>
                    <a:pt x="2596" y="244"/>
                    <a:pt x="2596" y="244"/>
                  </a:cubicBezTo>
                  <a:cubicBezTo>
                    <a:pt x="2576" y="244"/>
                    <a:pt x="2543" y="244"/>
                    <a:pt x="2499" y="244"/>
                  </a:cubicBezTo>
                  <a:cubicBezTo>
                    <a:pt x="2499" y="244"/>
                    <a:pt x="2459" y="244"/>
                    <a:pt x="2392" y="244"/>
                  </a:cubicBezTo>
                  <a:cubicBezTo>
                    <a:pt x="2124" y="244"/>
                    <a:pt x="1426" y="244"/>
                    <a:pt x="1148" y="244"/>
                  </a:cubicBezTo>
                  <a:cubicBezTo>
                    <a:pt x="1104" y="244"/>
                    <a:pt x="1071" y="244"/>
                    <a:pt x="1052" y="244"/>
                  </a:cubicBezTo>
                  <a:cubicBezTo>
                    <a:pt x="914" y="244"/>
                    <a:pt x="884" y="215"/>
                    <a:pt x="880" y="211"/>
                  </a:cubicBezTo>
                  <a:cubicBezTo>
                    <a:pt x="619" y="0"/>
                    <a:pt x="619" y="0"/>
                    <a:pt x="6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24"/>
                    <a:pt x="0" y="424"/>
                    <a:pt x="0" y="424"/>
                  </a:cubicBezTo>
                  <a:cubicBezTo>
                    <a:pt x="619" y="424"/>
                    <a:pt x="619" y="424"/>
                    <a:pt x="619" y="424"/>
                  </a:cubicBezTo>
                  <a:lnTo>
                    <a:pt x="916" y="51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0" y="2769979"/>
              <a:ext cx="7253654" cy="1059824"/>
            </a:xfrm>
            <a:custGeom>
              <a:avLst/>
              <a:gdLst>
                <a:gd name="T0" fmla="*/ 2681 w 2788"/>
                <a:gd name="T1" fmla="*/ 112 h 680"/>
                <a:gd name="T2" fmla="*/ 2596 w 2788"/>
                <a:gd name="T3" fmla="*/ 112 h 680"/>
                <a:gd name="T4" fmla="*/ 1209 w 2788"/>
                <a:gd name="T5" fmla="*/ 112 h 680"/>
                <a:gd name="T6" fmla="*/ 1103 w 2788"/>
                <a:gd name="T7" fmla="*/ 112 h 680"/>
                <a:gd name="T8" fmla="*/ 916 w 2788"/>
                <a:gd name="T9" fmla="*/ 93 h 680"/>
                <a:gd name="T10" fmla="*/ 619 w 2788"/>
                <a:gd name="T11" fmla="*/ 0 h 680"/>
                <a:gd name="T12" fmla="*/ 0 w 2788"/>
                <a:gd name="T13" fmla="*/ 0 h 680"/>
                <a:gd name="T14" fmla="*/ 0 w 2788"/>
                <a:gd name="T15" fmla="*/ 680 h 680"/>
                <a:gd name="T16" fmla="*/ 619 w 2788"/>
                <a:gd name="T17" fmla="*/ 680 h 680"/>
                <a:gd name="T18" fmla="*/ 916 w 2788"/>
                <a:gd name="T19" fmla="*/ 575 h 680"/>
                <a:gd name="T20" fmla="*/ 1103 w 2788"/>
                <a:gd name="T21" fmla="*/ 561 h 680"/>
                <a:gd name="T22" fmla="*/ 1209 w 2788"/>
                <a:gd name="T23" fmla="*/ 561 h 680"/>
                <a:gd name="T24" fmla="*/ 2596 w 2788"/>
                <a:gd name="T25" fmla="*/ 560 h 680"/>
                <a:gd name="T26" fmla="*/ 2681 w 2788"/>
                <a:gd name="T27" fmla="*/ 560 h 680"/>
                <a:gd name="T28" fmla="*/ 2788 w 2788"/>
                <a:gd name="T29" fmla="*/ 560 h 680"/>
                <a:gd name="T30" fmla="*/ 2788 w 2788"/>
                <a:gd name="T31" fmla="*/ 112 h 680"/>
                <a:gd name="T32" fmla="*/ 2681 w 2788"/>
                <a:gd name="T33" fmla="*/ 112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88" h="680">
                  <a:moveTo>
                    <a:pt x="2681" y="112"/>
                  </a:moveTo>
                  <a:cubicBezTo>
                    <a:pt x="2681" y="112"/>
                    <a:pt x="2650" y="112"/>
                    <a:pt x="2596" y="112"/>
                  </a:cubicBezTo>
                  <a:cubicBezTo>
                    <a:pt x="2332" y="112"/>
                    <a:pt x="1523" y="112"/>
                    <a:pt x="1209" y="112"/>
                  </a:cubicBezTo>
                  <a:cubicBezTo>
                    <a:pt x="1161" y="112"/>
                    <a:pt x="1124" y="112"/>
                    <a:pt x="1103" y="112"/>
                  </a:cubicBezTo>
                  <a:cubicBezTo>
                    <a:pt x="935" y="112"/>
                    <a:pt x="919" y="95"/>
                    <a:pt x="916" y="93"/>
                  </a:cubicBezTo>
                  <a:cubicBezTo>
                    <a:pt x="619" y="0"/>
                    <a:pt x="619" y="0"/>
                    <a:pt x="6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80"/>
                    <a:pt x="0" y="680"/>
                    <a:pt x="0" y="680"/>
                  </a:cubicBezTo>
                  <a:cubicBezTo>
                    <a:pt x="619" y="680"/>
                    <a:pt x="619" y="680"/>
                    <a:pt x="619" y="680"/>
                  </a:cubicBezTo>
                  <a:cubicBezTo>
                    <a:pt x="916" y="575"/>
                    <a:pt x="916" y="575"/>
                    <a:pt x="916" y="575"/>
                  </a:cubicBezTo>
                  <a:cubicBezTo>
                    <a:pt x="933" y="571"/>
                    <a:pt x="942" y="561"/>
                    <a:pt x="1103" y="561"/>
                  </a:cubicBezTo>
                  <a:cubicBezTo>
                    <a:pt x="1124" y="561"/>
                    <a:pt x="1161" y="561"/>
                    <a:pt x="1209" y="561"/>
                  </a:cubicBezTo>
                  <a:cubicBezTo>
                    <a:pt x="1523" y="561"/>
                    <a:pt x="2332" y="560"/>
                    <a:pt x="2596" y="560"/>
                  </a:cubicBezTo>
                  <a:cubicBezTo>
                    <a:pt x="2650" y="560"/>
                    <a:pt x="2681" y="560"/>
                    <a:pt x="2681" y="560"/>
                  </a:cubicBezTo>
                  <a:cubicBezTo>
                    <a:pt x="2729" y="560"/>
                    <a:pt x="2764" y="560"/>
                    <a:pt x="2788" y="560"/>
                  </a:cubicBezTo>
                  <a:cubicBezTo>
                    <a:pt x="2788" y="112"/>
                    <a:pt x="2788" y="112"/>
                    <a:pt x="2788" y="112"/>
                  </a:cubicBezTo>
                  <a:cubicBezTo>
                    <a:pt x="2764" y="112"/>
                    <a:pt x="2729" y="112"/>
                    <a:pt x="2681" y="112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Rectangle 33"/>
            <p:cNvSpPr/>
            <p:nvPr/>
          </p:nvSpPr>
          <p:spPr>
            <a:xfrm flipH="1">
              <a:off x="1617847" y="1360747"/>
              <a:ext cx="638107" cy="3881496"/>
            </a:xfrm>
            <a:custGeom>
              <a:avLst/>
              <a:gdLst>
                <a:gd name="connsiteX0" fmla="*/ 0 w 768175"/>
                <a:gd name="connsiteY0" fmla="*/ 0 h 3713142"/>
                <a:gd name="connsiteX1" fmla="*/ 768175 w 768175"/>
                <a:gd name="connsiteY1" fmla="*/ 0 h 3713142"/>
                <a:gd name="connsiteX2" fmla="*/ 768175 w 768175"/>
                <a:gd name="connsiteY2" fmla="*/ 3713142 h 3713142"/>
                <a:gd name="connsiteX3" fmla="*/ 0 w 768175"/>
                <a:gd name="connsiteY3" fmla="*/ 3713142 h 3713142"/>
                <a:gd name="connsiteX4" fmla="*/ 0 w 768175"/>
                <a:gd name="connsiteY4" fmla="*/ 0 h 3713142"/>
                <a:gd name="connsiteX0" fmla="*/ 0 w 768175"/>
                <a:gd name="connsiteY0" fmla="*/ 0 h 3713142"/>
                <a:gd name="connsiteX1" fmla="*/ 768175 w 768175"/>
                <a:gd name="connsiteY1" fmla="*/ 0 h 3713142"/>
                <a:gd name="connsiteX2" fmla="*/ 768175 w 768175"/>
                <a:gd name="connsiteY2" fmla="*/ 3713142 h 3713142"/>
                <a:gd name="connsiteX3" fmla="*/ 0 w 768175"/>
                <a:gd name="connsiteY3" fmla="*/ 3713142 h 3713142"/>
                <a:gd name="connsiteX4" fmla="*/ 12346 w 768175"/>
                <a:gd name="connsiteY4" fmla="*/ 555967 h 3713142"/>
                <a:gd name="connsiteX5" fmla="*/ 0 w 768175"/>
                <a:gd name="connsiteY5" fmla="*/ 0 h 3713142"/>
                <a:gd name="connsiteX0" fmla="*/ 12346 w 768175"/>
                <a:gd name="connsiteY0" fmla="*/ 555967 h 3713142"/>
                <a:gd name="connsiteX1" fmla="*/ 768175 w 768175"/>
                <a:gd name="connsiteY1" fmla="*/ 0 h 3713142"/>
                <a:gd name="connsiteX2" fmla="*/ 768175 w 768175"/>
                <a:gd name="connsiteY2" fmla="*/ 3713142 h 3713142"/>
                <a:gd name="connsiteX3" fmla="*/ 0 w 768175"/>
                <a:gd name="connsiteY3" fmla="*/ 3713142 h 3713142"/>
                <a:gd name="connsiteX4" fmla="*/ 12346 w 768175"/>
                <a:gd name="connsiteY4" fmla="*/ 555967 h 3713142"/>
                <a:gd name="connsiteX0" fmla="*/ 68525 w 824354"/>
                <a:gd name="connsiteY0" fmla="*/ 555967 h 3713142"/>
                <a:gd name="connsiteX1" fmla="*/ 824354 w 824354"/>
                <a:gd name="connsiteY1" fmla="*/ 0 h 3713142"/>
                <a:gd name="connsiteX2" fmla="*/ 824354 w 824354"/>
                <a:gd name="connsiteY2" fmla="*/ 3713142 h 3713142"/>
                <a:gd name="connsiteX3" fmla="*/ 56179 w 824354"/>
                <a:gd name="connsiteY3" fmla="*/ 3713142 h 3713142"/>
                <a:gd name="connsiteX4" fmla="*/ 59733 w 824354"/>
                <a:gd name="connsiteY4" fmla="*/ 3096944 h 3713142"/>
                <a:gd name="connsiteX5" fmla="*/ 68525 w 824354"/>
                <a:gd name="connsiteY5" fmla="*/ 555967 h 3713142"/>
                <a:gd name="connsiteX0" fmla="*/ 58525 w 814354"/>
                <a:gd name="connsiteY0" fmla="*/ 555967 h 3713142"/>
                <a:gd name="connsiteX1" fmla="*/ 814354 w 814354"/>
                <a:gd name="connsiteY1" fmla="*/ 0 h 3713142"/>
                <a:gd name="connsiteX2" fmla="*/ 814354 w 814354"/>
                <a:gd name="connsiteY2" fmla="*/ 3713142 h 3713142"/>
                <a:gd name="connsiteX3" fmla="*/ 49733 w 814354"/>
                <a:gd name="connsiteY3" fmla="*/ 3096944 h 3713142"/>
                <a:gd name="connsiteX4" fmla="*/ 58525 w 814354"/>
                <a:gd name="connsiteY4" fmla="*/ 555967 h 3713142"/>
                <a:gd name="connsiteX0" fmla="*/ 57978 w 813807"/>
                <a:gd name="connsiteY0" fmla="*/ 555967 h 3713142"/>
                <a:gd name="connsiteX1" fmla="*/ 813807 w 813807"/>
                <a:gd name="connsiteY1" fmla="*/ 0 h 3713142"/>
                <a:gd name="connsiteX2" fmla="*/ 813807 w 813807"/>
                <a:gd name="connsiteY2" fmla="*/ 3713142 h 3713142"/>
                <a:gd name="connsiteX3" fmla="*/ 49186 w 813807"/>
                <a:gd name="connsiteY3" fmla="*/ 3096944 h 3713142"/>
                <a:gd name="connsiteX4" fmla="*/ 57978 w 813807"/>
                <a:gd name="connsiteY4" fmla="*/ 555967 h 3713142"/>
                <a:gd name="connsiteX0" fmla="*/ 8792 w 764621"/>
                <a:gd name="connsiteY0" fmla="*/ 555967 h 3713142"/>
                <a:gd name="connsiteX1" fmla="*/ 764621 w 764621"/>
                <a:gd name="connsiteY1" fmla="*/ 0 h 3713142"/>
                <a:gd name="connsiteX2" fmla="*/ 764621 w 764621"/>
                <a:gd name="connsiteY2" fmla="*/ 3713142 h 3713142"/>
                <a:gd name="connsiteX3" fmla="*/ 0 w 764621"/>
                <a:gd name="connsiteY3" fmla="*/ 3096944 h 3713142"/>
                <a:gd name="connsiteX4" fmla="*/ 8792 w 764621"/>
                <a:gd name="connsiteY4" fmla="*/ 555967 h 3713142"/>
                <a:gd name="connsiteX0" fmla="*/ 8792 w 764621"/>
                <a:gd name="connsiteY0" fmla="*/ 540781 h 3713142"/>
                <a:gd name="connsiteX1" fmla="*/ 764621 w 764621"/>
                <a:gd name="connsiteY1" fmla="*/ 0 h 3713142"/>
                <a:gd name="connsiteX2" fmla="*/ 764621 w 764621"/>
                <a:gd name="connsiteY2" fmla="*/ 3713142 h 3713142"/>
                <a:gd name="connsiteX3" fmla="*/ 0 w 764621"/>
                <a:gd name="connsiteY3" fmla="*/ 3096944 h 3713142"/>
                <a:gd name="connsiteX4" fmla="*/ 8792 w 764621"/>
                <a:gd name="connsiteY4" fmla="*/ 540781 h 3713142"/>
                <a:gd name="connsiteX0" fmla="*/ 770 w 756599"/>
                <a:gd name="connsiteY0" fmla="*/ 540781 h 3713142"/>
                <a:gd name="connsiteX1" fmla="*/ 756599 w 756599"/>
                <a:gd name="connsiteY1" fmla="*/ 0 h 3713142"/>
                <a:gd name="connsiteX2" fmla="*/ 756599 w 756599"/>
                <a:gd name="connsiteY2" fmla="*/ 3713142 h 3713142"/>
                <a:gd name="connsiteX3" fmla="*/ 1503 w 756599"/>
                <a:gd name="connsiteY3" fmla="*/ 3124280 h 3713142"/>
                <a:gd name="connsiteX4" fmla="*/ 770 w 756599"/>
                <a:gd name="connsiteY4" fmla="*/ 540781 h 3713142"/>
                <a:gd name="connsiteX0" fmla="*/ 5617 w 761446"/>
                <a:gd name="connsiteY0" fmla="*/ 540781 h 3713142"/>
                <a:gd name="connsiteX1" fmla="*/ 761446 w 761446"/>
                <a:gd name="connsiteY1" fmla="*/ 0 h 3713142"/>
                <a:gd name="connsiteX2" fmla="*/ 761446 w 761446"/>
                <a:gd name="connsiteY2" fmla="*/ 3713142 h 3713142"/>
                <a:gd name="connsiteX3" fmla="*/ 0 w 761446"/>
                <a:gd name="connsiteY3" fmla="*/ 3124280 h 3713142"/>
                <a:gd name="connsiteX4" fmla="*/ 5617 w 761446"/>
                <a:gd name="connsiteY4" fmla="*/ 540781 h 3713142"/>
                <a:gd name="connsiteX0" fmla="*/ 959 w 756788"/>
                <a:gd name="connsiteY0" fmla="*/ 540781 h 3713142"/>
                <a:gd name="connsiteX1" fmla="*/ 756788 w 756788"/>
                <a:gd name="connsiteY1" fmla="*/ 0 h 3713142"/>
                <a:gd name="connsiteX2" fmla="*/ 756788 w 756788"/>
                <a:gd name="connsiteY2" fmla="*/ 3713142 h 3713142"/>
                <a:gd name="connsiteX3" fmla="*/ 104 w 756788"/>
                <a:gd name="connsiteY3" fmla="*/ 3128836 h 3713142"/>
                <a:gd name="connsiteX4" fmla="*/ 959 w 756788"/>
                <a:gd name="connsiteY4" fmla="*/ 540781 h 3713142"/>
                <a:gd name="connsiteX0" fmla="*/ 445 w 763880"/>
                <a:gd name="connsiteY0" fmla="*/ 510408 h 3713142"/>
                <a:gd name="connsiteX1" fmla="*/ 763880 w 763880"/>
                <a:gd name="connsiteY1" fmla="*/ 0 h 3713142"/>
                <a:gd name="connsiteX2" fmla="*/ 763880 w 763880"/>
                <a:gd name="connsiteY2" fmla="*/ 3713142 h 3713142"/>
                <a:gd name="connsiteX3" fmla="*/ 7196 w 763880"/>
                <a:gd name="connsiteY3" fmla="*/ 3128836 h 3713142"/>
                <a:gd name="connsiteX4" fmla="*/ 445 w 763880"/>
                <a:gd name="connsiteY4" fmla="*/ 510408 h 3713142"/>
                <a:gd name="connsiteX0" fmla="*/ 445 w 763880"/>
                <a:gd name="connsiteY0" fmla="*/ 510408 h 3713142"/>
                <a:gd name="connsiteX1" fmla="*/ 763880 w 763880"/>
                <a:gd name="connsiteY1" fmla="*/ 0 h 3713142"/>
                <a:gd name="connsiteX2" fmla="*/ 763880 w 763880"/>
                <a:gd name="connsiteY2" fmla="*/ 3713142 h 3713142"/>
                <a:gd name="connsiteX3" fmla="*/ 7196 w 763880"/>
                <a:gd name="connsiteY3" fmla="*/ 3147060 h 3713142"/>
                <a:gd name="connsiteX4" fmla="*/ 445 w 763880"/>
                <a:gd name="connsiteY4" fmla="*/ 510408 h 3713142"/>
                <a:gd name="connsiteX0" fmla="*/ 958 w 764393"/>
                <a:gd name="connsiteY0" fmla="*/ 510408 h 3713142"/>
                <a:gd name="connsiteX1" fmla="*/ 764393 w 764393"/>
                <a:gd name="connsiteY1" fmla="*/ 0 h 3713142"/>
                <a:gd name="connsiteX2" fmla="*/ 764393 w 764393"/>
                <a:gd name="connsiteY2" fmla="*/ 3713142 h 3713142"/>
                <a:gd name="connsiteX3" fmla="*/ 102 w 764393"/>
                <a:gd name="connsiteY3" fmla="*/ 3153135 h 3713142"/>
                <a:gd name="connsiteX4" fmla="*/ 958 w 764393"/>
                <a:gd name="connsiteY4" fmla="*/ 510408 h 371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4393" h="3713142">
                  <a:moveTo>
                    <a:pt x="958" y="510408"/>
                  </a:moveTo>
                  <a:lnTo>
                    <a:pt x="764393" y="0"/>
                  </a:lnTo>
                  <a:lnTo>
                    <a:pt x="764393" y="3713142"/>
                  </a:lnTo>
                  <a:lnTo>
                    <a:pt x="102" y="3153135"/>
                  </a:lnTo>
                  <a:cubicBezTo>
                    <a:pt x="3033" y="2301081"/>
                    <a:pt x="-1973" y="1362462"/>
                    <a:pt x="958" y="510408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6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6192920" y="4001655"/>
              <a:ext cx="336721" cy="671200"/>
            </a:xfrm>
            <a:custGeom>
              <a:avLst/>
              <a:gdLst>
                <a:gd name="T0" fmla="*/ 0 w 518"/>
                <a:gd name="T1" fmla="*/ 0 h 1019"/>
                <a:gd name="T2" fmla="*/ 518 w 518"/>
                <a:gd name="T3" fmla="*/ 511 h 1019"/>
                <a:gd name="T4" fmla="*/ 0 w 518"/>
                <a:gd name="T5" fmla="*/ 1019 h 1019"/>
                <a:gd name="T6" fmla="*/ 0 w 518"/>
                <a:gd name="T7" fmla="*/ 0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8" h="1019">
                  <a:moveTo>
                    <a:pt x="0" y="0"/>
                  </a:moveTo>
                  <a:lnTo>
                    <a:pt x="518" y="511"/>
                  </a:lnTo>
                  <a:lnTo>
                    <a:pt x="0" y="1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6715963" y="3538329"/>
              <a:ext cx="325919" cy="671859"/>
            </a:xfrm>
            <a:custGeom>
              <a:avLst/>
              <a:gdLst>
                <a:gd name="T0" fmla="*/ 0 w 518"/>
                <a:gd name="T1" fmla="*/ 0 h 1020"/>
                <a:gd name="T2" fmla="*/ 518 w 518"/>
                <a:gd name="T3" fmla="*/ 511 h 1020"/>
                <a:gd name="T4" fmla="*/ 0 w 518"/>
                <a:gd name="T5" fmla="*/ 1020 h 1020"/>
                <a:gd name="T6" fmla="*/ 0 w 518"/>
                <a:gd name="T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8" h="1020">
                  <a:moveTo>
                    <a:pt x="0" y="0"/>
                  </a:moveTo>
                  <a:lnTo>
                    <a:pt x="518" y="511"/>
                  </a:lnTo>
                  <a:lnTo>
                    <a:pt x="0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6192920" y="1869890"/>
              <a:ext cx="336721" cy="671859"/>
            </a:xfrm>
            <a:custGeom>
              <a:avLst/>
              <a:gdLst>
                <a:gd name="T0" fmla="*/ 0 w 518"/>
                <a:gd name="T1" fmla="*/ 0 h 1020"/>
                <a:gd name="T2" fmla="*/ 518 w 518"/>
                <a:gd name="T3" fmla="*/ 511 h 1020"/>
                <a:gd name="T4" fmla="*/ 0 w 518"/>
                <a:gd name="T5" fmla="*/ 1020 h 1020"/>
                <a:gd name="T6" fmla="*/ 0 w 518"/>
                <a:gd name="T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8" h="1020">
                  <a:moveTo>
                    <a:pt x="0" y="0"/>
                  </a:moveTo>
                  <a:lnTo>
                    <a:pt x="518" y="511"/>
                  </a:lnTo>
                  <a:lnTo>
                    <a:pt x="0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6715963" y="2356372"/>
              <a:ext cx="325919" cy="671859"/>
            </a:xfrm>
            <a:custGeom>
              <a:avLst/>
              <a:gdLst>
                <a:gd name="T0" fmla="*/ 0 w 518"/>
                <a:gd name="T1" fmla="*/ 0 h 1020"/>
                <a:gd name="T2" fmla="*/ 518 w 518"/>
                <a:gd name="T3" fmla="*/ 511 h 1020"/>
                <a:gd name="T4" fmla="*/ 0 w 518"/>
                <a:gd name="T5" fmla="*/ 1020 h 1020"/>
                <a:gd name="T6" fmla="*/ 0 w 518"/>
                <a:gd name="T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8" h="1020">
                  <a:moveTo>
                    <a:pt x="0" y="0"/>
                  </a:moveTo>
                  <a:lnTo>
                    <a:pt x="518" y="511"/>
                  </a:lnTo>
                  <a:lnTo>
                    <a:pt x="0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7226069" y="2857584"/>
              <a:ext cx="472963" cy="842458"/>
            </a:xfrm>
            <a:custGeom>
              <a:avLst/>
              <a:gdLst>
                <a:gd name="T0" fmla="*/ 0 w 648"/>
                <a:gd name="T1" fmla="*/ 0 h 1279"/>
                <a:gd name="T2" fmla="*/ 648 w 648"/>
                <a:gd name="T3" fmla="*/ 638 h 1279"/>
                <a:gd name="T4" fmla="*/ 0 w 648"/>
                <a:gd name="T5" fmla="*/ 1279 h 1279"/>
                <a:gd name="T6" fmla="*/ 0 w 648"/>
                <a:gd name="T7" fmla="*/ 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48" h="1279">
                  <a:moveTo>
                    <a:pt x="0" y="0"/>
                  </a:moveTo>
                  <a:lnTo>
                    <a:pt x="648" y="638"/>
                  </a:lnTo>
                  <a:lnTo>
                    <a:pt x="0" y="1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869318" y="196904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1237" y="247486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6886" y="307477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9800" y="362697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6707" y="412868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05</a:t>
            </a:r>
          </a:p>
        </p:txBody>
      </p:sp>
      <p:sp>
        <p:nvSpPr>
          <p:cNvPr id="31" name="Freeform 2320"/>
          <p:cNvSpPr>
            <a:spLocks/>
          </p:cNvSpPr>
          <p:nvPr/>
        </p:nvSpPr>
        <p:spPr bwMode="auto">
          <a:xfrm>
            <a:off x="958444" y="3159921"/>
            <a:ext cx="305594" cy="316072"/>
          </a:xfrm>
          <a:custGeom>
            <a:avLst/>
            <a:gdLst>
              <a:gd name="T0" fmla="*/ 858 w 876"/>
              <a:gd name="T1" fmla="*/ 402 h 906"/>
              <a:gd name="T2" fmla="*/ 875 w 876"/>
              <a:gd name="T3" fmla="*/ 353 h 906"/>
              <a:gd name="T4" fmla="*/ 867 w 876"/>
              <a:gd name="T5" fmla="*/ 301 h 906"/>
              <a:gd name="T6" fmla="*/ 832 w 876"/>
              <a:gd name="T7" fmla="*/ 257 h 906"/>
              <a:gd name="T8" fmla="*/ 781 w 876"/>
              <a:gd name="T9" fmla="*/ 226 h 906"/>
              <a:gd name="T10" fmla="*/ 719 w 876"/>
              <a:gd name="T11" fmla="*/ 211 h 906"/>
              <a:gd name="T12" fmla="*/ 683 w 876"/>
              <a:gd name="T13" fmla="*/ 214 h 906"/>
              <a:gd name="T14" fmla="*/ 648 w 876"/>
              <a:gd name="T15" fmla="*/ 216 h 906"/>
              <a:gd name="T16" fmla="*/ 663 w 876"/>
              <a:gd name="T17" fmla="*/ 174 h 906"/>
              <a:gd name="T18" fmla="*/ 657 w 876"/>
              <a:gd name="T19" fmla="*/ 123 h 906"/>
              <a:gd name="T20" fmla="*/ 635 w 876"/>
              <a:gd name="T21" fmla="*/ 67 h 906"/>
              <a:gd name="T22" fmla="*/ 597 w 876"/>
              <a:gd name="T23" fmla="*/ 23 h 906"/>
              <a:gd name="T24" fmla="*/ 547 w 876"/>
              <a:gd name="T25" fmla="*/ 1 h 906"/>
              <a:gd name="T26" fmla="*/ 493 w 876"/>
              <a:gd name="T27" fmla="*/ 7 h 906"/>
              <a:gd name="T28" fmla="*/ 447 w 876"/>
              <a:gd name="T29" fmla="*/ 33 h 906"/>
              <a:gd name="T30" fmla="*/ 406 w 876"/>
              <a:gd name="T31" fmla="*/ 18 h 906"/>
              <a:gd name="T32" fmla="*/ 356 w 876"/>
              <a:gd name="T33" fmla="*/ 0 h 906"/>
              <a:gd name="T34" fmla="*/ 302 w 876"/>
              <a:gd name="T35" fmla="*/ 9 h 906"/>
              <a:gd name="T36" fmla="*/ 258 w 876"/>
              <a:gd name="T37" fmla="*/ 43 h 906"/>
              <a:gd name="T38" fmla="*/ 228 w 876"/>
              <a:gd name="T39" fmla="*/ 94 h 906"/>
              <a:gd name="T40" fmla="*/ 214 w 876"/>
              <a:gd name="T41" fmla="*/ 153 h 906"/>
              <a:gd name="T42" fmla="*/ 216 w 876"/>
              <a:gd name="T43" fmla="*/ 190 h 906"/>
              <a:gd name="T44" fmla="*/ 220 w 876"/>
              <a:gd name="T45" fmla="*/ 224 h 906"/>
              <a:gd name="T46" fmla="*/ 178 w 876"/>
              <a:gd name="T47" fmla="*/ 211 h 906"/>
              <a:gd name="T48" fmla="*/ 125 w 876"/>
              <a:gd name="T49" fmla="*/ 216 h 906"/>
              <a:gd name="T50" fmla="*/ 68 w 876"/>
              <a:gd name="T51" fmla="*/ 238 h 906"/>
              <a:gd name="T52" fmla="*/ 23 w 876"/>
              <a:gd name="T53" fmla="*/ 277 h 906"/>
              <a:gd name="T54" fmla="*/ 1 w 876"/>
              <a:gd name="T55" fmla="*/ 326 h 906"/>
              <a:gd name="T56" fmla="*/ 7 w 876"/>
              <a:gd name="T57" fmla="*/ 378 h 906"/>
              <a:gd name="T58" fmla="*/ 35 w 876"/>
              <a:gd name="T59" fmla="*/ 425 h 906"/>
              <a:gd name="T60" fmla="*/ 18 w 876"/>
              <a:gd name="T61" fmla="*/ 467 h 906"/>
              <a:gd name="T62" fmla="*/ 1 w 876"/>
              <a:gd name="T63" fmla="*/ 517 h 906"/>
              <a:gd name="T64" fmla="*/ 8 w 876"/>
              <a:gd name="T65" fmla="*/ 570 h 906"/>
              <a:gd name="T66" fmla="*/ 44 w 876"/>
              <a:gd name="T67" fmla="*/ 613 h 906"/>
              <a:gd name="T68" fmla="*/ 95 w 876"/>
              <a:gd name="T69" fmla="*/ 644 h 906"/>
              <a:gd name="T70" fmla="*/ 156 w 876"/>
              <a:gd name="T71" fmla="*/ 658 h 906"/>
              <a:gd name="T72" fmla="*/ 214 w 876"/>
              <a:gd name="T73" fmla="*/ 652 h 906"/>
              <a:gd name="T74" fmla="*/ 337 w 876"/>
              <a:gd name="T75" fmla="*/ 608 h 906"/>
              <a:gd name="T76" fmla="*/ 422 w 876"/>
              <a:gd name="T77" fmla="*/ 830 h 906"/>
              <a:gd name="T78" fmla="*/ 429 w 876"/>
              <a:gd name="T79" fmla="*/ 860 h 906"/>
              <a:gd name="T80" fmla="*/ 445 w 876"/>
              <a:gd name="T81" fmla="*/ 884 h 906"/>
              <a:gd name="T82" fmla="*/ 469 w 876"/>
              <a:gd name="T83" fmla="*/ 900 h 906"/>
              <a:gd name="T84" fmla="*/ 499 w 876"/>
              <a:gd name="T85" fmla="*/ 906 h 906"/>
              <a:gd name="T86" fmla="*/ 567 w 876"/>
              <a:gd name="T87" fmla="*/ 903 h 906"/>
              <a:gd name="T88" fmla="*/ 574 w 876"/>
              <a:gd name="T89" fmla="*/ 895 h 906"/>
              <a:gd name="T90" fmla="*/ 571 w 876"/>
              <a:gd name="T91" fmla="*/ 883 h 906"/>
              <a:gd name="T92" fmla="*/ 562 w 876"/>
              <a:gd name="T93" fmla="*/ 876 h 906"/>
              <a:gd name="T94" fmla="*/ 480 w 876"/>
              <a:gd name="T95" fmla="*/ 872 h 906"/>
              <a:gd name="T96" fmla="*/ 457 w 876"/>
              <a:gd name="T97" fmla="*/ 849 h 906"/>
              <a:gd name="T98" fmla="*/ 476 w 876"/>
              <a:gd name="T99" fmla="*/ 580 h 906"/>
              <a:gd name="T100" fmla="*/ 611 w 876"/>
              <a:gd name="T101" fmla="*/ 637 h 906"/>
              <a:gd name="T102" fmla="*/ 692 w 876"/>
              <a:gd name="T103" fmla="*/ 658 h 906"/>
              <a:gd name="T104" fmla="*/ 751 w 876"/>
              <a:gd name="T105" fmla="*/ 652 h 906"/>
              <a:gd name="T106" fmla="*/ 807 w 876"/>
              <a:gd name="T107" fmla="*/ 630 h 906"/>
              <a:gd name="T108" fmla="*/ 852 w 876"/>
              <a:gd name="T109" fmla="*/ 592 h 906"/>
              <a:gd name="T110" fmla="*/ 875 w 876"/>
              <a:gd name="T111" fmla="*/ 544 h 906"/>
              <a:gd name="T112" fmla="*/ 869 w 876"/>
              <a:gd name="T113" fmla="*/ 491 h 906"/>
              <a:gd name="T114" fmla="*/ 841 w 876"/>
              <a:gd name="T115" fmla="*/ 445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76" h="906">
                <a:moveTo>
                  <a:pt x="831" y="435"/>
                </a:moveTo>
                <a:lnTo>
                  <a:pt x="841" y="425"/>
                </a:lnTo>
                <a:lnTo>
                  <a:pt x="849" y="414"/>
                </a:lnTo>
                <a:lnTo>
                  <a:pt x="858" y="402"/>
                </a:lnTo>
                <a:lnTo>
                  <a:pt x="864" y="391"/>
                </a:lnTo>
                <a:lnTo>
                  <a:pt x="869" y="378"/>
                </a:lnTo>
                <a:lnTo>
                  <a:pt x="873" y="366"/>
                </a:lnTo>
                <a:lnTo>
                  <a:pt x="875" y="353"/>
                </a:lnTo>
                <a:lnTo>
                  <a:pt x="876" y="339"/>
                </a:lnTo>
                <a:lnTo>
                  <a:pt x="875" y="326"/>
                </a:lnTo>
                <a:lnTo>
                  <a:pt x="872" y="312"/>
                </a:lnTo>
                <a:lnTo>
                  <a:pt x="867" y="301"/>
                </a:lnTo>
                <a:lnTo>
                  <a:pt x="861" y="288"/>
                </a:lnTo>
                <a:lnTo>
                  <a:pt x="852" y="277"/>
                </a:lnTo>
                <a:lnTo>
                  <a:pt x="843" y="266"/>
                </a:lnTo>
                <a:lnTo>
                  <a:pt x="832" y="257"/>
                </a:lnTo>
                <a:lnTo>
                  <a:pt x="820" y="247"/>
                </a:lnTo>
                <a:lnTo>
                  <a:pt x="807" y="238"/>
                </a:lnTo>
                <a:lnTo>
                  <a:pt x="795" y="231"/>
                </a:lnTo>
                <a:lnTo>
                  <a:pt x="781" y="226"/>
                </a:lnTo>
                <a:lnTo>
                  <a:pt x="766" y="220"/>
                </a:lnTo>
                <a:lnTo>
                  <a:pt x="751" y="216"/>
                </a:lnTo>
                <a:lnTo>
                  <a:pt x="736" y="213"/>
                </a:lnTo>
                <a:lnTo>
                  <a:pt x="719" y="211"/>
                </a:lnTo>
                <a:lnTo>
                  <a:pt x="704" y="209"/>
                </a:lnTo>
                <a:lnTo>
                  <a:pt x="698" y="211"/>
                </a:lnTo>
                <a:lnTo>
                  <a:pt x="691" y="212"/>
                </a:lnTo>
                <a:lnTo>
                  <a:pt x="683" y="214"/>
                </a:lnTo>
                <a:lnTo>
                  <a:pt x="674" y="217"/>
                </a:lnTo>
                <a:lnTo>
                  <a:pt x="656" y="224"/>
                </a:lnTo>
                <a:lnTo>
                  <a:pt x="637" y="235"/>
                </a:lnTo>
                <a:lnTo>
                  <a:pt x="648" y="216"/>
                </a:lnTo>
                <a:lnTo>
                  <a:pt x="656" y="198"/>
                </a:lnTo>
                <a:lnTo>
                  <a:pt x="659" y="190"/>
                </a:lnTo>
                <a:lnTo>
                  <a:pt x="660" y="182"/>
                </a:lnTo>
                <a:lnTo>
                  <a:pt x="663" y="174"/>
                </a:lnTo>
                <a:lnTo>
                  <a:pt x="663" y="168"/>
                </a:lnTo>
                <a:lnTo>
                  <a:pt x="662" y="153"/>
                </a:lnTo>
                <a:lnTo>
                  <a:pt x="660" y="138"/>
                </a:lnTo>
                <a:lnTo>
                  <a:pt x="657" y="123"/>
                </a:lnTo>
                <a:lnTo>
                  <a:pt x="653" y="109"/>
                </a:lnTo>
                <a:lnTo>
                  <a:pt x="648" y="94"/>
                </a:lnTo>
                <a:lnTo>
                  <a:pt x="642" y="80"/>
                </a:lnTo>
                <a:lnTo>
                  <a:pt x="635" y="67"/>
                </a:lnTo>
                <a:lnTo>
                  <a:pt x="626" y="54"/>
                </a:lnTo>
                <a:lnTo>
                  <a:pt x="618" y="43"/>
                </a:lnTo>
                <a:lnTo>
                  <a:pt x="608" y="33"/>
                </a:lnTo>
                <a:lnTo>
                  <a:pt x="597" y="23"/>
                </a:lnTo>
                <a:lnTo>
                  <a:pt x="585" y="15"/>
                </a:lnTo>
                <a:lnTo>
                  <a:pt x="574" y="9"/>
                </a:lnTo>
                <a:lnTo>
                  <a:pt x="561" y="4"/>
                </a:lnTo>
                <a:lnTo>
                  <a:pt x="547" y="1"/>
                </a:lnTo>
                <a:lnTo>
                  <a:pt x="533" y="0"/>
                </a:lnTo>
                <a:lnTo>
                  <a:pt x="520" y="0"/>
                </a:lnTo>
                <a:lnTo>
                  <a:pt x="506" y="3"/>
                </a:lnTo>
                <a:lnTo>
                  <a:pt x="493" y="7"/>
                </a:lnTo>
                <a:lnTo>
                  <a:pt x="481" y="11"/>
                </a:lnTo>
                <a:lnTo>
                  <a:pt x="470" y="18"/>
                </a:lnTo>
                <a:lnTo>
                  <a:pt x="458" y="25"/>
                </a:lnTo>
                <a:lnTo>
                  <a:pt x="447" y="33"/>
                </a:lnTo>
                <a:lnTo>
                  <a:pt x="438" y="42"/>
                </a:lnTo>
                <a:lnTo>
                  <a:pt x="429" y="33"/>
                </a:lnTo>
                <a:lnTo>
                  <a:pt x="418" y="25"/>
                </a:lnTo>
                <a:lnTo>
                  <a:pt x="406" y="18"/>
                </a:lnTo>
                <a:lnTo>
                  <a:pt x="395" y="11"/>
                </a:lnTo>
                <a:lnTo>
                  <a:pt x="383" y="7"/>
                </a:lnTo>
                <a:lnTo>
                  <a:pt x="370" y="3"/>
                </a:lnTo>
                <a:lnTo>
                  <a:pt x="356" y="0"/>
                </a:lnTo>
                <a:lnTo>
                  <a:pt x="343" y="0"/>
                </a:lnTo>
                <a:lnTo>
                  <a:pt x="329" y="1"/>
                </a:lnTo>
                <a:lnTo>
                  <a:pt x="315" y="4"/>
                </a:lnTo>
                <a:lnTo>
                  <a:pt x="302" y="9"/>
                </a:lnTo>
                <a:lnTo>
                  <a:pt x="290" y="15"/>
                </a:lnTo>
                <a:lnTo>
                  <a:pt x="279" y="23"/>
                </a:lnTo>
                <a:lnTo>
                  <a:pt x="268" y="33"/>
                </a:lnTo>
                <a:lnTo>
                  <a:pt x="258" y="43"/>
                </a:lnTo>
                <a:lnTo>
                  <a:pt x="250" y="54"/>
                </a:lnTo>
                <a:lnTo>
                  <a:pt x="241" y="67"/>
                </a:lnTo>
                <a:lnTo>
                  <a:pt x="235" y="80"/>
                </a:lnTo>
                <a:lnTo>
                  <a:pt x="228" y="94"/>
                </a:lnTo>
                <a:lnTo>
                  <a:pt x="223" y="109"/>
                </a:lnTo>
                <a:lnTo>
                  <a:pt x="219" y="123"/>
                </a:lnTo>
                <a:lnTo>
                  <a:pt x="215" y="138"/>
                </a:lnTo>
                <a:lnTo>
                  <a:pt x="214" y="153"/>
                </a:lnTo>
                <a:lnTo>
                  <a:pt x="213" y="168"/>
                </a:lnTo>
                <a:lnTo>
                  <a:pt x="214" y="174"/>
                </a:lnTo>
                <a:lnTo>
                  <a:pt x="215" y="182"/>
                </a:lnTo>
                <a:lnTo>
                  <a:pt x="216" y="190"/>
                </a:lnTo>
                <a:lnTo>
                  <a:pt x="220" y="198"/>
                </a:lnTo>
                <a:lnTo>
                  <a:pt x="228" y="216"/>
                </a:lnTo>
                <a:lnTo>
                  <a:pt x="239" y="235"/>
                </a:lnTo>
                <a:lnTo>
                  <a:pt x="220" y="224"/>
                </a:lnTo>
                <a:lnTo>
                  <a:pt x="201" y="217"/>
                </a:lnTo>
                <a:lnTo>
                  <a:pt x="193" y="214"/>
                </a:lnTo>
                <a:lnTo>
                  <a:pt x="185" y="212"/>
                </a:lnTo>
                <a:lnTo>
                  <a:pt x="178" y="211"/>
                </a:lnTo>
                <a:lnTo>
                  <a:pt x="171" y="209"/>
                </a:lnTo>
                <a:lnTo>
                  <a:pt x="156" y="211"/>
                </a:lnTo>
                <a:lnTo>
                  <a:pt x="140" y="213"/>
                </a:lnTo>
                <a:lnTo>
                  <a:pt x="125" y="216"/>
                </a:lnTo>
                <a:lnTo>
                  <a:pt x="110" y="220"/>
                </a:lnTo>
                <a:lnTo>
                  <a:pt x="95" y="226"/>
                </a:lnTo>
                <a:lnTo>
                  <a:pt x="81" y="231"/>
                </a:lnTo>
                <a:lnTo>
                  <a:pt x="68" y="238"/>
                </a:lnTo>
                <a:lnTo>
                  <a:pt x="56" y="247"/>
                </a:lnTo>
                <a:lnTo>
                  <a:pt x="44" y="257"/>
                </a:lnTo>
                <a:lnTo>
                  <a:pt x="33" y="266"/>
                </a:lnTo>
                <a:lnTo>
                  <a:pt x="23" y="277"/>
                </a:lnTo>
                <a:lnTo>
                  <a:pt x="16" y="288"/>
                </a:lnTo>
                <a:lnTo>
                  <a:pt x="8" y="301"/>
                </a:lnTo>
                <a:lnTo>
                  <a:pt x="4" y="312"/>
                </a:lnTo>
                <a:lnTo>
                  <a:pt x="1" y="326"/>
                </a:lnTo>
                <a:lnTo>
                  <a:pt x="0" y="339"/>
                </a:lnTo>
                <a:lnTo>
                  <a:pt x="1" y="353"/>
                </a:lnTo>
                <a:lnTo>
                  <a:pt x="3" y="366"/>
                </a:lnTo>
                <a:lnTo>
                  <a:pt x="7" y="378"/>
                </a:lnTo>
                <a:lnTo>
                  <a:pt x="12" y="391"/>
                </a:lnTo>
                <a:lnTo>
                  <a:pt x="18" y="402"/>
                </a:lnTo>
                <a:lnTo>
                  <a:pt x="27" y="414"/>
                </a:lnTo>
                <a:lnTo>
                  <a:pt x="35" y="425"/>
                </a:lnTo>
                <a:lnTo>
                  <a:pt x="46" y="435"/>
                </a:lnTo>
                <a:lnTo>
                  <a:pt x="35" y="445"/>
                </a:lnTo>
                <a:lnTo>
                  <a:pt x="27" y="456"/>
                </a:lnTo>
                <a:lnTo>
                  <a:pt x="18" y="467"/>
                </a:lnTo>
                <a:lnTo>
                  <a:pt x="12" y="479"/>
                </a:lnTo>
                <a:lnTo>
                  <a:pt x="7" y="491"/>
                </a:lnTo>
                <a:lnTo>
                  <a:pt x="3" y="504"/>
                </a:lnTo>
                <a:lnTo>
                  <a:pt x="1" y="517"/>
                </a:lnTo>
                <a:lnTo>
                  <a:pt x="0" y="530"/>
                </a:lnTo>
                <a:lnTo>
                  <a:pt x="1" y="544"/>
                </a:lnTo>
                <a:lnTo>
                  <a:pt x="4" y="557"/>
                </a:lnTo>
                <a:lnTo>
                  <a:pt x="8" y="570"/>
                </a:lnTo>
                <a:lnTo>
                  <a:pt x="16" y="582"/>
                </a:lnTo>
                <a:lnTo>
                  <a:pt x="23" y="592"/>
                </a:lnTo>
                <a:lnTo>
                  <a:pt x="33" y="603"/>
                </a:lnTo>
                <a:lnTo>
                  <a:pt x="44" y="613"/>
                </a:lnTo>
                <a:lnTo>
                  <a:pt x="56" y="622"/>
                </a:lnTo>
                <a:lnTo>
                  <a:pt x="68" y="630"/>
                </a:lnTo>
                <a:lnTo>
                  <a:pt x="81" y="637"/>
                </a:lnTo>
                <a:lnTo>
                  <a:pt x="95" y="644"/>
                </a:lnTo>
                <a:lnTo>
                  <a:pt x="110" y="649"/>
                </a:lnTo>
                <a:lnTo>
                  <a:pt x="125" y="652"/>
                </a:lnTo>
                <a:lnTo>
                  <a:pt x="140" y="656"/>
                </a:lnTo>
                <a:lnTo>
                  <a:pt x="156" y="658"/>
                </a:lnTo>
                <a:lnTo>
                  <a:pt x="171" y="659"/>
                </a:lnTo>
                <a:lnTo>
                  <a:pt x="184" y="658"/>
                </a:lnTo>
                <a:lnTo>
                  <a:pt x="198" y="656"/>
                </a:lnTo>
                <a:lnTo>
                  <a:pt x="214" y="652"/>
                </a:lnTo>
                <a:lnTo>
                  <a:pt x="230" y="648"/>
                </a:lnTo>
                <a:lnTo>
                  <a:pt x="265" y="637"/>
                </a:lnTo>
                <a:lnTo>
                  <a:pt x="301" y="623"/>
                </a:lnTo>
                <a:lnTo>
                  <a:pt x="337" y="608"/>
                </a:lnTo>
                <a:lnTo>
                  <a:pt x="370" y="594"/>
                </a:lnTo>
                <a:lnTo>
                  <a:pt x="400" y="580"/>
                </a:lnTo>
                <a:lnTo>
                  <a:pt x="422" y="570"/>
                </a:lnTo>
                <a:lnTo>
                  <a:pt x="422" y="830"/>
                </a:lnTo>
                <a:lnTo>
                  <a:pt x="423" y="838"/>
                </a:lnTo>
                <a:lnTo>
                  <a:pt x="425" y="845"/>
                </a:lnTo>
                <a:lnTo>
                  <a:pt x="427" y="853"/>
                </a:lnTo>
                <a:lnTo>
                  <a:pt x="429" y="860"/>
                </a:lnTo>
                <a:lnTo>
                  <a:pt x="432" y="867"/>
                </a:lnTo>
                <a:lnTo>
                  <a:pt x="435" y="873"/>
                </a:lnTo>
                <a:lnTo>
                  <a:pt x="441" y="879"/>
                </a:lnTo>
                <a:lnTo>
                  <a:pt x="445" y="884"/>
                </a:lnTo>
                <a:lnTo>
                  <a:pt x="450" y="889"/>
                </a:lnTo>
                <a:lnTo>
                  <a:pt x="457" y="894"/>
                </a:lnTo>
                <a:lnTo>
                  <a:pt x="462" y="897"/>
                </a:lnTo>
                <a:lnTo>
                  <a:pt x="469" y="900"/>
                </a:lnTo>
                <a:lnTo>
                  <a:pt x="476" y="902"/>
                </a:lnTo>
                <a:lnTo>
                  <a:pt x="484" y="904"/>
                </a:lnTo>
                <a:lnTo>
                  <a:pt x="491" y="905"/>
                </a:lnTo>
                <a:lnTo>
                  <a:pt x="499" y="906"/>
                </a:lnTo>
                <a:lnTo>
                  <a:pt x="559" y="906"/>
                </a:lnTo>
                <a:lnTo>
                  <a:pt x="562" y="905"/>
                </a:lnTo>
                <a:lnTo>
                  <a:pt x="565" y="905"/>
                </a:lnTo>
                <a:lnTo>
                  <a:pt x="567" y="903"/>
                </a:lnTo>
                <a:lnTo>
                  <a:pt x="569" y="902"/>
                </a:lnTo>
                <a:lnTo>
                  <a:pt x="571" y="900"/>
                </a:lnTo>
                <a:lnTo>
                  <a:pt x="573" y="897"/>
                </a:lnTo>
                <a:lnTo>
                  <a:pt x="574" y="895"/>
                </a:lnTo>
                <a:lnTo>
                  <a:pt x="574" y="890"/>
                </a:lnTo>
                <a:lnTo>
                  <a:pt x="574" y="888"/>
                </a:lnTo>
                <a:lnTo>
                  <a:pt x="573" y="885"/>
                </a:lnTo>
                <a:lnTo>
                  <a:pt x="571" y="883"/>
                </a:lnTo>
                <a:lnTo>
                  <a:pt x="569" y="881"/>
                </a:lnTo>
                <a:lnTo>
                  <a:pt x="567" y="879"/>
                </a:lnTo>
                <a:lnTo>
                  <a:pt x="565" y="877"/>
                </a:lnTo>
                <a:lnTo>
                  <a:pt x="562" y="876"/>
                </a:lnTo>
                <a:lnTo>
                  <a:pt x="559" y="875"/>
                </a:lnTo>
                <a:lnTo>
                  <a:pt x="499" y="875"/>
                </a:lnTo>
                <a:lnTo>
                  <a:pt x="489" y="875"/>
                </a:lnTo>
                <a:lnTo>
                  <a:pt x="480" y="872"/>
                </a:lnTo>
                <a:lnTo>
                  <a:pt x="473" y="868"/>
                </a:lnTo>
                <a:lnTo>
                  <a:pt x="466" y="862"/>
                </a:lnTo>
                <a:lnTo>
                  <a:pt x="461" y="856"/>
                </a:lnTo>
                <a:lnTo>
                  <a:pt x="457" y="849"/>
                </a:lnTo>
                <a:lnTo>
                  <a:pt x="453" y="840"/>
                </a:lnTo>
                <a:lnTo>
                  <a:pt x="453" y="830"/>
                </a:lnTo>
                <a:lnTo>
                  <a:pt x="453" y="570"/>
                </a:lnTo>
                <a:lnTo>
                  <a:pt x="476" y="580"/>
                </a:lnTo>
                <a:lnTo>
                  <a:pt x="506" y="594"/>
                </a:lnTo>
                <a:lnTo>
                  <a:pt x="539" y="608"/>
                </a:lnTo>
                <a:lnTo>
                  <a:pt x="575" y="623"/>
                </a:lnTo>
                <a:lnTo>
                  <a:pt x="611" y="637"/>
                </a:lnTo>
                <a:lnTo>
                  <a:pt x="645" y="648"/>
                </a:lnTo>
                <a:lnTo>
                  <a:pt x="663" y="652"/>
                </a:lnTo>
                <a:lnTo>
                  <a:pt x="678" y="656"/>
                </a:lnTo>
                <a:lnTo>
                  <a:pt x="692" y="658"/>
                </a:lnTo>
                <a:lnTo>
                  <a:pt x="704" y="659"/>
                </a:lnTo>
                <a:lnTo>
                  <a:pt x="719" y="658"/>
                </a:lnTo>
                <a:lnTo>
                  <a:pt x="736" y="656"/>
                </a:lnTo>
                <a:lnTo>
                  <a:pt x="751" y="652"/>
                </a:lnTo>
                <a:lnTo>
                  <a:pt x="766" y="649"/>
                </a:lnTo>
                <a:lnTo>
                  <a:pt x="781" y="644"/>
                </a:lnTo>
                <a:lnTo>
                  <a:pt x="795" y="637"/>
                </a:lnTo>
                <a:lnTo>
                  <a:pt x="807" y="630"/>
                </a:lnTo>
                <a:lnTo>
                  <a:pt x="820" y="622"/>
                </a:lnTo>
                <a:lnTo>
                  <a:pt x="832" y="613"/>
                </a:lnTo>
                <a:lnTo>
                  <a:pt x="843" y="603"/>
                </a:lnTo>
                <a:lnTo>
                  <a:pt x="852" y="592"/>
                </a:lnTo>
                <a:lnTo>
                  <a:pt x="861" y="582"/>
                </a:lnTo>
                <a:lnTo>
                  <a:pt x="867" y="570"/>
                </a:lnTo>
                <a:lnTo>
                  <a:pt x="872" y="557"/>
                </a:lnTo>
                <a:lnTo>
                  <a:pt x="875" y="544"/>
                </a:lnTo>
                <a:lnTo>
                  <a:pt x="876" y="530"/>
                </a:lnTo>
                <a:lnTo>
                  <a:pt x="875" y="517"/>
                </a:lnTo>
                <a:lnTo>
                  <a:pt x="873" y="504"/>
                </a:lnTo>
                <a:lnTo>
                  <a:pt x="869" y="491"/>
                </a:lnTo>
                <a:lnTo>
                  <a:pt x="864" y="479"/>
                </a:lnTo>
                <a:lnTo>
                  <a:pt x="858" y="467"/>
                </a:lnTo>
                <a:lnTo>
                  <a:pt x="849" y="456"/>
                </a:lnTo>
                <a:lnTo>
                  <a:pt x="841" y="445"/>
                </a:lnTo>
                <a:lnTo>
                  <a:pt x="831" y="4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2" name="Freeform 2326"/>
          <p:cNvSpPr>
            <a:spLocks noEditPoints="1"/>
          </p:cNvSpPr>
          <p:nvPr/>
        </p:nvSpPr>
        <p:spPr bwMode="auto">
          <a:xfrm>
            <a:off x="957571" y="4035658"/>
            <a:ext cx="307340" cy="316072"/>
          </a:xfrm>
          <a:custGeom>
            <a:avLst/>
            <a:gdLst>
              <a:gd name="T0" fmla="*/ 554 w 876"/>
              <a:gd name="T1" fmla="*/ 423 h 906"/>
              <a:gd name="T2" fmla="*/ 324 w 876"/>
              <a:gd name="T3" fmla="*/ 423 h 906"/>
              <a:gd name="T4" fmla="*/ 771 w 876"/>
              <a:gd name="T5" fmla="*/ 212 h 906"/>
              <a:gd name="T6" fmla="*/ 720 w 876"/>
              <a:gd name="T7" fmla="*/ 188 h 906"/>
              <a:gd name="T8" fmla="*/ 687 w 876"/>
              <a:gd name="T9" fmla="*/ 153 h 906"/>
              <a:gd name="T10" fmla="*/ 659 w 876"/>
              <a:gd name="T11" fmla="*/ 134 h 906"/>
              <a:gd name="T12" fmla="*/ 627 w 876"/>
              <a:gd name="T13" fmla="*/ 124 h 906"/>
              <a:gd name="T14" fmla="*/ 595 w 876"/>
              <a:gd name="T15" fmla="*/ 90 h 906"/>
              <a:gd name="T16" fmla="*/ 571 w 876"/>
              <a:gd name="T17" fmla="*/ 60 h 906"/>
              <a:gd name="T18" fmla="*/ 537 w 876"/>
              <a:gd name="T19" fmla="*/ 30 h 906"/>
              <a:gd name="T20" fmla="*/ 493 w 876"/>
              <a:gd name="T21" fmla="*/ 9 h 906"/>
              <a:gd name="T22" fmla="*/ 439 w 876"/>
              <a:gd name="T23" fmla="*/ 0 h 906"/>
              <a:gd name="T24" fmla="*/ 384 w 876"/>
              <a:gd name="T25" fmla="*/ 9 h 906"/>
              <a:gd name="T26" fmla="*/ 340 w 876"/>
              <a:gd name="T27" fmla="*/ 30 h 906"/>
              <a:gd name="T28" fmla="*/ 307 w 876"/>
              <a:gd name="T29" fmla="*/ 60 h 906"/>
              <a:gd name="T30" fmla="*/ 282 w 876"/>
              <a:gd name="T31" fmla="*/ 90 h 906"/>
              <a:gd name="T32" fmla="*/ 251 w 876"/>
              <a:gd name="T33" fmla="*/ 124 h 906"/>
              <a:gd name="T34" fmla="*/ 219 w 876"/>
              <a:gd name="T35" fmla="*/ 134 h 906"/>
              <a:gd name="T36" fmla="*/ 191 w 876"/>
              <a:gd name="T37" fmla="*/ 153 h 906"/>
              <a:gd name="T38" fmla="*/ 158 w 876"/>
              <a:gd name="T39" fmla="*/ 188 h 906"/>
              <a:gd name="T40" fmla="*/ 106 w 876"/>
              <a:gd name="T41" fmla="*/ 212 h 906"/>
              <a:gd name="T42" fmla="*/ 81 w 876"/>
              <a:gd name="T43" fmla="*/ 215 h 906"/>
              <a:gd name="T44" fmla="*/ 54 w 876"/>
              <a:gd name="T45" fmla="*/ 227 h 906"/>
              <a:gd name="T46" fmla="*/ 30 w 876"/>
              <a:gd name="T47" fmla="*/ 246 h 906"/>
              <a:gd name="T48" fmla="*/ 11 w 876"/>
              <a:gd name="T49" fmla="*/ 272 h 906"/>
              <a:gd name="T50" fmla="*/ 1 w 876"/>
              <a:gd name="T51" fmla="*/ 305 h 906"/>
              <a:gd name="T52" fmla="*/ 2 w 876"/>
              <a:gd name="T53" fmla="*/ 340 h 906"/>
              <a:gd name="T54" fmla="*/ 12 w 876"/>
              <a:gd name="T55" fmla="*/ 371 h 906"/>
              <a:gd name="T56" fmla="*/ 29 w 876"/>
              <a:gd name="T57" fmla="*/ 395 h 906"/>
              <a:gd name="T58" fmla="*/ 53 w 876"/>
              <a:gd name="T59" fmla="*/ 412 h 906"/>
              <a:gd name="T60" fmla="*/ 83 w 876"/>
              <a:gd name="T61" fmla="*/ 421 h 906"/>
              <a:gd name="T62" fmla="*/ 281 w 876"/>
              <a:gd name="T63" fmla="*/ 423 h 906"/>
              <a:gd name="T64" fmla="*/ 258 w 876"/>
              <a:gd name="T65" fmla="*/ 634 h 906"/>
              <a:gd name="T66" fmla="*/ 248 w 876"/>
              <a:gd name="T67" fmla="*/ 638 h 906"/>
              <a:gd name="T68" fmla="*/ 243 w 876"/>
              <a:gd name="T69" fmla="*/ 648 h 906"/>
              <a:gd name="T70" fmla="*/ 334 w 876"/>
              <a:gd name="T71" fmla="*/ 897 h 906"/>
              <a:gd name="T72" fmla="*/ 343 w 876"/>
              <a:gd name="T73" fmla="*/ 905 h 906"/>
              <a:gd name="T74" fmla="*/ 534 w 876"/>
              <a:gd name="T75" fmla="*/ 905 h 906"/>
              <a:gd name="T76" fmla="*/ 544 w 876"/>
              <a:gd name="T77" fmla="*/ 897 h 906"/>
              <a:gd name="T78" fmla="*/ 635 w 876"/>
              <a:gd name="T79" fmla="*/ 648 h 906"/>
              <a:gd name="T80" fmla="*/ 630 w 876"/>
              <a:gd name="T81" fmla="*/ 638 h 906"/>
              <a:gd name="T82" fmla="*/ 620 w 876"/>
              <a:gd name="T83" fmla="*/ 634 h 906"/>
              <a:gd name="T84" fmla="*/ 595 w 876"/>
              <a:gd name="T85" fmla="*/ 423 h 906"/>
              <a:gd name="T86" fmla="*/ 794 w 876"/>
              <a:gd name="T87" fmla="*/ 421 h 906"/>
              <a:gd name="T88" fmla="*/ 825 w 876"/>
              <a:gd name="T89" fmla="*/ 412 h 906"/>
              <a:gd name="T90" fmla="*/ 849 w 876"/>
              <a:gd name="T91" fmla="*/ 395 h 906"/>
              <a:gd name="T92" fmla="*/ 866 w 876"/>
              <a:gd name="T93" fmla="*/ 371 h 906"/>
              <a:gd name="T94" fmla="*/ 875 w 876"/>
              <a:gd name="T95" fmla="*/ 340 h 906"/>
              <a:gd name="T96" fmla="*/ 876 w 876"/>
              <a:gd name="T97" fmla="*/ 305 h 906"/>
              <a:gd name="T98" fmla="*/ 867 w 876"/>
              <a:gd name="T99" fmla="*/ 272 h 906"/>
              <a:gd name="T100" fmla="*/ 848 w 876"/>
              <a:gd name="T101" fmla="*/ 246 h 906"/>
              <a:gd name="T102" fmla="*/ 824 w 876"/>
              <a:gd name="T103" fmla="*/ 227 h 906"/>
              <a:gd name="T104" fmla="*/ 797 w 876"/>
              <a:gd name="T105" fmla="*/ 215 h 906"/>
              <a:gd name="T106" fmla="*/ 771 w 876"/>
              <a:gd name="T107" fmla="*/ 212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876" h="906">
                <a:moveTo>
                  <a:pt x="454" y="523"/>
                </a:moveTo>
                <a:lnTo>
                  <a:pt x="454" y="423"/>
                </a:lnTo>
                <a:lnTo>
                  <a:pt x="554" y="423"/>
                </a:lnTo>
                <a:lnTo>
                  <a:pt x="454" y="523"/>
                </a:lnTo>
                <a:close/>
                <a:moveTo>
                  <a:pt x="424" y="523"/>
                </a:moveTo>
                <a:lnTo>
                  <a:pt x="324" y="423"/>
                </a:lnTo>
                <a:lnTo>
                  <a:pt x="424" y="423"/>
                </a:lnTo>
                <a:lnTo>
                  <a:pt x="424" y="523"/>
                </a:lnTo>
                <a:close/>
                <a:moveTo>
                  <a:pt x="771" y="212"/>
                </a:moveTo>
                <a:lnTo>
                  <a:pt x="735" y="212"/>
                </a:lnTo>
                <a:lnTo>
                  <a:pt x="728" y="201"/>
                </a:lnTo>
                <a:lnTo>
                  <a:pt x="720" y="188"/>
                </a:lnTo>
                <a:lnTo>
                  <a:pt x="708" y="174"/>
                </a:lnTo>
                <a:lnTo>
                  <a:pt x="694" y="160"/>
                </a:lnTo>
                <a:lnTo>
                  <a:pt x="687" y="153"/>
                </a:lnTo>
                <a:lnTo>
                  <a:pt x="678" y="146"/>
                </a:lnTo>
                <a:lnTo>
                  <a:pt x="668" y="141"/>
                </a:lnTo>
                <a:lnTo>
                  <a:pt x="659" y="134"/>
                </a:lnTo>
                <a:lnTo>
                  <a:pt x="649" y="130"/>
                </a:lnTo>
                <a:lnTo>
                  <a:pt x="638" y="127"/>
                </a:lnTo>
                <a:lnTo>
                  <a:pt x="627" y="124"/>
                </a:lnTo>
                <a:lnTo>
                  <a:pt x="615" y="123"/>
                </a:lnTo>
                <a:lnTo>
                  <a:pt x="607" y="109"/>
                </a:lnTo>
                <a:lnTo>
                  <a:pt x="595" y="90"/>
                </a:lnTo>
                <a:lnTo>
                  <a:pt x="588" y="81"/>
                </a:lnTo>
                <a:lnTo>
                  <a:pt x="580" y="70"/>
                </a:lnTo>
                <a:lnTo>
                  <a:pt x="571" y="60"/>
                </a:lnTo>
                <a:lnTo>
                  <a:pt x="560" y="50"/>
                </a:lnTo>
                <a:lnTo>
                  <a:pt x="549" y="40"/>
                </a:lnTo>
                <a:lnTo>
                  <a:pt x="537" y="30"/>
                </a:lnTo>
                <a:lnTo>
                  <a:pt x="524" y="22"/>
                </a:lnTo>
                <a:lnTo>
                  <a:pt x="509" y="14"/>
                </a:lnTo>
                <a:lnTo>
                  <a:pt x="493" y="9"/>
                </a:lnTo>
                <a:lnTo>
                  <a:pt x="476" y="4"/>
                </a:lnTo>
                <a:lnTo>
                  <a:pt x="458" y="1"/>
                </a:lnTo>
                <a:lnTo>
                  <a:pt x="439" y="0"/>
                </a:lnTo>
                <a:lnTo>
                  <a:pt x="420" y="1"/>
                </a:lnTo>
                <a:lnTo>
                  <a:pt x="401" y="4"/>
                </a:lnTo>
                <a:lnTo>
                  <a:pt x="384" y="9"/>
                </a:lnTo>
                <a:lnTo>
                  <a:pt x="369" y="14"/>
                </a:lnTo>
                <a:lnTo>
                  <a:pt x="354" y="22"/>
                </a:lnTo>
                <a:lnTo>
                  <a:pt x="340" y="30"/>
                </a:lnTo>
                <a:lnTo>
                  <a:pt x="328" y="40"/>
                </a:lnTo>
                <a:lnTo>
                  <a:pt x="317" y="50"/>
                </a:lnTo>
                <a:lnTo>
                  <a:pt x="307" y="60"/>
                </a:lnTo>
                <a:lnTo>
                  <a:pt x="297" y="70"/>
                </a:lnTo>
                <a:lnTo>
                  <a:pt x="289" y="81"/>
                </a:lnTo>
                <a:lnTo>
                  <a:pt x="282" y="90"/>
                </a:lnTo>
                <a:lnTo>
                  <a:pt x="271" y="109"/>
                </a:lnTo>
                <a:lnTo>
                  <a:pt x="263" y="123"/>
                </a:lnTo>
                <a:lnTo>
                  <a:pt x="251" y="124"/>
                </a:lnTo>
                <a:lnTo>
                  <a:pt x="239" y="127"/>
                </a:lnTo>
                <a:lnTo>
                  <a:pt x="229" y="130"/>
                </a:lnTo>
                <a:lnTo>
                  <a:pt x="219" y="134"/>
                </a:lnTo>
                <a:lnTo>
                  <a:pt x="209" y="141"/>
                </a:lnTo>
                <a:lnTo>
                  <a:pt x="200" y="146"/>
                </a:lnTo>
                <a:lnTo>
                  <a:pt x="191" y="153"/>
                </a:lnTo>
                <a:lnTo>
                  <a:pt x="184" y="160"/>
                </a:lnTo>
                <a:lnTo>
                  <a:pt x="170" y="174"/>
                </a:lnTo>
                <a:lnTo>
                  <a:pt x="158" y="188"/>
                </a:lnTo>
                <a:lnTo>
                  <a:pt x="149" y="201"/>
                </a:lnTo>
                <a:lnTo>
                  <a:pt x="143" y="212"/>
                </a:lnTo>
                <a:lnTo>
                  <a:pt x="106" y="212"/>
                </a:lnTo>
                <a:lnTo>
                  <a:pt x="98" y="212"/>
                </a:lnTo>
                <a:lnTo>
                  <a:pt x="89" y="213"/>
                </a:lnTo>
                <a:lnTo>
                  <a:pt x="81" y="215"/>
                </a:lnTo>
                <a:lnTo>
                  <a:pt x="72" y="218"/>
                </a:lnTo>
                <a:lnTo>
                  <a:pt x="62" y="222"/>
                </a:lnTo>
                <a:lnTo>
                  <a:pt x="54" y="227"/>
                </a:lnTo>
                <a:lnTo>
                  <a:pt x="45" y="232"/>
                </a:lnTo>
                <a:lnTo>
                  <a:pt x="38" y="238"/>
                </a:lnTo>
                <a:lnTo>
                  <a:pt x="30" y="246"/>
                </a:lnTo>
                <a:lnTo>
                  <a:pt x="23" y="253"/>
                </a:lnTo>
                <a:lnTo>
                  <a:pt x="16" y="262"/>
                </a:lnTo>
                <a:lnTo>
                  <a:pt x="11" y="272"/>
                </a:lnTo>
                <a:lnTo>
                  <a:pt x="7" y="282"/>
                </a:lnTo>
                <a:lnTo>
                  <a:pt x="3" y="293"/>
                </a:lnTo>
                <a:lnTo>
                  <a:pt x="1" y="305"/>
                </a:lnTo>
                <a:lnTo>
                  <a:pt x="0" y="317"/>
                </a:lnTo>
                <a:lnTo>
                  <a:pt x="1" y="330"/>
                </a:lnTo>
                <a:lnTo>
                  <a:pt x="2" y="340"/>
                </a:lnTo>
                <a:lnTo>
                  <a:pt x="5" y="351"/>
                </a:lnTo>
                <a:lnTo>
                  <a:pt x="8" y="362"/>
                </a:lnTo>
                <a:lnTo>
                  <a:pt x="12" y="371"/>
                </a:lnTo>
                <a:lnTo>
                  <a:pt x="17" y="380"/>
                </a:lnTo>
                <a:lnTo>
                  <a:pt x="23" y="387"/>
                </a:lnTo>
                <a:lnTo>
                  <a:pt x="29" y="395"/>
                </a:lnTo>
                <a:lnTo>
                  <a:pt x="37" y="401"/>
                </a:lnTo>
                <a:lnTo>
                  <a:pt x="44" y="407"/>
                </a:lnTo>
                <a:lnTo>
                  <a:pt x="53" y="412"/>
                </a:lnTo>
                <a:lnTo>
                  <a:pt x="62" y="415"/>
                </a:lnTo>
                <a:lnTo>
                  <a:pt x="72" y="419"/>
                </a:lnTo>
                <a:lnTo>
                  <a:pt x="83" y="421"/>
                </a:lnTo>
                <a:lnTo>
                  <a:pt x="95" y="422"/>
                </a:lnTo>
                <a:lnTo>
                  <a:pt x="106" y="423"/>
                </a:lnTo>
                <a:lnTo>
                  <a:pt x="281" y="423"/>
                </a:lnTo>
                <a:lnTo>
                  <a:pt x="424" y="567"/>
                </a:lnTo>
                <a:lnTo>
                  <a:pt x="424" y="634"/>
                </a:lnTo>
                <a:lnTo>
                  <a:pt x="258" y="634"/>
                </a:lnTo>
                <a:lnTo>
                  <a:pt x="253" y="635"/>
                </a:lnTo>
                <a:lnTo>
                  <a:pt x="250" y="636"/>
                </a:lnTo>
                <a:lnTo>
                  <a:pt x="248" y="638"/>
                </a:lnTo>
                <a:lnTo>
                  <a:pt x="245" y="642"/>
                </a:lnTo>
                <a:lnTo>
                  <a:pt x="244" y="645"/>
                </a:lnTo>
                <a:lnTo>
                  <a:pt x="243" y="648"/>
                </a:lnTo>
                <a:lnTo>
                  <a:pt x="243" y="651"/>
                </a:lnTo>
                <a:lnTo>
                  <a:pt x="244" y="656"/>
                </a:lnTo>
                <a:lnTo>
                  <a:pt x="334" y="897"/>
                </a:lnTo>
                <a:lnTo>
                  <a:pt x="336" y="901"/>
                </a:lnTo>
                <a:lnTo>
                  <a:pt x="339" y="903"/>
                </a:lnTo>
                <a:lnTo>
                  <a:pt x="343" y="905"/>
                </a:lnTo>
                <a:lnTo>
                  <a:pt x="348" y="906"/>
                </a:lnTo>
                <a:lnTo>
                  <a:pt x="529" y="906"/>
                </a:lnTo>
                <a:lnTo>
                  <a:pt x="534" y="905"/>
                </a:lnTo>
                <a:lnTo>
                  <a:pt x="538" y="903"/>
                </a:lnTo>
                <a:lnTo>
                  <a:pt x="541" y="901"/>
                </a:lnTo>
                <a:lnTo>
                  <a:pt x="544" y="897"/>
                </a:lnTo>
                <a:lnTo>
                  <a:pt x="634" y="656"/>
                </a:lnTo>
                <a:lnTo>
                  <a:pt x="635" y="651"/>
                </a:lnTo>
                <a:lnTo>
                  <a:pt x="635" y="648"/>
                </a:lnTo>
                <a:lnTo>
                  <a:pt x="634" y="645"/>
                </a:lnTo>
                <a:lnTo>
                  <a:pt x="632" y="642"/>
                </a:lnTo>
                <a:lnTo>
                  <a:pt x="630" y="638"/>
                </a:lnTo>
                <a:lnTo>
                  <a:pt x="627" y="636"/>
                </a:lnTo>
                <a:lnTo>
                  <a:pt x="623" y="635"/>
                </a:lnTo>
                <a:lnTo>
                  <a:pt x="620" y="634"/>
                </a:lnTo>
                <a:lnTo>
                  <a:pt x="454" y="634"/>
                </a:lnTo>
                <a:lnTo>
                  <a:pt x="454" y="567"/>
                </a:lnTo>
                <a:lnTo>
                  <a:pt x="595" y="423"/>
                </a:lnTo>
                <a:lnTo>
                  <a:pt x="771" y="423"/>
                </a:lnTo>
                <a:lnTo>
                  <a:pt x="783" y="422"/>
                </a:lnTo>
                <a:lnTo>
                  <a:pt x="794" y="421"/>
                </a:lnTo>
                <a:lnTo>
                  <a:pt x="805" y="419"/>
                </a:lnTo>
                <a:lnTo>
                  <a:pt x="815" y="415"/>
                </a:lnTo>
                <a:lnTo>
                  <a:pt x="825" y="412"/>
                </a:lnTo>
                <a:lnTo>
                  <a:pt x="834" y="407"/>
                </a:lnTo>
                <a:lnTo>
                  <a:pt x="841" y="401"/>
                </a:lnTo>
                <a:lnTo>
                  <a:pt x="849" y="395"/>
                </a:lnTo>
                <a:lnTo>
                  <a:pt x="855" y="387"/>
                </a:lnTo>
                <a:lnTo>
                  <a:pt x="860" y="380"/>
                </a:lnTo>
                <a:lnTo>
                  <a:pt x="866" y="371"/>
                </a:lnTo>
                <a:lnTo>
                  <a:pt x="869" y="362"/>
                </a:lnTo>
                <a:lnTo>
                  <a:pt x="872" y="351"/>
                </a:lnTo>
                <a:lnTo>
                  <a:pt x="875" y="340"/>
                </a:lnTo>
                <a:lnTo>
                  <a:pt x="876" y="330"/>
                </a:lnTo>
                <a:lnTo>
                  <a:pt x="876" y="317"/>
                </a:lnTo>
                <a:lnTo>
                  <a:pt x="876" y="305"/>
                </a:lnTo>
                <a:lnTo>
                  <a:pt x="874" y="293"/>
                </a:lnTo>
                <a:lnTo>
                  <a:pt x="871" y="282"/>
                </a:lnTo>
                <a:lnTo>
                  <a:pt x="867" y="272"/>
                </a:lnTo>
                <a:lnTo>
                  <a:pt x="861" y="262"/>
                </a:lnTo>
                <a:lnTo>
                  <a:pt x="855" y="253"/>
                </a:lnTo>
                <a:lnTo>
                  <a:pt x="848" y="246"/>
                </a:lnTo>
                <a:lnTo>
                  <a:pt x="840" y="238"/>
                </a:lnTo>
                <a:lnTo>
                  <a:pt x="833" y="232"/>
                </a:lnTo>
                <a:lnTo>
                  <a:pt x="824" y="227"/>
                </a:lnTo>
                <a:lnTo>
                  <a:pt x="814" y="222"/>
                </a:lnTo>
                <a:lnTo>
                  <a:pt x="806" y="218"/>
                </a:lnTo>
                <a:lnTo>
                  <a:pt x="797" y="215"/>
                </a:lnTo>
                <a:lnTo>
                  <a:pt x="787" y="213"/>
                </a:lnTo>
                <a:lnTo>
                  <a:pt x="779" y="212"/>
                </a:lnTo>
                <a:lnTo>
                  <a:pt x="771" y="2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953205" y="2263595"/>
            <a:ext cx="316072" cy="316071"/>
            <a:chOff x="10487025" y="773113"/>
            <a:chExt cx="287338" cy="287337"/>
          </a:xfrm>
          <a:solidFill>
            <a:schemeClr val="bg1"/>
          </a:solidFill>
        </p:grpSpPr>
        <p:sp>
          <p:nvSpPr>
            <p:cNvPr id="34" name="Freeform 2328"/>
            <p:cNvSpPr>
              <a:spLocks noEditPoints="1"/>
            </p:cNvSpPr>
            <p:nvPr/>
          </p:nvSpPr>
          <p:spPr bwMode="auto">
            <a:xfrm>
              <a:off x="10536238" y="773113"/>
              <a:ext cx="204788" cy="185738"/>
            </a:xfrm>
            <a:custGeom>
              <a:avLst/>
              <a:gdLst>
                <a:gd name="T0" fmla="*/ 163 w 645"/>
                <a:gd name="T1" fmla="*/ 174 h 583"/>
                <a:gd name="T2" fmla="*/ 219 w 645"/>
                <a:gd name="T3" fmla="*/ 233 h 583"/>
                <a:gd name="T4" fmla="*/ 341 w 645"/>
                <a:gd name="T5" fmla="*/ 412 h 583"/>
                <a:gd name="T6" fmla="*/ 360 w 645"/>
                <a:gd name="T7" fmla="*/ 440 h 583"/>
                <a:gd name="T8" fmla="*/ 378 w 645"/>
                <a:gd name="T9" fmla="*/ 433 h 583"/>
                <a:gd name="T10" fmla="*/ 398 w 645"/>
                <a:gd name="T11" fmla="*/ 409 h 583"/>
                <a:gd name="T12" fmla="*/ 428 w 645"/>
                <a:gd name="T13" fmla="*/ 380 h 583"/>
                <a:gd name="T14" fmla="*/ 462 w 645"/>
                <a:gd name="T15" fmla="*/ 353 h 583"/>
                <a:gd name="T16" fmla="*/ 499 w 645"/>
                <a:gd name="T17" fmla="*/ 330 h 583"/>
                <a:gd name="T18" fmla="*/ 506 w 645"/>
                <a:gd name="T19" fmla="*/ 361 h 583"/>
                <a:gd name="T20" fmla="*/ 480 w 645"/>
                <a:gd name="T21" fmla="*/ 378 h 583"/>
                <a:gd name="T22" fmla="*/ 457 w 645"/>
                <a:gd name="T23" fmla="*/ 396 h 583"/>
                <a:gd name="T24" fmla="*/ 437 w 645"/>
                <a:gd name="T25" fmla="*/ 413 h 583"/>
                <a:gd name="T26" fmla="*/ 419 w 645"/>
                <a:gd name="T27" fmla="*/ 431 h 583"/>
                <a:gd name="T28" fmla="*/ 405 w 645"/>
                <a:gd name="T29" fmla="*/ 449 h 583"/>
                <a:gd name="T30" fmla="*/ 393 w 645"/>
                <a:gd name="T31" fmla="*/ 464 h 583"/>
                <a:gd name="T32" fmla="*/ 384 w 645"/>
                <a:gd name="T33" fmla="*/ 475 h 583"/>
                <a:gd name="T34" fmla="*/ 377 w 645"/>
                <a:gd name="T35" fmla="*/ 486 h 583"/>
                <a:gd name="T36" fmla="*/ 344 w 645"/>
                <a:gd name="T37" fmla="*/ 494 h 583"/>
                <a:gd name="T38" fmla="*/ 293 w 645"/>
                <a:gd name="T39" fmla="*/ 387 h 583"/>
                <a:gd name="T40" fmla="*/ 197 w 645"/>
                <a:gd name="T41" fmla="*/ 256 h 583"/>
                <a:gd name="T42" fmla="*/ 183 w 645"/>
                <a:gd name="T43" fmla="*/ 238 h 583"/>
                <a:gd name="T44" fmla="*/ 158 w 645"/>
                <a:gd name="T45" fmla="*/ 213 h 583"/>
                <a:gd name="T46" fmla="*/ 138 w 645"/>
                <a:gd name="T47" fmla="*/ 191 h 583"/>
                <a:gd name="T48" fmla="*/ 117 w 645"/>
                <a:gd name="T49" fmla="*/ 174 h 583"/>
                <a:gd name="T50" fmla="*/ 215 w 645"/>
                <a:gd name="T51" fmla="*/ 416 h 583"/>
                <a:gd name="T52" fmla="*/ 282 w 645"/>
                <a:gd name="T53" fmla="*/ 431 h 583"/>
                <a:gd name="T54" fmla="*/ 338 w 645"/>
                <a:gd name="T55" fmla="*/ 576 h 583"/>
                <a:gd name="T56" fmla="*/ 355 w 645"/>
                <a:gd name="T57" fmla="*/ 583 h 583"/>
                <a:gd name="T58" fmla="*/ 409 w 645"/>
                <a:gd name="T59" fmla="*/ 493 h 583"/>
                <a:gd name="T60" fmla="*/ 477 w 645"/>
                <a:gd name="T61" fmla="*/ 483 h 583"/>
                <a:gd name="T62" fmla="*/ 532 w 645"/>
                <a:gd name="T63" fmla="*/ 488 h 583"/>
                <a:gd name="T64" fmla="*/ 596 w 645"/>
                <a:gd name="T65" fmla="*/ 449 h 583"/>
                <a:gd name="T66" fmla="*/ 635 w 645"/>
                <a:gd name="T67" fmla="*/ 364 h 583"/>
                <a:gd name="T68" fmla="*/ 644 w 645"/>
                <a:gd name="T69" fmla="*/ 253 h 583"/>
                <a:gd name="T70" fmla="*/ 625 w 645"/>
                <a:gd name="T71" fmla="*/ 185 h 583"/>
                <a:gd name="T72" fmla="*/ 606 w 645"/>
                <a:gd name="T73" fmla="*/ 184 h 583"/>
                <a:gd name="T74" fmla="*/ 509 w 645"/>
                <a:gd name="T75" fmla="*/ 227 h 583"/>
                <a:gd name="T76" fmla="*/ 425 w 645"/>
                <a:gd name="T77" fmla="*/ 260 h 583"/>
                <a:gd name="T78" fmla="*/ 379 w 645"/>
                <a:gd name="T79" fmla="*/ 319 h 583"/>
                <a:gd name="T80" fmla="*/ 385 w 645"/>
                <a:gd name="T81" fmla="*/ 379 h 583"/>
                <a:gd name="T82" fmla="*/ 321 w 645"/>
                <a:gd name="T83" fmla="*/ 319 h 583"/>
                <a:gd name="T84" fmla="*/ 360 w 645"/>
                <a:gd name="T85" fmla="*/ 272 h 583"/>
                <a:gd name="T86" fmla="*/ 367 w 645"/>
                <a:gd name="T87" fmla="*/ 214 h 583"/>
                <a:gd name="T88" fmla="*/ 341 w 645"/>
                <a:gd name="T89" fmla="*/ 149 h 583"/>
                <a:gd name="T90" fmla="*/ 296 w 645"/>
                <a:gd name="T91" fmla="*/ 101 h 583"/>
                <a:gd name="T92" fmla="*/ 188 w 645"/>
                <a:gd name="T93" fmla="*/ 62 h 583"/>
                <a:gd name="T94" fmla="*/ 51 w 645"/>
                <a:gd name="T95" fmla="*/ 5 h 583"/>
                <a:gd name="T96" fmla="*/ 33 w 645"/>
                <a:gd name="T97" fmla="*/ 4 h 583"/>
                <a:gd name="T98" fmla="*/ 12 w 645"/>
                <a:gd name="T99" fmla="*/ 49 h 583"/>
                <a:gd name="T100" fmla="*/ 4 w 645"/>
                <a:gd name="T101" fmla="*/ 194 h 583"/>
                <a:gd name="T102" fmla="*/ 40 w 645"/>
                <a:gd name="T103" fmla="*/ 327 h 583"/>
                <a:gd name="T104" fmla="*/ 117 w 645"/>
                <a:gd name="T105" fmla="*/ 407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45" h="583">
                  <a:moveTo>
                    <a:pt x="138" y="151"/>
                  </a:moveTo>
                  <a:lnTo>
                    <a:pt x="142" y="155"/>
                  </a:lnTo>
                  <a:lnTo>
                    <a:pt x="146" y="158"/>
                  </a:lnTo>
                  <a:lnTo>
                    <a:pt x="152" y="163"/>
                  </a:lnTo>
                  <a:lnTo>
                    <a:pt x="157" y="169"/>
                  </a:lnTo>
                  <a:lnTo>
                    <a:pt x="163" y="174"/>
                  </a:lnTo>
                  <a:lnTo>
                    <a:pt x="169" y="182"/>
                  </a:lnTo>
                  <a:lnTo>
                    <a:pt x="175" y="187"/>
                  </a:lnTo>
                  <a:lnTo>
                    <a:pt x="181" y="191"/>
                  </a:lnTo>
                  <a:lnTo>
                    <a:pt x="184" y="196"/>
                  </a:lnTo>
                  <a:lnTo>
                    <a:pt x="186" y="198"/>
                  </a:lnTo>
                  <a:lnTo>
                    <a:pt x="219" y="233"/>
                  </a:lnTo>
                  <a:lnTo>
                    <a:pt x="247" y="268"/>
                  </a:lnTo>
                  <a:lnTo>
                    <a:pt x="273" y="302"/>
                  </a:lnTo>
                  <a:lnTo>
                    <a:pt x="294" y="333"/>
                  </a:lnTo>
                  <a:lnTo>
                    <a:pt x="314" y="362"/>
                  </a:lnTo>
                  <a:lnTo>
                    <a:pt x="329" y="389"/>
                  </a:lnTo>
                  <a:lnTo>
                    <a:pt x="341" y="412"/>
                  </a:lnTo>
                  <a:lnTo>
                    <a:pt x="351" y="431"/>
                  </a:lnTo>
                  <a:lnTo>
                    <a:pt x="351" y="431"/>
                  </a:lnTo>
                  <a:lnTo>
                    <a:pt x="351" y="431"/>
                  </a:lnTo>
                  <a:lnTo>
                    <a:pt x="353" y="435"/>
                  </a:lnTo>
                  <a:lnTo>
                    <a:pt x="356" y="438"/>
                  </a:lnTo>
                  <a:lnTo>
                    <a:pt x="360" y="440"/>
                  </a:lnTo>
                  <a:lnTo>
                    <a:pt x="363" y="441"/>
                  </a:lnTo>
                  <a:lnTo>
                    <a:pt x="367" y="441"/>
                  </a:lnTo>
                  <a:lnTo>
                    <a:pt x="370" y="440"/>
                  </a:lnTo>
                  <a:lnTo>
                    <a:pt x="374" y="438"/>
                  </a:lnTo>
                  <a:lnTo>
                    <a:pt x="377" y="435"/>
                  </a:lnTo>
                  <a:lnTo>
                    <a:pt x="378" y="433"/>
                  </a:lnTo>
                  <a:lnTo>
                    <a:pt x="379" y="431"/>
                  </a:lnTo>
                  <a:lnTo>
                    <a:pt x="383" y="427"/>
                  </a:lnTo>
                  <a:lnTo>
                    <a:pt x="386" y="423"/>
                  </a:lnTo>
                  <a:lnTo>
                    <a:pt x="389" y="421"/>
                  </a:lnTo>
                  <a:lnTo>
                    <a:pt x="391" y="419"/>
                  </a:lnTo>
                  <a:lnTo>
                    <a:pt x="398" y="409"/>
                  </a:lnTo>
                  <a:lnTo>
                    <a:pt x="407" y="400"/>
                  </a:lnTo>
                  <a:lnTo>
                    <a:pt x="410" y="397"/>
                  </a:lnTo>
                  <a:lnTo>
                    <a:pt x="414" y="394"/>
                  </a:lnTo>
                  <a:lnTo>
                    <a:pt x="419" y="390"/>
                  </a:lnTo>
                  <a:lnTo>
                    <a:pt x="423" y="385"/>
                  </a:lnTo>
                  <a:lnTo>
                    <a:pt x="428" y="380"/>
                  </a:lnTo>
                  <a:lnTo>
                    <a:pt x="433" y="376"/>
                  </a:lnTo>
                  <a:lnTo>
                    <a:pt x="437" y="372"/>
                  </a:lnTo>
                  <a:lnTo>
                    <a:pt x="442" y="368"/>
                  </a:lnTo>
                  <a:lnTo>
                    <a:pt x="450" y="363"/>
                  </a:lnTo>
                  <a:lnTo>
                    <a:pt x="457" y="356"/>
                  </a:lnTo>
                  <a:lnTo>
                    <a:pt x="462" y="353"/>
                  </a:lnTo>
                  <a:lnTo>
                    <a:pt x="466" y="350"/>
                  </a:lnTo>
                  <a:lnTo>
                    <a:pt x="476" y="344"/>
                  </a:lnTo>
                  <a:lnTo>
                    <a:pt x="485" y="337"/>
                  </a:lnTo>
                  <a:lnTo>
                    <a:pt x="489" y="335"/>
                  </a:lnTo>
                  <a:lnTo>
                    <a:pt x="494" y="332"/>
                  </a:lnTo>
                  <a:lnTo>
                    <a:pt x="499" y="330"/>
                  </a:lnTo>
                  <a:lnTo>
                    <a:pt x="504" y="326"/>
                  </a:lnTo>
                  <a:lnTo>
                    <a:pt x="517" y="353"/>
                  </a:lnTo>
                  <a:lnTo>
                    <a:pt x="516" y="354"/>
                  </a:lnTo>
                  <a:lnTo>
                    <a:pt x="514" y="355"/>
                  </a:lnTo>
                  <a:lnTo>
                    <a:pt x="510" y="357"/>
                  </a:lnTo>
                  <a:lnTo>
                    <a:pt x="506" y="361"/>
                  </a:lnTo>
                  <a:lnTo>
                    <a:pt x="501" y="363"/>
                  </a:lnTo>
                  <a:lnTo>
                    <a:pt x="496" y="367"/>
                  </a:lnTo>
                  <a:lnTo>
                    <a:pt x="493" y="369"/>
                  </a:lnTo>
                  <a:lnTo>
                    <a:pt x="488" y="371"/>
                  </a:lnTo>
                  <a:lnTo>
                    <a:pt x="484" y="375"/>
                  </a:lnTo>
                  <a:lnTo>
                    <a:pt x="480" y="378"/>
                  </a:lnTo>
                  <a:lnTo>
                    <a:pt x="476" y="380"/>
                  </a:lnTo>
                  <a:lnTo>
                    <a:pt x="472" y="383"/>
                  </a:lnTo>
                  <a:lnTo>
                    <a:pt x="468" y="386"/>
                  </a:lnTo>
                  <a:lnTo>
                    <a:pt x="464" y="390"/>
                  </a:lnTo>
                  <a:lnTo>
                    <a:pt x="460" y="393"/>
                  </a:lnTo>
                  <a:lnTo>
                    <a:pt x="457" y="396"/>
                  </a:lnTo>
                  <a:lnTo>
                    <a:pt x="453" y="398"/>
                  </a:lnTo>
                  <a:lnTo>
                    <a:pt x="450" y="401"/>
                  </a:lnTo>
                  <a:lnTo>
                    <a:pt x="447" y="405"/>
                  </a:lnTo>
                  <a:lnTo>
                    <a:pt x="443" y="408"/>
                  </a:lnTo>
                  <a:lnTo>
                    <a:pt x="440" y="411"/>
                  </a:lnTo>
                  <a:lnTo>
                    <a:pt x="437" y="413"/>
                  </a:lnTo>
                  <a:lnTo>
                    <a:pt x="434" y="416"/>
                  </a:lnTo>
                  <a:lnTo>
                    <a:pt x="430" y="420"/>
                  </a:lnTo>
                  <a:lnTo>
                    <a:pt x="427" y="423"/>
                  </a:lnTo>
                  <a:lnTo>
                    <a:pt x="425" y="426"/>
                  </a:lnTo>
                  <a:lnTo>
                    <a:pt x="422" y="429"/>
                  </a:lnTo>
                  <a:lnTo>
                    <a:pt x="419" y="431"/>
                  </a:lnTo>
                  <a:lnTo>
                    <a:pt x="417" y="435"/>
                  </a:lnTo>
                  <a:lnTo>
                    <a:pt x="414" y="438"/>
                  </a:lnTo>
                  <a:lnTo>
                    <a:pt x="411" y="440"/>
                  </a:lnTo>
                  <a:lnTo>
                    <a:pt x="409" y="444"/>
                  </a:lnTo>
                  <a:lnTo>
                    <a:pt x="407" y="446"/>
                  </a:lnTo>
                  <a:lnTo>
                    <a:pt x="405" y="449"/>
                  </a:lnTo>
                  <a:lnTo>
                    <a:pt x="403" y="451"/>
                  </a:lnTo>
                  <a:lnTo>
                    <a:pt x="400" y="454"/>
                  </a:lnTo>
                  <a:lnTo>
                    <a:pt x="398" y="457"/>
                  </a:lnTo>
                  <a:lnTo>
                    <a:pt x="396" y="459"/>
                  </a:lnTo>
                  <a:lnTo>
                    <a:pt x="395" y="461"/>
                  </a:lnTo>
                  <a:lnTo>
                    <a:pt x="393" y="464"/>
                  </a:lnTo>
                  <a:lnTo>
                    <a:pt x="391" y="466"/>
                  </a:lnTo>
                  <a:lnTo>
                    <a:pt x="390" y="468"/>
                  </a:lnTo>
                  <a:lnTo>
                    <a:pt x="388" y="470"/>
                  </a:lnTo>
                  <a:lnTo>
                    <a:pt x="386" y="472"/>
                  </a:lnTo>
                  <a:lnTo>
                    <a:pt x="385" y="474"/>
                  </a:lnTo>
                  <a:lnTo>
                    <a:pt x="384" y="475"/>
                  </a:lnTo>
                  <a:lnTo>
                    <a:pt x="382" y="478"/>
                  </a:lnTo>
                  <a:lnTo>
                    <a:pt x="381" y="480"/>
                  </a:lnTo>
                  <a:lnTo>
                    <a:pt x="380" y="482"/>
                  </a:lnTo>
                  <a:lnTo>
                    <a:pt x="379" y="483"/>
                  </a:lnTo>
                  <a:lnTo>
                    <a:pt x="378" y="485"/>
                  </a:lnTo>
                  <a:lnTo>
                    <a:pt x="377" y="486"/>
                  </a:lnTo>
                  <a:lnTo>
                    <a:pt x="377" y="487"/>
                  </a:lnTo>
                  <a:lnTo>
                    <a:pt x="376" y="487"/>
                  </a:lnTo>
                  <a:lnTo>
                    <a:pt x="373" y="494"/>
                  </a:lnTo>
                  <a:lnTo>
                    <a:pt x="371" y="496"/>
                  </a:lnTo>
                  <a:lnTo>
                    <a:pt x="354" y="529"/>
                  </a:lnTo>
                  <a:lnTo>
                    <a:pt x="344" y="494"/>
                  </a:lnTo>
                  <a:lnTo>
                    <a:pt x="343" y="488"/>
                  </a:lnTo>
                  <a:lnTo>
                    <a:pt x="336" y="474"/>
                  </a:lnTo>
                  <a:lnTo>
                    <a:pt x="326" y="452"/>
                  </a:lnTo>
                  <a:lnTo>
                    <a:pt x="312" y="423"/>
                  </a:lnTo>
                  <a:lnTo>
                    <a:pt x="303" y="406"/>
                  </a:lnTo>
                  <a:lnTo>
                    <a:pt x="293" y="387"/>
                  </a:lnTo>
                  <a:lnTo>
                    <a:pt x="280" y="368"/>
                  </a:lnTo>
                  <a:lnTo>
                    <a:pt x="267" y="347"/>
                  </a:lnTo>
                  <a:lnTo>
                    <a:pt x="252" y="325"/>
                  </a:lnTo>
                  <a:lnTo>
                    <a:pt x="235" y="303"/>
                  </a:lnTo>
                  <a:lnTo>
                    <a:pt x="217" y="279"/>
                  </a:lnTo>
                  <a:lnTo>
                    <a:pt x="197" y="256"/>
                  </a:lnTo>
                  <a:lnTo>
                    <a:pt x="197" y="256"/>
                  </a:lnTo>
                  <a:lnTo>
                    <a:pt x="197" y="256"/>
                  </a:lnTo>
                  <a:lnTo>
                    <a:pt x="191" y="248"/>
                  </a:lnTo>
                  <a:lnTo>
                    <a:pt x="185" y="242"/>
                  </a:lnTo>
                  <a:lnTo>
                    <a:pt x="184" y="241"/>
                  </a:lnTo>
                  <a:lnTo>
                    <a:pt x="183" y="238"/>
                  </a:lnTo>
                  <a:lnTo>
                    <a:pt x="177" y="233"/>
                  </a:lnTo>
                  <a:lnTo>
                    <a:pt x="172" y="227"/>
                  </a:lnTo>
                  <a:lnTo>
                    <a:pt x="170" y="224"/>
                  </a:lnTo>
                  <a:lnTo>
                    <a:pt x="168" y="223"/>
                  </a:lnTo>
                  <a:lnTo>
                    <a:pt x="163" y="218"/>
                  </a:lnTo>
                  <a:lnTo>
                    <a:pt x="158" y="213"/>
                  </a:lnTo>
                  <a:lnTo>
                    <a:pt x="156" y="209"/>
                  </a:lnTo>
                  <a:lnTo>
                    <a:pt x="153" y="207"/>
                  </a:lnTo>
                  <a:lnTo>
                    <a:pt x="148" y="202"/>
                  </a:lnTo>
                  <a:lnTo>
                    <a:pt x="143" y="198"/>
                  </a:lnTo>
                  <a:lnTo>
                    <a:pt x="141" y="194"/>
                  </a:lnTo>
                  <a:lnTo>
                    <a:pt x="138" y="191"/>
                  </a:lnTo>
                  <a:lnTo>
                    <a:pt x="132" y="187"/>
                  </a:lnTo>
                  <a:lnTo>
                    <a:pt x="128" y="183"/>
                  </a:lnTo>
                  <a:lnTo>
                    <a:pt x="125" y="179"/>
                  </a:lnTo>
                  <a:lnTo>
                    <a:pt x="121" y="175"/>
                  </a:lnTo>
                  <a:lnTo>
                    <a:pt x="119" y="174"/>
                  </a:lnTo>
                  <a:lnTo>
                    <a:pt x="117" y="174"/>
                  </a:lnTo>
                  <a:lnTo>
                    <a:pt x="138" y="151"/>
                  </a:lnTo>
                  <a:close/>
                  <a:moveTo>
                    <a:pt x="177" y="424"/>
                  </a:moveTo>
                  <a:lnTo>
                    <a:pt x="186" y="424"/>
                  </a:lnTo>
                  <a:lnTo>
                    <a:pt x="195" y="423"/>
                  </a:lnTo>
                  <a:lnTo>
                    <a:pt x="204" y="420"/>
                  </a:lnTo>
                  <a:lnTo>
                    <a:pt x="215" y="416"/>
                  </a:lnTo>
                  <a:lnTo>
                    <a:pt x="225" y="411"/>
                  </a:lnTo>
                  <a:lnTo>
                    <a:pt x="234" y="404"/>
                  </a:lnTo>
                  <a:lnTo>
                    <a:pt x="245" y="395"/>
                  </a:lnTo>
                  <a:lnTo>
                    <a:pt x="255" y="383"/>
                  </a:lnTo>
                  <a:lnTo>
                    <a:pt x="271" y="409"/>
                  </a:lnTo>
                  <a:lnTo>
                    <a:pt x="282" y="431"/>
                  </a:lnTo>
                  <a:lnTo>
                    <a:pt x="293" y="452"/>
                  </a:lnTo>
                  <a:lnTo>
                    <a:pt x="302" y="469"/>
                  </a:lnTo>
                  <a:lnTo>
                    <a:pt x="311" y="494"/>
                  </a:lnTo>
                  <a:lnTo>
                    <a:pt x="315" y="503"/>
                  </a:lnTo>
                  <a:lnTo>
                    <a:pt x="336" y="572"/>
                  </a:lnTo>
                  <a:lnTo>
                    <a:pt x="338" y="576"/>
                  </a:lnTo>
                  <a:lnTo>
                    <a:pt x="341" y="579"/>
                  </a:lnTo>
                  <a:lnTo>
                    <a:pt x="346" y="582"/>
                  </a:lnTo>
                  <a:lnTo>
                    <a:pt x="350" y="583"/>
                  </a:lnTo>
                  <a:lnTo>
                    <a:pt x="350" y="583"/>
                  </a:lnTo>
                  <a:lnTo>
                    <a:pt x="351" y="583"/>
                  </a:lnTo>
                  <a:lnTo>
                    <a:pt x="355" y="583"/>
                  </a:lnTo>
                  <a:lnTo>
                    <a:pt x="359" y="580"/>
                  </a:lnTo>
                  <a:lnTo>
                    <a:pt x="362" y="578"/>
                  </a:lnTo>
                  <a:lnTo>
                    <a:pt x="364" y="575"/>
                  </a:lnTo>
                  <a:lnTo>
                    <a:pt x="398" y="511"/>
                  </a:lnTo>
                  <a:lnTo>
                    <a:pt x="402" y="505"/>
                  </a:lnTo>
                  <a:lnTo>
                    <a:pt x="409" y="493"/>
                  </a:lnTo>
                  <a:lnTo>
                    <a:pt x="422" y="474"/>
                  </a:lnTo>
                  <a:lnTo>
                    <a:pt x="441" y="453"/>
                  </a:lnTo>
                  <a:lnTo>
                    <a:pt x="450" y="464"/>
                  </a:lnTo>
                  <a:lnTo>
                    <a:pt x="458" y="471"/>
                  </a:lnTo>
                  <a:lnTo>
                    <a:pt x="468" y="479"/>
                  </a:lnTo>
                  <a:lnTo>
                    <a:pt x="477" y="483"/>
                  </a:lnTo>
                  <a:lnTo>
                    <a:pt x="485" y="487"/>
                  </a:lnTo>
                  <a:lnTo>
                    <a:pt x="495" y="489"/>
                  </a:lnTo>
                  <a:lnTo>
                    <a:pt x="502" y="490"/>
                  </a:lnTo>
                  <a:lnTo>
                    <a:pt x="511" y="490"/>
                  </a:lnTo>
                  <a:lnTo>
                    <a:pt x="522" y="490"/>
                  </a:lnTo>
                  <a:lnTo>
                    <a:pt x="532" y="488"/>
                  </a:lnTo>
                  <a:lnTo>
                    <a:pt x="544" y="485"/>
                  </a:lnTo>
                  <a:lnTo>
                    <a:pt x="555" y="480"/>
                  </a:lnTo>
                  <a:lnTo>
                    <a:pt x="566" y="473"/>
                  </a:lnTo>
                  <a:lnTo>
                    <a:pt x="576" y="467"/>
                  </a:lnTo>
                  <a:lnTo>
                    <a:pt x="586" y="458"/>
                  </a:lnTo>
                  <a:lnTo>
                    <a:pt x="596" y="449"/>
                  </a:lnTo>
                  <a:lnTo>
                    <a:pt x="604" y="438"/>
                  </a:lnTo>
                  <a:lnTo>
                    <a:pt x="612" y="426"/>
                  </a:lnTo>
                  <a:lnTo>
                    <a:pt x="619" y="412"/>
                  </a:lnTo>
                  <a:lnTo>
                    <a:pt x="626" y="397"/>
                  </a:lnTo>
                  <a:lnTo>
                    <a:pt x="631" y="381"/>
                  </a:lnTo>
                  <a:lnTo>
                    <a:pt x="635" y="364"/>
                  </a:lnTo>
                  <a:lnTo>
                    <a:pt x="640" y="346"/>
                  </a:lnTo>
                  <a:lnTo>
                    <a:pt x="643" y="327"/>
                  </a:lnTo>
                  <a:lnTo>
                    <a:pt x="644" y="308"/>
                  </a:lnTo>
                  <a:lnTo>
                    <a:pt x="645" y="290"/>
                  </a:lnTo>
                  <a:lnTo>
                    <a:pt x="645" y="272"/>
                  </a:lnTo>
                  <a:lnTo>
                    <a:pt x="644" y="253"/>
                  </a:lnTo>
                  <a:lnTo>
                    <a:pt x="642" y="236"/>
                  </a:lnTo>
                  <a:lnTo>
                    <a:pt x="639" y="219"/>
                  </a:lnTo>
                  <a:lnTo>
                    <a:pt x="634" y="204"/>
                  </a:lnTo>
                  <a:lnTo>
                    <a:pt x="629" y="190"/>
                  </a:lnTo>
                  <a:lnTo>
                    <a:pt x="627" y="187"/>
                  </a:lnTo>
                  <a:lnTo>
                    <a:pt x="625" y="185"/>
                  </a:lnTo>
                  <a:lnTo>
                    <a:pt x="621" y="184"/>
                  </a:lnTo>
                  <a:lnTo>
                    <a:pt x="619" y="183"/>
                  </a:lnTo>
                  <a:lnTo>
                    <a:pt x="615" y="182"/>
                  </a:lnTo>
                  <a:lnTo>
                    <a:pt x="612" y="183"/>
                  </a:lnTo>
                  <a:lnTo>
                    <a:pt x="609" y="183"/>
                  </a:lnTo>
                  <a:lnTo>
                    <a:pt x="606" y="184"/>
                  </a:lnTo>
                  <a:lnTo>
                    <a:pt x="593" y="193"/>
                  </a:lnTo>
                  <a:lnTo>
                    <a:pt x="581" y="201"/>
                  </a:lnTo>
                  <a:lnTo>
                    <a:pt x="569" y="207"/>
                  </a:lnTo>
                  <a:lnTo>
                    <a:pt x="556" y="212"/>
                  </a:lnTo>
                  <a:lnTo>
                    <a:pt x="532" y="220"/>
                  </a:lnTo>
                  <a:lnTo>
                    <a:pt x="509" y="227"/>
                  </a:lnTo>
                  <a:lnTo>
                    <a:pt x="488" y="232"/>
                  </a:lnTo>
                  <a:lnTo>
                    <a:pt x="468" y="240"/>
                  </a:lnTo>
                  <a:lnTo>
                    <a:pt x="457" y="243"/>
                  </a:lnTo>
                  <a:lnTo>
                    <a:pt x="447" y="248"/>
                  </a:lnTo>
                  <a:lnTo>
                    <a:pt x="436" y="253"/>
                  </a:lnTo>
                  <a:lnTo>
                    <a:pt x="425" y="260"/>
                  </a:lnTo>
                  <a:lnTo>
                    <a:pt x="414" y="268"/>
                  </a:lnTo>
                  <a:lnTo>
                    <a:pt x="405" y="277"/>
                  </a:lnTo>
                  <a:lnTo>
                    <a:pt x="396" y="287"/>
                  </a:lnTo>
                  <a:lnTo>
                    <a:pt x="389" y="297"/>
                  </a:lnTo>
                  <a:lnTo>
                    <a:pt x="382" y="308"/>
                  </a:lnTo>
                  <a:lnTo>
                    <a:pt x="379" y="319"/>
                  </a:lnTo>
                  <a:lnTo>
                    <a:pt x="376" y="330"/>
                  </a:lnTo>
                  <a:lnTo>
                    <a:pt x="375" y="341"/>
                  </a:lnTo>
                  <a:lnTo>
                    <a:pt x="376" y="350"/>
                  </a:lnTo>
                  <a:lnTo>
                    <a:pt x="377" y="359"/>
                  </a:lnTo>
                  <a:lnTo>
                    <a:pt x="380" y="369"/>
                  </a:lnTo>
                  <a:lnTo>
                    <a:pt x="385" y="379"/>
                  </a:lnTo>
                  <a:lnTo>
                    <a:pt x="377" y="390"/>
                  </a:lnTo>
                  <a:lnTo>
                    <a:pt x="368" y="398"/>
                  </a:lnTo>
                  <a:lnTo>
                    <a:pt x="359" y="381"/>
                  </a:lnTo>
                  <a:lnTo>
                    <a:pt x="348" y="362"/>
                  </a:lnTo>
                  <a:lnTo>
                    <a:pt x="335" y="340"/>
                  </a:lnTo>
                  <a:lnTo>
                    <a:pt x="321" y="319"/>
                  </a:lnTo>
                  <a:lnTo>
                    <a:pt x="330" y="311"/>
                  </a:lnTo>
                  <a:lnTo>
                    <a:pt x="337" y="304"/>
                  </a:lnTo>
                  <a:lnTo>
                    <a:pt x="345" y="296"/>
                  </a:lnTo>
                  <a:lnTo>
                    <a:pt x="350" y="289"/>
                  </a:lnTo>
                  <a:lnTo>
                    <a:pt x="355" y="280"/>
                  </a:lnTo>
                  <a:lnTo>
                    <a:pt x="360" y="272"/>
                  </a:lnTo>
                  <a:lnTo>
                    <a:pt x="363" y="263"/>
                  </a:lnTo>
                  <a:lnTo>
                    <a:pt x="365" y="253"/>
                  </a:lnTo>
                  <a:lnTo>
                    <a:pt x="367" y="244"/>
                  </a:lnTo>
                  <a:lnTo>
                    <a:pt x="368" y="233"/>
                  </a:lnTo>
                  <a:lnTo>
                    <a:pt x="368" y="223"/>
                  </a:lnTo>
                  <a:lnTo>
                    <a:pt x="367" y="214"/>
                  </a:lnTo>
                  <a:lnTo>
                    <a:pt x="366" y="205"/>
                  </a:lnTo>
                  <a:lnTo>
                    <a:pt x="364" y="196"/>
                  </a:lnTo>
                  <a:lnTo>
                    <a:pt x="361" y="187"/>
                  </a:lnTo>
                  <a:lnTo>
                    <a:pt x="358" y="178"/>
                  </a:lnTo>
                  <a:lnTo>
                    <a:pt x="350" y="163"/>
                  </a:lnTo>
                  <a:lnTo>
                    <a:pt x="341" y="149"/>
                  </a:lnTo>
                  <a:lnTo>
                    <a:pt x="333" y="137"/>
                  </a:lnTo>
                  <a:lnTo>
                    <a:pt x="324" y="127"/>
                  </a:lnTo>
                  <a:lnTo>
                    <a:pt x="318" y="119"/>
                  </a:lnTo>
                  <a:lnTo>
                    <a:pt x="310" y="113"/>
                  </a:lnTo>
                  <a:lnTo>
                    <a:pt x="304" y="107"/>
                  </a:lnTo>
                  <a:lnTo>
                    <a:pt x="296" y="101"/>
                  </a:lnTo>
                  <a:lnTo>
                    <a:pt x="280" y="92"/>
                  </a:lnTo>
                  <a:lnTo>
                    <a:pt x="263" y="84"/>
                  </a:lnTo>
                  <a:lnTo>
                    <a:pt x="245" y="77"/>
                  </a:lnTo>
                  <a:lnTo>
                    <a:pt x="227" y="71"/>
                  </a:lnTo>
                  <a:lnTo>
                    <a:pt x="207" y="67"/>
                  </a:lnTo>
                  <a:lnTo>
                    <a:pt x="188" y="62"/>
                  </a:lnTo>
                  <a:lnTo>
                    <a:pt x="153" y="53"/>
                  </a:lnTo>
                  <a:lnTo>
                    <a:pt x="117" y="41"/>
                  </a:lnTo>
                  <a:lnTo>
                    <a:pt x="100" y="34"/>
                  </a:lnTo>
                  <a:lnTo>
                    <a:pt x="83" y="26"/>
                  </a:lnTo>
                  <a:lnTo>
                    <a:pt x="67" y="16"/>
                  </a:lnTo>
                  <a:lnTo>
                    <a:pt x="51" y="5"/>
                  </a:lnTo>
                  <a:lnTo>
                    <a:pt x="48" y="3"/>
                  </a:lnTo>
                  <a:lnTo>
                    <a:pt x="45" y="1"/>
                  </a:lnTo>
                  <a:lnTo>
                    <a:pt x="41" y="0"/>
                  </a:lnTo>
                  <a:lnTo>
                    <a:pt x="38" y="1"/>
                  </a:lnTo>
                  <a:lnTo>
                    <a:pt x="35" y="3"/>
                  </a:lnTo>
                  <a:lnTo>
                    <a:pt x="33" y="4"/>
                  </a:lnTo>
                  <a:lnTo>
                    <a:pt x="29" y="6"/>
                  </a:lnTo>
                  <a:lnTo>
                    <a:pt x="28" y="9"/>
                  </a:lnTo>
                  <a:lnTo>
                    <a:pt x="23" y="19"/>
                  </a:lnTo>
                  <a:lnTo>
                    <a:pt x="19" y="28"/>
                  </a:lnTo>
                  <a:lnTo>
                    <a:pt x="15" y="38"/>
                  </a:lnTo>
                  <a:lnTo>
                    <a:pt x="12" y="49"/>
                  </a:lnTo>
                  <a:lnTo>
                    <a:pt x="7" y="71"/>
                  </a:lnTo>
                  <a:lnTo>
                    <a:pt x="4" y="95"/>
                  </a:lnTo>
                  <a:lnTo>
                    <a:pt x="1" y="119"/>
                  </a:lnTo>
                  <a:lnTo>
                    <a:pt x="0" y="144"/>
                  </a:lnTo>
                  <a:lnTo>
                    <a:pt x="1" y="169"/>
                  </a:lnTo>
                  <a:lnTo>
                    <a:pt x="4" y="194"/>
                  </a:lnTo>
                  <a:lnTo>
                    <a:pt x="7" y="219"/>
                  </a:lnTo>
                  <a:lnTo>
                    <a:pt x="11" y="243"/>
                  </a:lnTo>
                  <a:lnTo>
                    <a:pt x="16" y="266"/>
                  </a:lnTo>
                  <a:lnTo>
                    <a:pt x="24" y="288"/>
                  </a:lnTo>
                  <a:lnTo>
                    <a:pt x="31" y="309"/>
                  </a:lnTo>
                  <a:lnTo>
                    <a:pt x="40" y="327"/>
                  </a:lnTo>
                  <a:lnTo>
                    <a:pt x="50" y="344"/>
                  </a:lnTo>
                  <a:lnTo>
                    <a:pt x="59" y="357"/>
                  </a:lnTo>
                  <a:lnTo>
                    <a:pt x="73" y="372"/>
                  </a:lnTo>
                  <a:lnTo>
                    <a:pt x="88" y="386"/>
                  </a:lnTo>
                  <a:lnTo>
                    <a:pt x="102" y="397"/>
                  </a:lnTo>
                  <a:lnTo>
                    <a:pt x="117" y="407"/>
                  </a:lnTo>
                  <a:lnTo>
                    <a:pt x="132" y="414"/>
                  </a:lnTo>
                  <a:lnTo>
                    <a:pt x="147" y="420"/>
                  </a:lnTo>
                  <a:lnTo>
                    <a:pt x="162" y="423"/>
                  </a:lnTo>
                  <a:lnTo>
                    <a:pt x="177" y="4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5" name="Freeform 2329"/>
            <p:cNvSpPr>
              <a:spLocks/>
            </p:cNvSpPr>
            <p:nvPr/>
          </p:nvSpPr>
          <p:spPr bwMode="auto">
            <a:xfrm>
              <a:off x="10487025" y="946150"/>
              <a:ext cx="57150" cy="95250"/>
            </a:xfrm>
            <a:custGeom>
              <a:avLst/>
              <a:gdLst>
                <a:gd name="T0" fmla="*/ 166 w 181"/>
                <a:gd name="T1" fmla="*/ 0 h 301"/>
                <a:gd name="T2" fmla="*/ 15 w 181"/>
                <a:gd name="T3" fmla="*/ 0 h 301"/>
                <a:gd name="T4" fmla="*/ 12 w 181"/>
                <a:gd name="T5" fmla="*/ 0 h 301"/>
                <a:gd name="T6" fmla="*/ 10 w 181"/>
                <a:gd name="T7" fmla="*/ 1 h 301"/>
                <a:gd name="T8" fmla="*/ 6 w 181"/>
                <a:gd name="T9" fmla="*/ 2 h 301"/>
                <a:gd name="T10" fmla="*/ 4 w 181"/>
                <a:gd name="T11" fmla="*/ 4 h 301"/>
                <a:gd name="T12" fmla="*/ 2 w 181"/>
                <a:gd name="T13" fmla="*/ 6 h 301"/>
                <a:gd name="T14" fmla="*/ 1 w 181"/>
                <a:gd name="T15" fmla="*/ 9 h 301"/>
                <a:gd name="T16" fmla="*/ 0 w 181"/>
                <a:gd name="T17" fmla="*/ 12 h 301"/>
                <a:gd name="T18" fmla="*/ 0 w 181"/>
                <a:gd name="T19" fmla="*/ 15 h 301"/>
                <a:gd name="T20" fmla="*/ 0 w 181"/>
                <a:gd name="T21" fmla="*/ 286 h 301"/>
                <a:gd name="T22" fmla="*/ 0 w 181"/>
                <a:gd name="T23" fmla="*/ 290 h 301"/>
                <a:gd name="T24" fmla="*/ 1 w 181"/>
                <a:gd name="T25" fmla="*/ 293 h 301"/>
                <a:gd name="T26" fmla="*/ 2 w 181"/>
                <a:gd name="T27" fmla="*/ 295 h 301"/>
                <a:gd name="T28" fmla="*/ 4 w 181"/>
                <a:gd name="T29" fmla="*/ 297 h 301"/>
                <a:gd name="T30" fmla="*/ 6 w 181"/>
                <a:gd name="T31" fmla="*/ 299 h 301"/>
                <a:gd name="T32" fmla="*/ 10 w 181"/>
                <a:gd name="T33" fmla="*/ 300 h 301"/>
                <a:gd name="T34" fmla="*/ 12 w 181"/>
                <a:gd name="T35" fmla="*/ 301 h 301"/>
                <a:gd name="T36" fmla="*/ 15 w 181"/>
                <a:gd name="T37" fmla="*/ 301 h 301"/>
                <a:gd name="T38" fmla="*/ 166 w 181"/>
                <a:gd name="T39" fmla="*/ 301 h 301"/>
                <a:gd name="T40" fmla="*/ 169 w 181"/>
                <a:gd name="T41" fmla="*/ 301 h 301"/>
                <a:gd name="T42" fmla="*/ 171 w 181"/>
                <a:gd name="T43" fmla="*/ 300 h 301"/>
                <a:gd name="T44" fmla="*/ 175 w 181"/>
                <a:gd name="T45" fmla="*/ 299 h 301"/>
                <a:gd name="T46" fmla="*/ 177 w 181"/>
                <a:gd name="T47" fmla="*/ 297 h 301"/>
                <a:gd name="T48" fmla="*/ 178 w 181"/>
                <a:gd name="T49" fmla="*/ 295 h 301"/>
                <a:gd name="T50" fmla="*/ 180 w 181"/>
                <a:gd name="T51" fmla="*/ 293 h 301"/>
                <a:gd name="T52" fmla="*/ 181 w 181"/>
                <a:gd name="T53" fmla="*/ 290 h 301"/>
                <a:gd name="T54" fmla="*/ 181 w 181"/>
                <a:gd name="T55" fmla="*/ 286 h 301"/>
                <a:gd name="T56" fmla="*/ 181 w 181"/>
                <a:gd name="T57" fmla="*/ 15 h 301"/>
                <a:gd name="T58" fmla="*/ 181 w 181"/>
                <a:gd name="T59" fmla="*/ 12 h 301"/>
                <a:gd name="T60" fmla="*/ 180 w 181"/>
                <a:gd name="T61" fmla="*/ 9 h 301"/>
                <a:gd name="T62" fmla="*/ 179 w 181"/>
                <a:gd name="T63" fmla="*/ 6 h 301"/>
                <a:gd name="T64" fmla="*/ 177 w 181"/>
                <a:gd name="T65" fmla="*/ 4 h 301"/>
                <a:gd name="T66" fmla="*/ 175 w 181"/>
                <a:gd name="T67" fmla="*/ 2 h 301"/>
                <a:gd name="T68" fmla="*/ 171 w 181"/>
                <a:gd name="T69" fmla="*/ 1 h 301"/>
                <a:gd name="T70" fmla="*/ 169 w 181"/>
                <a:gd name="T71" fmla="*/ 0 h 301"/>
                <a:gd name="T72" fmla="*/ 166 w 181"/>
                <a:gd name="T7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81" h="301">
                  <a:moveTo>
                    <a:pt x="16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86"/>
                  </a:lnTo>
                  <a:lnTo>
                    <a:pt x="0" y="290"/>
                  </a:lnTo>
                  <a:lnTo>
                    <a:pt x="1" y="293"/>
                  </a:lnTo>
                  <a:lnTo>
                    <a:pt x="2" y="295"/>
                  </a:lnTo>
                  <a:lnTo>
                    <a:pt x="4" y="297"/>
                  </a:lnTo>
                  <a:lnTo>
                    <a:pt x="6" y="299"/>
                  </a:lnTo>
                  <a:lnTo>
                    <a:pt x="10" y="300"/>
                  </a:lnTo>
                  <a:lnTo>
                    <a:pt x="12" y="301"/>
                  </a:lnTo>
                  <a:lnTo>
                    <a:pt x="15" y="301"/>
                  </a:lnTo>
                  <a:lnTo>
                    <a:pt x="166" y="301"/>
                  </a:lnTo>
                  <a:lnTo>
                    <a:pt x="169" y="301"/>
                  </a:lnTo>
                  <a:lnTo>
                    <a:pt x="171" y="300"/>
                  </a:lnTo>
                  <a:lnTo>
                    <a:pt x="175" y="299"/>
                  </a:lnTo>
                  <a:lnTo>
                    <a:pt x="177" y="297"/>
                  </a:lnTo>
                  <a:lnTo>
                    <a:pt x="178" y="295"/>
                  </a:lnTo>
                  <a:lnTo>
                    <a:pt x="180" y="293"/>
                  </a:lnTo>
                  <a:lnTo>
                    <a:pt x="181" y="290"/>
                  </a:lnTo>
                  <a:lnTo>
                    <a:pt x="181" y="286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9" y="6"/>
                  </a:lnTo>
                  <a:lnTo>
                    <a:pt x="177" y="4"/>
                  </a:lnTo>
                  <a:lnTo>
                    <a:pt x="175" y="2"/>
                  </a:lnTo>
                  <a:lnTo>
                    <a:pt x="171" y="1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36" name="Freeform 2330"/>
            <p:cNvSpPr>
              <a:spLocks/>
            </p:cNvSpPr>
            <p:nvPr/>
          </p:nvSpPr>
          <p:spPr bwMode="auto">
            <a:xfrm>
              <a:off x="10548938" y="955675"/>
              <a:ext cx="225425" cy="104775"/>
            </a:xfrm>
            <a:custGeom>
              <a:avLst/>
              <a:gdLst>
                <a:gd name="T0" fmla="*/ 690 w 710"/>
                <a:gd name="T1" fmla="*/ 110 h 332"/>
                <a:gd name="T2" fmla="*/ 667 w 710"/>
                <a:gd name="T3" fmla="*/ 95 h 332"/>
                <a:gd name="T4" fmla="*/ 645 w 710"/>
                <a:gd name="T5" fmla="*/ 88 h 332"/>
                <a:gd name="T6" fmla="*/ 623 w 710"/>
                <a:gd name="T7" fmla="*/ 86 h 332"/>
                <a:gd name="T8" fmla="*/ 584 w 710"/>
                <a:gd name="T9" fmla="*/ 92 h 332"/>
                <a:gd name="T10" fmla="*/ 503 w 710"/>
                <a:gd name="T11" fmla="*/ 138 h 332"/>
                <a:gd name="T12" fmla="*/ 487 w 710"/>
                <a:gd name="T13" fmla="*/ 163 h 332"/>
                <a:gd name="T14" fmla="*/ 469 w 710"/>
                <a:gd name="T15" fmla="*/ 175 h 332"/>
                <a:gd name="T16" fmla="*/ 446 w 710"/>
                <a:gd name="T17" fmla="*/ 180 h 332"/>
                <a:gd name="T18" fmla="*/ 226 w 710"/>
                <a:gd name="T19" fmla="*/ 181 h 332"/>
                <a:gd name="T20" fmla="*/ 218 w 710"/>
                <a:gd name="T21" fmla="*/ 179 h 332"/>
                <a:gd name="T22" fmla="*/ 213 w 710"/>
                <a:gd name="T23" fmla="*/ 172 h 332"/>
                <a:gd name="T24" fmla="*/ 211 w 710"/>
                <a:gd name="T25" fmla="*/ 163 h 332"/>
                <a:gd name="T26" fmla="*/ 216 w 710"/>
                <a:gd name="T27" fmla="*/ 156 h 332"/>
                <a:gd name="T28" fmla="*/ 223 w 710"/>
                <a:gd name="T29" fmla="*/ 151 h 332"/>
                <a:gd name="T30" fmla="*/ 438 w 710"/>
                <a:gd name="T31" fmla="*/ 151 h 332"/>
                <a:gd name="T32" fmla="*/ 462 w 710"/>
                <a:gd name="T33" fmla="*/ 143 h 332"/>
                <a:gd name="T34" fmla="*/ 477 w 710"/>
                <a:gd name="T35" fmla="*/ 123 h 332"/>
                <a:gd name="T36" fmla="*/ 480 w 710"/>
                <a:gd name="T37" fmla="*/ 102 h 332"/>
                <a:gd name="T38" fmla="*/ 471 w 710"/>
                <a:gd name="T39" fmla="*/ 84 h 332"/>
                <a:gd name="T40" fmla="*/ 452 w 710"/>
                <a:gd name="T41" fmla="*/ 67 h 332"/>
                <a:gd name="T42" fmla="*/ 423 w 710"/>
                <a:gd name="T43" fmla="*/ 60 h 332"/>
                <a:gd name="T44" fmla="*/ 391 w 710"/>
                <a:gd name="T45" fmla="*/ 60 h 332"/>
                <a:gd name="T46" fmla="*/ 365 w 710"/>
                <a:gd name="T47" fmla="*/ 60 h 332"/>
                <a:gd name="T48" fmla="*/ 338 w 710"/>
                <a:gd name="T49" fmla="*/ 60 h 332"/>
                <a:gd name="T50" fmla="*/ 308 w 710"/>
                <a:gd name="T51" fmla="*/ 60 h 332"/>
                <a:gd name="T52" fmla="*/ 247 w 710"/>
                <a:gd name="T53" fmla="*/ 24 h 332"/>
                <a:gd name="T54" fmla="*/ 181 w 710"/>
                <a:gd name="T55" fmla="*/ 3 h 332"/>
                <a:gd name="T56" fmla="*/ 15 w 710"/>
                <a:gd name="T57" fmla="*/ 0 h 332"/>
                <a:gd name="T58" fmla="*/ 7 w 710"/>
                <a:gd name="T59" fmla="*/ 2 h 332"/>
                <a:gd name="T60" fmla="*/ 1 w 710"/>
                <a:gd name="T61" fmla="*/ 10 h 332"/>
                <a:gd name="T62" fmla="*/ 0 w 710"/>
                <a:gd name="T63" fmla="*/ 225 h 332"/>
                <a:gd name="T64" fmla="*/ 7 w 710"/>
                <a:gd name="T65" fmla="*/ 236 h 332"/>
                <a:gd name="T66" fmla="*/ 90 w 710"/>
                <a:gd name="T67" fmla="*/ 266 h 332"/>
                <a:gd name="T68" fmla="*/ 205 w 710"/>
                <a:gd name="T69" fmla="*/ 308 h 332"/>
                <a:gd name="T70" fmla="*/ 282 w 710"/>
                <a:gd name="T71" fmla="*/ 329 h 332"/>
                <a:gd name="T72" fmla="*/ 321 w 710"/>
                <a:gd name="T73" fmla="*/ 331 h 332"/>
                <a:gd name="T74" fmla="*/ 348 w 710"/>
                <a:gd name="T75" fmla="*/ 328 h 332"/>
                <a:gd name="T76" fmla="*/ 409 w 710"/>
                <a:gd name="T77" fmla="*/ 303 h 332"/>
                <a:gd name="T78" fmla="*/ 495 w 710"/>
                <a:gd name="T79" fmla="*/ 258 h 332"/>
                <a:gd name="T80" fmla="*/ 558 w 710"/>
                <a:gd name="T81" fmla="*/ 224 h 332"/>
                <a:gd name="T82" fmla="*/ 638 w 710"/>
                <a:gd name="T83" fmla="*/ 181 h 332"/>
                <a:gd name="T84" fmla="*/ 705 w 710"/>
                <a:gd name="T85" fmla="*/ 148 h 332"/>
                <a:gd name="T86" fmla="*/ 710 w 710"/>
                <a:gd name="T87" fmla="*/ 138 h 332"/>
                <a:gd name="T88" fmla="*/ 708 w 710"/>
                <a:gd name="T89" fmla="*/ 129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10" h="332">
                  <a:moveTo>
                    <a:pt x="706" y="125"/>
                  </a:moveTo>
                  <a:lnTo>
                    <a:pt x="697" y="117"/>
                  </a:lnTo>
                  <a:lnTo>
                    <a:pt x="690" y="110"/>
                  </a:lnTo>
                  <a:lnTo>
                    <a:pt x="681" y="105"/>
                  </a:lnTo>
                  <a:lnTo>
                    <a:pt x="674" y="100"/>
                  </a:lnTo>
                  <a:lnTo>
                    <a:pt x="667" y="95"/>
                  </a:lnTo>
                  <a:lnTo>
                    <a:pt x="660" y="92"/>
                  </a:lnTo>
                  <a:lnTo>
                    <a:pt x="652" y="89"/>
                  </a:lnTo>
                  <a:lnTo>
                    <a:pt x="645" y="88"/>
                  </a:lnTo>
                  <a:lnTo>
                    <a:pt x="638" y="86"/>
                  </a:lnTo>
                  <a:lnTo>
                    <a:pt x="631" y="86"/>
                  </a:lnTo>
                  <a:lnTo>
                    <a:pt x="623" y="86"/>
                  </a:lnTo>
                  <a:lnTo>
                    <a:pt x="616" y="86"/>
                  </a:lnTo>
                  <a:lnTo>
                    <a:pt x="601" y="88"/>
                  </a:lnTo>
                  <a:lnTo>
                    <a:pt x="584" y="92"/>
                  </a:lnTo>
                  <a:lnTo>
                    <a:pt x="510" y="116"/>
                  </a:lnTo>
                  <a:lnTo>
                    <a:pt x="507" y="128"/>
                  </a:lnTo>
                  <a:lnTo>
                    <a:pt x="503" y="138"/>
                  </a:lnTo>
                  <a:lnTo>
                    <a:pt x="499" y="148"/>
                  </a:lnTo>
                  <a:lnTo>
                    <a:pt x="492" y="157"/>
                  </a:lnTo>
                  <a:lnTo>
                    <a:pt x="487" y="163"/>
                  </a:lnTo>
                  <a:lnTo>
                    <a:pt x="482" y="167"/>
                  </a:lnTo>
                  <a:lnTo>
                    <a:pt x="475" y="172"/>
                  </a:lnTo>
                  <a:lnTo>
                    <a:pt x="469" y="175"/>
                  </a:lnTo>
                  <a:lnTo>
                    <a:pt x="461" y="178"/>
                  </a:lnTo>
                  <a:lnTo>
                    <a:pt x="454" y="179"/>
                  </a:lnTo>
                  <a:lnTo>
                    <a:pt x="446" y="180"/>
                  </a:lnTo>
                  <a:lnTo>
                    <a:pt x="438" y="181"/>
                  </a:lnTo>
                  <a:lnTo>
                    <a:pt x="423" y="181"/>
                  </a:lnTo>
                  <a:lnTo>
                    <a:pt x="226" y="181"/>
                  </a:lnTo>
                  <a:lnTo>
                    <a:pt x="223" y="180"/>
                  </a:lnTo>
                  <a:lnTo>
                    <a:pt x="221" y="180"/>
                  </a:lnTo>
                  <a:lnTo>
                    <a:pt x="218" y="179"/>
                  </a:lnTo>
                  <a:lnTo>
                    <a:pt x="216" y="177"/>
                  </a:lnTo>
                  <a:lnTo>
                    <a:pt x="215" y="175"/>
                  </a:lnTo>
                  <a:lnTo>
                    <a:pt x="213" y="172"/>
                  </a:lnTo>
                  <a:lnTo>
                    <a:pt x="211" y="169"/>
                  </a:lnTo>
                  <a:lnTo>
                    <a:pt x="211" y="166"/>
                  </a:lnTo>
                  <a:lnTo>
                    <a:pt x="211" y="163"/>
                  </a:lnTo>
                  <a:lnTo>
                    <a:pt x="213" y="160"/>
                  </a:lnTo>
                  <a:lnTo>
                    <a:pt x="215" y="158"/>
                  </a:lnTo>
                  <a:lnTo>
                    <a:pt x="216" y="156"/>
                  </a:lnTo>
                  <a:lnTo>
                    <a:pt x="218" y="153"/>
                  </a:lnTo>
                  <a:lnTo>
                    <a:pt x="221" y="152"/>
                  </a:lnTo>
                  <a:lnTo>
                    <a:pt x="223" y="151"/>
                  </a:lnTo>
                  <a:lnTo>
                    <a:pt x="226" y="151"/>
                  </a:lnTo>
                  <a:lnTo>
                    <a:pt x="423" y="151"/>
                  </a:lnTo>
                  <a:lnTo>
                    <a:pt x="438" y="151"/>
                  </a:lnTo>
                  <a:lnTo>
                    <a:pt x="447" y="150"/>
                  </a:lnTo>
                  <a:lnTo>
                    <a:pt x="456" y="147"/>
                  </a:lnTo>
                  <a:lnTo>
                    <a:pt x="462" y="143"/>
                  </a:lnTo>
                  <a:lnTo>
                    <a:pt x="469" y="137"/>
                  </a:lnTo>
                  <a:lnTo>
                    <a:pt x="473" y="131"/>
                  </a:lnTo>
                  <a:lnTo>
                    <a:pt x="477" y="123"/>
                  </a:lnTo>
                  <a:lnTo>
                    <a:pt x="478" y="115"/>
                  </a:lnTo>
                  <a:lnTo>
                    <a:pt x="480" y="105"/>
                  </a:lnTo>
                  <a:lnTo>
                    <a:pt x="480" y="102"/>
                  </a:lnTo>
                  <a:lnTo>
                    <a:pt x="480" y="98"/>
                  </a:lnTo>
                  <a:lnTo>
                    <a:pt x="476" y="91"/>
                  </a:lnTo>
                  <a:lnTo>
                    <a:pt x="471" y="84"/>
                  </a:lnTo>
                  <a:lnTo>
                    <a:pt x="466" y="77"/>
                  </a:lnTo>
                  <a:lnTo>
                    <a:pt x="459" y="72"/>
                  </a:lnTo>
                  <a:lnTo>
                    <a:pt x="452" y="67"/>
                  </a:lnTo>
                  <a:lnTo>
                    <a:pt x="443" y="63"/>
                  </a:lnTo>
                  <a:lnTo>
                    <a:pt x="433" y="61"/>
                  </a:lnTo>
                  <a:lnTo>
                    <a:pt x="423" y="60"/>
                  </a:lnTo>
                  <a:lnTo>
                    <a:pt x="411" y="60"/>
                  </a:lnTo>
                  <a:lnTo>
                    <a:pt x="400" y="60"/>
                  </a:lnTo>
                  <a:lnTo>
                    <a:pt x="391" y="60"/>
                  </a:lnTo>
                  <a:lnTo>
                    <a:pt x="382" y="60"/>
                  </a:lnTo>
                  <a:lnTo>
                    <a:pt x="373" y="60"/>
                  </a:lnTo>
                  <a:lnTo>
                    <a:pt x="365" y="60"/>
                  </a:lnTo>
                  <a:lnTo>
                    <a:pt x="355" y="60"/>
                  </a:lnTo>
                  <a:lnTo>
                    <a:pt x="347" y="60"/>
                  </a:lnTo>
                  <a:lnTo>
                    <a:pt x="338" y="60"/>
                  </a:lnTo>
                  <a:lnTo>
                    <a:pt x="329" y="60"/>
                  </a:lnTo>
                  <a:lnTo>
                    <a:pt x="319" y="60"/>
                  </a:lnTo>
                  <a:lnTo>
                    <a:pt x="308" y="60"/>
                  </a:lnTo>
                  <a:lnTo>
                    <a:pt x="288" y="46"/>
                  </a:lnTo>
                  <a:lnTo>
                    <a:pt x="267" y="34"/>
                  </a:lnTo>
                  <a:lnTo>
                    <a:pt x="247" y="24"/>
                  </a:lnTo>
                  <a:lnTo>
                    <a:pt x="225" y="15"/>
                  </a:lnTo>
                  <a:lnTo>
                    <a:pt x="204" y="9"/>
                  </a:lnTo>
                  <a:lnTo>
                    <a:pt x="181" y="3"/>
                  </a:lnTo>
                  <a:lnTo>
                    <a:pt x="159" y="1"/>
                  </a:lnTo>
                  <a:lnTo>
                    <a:pt x="13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25"/>
                  </a:lnTo>
                  <a:lnTo>
                    <a:pt x="1" y="230"/>
                  </a:lnTo>
                  <a:lnTo>
                    <a:pt x="3" y="233"/>
                  </a:lnTo>
                  <a:lnTo>
                    <a:pt x="7" y="236"/>
                  </a:lnTo>
                  <a:lnTo>
                    <a:pt x="11" y="238"/>
                  </a:lnTo>
                  <a:lnTo>
                    <a:pt x="53" y="253"/>
                  </a:lnTo>
                  <a:lnTo>
                    <a:pt x="90" y="266"/>
                  </a:lnTo>
                  <a:lnTo>
                    <a:pt x="123" y="279"/>
                  </a:lnTo>
                  <a:lnTo>
                    <a:pt x="154" y="290"/>
                  </a:lnTo>
                  <a:lnTo>
                    <a:pt x="205" y="308"/>
                  </a:lnTo>
                  <a:lnTo>
                    <a:pt x="247" y="321"/>
                  </a:lnTo>
                  <a:lnTo>
                    <a:pt x="265" y="326"/>
                  </a:lnTo>
                  <a:lnTo>
                    <a:pt x="282" y="329"/>
                  </a:lnTo>
                  <a:lnTo>
                    <a:pt x="297" y="331"/>
                  </a:lnTo>
                  <a:lnTo>
                    <a:pt x="312" y="332"/>
                  </a:lnTo>
                  <a:lnTo>
                    <a:pt x="321" y="331"/>
                  </a:lnTo>
                  <a:lnTo>
                    <a:pt x="330" y="331"/>
                  </a:lnTo>
                  <a:lnTo>
                    <a:pt x="339" y="329"/>
                  </a:lnTo>
                  <a:lnTo>
                    <a:pt x="348" y="328"/>
                  </a:lnTo>
                  <a:lnTo>
                    <a:pt x="367" y="322"/>
                  </a:lnTo>
                  <a:lnTo>
                    <a:pt x="387" y="314"/>
                  </a:lnTo>
                  <a:lnTo>
                    <a:pt x="409" y="303"/>
                  </a:lnTo>
                  <a:lnTo>
                    <a:pt x="435" y="292"/>
                  </a:lnTo>
                  <a:lnTo>
                    <a:pt x="462" y="276"/>
                  </a:lnTo>
                  <a:lnTo>
                    <a:pt x="495" y="258"/>
                  </a:lnTo>
                  <a:lnTo>
                    <a:pt x="514" y="248"/>
                  </a:lnTo>
                  <a:lnTo>
                    <a:pt x="535" y="237"/>
                  </a:lnTo>
                  <a:lnTo>
                    <a:pt x="558" y="224"/>
                  </a:lnTo>
                  <a:lnTo>
                    <a:pt x="583" y="211"/>
                  </a:lnTo>
                  <a:lnTo>
                    <a:pt x="609" y="197"/>
                  </a:lnTo>
                  <a:lnTo>
                    <a:pt x="638" y="181"/>
                  </a:lnTo>
                  <a:lnTo>
                    <a:pt x="668" y="166"/>
                  </a:lnTo>
                  <a:lnTo>
                    <a:pt x="702" y="149"/>
                  </a:lnTo>
                  <a:lnTo>
                    <a:pt x="705" y="148"/>
                  </a:lnTo>
                  <a:lnTo>
                    <a:pt x="707" y="145"/>
                  </a:lnTo>
                  <a:lnTo>
                    <a:pt x="709" y="142"/>
                  </a:lnTo>
                  <a:lnTo>
                    <a:pt x="710" y="138"/>
                  </a:lnTo>
                  <a:lnTo>
                    <a:pt x="710" y="135"/>
                  </a:lnTo>
                  <a:lnTo>
                    <a:pt x="709" y="132"/>
                  </a:lnTo>
                  <a:lnTo>
                    <a:pt x="708" y="129"/>
                  </a:lnTo>
                  <a:lnTo>
                    <a:pt x="706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89877" y="1558051"/>
            <a:ext cx="242729" cy="316071"/>
            <a:chOff x="11101388" y="773113"/>
            <a:chExt cx="220663" cy="287337"/>
          </a:xfrm>
          <a:solidFill>
            <a:schemeClr val="bg1"/>
          </a:solidFill>
        </p:grpSpPr>
        <p:sp>
          <p:nvSpPr>
            <p:cNvPr id="39" name="Freeform 2331"/>
            <p:cNvSpPr>
              <a:spLocks/>
            </p:cNvSpPr>
            <p:nvPr/>
          </p:nvSpPr>
          <p:spPr bwMode="auto">
            <a:xfrm>
              <a:off x="11166475" y="823913"/>
              <a:ext cx="88900" cy="109538"/>
            </a:xfrm>
            <a:custGeom>
              <a:avLst/>
              <a:gdLst>
                <a:gd name="T0" fmla="*/ 146 w 281"/>
                <a:gd name="T1" fmla="*/ 312 h 343"/>
                <a:gd name="T2" fmla="*/ 169 w 281"/>
                <a:gd name="T3" fmla="*/ 327 h 343"/>
                <a:gd name="T4" fmla="*/ 190 w 281"/>
                <a:gd name="T5" fmla="*/ 337 h 343"/>
                <a:gd name="T6" fmla="*/ 210 w 281"/>
                <a:gd name="T7" fmla="*/ 342 h 343"/>
                <a:gd name="T8" fmla="*/ 225 w 281"/>
                <a:gd name="T9" fmla="*/ 342 h 343"/>
                <a:gd name="T10" fmla="*/ 236 w 281"/>
                <a:gd name="T11" fmla="*/ 339 h 343"/>
                <a:gd name="T12" fmla="*/ 247 w 281"/>
                <a:gd name="T13" fmla="*/ 334 h 343"/>
                <a:gd name="T14" fmla="*/ 256 w 281"/>
                <a:gd name="T15" fmla="*/ 325 h 343"/>
                <a:gd name="T16" fmla="*/ 266 w 281"/>
                <a:gd name="T17" fmla="*/ 310 h 343"/>
                <a:gd name="T18" fmla="*/ 276 w 281"/>
                <a:gd name="T19" fmla="*/ 286 h 343"/>
                <a:gd name="T20" fmla="*/ 281 w 281"/>
                <a:gd name="T21" fmla="*/ 261 h 343"/>
                <a:gd name="T22" fmla="*/ 280 w 281"/>
                <a:gd name="T23" fmla="*/ 229 h 343"/>
                <a:gd name="T24" fmla="*/ 274 w 281"/>
                <a:gd name="T25" fmla="*/ 192 h 343"/>
                <a:gd name="T26" fmla="*/ 262 w 281"/>
                <a:gd name="T27" fmla="*/ 153 h 343"/>
                <a:gd name="T28" fmla="*/ 245 w 281"/>
                <a:gd name="T29" fmla="*/ 115 h 343"/>
                <a:gd name="T30" fmla="*/ 226 w 281"/>
                <a:gd name="T31" fmla="*/ 77 h 343"/>
                <a:gd name="T32" fmla="*/ 202 w 281"/>
                <a:gd name="T33" fmla="*/ 42 h 343"/>
                <a:gd name="T34" fmla="*/ 176 w 281"/>
                <a:gd name="T35" fmla="*/ 13 h 343"/>
                <a:gd name="T36" fmla="*/ 154 w 281"/>
                <a:gd name="T37" fmla="*/ 16 h 343"/>
                <a:gd name="T38" fmla="*/ 135 w 281"/>
                <a:gd name="T39" fmla="*/ 45 h 343"/>
                <a:gd name="T40" fmla="*/ 101 w 281"/>
                <a:gd name="T41" fmla="*/ 82 h 343"/>
                <a:gd name="T42" fmla="*/ 55 w 281"/>
                <a:gd name="T43" fmla="*/ 127 h 343"/>
                <a:gd name="T44" fmla="*/ 25 w 281"/>
                <a:gd name="T45" fmla="*/ 163 h 343"/>
                <a:gd name="T46" fmla="*/ 11 w 281"/>
                <a:gd name="T47" fmla="*/ 191 h 343"/>
                <a:gd name="T48" fmla="*/ 4 w 281"/>
                <a:gd name="T49" fmla="*/ 217 h 343"/>
                <a:gd name="T50" fmla="*/ 2 w 281"/>
                <a:gd name="T51" fmla="*/ 237 h 343"/>
                <a:gd name="T52" fmla="*/ 2 w 281"/>
                <a:gd name="T53" fmla="*/ 257 h 343"/>
                <a:gd name="T54" fmla="*/ 7 w 281"/>
                <a:gd name="T55" fmla="*/ 276 h 343"/>
                <a:gd name="T56" fmla="*/ 18 w 281"/>
                <a:gd name="T57" fmla="*/ 290 h 343"/>
                <a:gd name="T58" fmla="*/ 35 w 281"/>
                <a:gd name="T59" fmla="*/ 298 h 343"/>
                <a:gd name="T60" fmla="*/ 58 w 281"/>
                <a:gd name="T61" fmla="*/ 301 h 343"/>
                <a:gd name="T62" fmla="*/ 88 w 281"/>
                <a:gd name="T63" fmla="*/ 299 h 343"/>
                <a:gd name="T64" fmla="*/ 106 w 281"/>
                <a:gd name="T65" fmla="*/ 268 h 343"/>
                <a:gd name="T66" fmla="*/ 110 w 281"/>
                <a:gd name="T67" fmla="*/ 215 h 343"/>
                <a:gd name="T68" fmla="*/ 119 w 281"/>
                <a:gd name="T69" fmla="*/ 166 h 343"/>
                <a:gd name="T70" fmla="*/ 130 w 281"/>
                <a:gd name="T71" fmla="*/ 133 h 343"/>
                <a:gd name="T72" fmla="*/ 140 w 281"/>
                <a:gd name="T73" fmla="*/ 114 h 343"/>
                <a:gd name="T74" fmla="*/ 146 w 281"/>
                <a:gd name="T75" fmla="*/ 102 h 343"/>
                <a:gd name="T76" fmla="*/ 152 w 281"/>
                <a:gd name="T77" fmla="*/ 99 h 343"/>
                <a:gd name="T78" fmla="*/ 157 w 281"/>
                <a:gd name="T79" fmla="*/ 97 h 343"/>
                <a:gd name="T80" fmla="*/ 162 w 281"/>
                <a:gd name="T81" fmla="*/ 99 h 343"/>
                <a:gd name="T82" fmla="*/ 168 w 281"/>
                <a:gd name="T83" fmla="*/ 102 h 343"/>
                <a:gd name="T84" fmla="*/ 171 w 281"/>
                <a:gd name="T85" fmla="*/ 106 h 343"/>
                <a:gd name="T86" fmla="*/ 173 w 281"/>
                <a:gd name="T87" fmla="*/ 112 h 343"/>
                <a:gd name="T88" fmla="*/ 172 w 281"/>
                <a:gd name="T89" fmla="*/ 118 h 343"/>
                <a:gd name="T90" fmla="*/ 166 w 281"/>
                <a:gd name="T91" fmla="*/ 129 h 343"/>
                <a:gd name="T92" fmla="*/ 157 w 281"/>
                <a:gd name="T93" fmla="*/ 147 h 343"/>
                <a:gd name="T94" fmla="*/ 147 w 281"/>
                <a:gd name="T95" fmla="*/ 178 h 343"/>
                <a:gd name="T96" fmla="*/ 139 w 281"/>
                <a:gd name="T97" fmla="*/ 225 h 343"/>
                <a:gd name="T98" fmla="*/ 136 w 281"/>
                <a:gd name="T99" fmla="*/ 277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1" h="343">
                  <a:moveTo>
                    <a:pt x="135" y="304"/>
                  </a:moveTo>
                  <a:lnTo>
                    <a:pt x="146" y="312"/>
                  </a:lnTo>
                  <a:lnTo>
                    <a:pt x="158" y="321"/>
                  </a:lnTo>
                  <a:lnTo>
                    <a:pt x="169" y="327"/>
                  </a:lnTo>
                  <a:lnTo>
                    <a:pt x="180" y="333"/>
                  </a:lnTo>
                  <a:lnTo>
                    <a:pt x="190" y="337"/>
                  </a:lnTo>
                  <a:lnTo>
                    <a:pt x="200" y="340"/>
                  </a:lnTo>
                  <a:lnTo>
                    <a:pt x="210" y="342"/>
                  </a:lnTo>
                  <a:lnTo>
                    <a:pt x="218" y="343"/>
                  </a:lnTo>
                  <a:lnTo>
                    <a:pt x="225" y="342"/>
                  </a:lnTo>
                  <a:lnTo>
                    <a:pt x="231" y="341"/>
                  </a:lnTo>
                  <a:lnTo>
                    <a:pt x="236" y="339"/>
                  </a:lnTo>
                  <a:lnTo>
                    <a:pt x="242" y="337"/>
                  </a:lnTo>
                  <a:lnTo>
                    <a:pt x="247" y="334"/>
                  </a:lnTo>
                  <a:lnTo>
                    <a:pt x="251" y="329"/>
                  </a:lnTo>
                  <a:lnTo>
                    <a:pt x="256" y="325"/>
                  </a:lnTo>
                  <a:lnTo>
                    <a:pt x="260" y="320"/>
                  </a:lnTo>
                  <a:lnTo>
                    <a:pt x="266" y="310"/>
                  </a:lnTo>
                  <a:lnTo>
                    <a:pt x="272" y="298"/>
                  </a:lnTo>
                  <a:lnTo>
                    <a:pt x="276" y="286"/>
                  </a:lnTo>
                  <a:lnTo>
                    <a:pt x="279" y="275"/>
                  </a:lnTo>
                  <a:lnTo>
                    <a:pt x="281" y="261"/>
                  </a:lnTo>
                  <a:lnTo>
                    <a:pt x="281" y="246"/>
                  </a:lnTo>
                  <a:lnTo>
                    <a:pt x="280" y="229"/>
                  </a:lnTo>
                  <a:lnTo>
                    <a:pt x="278" y="210"/>
                  </a:lnTo>
                  <a:lnTo>
                    <a:pt x="274" y="192"/>
                  </a:lnTo>
                  <a:lnTo>
                    <a:pt x="269" y="173"/>
                  </a:lnTo>
                  <a:lnTo>
                    <a:pt x="262" y="153"/>
                  </a:lnTo>
                  <a:lnTo>
                    <a:pt x="255" y="134"/>
                  </a:lnTo>
                  <a:lnTo>
                    <a:pt x="245" y="115"/>
                  </a:lnTo>
                  <a:lnTo>
                    <a:pt x="235" y="96"/>
                  </a:lnTo>
                  <a:lnTo>
                    <a:pt x="226" y="77"/>
                  </a:lnTo>
                  <a:lnTo>
                    <a:pt x="214" y="59"/>
                  </a:lnTo>
                  <a:lnTo>
                    <a:pt x="202" y="42"/>
                  </a:lnTo>
                  <a:lnTo>
                    <a:pt x="189" y="27"/>
                  </a:lnTo>
                  <a:lnTo>
                    <a:pt x="176" y="13"/>
                  </a:lnTo>
                  <a:lnTo>
                    <a:pt x="163" y="0"/>
                  </a:lnTo>
                  <a:lnTo>
                    <a:pt x="154" y="16"/>
                  </a:lnTo>
                  <a:lnTo>
                    <a:pt x="144" y="31"/>
                  </a:lnTo>
                  <a:lnTo>
                    <a:pt x="135" y="45"/>
                  </a:lnTo>
                  <a:lnTo>
                    <a:pt x="124" y="58"/>
                  </a:lnTo>
                  <a:lnTo>
                    <a:pt x="101" y="82"/>
                  </a:lnTo>
                  <a:lnTo>
                    <a:pt x="79" y="103"/>
                  </a:lnTo>
                  <a:lnTo>
                    <a:pt x="55" y="127"/>
                  </a:lnTo>
                  <a:lnTo>
                    <a:pt x="34" y="151"/>
                  </a:lnTo>
                  <a:lnTo>
                    <a:pt x="25" y="163"/>
                  </a:lnTo>
                  <a:lnTo>
                    <a:pt x="18" y="177"/>
                  </a:lnTo>
                  <a:lnTo>
                    <a:pt x="11" y="191"/>
                  </a:lnTo>
                  <a:lnTo>
                    <a:pt x="6" y="207"/>
                  </a:lnTo>
                  <a:lnTo>
                    <a:pt x="4" y="217"/>
                  </a:lnTo>
                  <a:lnTo>
                    <a:pt x="3" y="226"/>
                  </a:lnTo>
                  <a:lnTo>
                    <a:pt x="2" y="237"/>
                  </a:lnTo>
                  <a:lnTo>
                    <a:pt x="0" y="247"/>
                  </a:lnTo>
                  <a:lnTo>
                    <a:pt x="2" y="257"/>
                  </a:lnTo>
                  <a:lnTo>
                    <a:pt x="4" y="267"/>
                  </a:lnTo>
                  <a:lnTo>
                    <a:pt x="7" y="276"/>
                  </a:lnTo>
                  <a:lnTo>
                    <a:pt x="11" y="284"/>
                  </a:lnTo>
                  <a:lnTo>
                    <a:pt x="18" y="290"/>
                  </a:lnTo>
                  <a:lnTo>
                    <a:pt x="25" y="295"/>
                  </a:lnTo>
                  <a:lnTo>
                    <a:pt x="35" y="298"/>
                  </a:lnTo>
                  <a:lnTo>
                    <a:pt x="45" y="300"/>
                  </a:lnTo>
                  <a:lnTo>
                    <a:pt x="58" y="301"/>
                  </a:lnTo>
                  <a:lnTo>
                    <a:pt x="72" y="301"/>
                  </a:lnTo>
                  <a:lnTo>
                    <a:pt x="88" y="299"/>
                  </a:lnTo>
                  <a:lnTo>
                    <a:pt x="104" y="296"/>
                  </a:lnTo>
                  <a:lnTo>
                    <a:pt x="106" y="268"/>
                  </a:lnTo>
                  <a:lnTo>
                    <a:pt x="108" y="241"/>
                  </a:lnTo>
                  <a:lnTo>
                    <a:pt x="110" y="215"/>
                  </a:lnTo>
                  <a:lnTo>
                    <a:pt x="114" y="190"/>
                  </a:lnTo>
                  <a:lnTo>
                    <a:pt x="119" y="166"/>
                  </a:lnTo>
                  <a:lnTo>
                    <a:pt x="126" y="144"/>
                  </a:lnTo>
                  <a:lnTo>
                    <a:pt x="130" y="133"/>
                  </a:lnTo>
                  <a:lnTo>
                    <a:pt x="135" y="122"/>
                  </a:lnTo>
                  <a:lnTo>
                    <a:pt x="140" y="114"/>
                  </a:lnTo>
                  <a:lnTo>
                    <a:pt x="144" y="104"/>
                  </a:lnTo>
                  <a:lnTo>
                    <a:pt x="146" y="102"/>
                  </a:lnTo>
                  <a:lnTo>
                    <a:pt x="148" y="100"/>
                  </a:lnTo>
                  <a:lnTo>
                    <a:pt x="152" y="99"/>
                  </a:lnTo>
                  <a:lnTo>
                    <a:pt x="154" y="98"/>
                  </a:lnTo>
                  <a:lnTo>
                    <a:pt x="157" y="97"/>
                  </a:lnTo>
                  <a:lnTo>
                    <a:pt x="160" y="98"/>
                  </a:lnTo>
                  <a:lnTo>
                    <a:pt x="162" y="99"/>
                  </a:lnTo>
                  <a:lnTo>
                    <a:pt x="166" y="100"/>
                  </a:lnTo>
                  <a:lnTo>
                    <a:pt x="168" y="102"/>
                  </a:lnTo>
                  <a:lnTo>
                    <a:pt x="170" y="104"/>
                  </a:lnTo>
                  <a:lnTo>
                    <a:pt x="171" y="106"/>
                  </a:lnTo>
                  <a:lnTo>
                    <a:pt x="172" y="110"/>
                  </a:lnTo>
                  <a:lnTo>
                    <a:pt x="173" y="112"/>
                  </a:lnTo>
                  <a:lnTo>
                    <a:pt x="172" y="115"/>
                  </a:lnTo>
                  <a:lnTo>
                    <a:pt x="172" y="118"/>
                  </a:lnTo>
                  <a:lnTo>
                    <a:pt x="170" y="121"/>
                  </a:lnTo>
                  <a:lnTo>
                    <a:pt x="166" y="129"/>
                  </a:lnTo>
                  <a:lnTo>
                    <a:pt x="161" y="137"/>
                  </a:lnTo>
                  <a:lnTo>
                    <a:pt x="157" y="147"/>
                  </a:lnTo>
                  <a:lnTo>
                    <a:pt x="154" y="158"/>
                  </a:lnTo>
                  <a:lnTo>
                    <a:pt x="147" y="178"/>
                  </a:lnTo>
                  <a:lnTo>
                    <a:pt x="143" y="202"/>
                  </a:lnTo>
                  <a:lnTo>
                    <a:pt x="139" y="225"/>
                  </a:lnTo>
                  <a:lnTo>
                    <a:pt x="137" y="251"/>
                  </a:lnTo>
                  <a:lnTo>
                    <a:pt x="136" y="277"/>
                  </a:lnTo>
                  <a:lnTo>
                    <a:pt x="135" y="3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0" name="Freeform 2332"/>
            <p:cNvSpPr>
              <a:spLocks/>
            </p:cNvSpPr>
            <p:nvPr/>
          </p:nvSpPr>
          <p:spPr bwMode="auto">
            <a:xfrm>
              <a:off x="11101388" y="773113"/>
              <a:ext cx="220663" cy="230188"/>
            </a:xfrm>
            <a:custGeom>
              <a:avLst/>
              <a:gdLst>
                <a:gd name="T0" fmla="*/ 294 w 695"/>
                <a:gd name="T1" fmla="*/ 4 h 725"/>
                <a:gd name="T2" fmla="*/ 228 w 695"/>
                <a:gd name="T3" fmla="*/ 21 h 725"/>
                <a:gd name="T4" fmla="*/ 168 w 695"/>
                <a:gd name="T5" fmla="*/ 51 h 725"/>
                <a:gd name="T6" fmla="*/ 114 w 695"/>
                <a:gd name="T7" fmla="*/ 90 h 725"/>
                <a:gd name="T8" fmla="*/ 69 w 695"/>
                <a:gd name="T9" fmla="*/ 140 h 725"/>
                <a:gd name="T10" fmla="*/ 34 w 695"/>
                <a:gd name="T11" fmla="*/ 198 h 725"/>
                <a:gd name="T12" fmla="*/ 11 w 695"/>
                <a:gd name="T13" fmla="*/ 261 h 725"/>
                <a:gd name="T14" fmla="*/ 1 w 695"/>
                <a:gd name="T15" fmla="*/ 330 h 725"/>
                <a:gd name="T16" fmla="*/ 9 w 695"/>
                <a:gd name="T17" fmla="*/ 427 h 725"/>
                <a:gd name="T18" fmla="*/ 48 w 695"/>
                <a:gd name="T19" fmla="*/ 525 h 725"/>
                <a:gd name="T20" fmla="*/ 114 w 695"/>
                <a:gd name="T21" fmla="*/ 605 h 725"/>
                <a:gd name="T22" fmla="*/ 201 w 695"/>
                <a:gd name="T23" fmla="*/ 663 h 725"/>
                <a:gd name="T24" fmla="*/ 228 w 695"/>
                <a:gd name="T25" fmla="*/ 716 h 725"/>
                <a:gd name="T26" fmla="*/ 235 w 695"/>
                <a:gd name="T27" fmla="*/ 724 h 725"/>
                <a:gd name="T28" fmla="*/ 332 w 695"/>
                <a:gd name="T29" fmla="*/ 708 h 725"/>
                <a:gd name="T30" fmla="*/ 317 w 695"/>
                <a:gd name="T31" fmla="*/ 598 h 725"/>
                <a:gd name="T32" fmla="*/ 299 w 695"/>
                <a:gd name="T33" fmla="*/ 489 h 725"/>
                <a:gd name="T34" fmla="*/ 255 w 695"/>
                <a:gd name="T35" fmla="*/ 491 h 725"/>
                <a:gd name="T36" fmla="*/ 214 w 695"/>
                <a:gd name="T37" fmla="*/ 480 h 725"/>
                <a:gd name="T38" fmla="*/ 186 w 695"/>
                <a:gd name="T39" fmla="*/ 453 h 725"/>
                <a:gd name="T40" fmla="*/ 175 w 695"/>
                <a:gd name="T41" fmla="*/ 406 h 725"/>
                <a:gd name="T42" fmla="*/ 184 w 695"/>
                <a:gd name="T43" fmla="*/ 350 h 725"/>
                <a:gd name="T44" fmla="*/ 203 w 695"/>
                <a:gd name="T45" fmla="*/ 308 h 725"/>
                <a:gd name="T46" fmla="*/ 250 w 695"/>
                <a:gd name="T47" fmla="*/ 255 h 725"/>
                <a:gd name="T48" fmla="*/ 321 w 695"/>
                <a:gd name="T49" fmla="*/ 179 h 725"/>
                <a:gd name="T50" fmla="*/ 352 w 695"/>
                <a:gd name="T51" fmla="*/ 126 h 725"/>
                <a:gd name="T52" fmla="*/ 368 w 695"/>
                <a:gd name="T53" fmla="*/ 122 h 725"/>
                <a:gd name="T54" fmla="*/ 419 w 695"/>
                <a:gd name="T55" fmla="*/ 169 h 725"/>
                <a:gd name="T56" fmla="*/ 472 w 695"/>
                <a:gd name="T57" fmla="*/ 251 h 725"/>
                <a:gd name="T58" fmla="*/ 508 w 695"/>
                <a:gd name="T59" fmla="*/ 341 h 725"/>
                <a:gd name="T60" fmla="*/ 516 w 695"/>
                <a:gd name="T61" fmla="*/ 415 h 725"/>
                <a:gd name="T62" fmla="*/ 510 w 695"/>
                <a:gd name="T63" fmla="*/ 453 h 725"/>
                <a:gd name="T64" fmla="*/ 495 w 695"/>
                <a:gd name="T65" fmla="*/ 489 h 725"/>
                <a:gd name="T66" fmla="*/ 474 w 695"/>
                <a:gd name="T67" fmla="*/ 515 h 725"/>
                <a:gd name="T68" fmla="*/ 447 w 695"/>
                <a:gd name="T69" fmla="*/ 530 h 725"/>
                <a:gd name="T70" fmla="*/ 414 w 695"/>
                <a:gd name="T71" fmla="*/ 532 h 725"/>
                <a:gd name="T72" fmla="*/ 373 w 695"/>
                <a:gd name="T73" fmla="*/ 520 h 725"/>
                <a:gd name="T74" fmla="*/ 343 w 695"/>
                <a:gd name="T75" fmla="*/ 539 h 725"/>
                <a:gd name="T76" fmla="*/ 357 w 695"/>
                <a:gd name="T77" fmla="*/ 668 h 725"/>
                <a:gd name="T78" fmla="*/ 453 w 695"/>
                <a:gd name="T79" fmla="*/ 725 h 725"/>
                <a:gd name="T80" fmla="*/ 464 w 695"/>
                <a:gd name="T81" fmla="*/ 721 h 725"/>
                <a:gd name="T82" fmla="*/ 468 w 695"/>
                <a:gd name="T83" fmla="*/ 709 h 725"/>
                <a:gd name="T84" fmla="*/ 540 w 695"/>
                <a:gd name="T85" fmla="*/ 637 h 725"/>
                <a:gd name="T86" fmla="*/ 617 w 695"/>
                <a:gd name="T87" fmla="*/ 568 h 725"/>
                <a:gd name="T88" fmla="*/ 670 w 695"/>
                <a:gd name="T89" fmla="*/ 478 h 725"/>
                <a:gd name="T90" fmla="*/ 693 w 695"/>
                <a:gd name="T91" fmla="*/ 375 h 725"/>
                <a:gd name="T92" fmla="*/ 691 w 695"/>
                <a:gd name="T93" fmla="*/ 295 h 725"/>
                <a:gd name="T94" fmla="*/ 674 w 695"/>
                <a:gd name="T95" fmla="*/ 229 h 725"/>
                <a:gd name="T96" fmla="*/ 644 w 695"/>
                <a:gd name="T97" fmla="*/ 168 h 725"/>
                <a:gd name="T98" fmla="*/ 604 w 695"/>
                <a:gd name="T99" fmla="*/ 114 h 725"/>
                <a:gd name="T100" fmla="*/ 555 w 695"/>
                <a:gd name="T101" fmla="*/ 69 h 725"/>
                <a:gd name="T102" fmla="*/ 498 w 695"/>
                <a:gd name="T103" fmla="*/ 35 h 725"/>
                <a:gd name="T104" fmla="*/ 434 w 695"/>
                <a:gd name="T105" fmla="*/ 11 h 725"/>
                <a:gd name="T106" fmla="*/ 365 w 695"/>
                <a:gd name="T107" fmla="*/ 0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95" h="725">
                  <a:moveTo>
                    <a:pt x="347" y="0"/>
                  </a:moveTo>
                  <a:lnTo>
                    <a:pt x="330" y="0"/>
                  </a:lnTo>
                  <a:lnTo>
                    <a:pt x="312" y="1"/>
                  </a:lnTo>
                  <a:lnTo>
                    <a:pt x="294" y="4"/>
                  </a:lnTo>
                  <a:lnTo>
                    <a:pt x="277" y="7"/>
                  </a:lnTo>
                  <a:lnTo>
                    <a:pt x="261" y="11"/>
                  </a:lnTo>
                  <a:lnTo>
                    <a:pt x="244" y="15"/>
                  </a:lnTo>
                  <a:lnTo>
                    <a:pt x="228" y="21"/>
                  </a:lnTo>
                  <a:lnTo>
                    <a:pt x="212" y="27"/>
                  </a:lnTo>
                  <a:lnTo>
                    <a:pt x="197" y="35"/>
                  </a:lnTo>
                  <a:lnTo>
                    <a:pt x="182" y="42"/>
                  </a:lnTo>
                  <a:lnTo>
                    <a:pt x="168" y="51"/>
                  </a:lnTo>
                  <a:lnTo>
                    <a:pt x="153" y="59"/>
                  </a:lnTo>
                  <a:lnTo>
                    <a:pt x="140" y="69"/>
                  </a:lnTo>
                  <a:lnTo>
                    <a:pt x="126" y="80"/>
                  </a:lnTo>
                  <a:lnTo>
                    <a:pt x="114" y="90"/>
                  </a:lnTo>
                  <a:lnTo>
                    <a:pt x="101" y="102"/>
                  </a:lnTo>
                  <a:lnTo>
                    <a:pt x="91" y="114"/>
                  </a:lnTo>
                  <a:lnTo>
                    <a:pt x="80" y="127"/>
                  </a:lnTo>
                  <a:lnTo>
                    <a:pt x="69" y="140"/>
                  </a:lnTo>
                  <a:lnTo>
                    <a:pt x="60" y="154"/>
                  </a:lnTo>
                  <a:lnTo>
                    <a:pt x="50" y="168"/>
                  </a:lnTo>
                  <a:lnTo>
                    <a:pt x="42" y="183"/>
                  </a:lnTo>
                  <a:lnTo>
                    <a:pt x="34" y="198"/>
                  </a:lnTo>
                  <a:lnTo>
                    <a:pt x="27" y="213"/>
                  </a:lnTo>
                  <a:lnTo>
                    <a:pt x="21" y="229"/>
                  </a:lnTo>
                  <a:lnTo>
                    <a:pt x="16" y="245"/>
                  </a:lnTo>
                  <a:lnTo>
                    <a:pt x="11" y="261"/>
                  </a:lnTo>
                  <a:lnTo>
                    <a:pt x="7" y="278"/>
                  </a:lnTo>
                  <a:lnTo>
                    <a:pt x="4" y="295"/>
                  </a:lnTo>
                  <a:lnTo>
                    <a:pt x="2" y="312"/>
                  </a:lnTo>
                  <a:lnTo>
                    <a:pt x="1" y="330"/>
                  </a:lnTo>
                  <a:lnTo>
                    <a:pt x="0" y="348"/>
                  </a:lnTo>
                  <a:lnTo>
                    <a:pt x="1" y="375"/>
                  </a:lnTo>
                  <a:lnTo>
                    <a:pt x="4" y="401"/>
                  </a:lnTo>
                  <a:lnTo>
                    <a:pt x="9" y="427"/>
                  </a:lnTo>
                  <a:lnTo>
                    <a:pt x="17" y="453"/>
                  </a:lnTo>
                  <a:lnTo>
                    <a:pt x="25" y="478"/>
                  </a:lnTo>
                  <a:lnTo>
                    <a:pt x="36" y="502"/>
                  </a:lnTo>
                  <a:lnTo>
                    <a:pt x="48" y="525"/>
                  </a:lnTo>
                  <a:lnTo>
                    <a:pt x="63" y="546"/>
                  </a:lnTo>
                  <a:lnTo>
                    <a:pt x="78" y="568"/>
                  </a:lnTo>
                  <a:lnTo>
                    <a:pt x="95" y="587"/>
                  </a:lnTo>
                  <a:lnTo>
                    <a:pt x="114" y="605"/>
                  </a:lnTo>
                  <a:lnTo>
                    <a:pt x="134" y="622"/>
                  </a:lnTo>
                  <a:lnTo>
                    <a:pt x="155" y="637"/>
                  </a:lnTo>
                  <a:lnTo>
                    <a:pt x="178" y="651"/>
                  </a:lnTo>
                  <a:lnTo>
                    <a:pt x="201" y="663"/>
                  </a:lnTo>
                  <a:lnTo>
                    <a:pt x="227" y="674"/>
                  </a:lnTo>
                  <a:lnTo>
                    <a:pt x="227" y="709"/>
                  </a:lnTo>
                  <a:lnTo>
                    <a:pt x="227" y="713"/>
                  </a:lnTo>
                  <a:lnTo>
                    <a:pt x="228" y="716"/>
                  </a:lnTo>
                  <a:lnTo>
                    <a:pt x="229" y="719"/>
                  </a:lnTo>
                  <a:lnTo>
                    <a:pt x="231" y="721"/>
                  </a:lnTo>
                  <a:lnTo>
                    <a:pt x="233" y="722"/>
                  </a:lnTo>
                  <a:lnTo>
                    <a:pt x="235" y="724"/>
                  </a:lnTo>
                  <a:lnTo>
                    <a:pt x="239" y="724"/>
                  </a:lnTo>
                  <a:lnTo>
                    <a:pt x="242" y="725"/>
                  </a:lnTo>
                  <a:lnTo>
                    <a:pt x="335" y="725"/>
                  </a:lnTo>
                  <a:lnTo>
                    <a:pt x="332" y="708"/>
                  </a:lnTo>
                  <a:lnTo>
                    <a:pt x="329" y="687"/>
                  </a:lnTo>
                  <a:lnTo>
                    <a:pt x="324" y="661"/>
                  </a:lnTo>
                  <a:lnTo>
                    <a:pt x="321" y="631"/>
                  </a:lnTo>
                  <a:lnTo>
                    <a:pt x="317" y="598"/>
                  </a:lnTo>
                  <a:lnTo>
                    <a:pt x="314" y="562"/>
                  </a:lnTo>
                  <a:lnTo>
                    <a:pt x="311" y="526"/>
                  </a:lnTo>
                  <a:lnTo>
                    <a:pt x="309" y="487"/>
                  </a:lnTo>
                  <a:lnTo>
                    <a:pt x="299" y="489"/>
                  </a:lnTo>
                  <a:lnTo>
                    <a:pt x="287" y="490"/>
                  </a:lnTo>
                  <a:lnTo>
                    <a:pt x="277" y="491"/>
                  </a:lnTo>
                  <a:lnTo>
                    <a:pt x="268" y="493"/>
                  </a:lnTo>
                  <a:lnTo>
                    <a:pt x="255" y="491"/>
                  </a:lnTo>
                  <a:lnTo>
                    <a:pt x="243" y="490"/>
                  </a:lnTo>
                  <a:lnTo>
                    <a:pt x="233" y="488"/>
                  </a:lnTo>
                  <a:lnTo>
                    <a:pt x="223" y="484"/>
                  </a:lnTo>
                  <a:lnTo>
                    <a:pt x="214" y="480"/>
                  </a:lnTo>
                  <a:lnTo>
                    <a:pt x="207" y="475"/>
                  </a:lnTo>
                  <a:lnTo>
                    <a:pt x="199" y="469"/>
                  </a:lnTo>
                  <a:lnTo>
                    <a:pt x="193" y="463"/>
                  </a:lnTo>
                  <a:lnTo>
                    <a:pt x="186" y="453"/>
                  </a:lnTo>
                  <a:lnTo>
                    <a:pt x="182" y="443"/>
                  </a:lnTo>
                  <a:lnTo>
                    <a:pt x="179" y="431"/>
                  </a:lnTo>
                  <a:lnTo>
                    <a:pt x="176" y="420"/>
                  </a:lnTo>
                  <a:lnTo>
                    <a:pt x="175" y="406"/>
                  </a:lnTo>
                  <a:lnTo>
                    <a:pt x="176" y="392"/>
                  </a:lnTo>
                  <a:lnTo>
                    <a:pt x="179" y="376"/>
                  </a:lnTo>
                  <a:lnTo>
                    <a:pt x="182" y="360"/>
                  </a:lnTo>
                  <a:lnTo>
                    <a:pt x="184" y="350"/>
                  </a:lnTo>
                  <a:lnTo>
                    <a:pt x="187" y="341"/>
                  </a:lnTo>
                  <a:lnTo>
                    <a:pt x="190" y="333"/>
                  </a:lnTo>
                  <a:lnTo>
                    <a:pt x="195" y="324"/>
                  </a:lnTo>
                  <a:lnTo>
                    <a:pt x="203" y="308"/>
                  </a:lnTo>
                  <a:lnTo>
                    <a:pt x="214" y="294"/>
                  </a:lnTo>
                  <a:lnTo>
                    <a:pt x="225" y="280"/>
                  </a:lnTo>
                  <a:lnTo>
                    <a:pt x="238" y="266"/>
                  </a:lnTo>
                  <a:lnTo>
                    <a:pt x="250" y="255"/>
                  </a:lnTo>
                  <a:lnTo>
                    <a:pt x="263" y="242"/>
                  </a:lnTo>
                  <a:lnTo>
                    <a:pt x="287" y="218"/>
                  </a:lnTo>
                  <a:lnTo>
                    <a:pt x="311" y="193"/>
                  </a:lnTo>
                  <a:lnTo>
                    <a:pt x="321" y="179"/>
                  </a:lnTo>
                  <a:lnTo>
                    <a:pt x="331" y="164"/>
                  </a:lnTo>
                  <a:lnTo>
                    <a:pt x="341" y="147"/>
                  </a:lnTo>
                  <a:lnTo>
                    <a:pt x="348" y="130"/>
                  </a:lnTo>
                  <a:lnTo>
                    <a:pt x="352" y="126"/>
                  </a:lnTo>
                  <a:lnTo>
                    <a:pt x="358" y="123"/>
                  </a:lnTo>
                  <a:lnTo>
                    <a:pt x="362" y="122"/>
                  </a:lnTo>
                  <a:lnTo>
                    <a:pt x="365" y="122"/>
                  </a:lnTo>
                  <a:lnTo>
                    <a:pt x="368" y="122"/>
                  </a:lnTo>
                  <a:lnTo>
                    <a:pt x="372" y="124"/>
                  </a:lnTo>
                  <a:lnTo>
                    <a:pt x="388" y="137"/>
                  </a:lnTo>
                  <a:lnTo>
                    <a:pt x="404" y="152"/>
                  </a:lnTo>
                  <a:lnTo>
                    <a:pt x="419" y="169"/>
                  </a:lnTo>
                  <a:lnTo>
                    <a:pt x="434" y="188"/>
                  </a:lnTo>
                  <a:lnTo>
                    <a:pt x="448" y="207"/>
                  </a:lnTo>
                  <a:lnTo>
                    <a:pt x="461" y="229"/>
                  </a:lnTo>
                  <a:lnTo>
                    <a:pt x="472" y="251"/>
                  </a:lnTo>
                  <a:lnTo>
                    <a:pt x="483" y="274"/>
                  </a:lnTo>
                  <a:lnTo>
                    <a:pt x="493" y="296"/>
                  </a:lnTo>
                  <a:lnTo>
                    <a:pt x="501" y="319"/>
                  </a:lnTo>
                  <a:lnTo>
                    <a:pt x="508" y="341"/>
                  </a:lnTo>
                  <a:lnTo>
                    <a:pt x="512" y="364"/>
                  </a:lnTo>
                  <a:lnTo>
                    <a:pt x="515" y="385"/>
                  </a:lnTo>
                  <a:lnTo>
                    <a:pt x="516" y="406"/>
                  </a:lnTo>
                  <a:lnTo>
                    <a:pt x="516" y="415"/>
                  </a:lnTo>
                  <a:lnTo>
                    <a:pt x="516" y="425"/>
                  </a:lnTo>
                  <a:lnTo>
                    <a:pt x="514" y="434"/>
                  </a:lnTo>
                  <a:lnTo>
                    <a:pt x="513" y="442"/>
                  </a:lnTo>
                  <a:lnTo>
                    <a:pt x="510" y="453"/>
                  </a:lnTo>
                  <a:lnTo>
                    <a:pt x="507" y="463"/>
                  </a:lnTo>
                  <a:lnTo>
                    <a:pt x="504" y="472"/>
                  </a:lnTo>
                  <a:lnTo>
                    <a:pt x="499" y="481"/>
                  </a:lnTo>
                  <a:lnTo>
                    <a:pt x="495" y="489"/>
                  </a:lnTo>
                  <a:lnTo>
                    <a:pt x="490" y="496"/>
                  </a:lnTo>
                  <a:lnTo>
                    <a:pt x="485" y="503"/>
                  </a:lnTo>
                  <a:lnTo>
                    <a:pt x="479" y="510"/>
                  </a:lnTo>
                  <a:lnTo>
                    <a:pt x="474" y="515"/>
                  </a:lnTo>
                  <a:lnTo>
                    <a:pt x="467" y="519"/>
                  </a:lnTo>
                  <a:lnTo>
                    <a:pt x="461" y="524"/>
                  </a:lnTo>
                  <a:lnTo>
                    <a:pt x="454" y="527"/>
                  </a:lnTo>
                  <a:lnTo>
                    <a:pt x="447" y="530"/>
                  </a:lnTo>
                  <a:lnTo>
                    <a:pt x="439" y="531"/>
                  </a:lnTo>
                  <a:lnTo>
                    <a:pt x="431" y="532"/>
                  </a:lnTo>
                  <a:lnTo>
                    <a:pt x="423" y="533"/>
                  </a:lnTo>
                  <a:lnTo>
                    <a:pt x="414" y="532"/>
                  </a:lnTo>
                  <a:lnTo>
                    <a:pt x="404" y="531"/>
                  </a:lnTo>
                  <a:lnTo>
                    <a:pt x="394" y="529"/>
                  </a:lnTo>
                  <a:lnTo>
                    <a:pt x="383" y="525"/>
                  </a:lnTo>
                  <a:lnTo>
                    <a:pt x="373" y="520"/>
                  </a:lnTo>
                  <a:lnTo>
                    <a:pt x="362" y="515"/>
                  </a:lnTo>
                  <a:lnTo>
                    <a:pt x="351" y="509"/>
                  </a:lnTo>
                  <a:lnTo>
                    <a:pt x="341" y="501"/>
                  </a:lnTo>
                  <a:lnTo>
                    <a:pt x="343" y="539"/>
                  </a:lnTo>
                  <a:lnTo>
                    <a:pt x="345" y="574"/>
                  </a:lnTo>
                  <a:lnTo>
                    <a:pt x="349" y="608"/>
                  </a:lnTo>
                  <a:lnTo>
                    <a:pt x="352" y="641"/>
                  </a:lnTo>
                  <a:lnTo>
                    <a:pt x="357" y="668"/>
                  </a:lnTo>
                  <a:lnTo>
                    <a:pt x="361" y="692"/>
                  </a:lnTo>
                  <a:lnTo>
                    <a:pt x="364" y="711"/>
                  </a:lnTo>
                  <a:lnTo>
                    <a:pt x="366" y="725"/>
                  </a:lnTo>
                  <a:lnTo>
                    <a:pt x="453" y="725"/>
                  </a:lnTo>
                  <a:lnTo>
                    <a:pt x="456" y="724"/>
                  </a:lnTo>
                  <a:lnTo>
                    <a:pt x="459" y="724"/>
                  </a:lnTo>
                  <a:lnTo>
                    <a:pt x="462" y="722"/>
                  </a:lnTo>
                  <a:lnTo>
                    <a:pt x="464" y="721"/>
                  </a:lnTo>
                  <a:lnTo>
                    <a:pt x="466" y="719"/>
                  </a:lnTo>
                  <a:lnTo>
                    <a:pt x="467" y="716"/>
                  </a:lnTo>
                  <a:lnTo>
                    <a:pt x="468" y="713"/>
                  </a:lnTo>
                  <a:lnTo>
                    <a:pt x="468" y="709"/>
                  </a:lnTo>
                  <a:lnTo>
                    <a:pt x="468" y="674"/>
                  </a:lnTo>
                  <a:lnTo>
                    <a:pt x="493" y="663"/>
                  </a:lnTo>
                  <a:lnTo>
                    <a:pt x="516" y="651"/>
                  </a:lnTo>
                  <a:lnTo>
                    <a:pt x="540" y="637"/>
                  </a:lnTo>
                  <a:lnTo>
                    <a:pt x="560" y="622"/>
                  </a:lnTo>
                  <a:lnTo>
                    <a:pt x="581" y="605"/>
                  </a:lnTo>
                  <a:lnTo>
                    <a:pt x="600" y="587"/>
                  </a:lnTo>
                  <a:lnTo>
                    <a:pt x="617" y="568"/>
                  </a:lnTo>
                  <a:lnTo>
                    <a:pt x="632" y="546"/>
                  </a:lnTo>
                  <a:lnTo>
                    <a:pt x="646" y="525"/>
                  </a:lnTo>
                  <a:lnTo>
                    <a:pt x="659" y="502"/>
                  </a:lnTo>
                  <a:lnTo>
                    <a:pt x="670" y="478"/>
                  </a:lnTo>
                  <a:lnTo>
                    <a:pt x="678" y="453"/>
                  </a:lnTo>
                  <a:lnTo>
                    <a:pt x="686" y="427"/>
                  </a:lnTo>
                  <a:lnTo>
                    <a:pt x="690" y="401"/>
                  </a:lnTo>
                  <a:lnTo>
                    <a:pt x="693" y="375"/>
                  </a:lnTo>
                  <a:lnTo>
                    <a:pt x="695" y="348"/>
                  </a:lnTo>
                  <a:lnTo>
                    <a:pt x="695" y="330"/>
                  </a:lnTo>
                  <a:lnTo>
                    <a:pt x="693" y="312"/>
                  </a:lnTo>
                  <a:lnTo>
                    <a:pt x="691" y="295"/>
                  </a:lnTo>
                  <a:lnTo>
                    <a:pt x="688" y="278"/>
                  </a:lnTo>
                  <a:lnTo>
                    <a:pt x="684" y="261"/>
                  </a:lnTo>
                  <a:lnTo>
                    <a:pt x="679" y="245"/>
                  </a:lnTo>
                  <a:lnTo>
                    <a:pt x="674" y="229"/>
                  </a:lnTo>
                  <a:lnTo>
                    <a:pt x="668" y="213"/>
                  </a:lnTo>
                  <a:lnTo>
                    <a:pt x="660" y="198"/>
                  </a:lnTo>
                  <a:lnTo>
                    <a:pt x="653" y="183"/>
                  </a:lnTo>
                  <a:lnTo>
                    <a:pt x="644" y="168"/>
                  </a:lnTo>
                  <a:lnTo>
                    <a:pt x="636" y="154"/>
                  </a:lnTo>
                  <a:lnTo>
                    <a:pt x="626" y="140"/>
                  </a:lnTo>
                  <a:lnTo>
                    <a:pt x="615" y="127"/>
                  </a:lnTo>
                  <a:lnTo>
                    <a:pt x="604" y="114"/>
                  </a:lnTo>
                  <a:lnTo>
                    <a:pt x="593" y="102"/>
                  </a:lnTo>
                  <a:lnTo>
                    <a:pt x="581" y="90"/>
                  </a:lnTo>
                  <a:lnTo>
                    <a:pt x="568" y="80"/>
                  </a:lnTo>
                  <a:lnTo>
                    <a:pt x="555" y="69"/>
                  </a:lnTo>
                  <a:lnTo>
                    <a:pt x="541" y="59"/>
                  </a:lnTo>
                  <a:lnTo>
                    <a:pt x="527" y="51"/>
                  </a:lnTo>
                  <a:lnTo>
                    <a:pt x="513" y="42"/>
                  </a:lnTo>
                  <a:lnTo>
                    <a:pt x="498" y="35"/>
                  </a:lnTo>
                  <a:lnTo>
                    <a:pt x="482" y="27"/>
                  </a:lnTo>
                  <a:lnTo>
                    <a:pt x="467" y="21"/>
                  </a:lnTo>
                  <a:lnTo>
                    <a:pt x="451" y="15"/>
                  </a:lnTo>
                  <a:lnTo>
                    <a:pt x="434" y="11"/>
                  </a:lnTo>
                  <a:lnTo>
                    <a:pt x="418" y="7"/>
                  </a:lnTo>
                  <a:lnTo>
                    <a:pt x="401" y="4"/>
                  </a:lnTo>
                  <a:lnTo>
                    <a:pt x="382" y="1"/>
                  </a:lnTo>
                  <a:lnTo>
                    <a:pt x="365" y="0"/>
                  </a:lnTo>
                  <a:lnTo>
                    <a:pt x="34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1" name="Freeform 2333"/>
            <p:cNvSpPr>
              <a:spLocks/>
            </p:cNvSpPr>
            <p:nvPr/>
          </p:nvSpPr>
          <p:spPr bwMode="auto">
            <a:xfrm>
              <a:off x="11172825" y="1012825"/>
              <a:ext cx="76200" cy="9525"/>
            </a:xfrm>
            <a:custGeom>
              <a:avLst/>
              <a:gdLst>
                <a:gd name="T0" fmla="*/ 226 w 241"/>
                <a:gd name="T1" fmla="*/ 0 h 30"/>
                <a:gd name="T2" fmla="*/ 15 w 241"/>
                <a:gd name="T3" fmla="*/ 0 h 30"/>
                <a:gd name="T4" fmla="*/ 12 w 241"/>
                <a:gd name="T5" fmla="*/ 0 h 30"/>
                <a:gd name="T6" fmla="*/ 8 w 241"/>
                <a:gd name="T7" fmla="*/ 1 h 30"/>
                <a:gd name="T8" fmla="*/ 6 w 241"/>
                <a:gd name="T9" fmla="*/ 2 h 30"/>
                <a:gd name="T10" fmla="*/ 4 w 241"/>
                <a:gd name="T11" fmla="*/ 5 h 30"/>
                <a:gd name="T12" fmla="*/ 2 w 241"/>
                <a:gd name="T13" fmla="*/ 7 h 30"/>
                <a:gd name="T14" fmla="*/ 1 w 241"/>
                <a:gd name="T15" fmla="*/ 10 h 30"/>
                <a:gd name="T16" fmla="*/ 0 w 241"/>
                <a:gd name="T17" fmla="*/ 12 h 30"/>
                <a:gd name="T18" fmla="*/ 0 w 241"/>
                <a:gd name="T19" fmla="*/ 15 h 30"/>
                <a:gd name="T20" fmla="*/ 0 w 241"/>
                <a:gd name="T21" fmla="*/ 18 h 30"/>
                <a:gd name="T22" fmla="*/ 1 w 241"/>
                <a:gd name="T23" fmla="*/ 22 h 30"/>
                <a:gd name="T24" fmla="*/ 2 w 241"/>
                <a:gd name="T25" fmla="*/ 24 h 30"/>
                <a:gd name="T26" fmla="*/ 4 w 241"/>
                <a:gd name="T27" fmla="*/ 26 h 30"/>
                <a:gd name="T28" fmla="*/ 6 w 241"/>
                <a:gd name="T29" fmla="*/ 28 h 30"/>
                <a:gd name="T30" fmla="*/ 8 w 241"/>
                <a:gd name="T31" fmla="*/ 29 h 30"/>
                <a:gd name="T32" fmla="*/ 12 w 241"/>
                <a:gd name="T33" fmla="*/ 30 h 30"/>
                <a:gd name="T34" fmla="*/ 15 w 241"/>
                <a:gd name="T35" fmla="*/ 30 h 30"/>
                <a:gd name="T36" fmla="*/ 226 w 241"/>
                <a:gd name="T37" fmla="*/ 30 h 30"/>
                <a:gd name="T38" fmla="*/ 229 w 241"/>
                <a:gd name="T39" fmla="*/ 30 h 30"/>
                <a:gd name="T40" fmla="*/ 232 w 241"/>
                <a:gd name="T41" fmla="*/ 29 h 30"/>
                <a:gd name="T42" fmla="*/ 235 w 241"/>
                <a:gd name="T43" fmla="*/ 28 h 30"/>
                <a:gd name="T44" fmla="*/ 237 w 241"/>
                <a:gd name="T45" fmla="*/ 26 h 30"/>
                <a:gd name="T46" fmla="*/ 239 w 241"/>
                <a:gd name="T47" fmla="*/ 24 h 30"/>
                <a:gd name="T48" fmla="*/ 240 w 241"/>
                <a:gd name="T49" fmla="*/ 22 h 30"/>
                <a:gd name="T50" fmla="*/ 241 w 241"/>
                <a:gd name="T51" fmla="*/ 18 h 30"/>
                <a:gd name="T52" fmla="*/ 241 w 241"/>
                <a:gd name="T53" fmla="*/ 15 h 30"/>
                <a:gd name="T54" fmla="*/ 241 w 241"/>
                <a:gd name="T55" fmla="*/ 12 h 30"/>
                <a:gd name="T56" fmla="*/ 240 w 241"/>
                <a:gd name="T57" fmla="*/ 10 h 30"/>
                <a:gd name="T58" fmla="*/ 239 w 241"/>
                <a:gd name="T59" fmla="*/ 7 h 30"/>
                <a:gd name="T60" fmla="*/ 237 w 241"/>
                <a:gd name="T61" fmla="*/ 5 h 30"/>
                <a:gd name="T62" fmla="*/ 235 w 241"/>
                <a:gd name="T63" fmla="*/ 2 h 30"/>
                <a:gd name="T64" fmla="*/ 232 w 241"/>
                <a:gd name="T65" fmla="*/ 1 h 30"/>
                <a:gd name="T66" fmla="*/ 229 w 241"/>
                <a:gd name="T67" fmla="*/ 0 h 30"/>
                <a:gd name="T68" fmla="*/ 226 w 24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1" h="30"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1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8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226" y="30"/>
                  </a:lnTo>
                  <a:lnTo>
                    <a:pt x="229" y="30"/>
                  </a:lnTo>
                  <a:lnTo>
                    <a:pt x="232" y="29"/>
                  </a:lnTo>
                  <a:lnTo>
                    <a:pt x="235" y="28"/>
                  </a:lnTo>
                  <a:lnTo>
                    <a:pt x="237" y="26"/>
                  </a:lnTo>
                  <a:lnTo>
                    <a:pt x="239" y="24"/>
                  </a:lnTo>
                  <a:lnTo>
                    <a:pt x="240" y="22"/>
                  </a:lnTo>
                  <a:lnTo>
                    <a:pt x="241" y="18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10"/>
                  </a:lnTo>
                  <a:lnTo>
                    <a:pt x="239" y="7"/>
                  </a:lnTo>
                  <a:lnTo>
                    <a:pt x="237" y="5"/>
                  </a:lnTo>
                  <a:lnTo>
                    <a:pt x="235" y="2"/>
                  </a:lnTo>
                  <a:lnTo>
                    <a:pt x="232" y="1"/>
                  </a:lnTo>
                  <a:lnTo>
                    <a:pt x="229" y="0"/>
                  </a:lnTo>
                  <a:lnTo>
                    <a:pt x="2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2" name="Freeform 2334"/>
            <p:cNvSpPr>
              <a:spLocks/>
            </p:cNvSpPr>
            <p:nvPr/>
          </p:nvSpPr>
          <p:spPr bwMode="auto">
            <a:xfrm>
              <a:off x="11172825" y="1031875"/>
              <a:ext cx="76200" cy="28575"/>
            </a:xfrm>
            <a:custGeom>
              <a:avLst/>
              <a:gdLst>
                <a:gd name="T0" fmla="*/ 226 w 241"/>
                <a:gd name="T1" fmla="*/ 0 h 91"/>
                <a:gd name="T2" fmla="*/ 15 w 241"/>
                <a:gd name="T3" fmla="*/ 0 h 91"/>
                <a:gd name="T4" fmla="*/ 12 w 241"/>
                <a:gd name="T5" fmla="*/ 0 h 91"/>
                <a:gd name="T6" fmla="*/ 8 w 241"/>
                <a:gd name="T7" fmla="*/ 1 h 91"/>
                <a:gd name="T8" fmla="*/ 6 w 241"/>
                <a:gd name="T9" fmla="*/ 4 h 91"/>
                <a:gd name="T10" fmla="*/ 4 w 241"/>
                <a:gd name="T11" fmla="*/ 5 h 91"/>
                <a:gd name="T12" fmla="*/ 2 w 241"/>
                <a:gd name="T13" fmla="*/ 8 h 91"/>
                <a:gd name="T14" fmla="*/ 1 w 241"/>
                <a:gd name="T15" fmla="*/ 10 h 91"/>
                <a:gd name="T16" fmla="*/ 0 w 241"/>
                <a:gd name="T17" fmla="*/ 13 h 91"/>
                <a:gd name="T18" fmla="*/ 0 w 241"/>
                <a:gd name="T19" fmla="*/ 15 h 91"/>
                <a:gd name="T20" fmla="*/ 0 w 241"/>
                <a:gd name="T21" fmla="*/ 19 h 91"/>
                <a:gd name="T22" fmla="*/ 1 w 241"/>
                <a:gd name="T23" fmla="*/ 22 h 91"/>
                <a:gd name="T24" fmla="*/ 2 w 241"/>
                <a:gd name="T25" fmla="*/ 24 h 91"/>
                <a:gd name="T26" fmla="*/ 4 w 241"/>
                <a:gd name="T27" fmla="*/ 26 h 91"/>
                <a:gd name="T28" fmla="*/ 6 w 241"/>
                <a:gd name="T29" fmla="*/ 28 h 91"/>
                <a:gd name="T30" fmla="*/ 8 w 241"/>
                <a:gd name="T31" fmla="*/ 29 h 91"/>
                <a:gd name="T32" fmla="*/ 12 w 241"/>
                <a:gd name="T33" fmla="*/ 30 h 91"/>
                <a:gd name="T34" fmla="*/ 15 w 241"/>
                <a:gd name="T35" fmla="*/ 30 h 91"/>
                <a:gd name="T36" fmla="*/ 105 w 241"/>
                <a:gd name="T37" fmla="*/ 30 h 91"/>
                <a:gd name="T38" fmla="*/ 105 w 241"/>
                <a:gd name="T39" fmla="*/ 75 h 91"/>
                <a:gd name="T40" fmla="*/ 106 w 241"/>
                <a:gd name="T41" fmla="*/ 80 h 91"/>
                <a:gd name="T42" fmla="*/ 106 w 241"/>
                <a:gd name="T43" fmla="*/ 82 h 91"/>
                <a:gd name="T44" fmla="*/ 108 w 241"/>
                <a:gd name="T45" fmla="*/ 85 h 91"/>
                <a:gd name="T46" fmla="*/ 109 w 241"/>
                <a:gd name="T47" fmla="*/ 87 h 91"/>
                <a:gd name="T48" fmla="*/ 111 w 241"/>
                <a:gd name="T49" fmla="*/ 88 h 91"/>
                <a:gd name="T50" fmla="*/ 115 w 241"/>
                <a:gd name="T51" fmla="*/ 90 h 91"/>
                <a:gd name="T52" fmla="*/ 118 w 241"/>
                <a:gd name="T53" fmla="*/ 90 h 91"/>
                <a:gd name="T54" fmla="*/ 120 w 241"/>
                <a:gd name="T55" fmla="*/ 91 h 91"/>
                <a:gd name="T56" fmla="*/ 123 w 241"/>
                <a:gd name="T57" fmla="*/ 90 h 91"/>
                <a:gd name="T58" fmla="*/ 126 w 241"/>
                <a:gd name="T59" fmla="*/ 90 h 91"/>
                <a:gd name="T60" fmla="*/ 129 w 241"/>
                <a:gd name="T61" fmla="*/ 88 h 91"/>
                <a:gd name="T62" fmla="*/ 131 w 241"/>
                <a:gd name="T63" fmla="*/ 87 h 91"/>
                <a:gd name="T64" fmla="*/ 133 w 241"/>
                <a:gd name="T65" fmla="*/ 85 h 91"/>
                <a:gd name="T66" fmla="*/ 134 w 241"/>
                <a:gd name="T67" fmla="*/ 82 h 91"/>
                <a:gd name="T68" fmla="*/ 135 w 241"/>
                <a:gd name="T69" fmla="*/ 80 h 91"/>
                <a:gd name="T70" fmla="*/ 135 w 241"/>
                <a:gd name="T71" fmla="*/ 75 h 91"/>
                <a:gd name="T72" fmla="*/ 135 w 241"/>
                <a:gd name="T73" fmla="*/ 30 h 91"/>
                <a:gd name="T74" fmla="*/ 226 w 241"/>
                <a:gd name="T75" fmla="*/ 30 h 91"/>
                <a:gd name="T76" fmla="*/ 229 w 241"/>
                <a:gd name="T77" fmla="*/ 30 h 91"/>
                <a:gd name="T78" fmla="*/ 232 w 241"/>
                <a:gd name="T79" fmla="*/ 29 h 91"/>
                <a:gd name="T80" fmla="*/ 235 w 241"/>
                <a:gd name="T81" fmla="*/ 28 h 91"/>
                <a:gd name="T82" fmla="*/ 237 w 241"/>
                <a:gd name="T83" fmla="*/ 26 h 91"/>
                <a:gd name="T84" fmla="*/ 239 w 241"/>
                <a:gd name="T85" fmla="*/ 24 h 91"/>
                <a:gd name="T86" fmla="*/ 240 w 241"/>
                <a:gd name="T87" fmla="*/ 22 h 91"/>
                <a:gd name="T88" fmla="*/ 241 w 241"/>
                <a:gd name="T89" fmla="*/ 19 h 91"/>
                <a:gd name="T90" fmla="*/ 241 w 241"/>
                <a:gd name="T91" fmla="*/ 15 h 91"/>
                <a:gd name="T92" fmla="*/ 241 w 241"/>
                <a:gd name="T93" fmla="*/ 13 h 91"/>
                <a:gd name="T94" fmla="*/ 240 w 241"/>
                <a:gd name="T95" fmla="*/ 10 h 91"/>
                <a:gd name="T96" fmla="*/ 239 w 241"/>
                <a:gd name="T97" fmla="*/ 8 h 91"/>
                <a:gd name="T98" fmla="*/ 237 w 241"/>
                <a:gd name="T99" fmla="*/ 5 h 91"/>
                <a:gd name="T100" fmla="*/ 235 w 241"/>
                <a:gd name="T101" fmla="*/ 4 h 91"/>
                <a:gd name="T102" fmla="*/ 232 w 241"/>
                <a:gd name="T103" fmla="*/ 1 h 91"/>
                <a:gd name="T104" fmla="*/ 229 w 241"/>
                <a:gd name="T105" fmla="*/ 0 h 91"/>
                <a:gd name="T106" fmla="*/ 226 w 241"/>
                <a:gd name="T10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41" h="91"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6" y="4"/>
                  </a:lnTo>
                  <a:lnTo>
                    <a:pt x="4" y="5"/>
                  </a:lnTo>
                  <a:lnTo>
                    <a:pt x="2" y="8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8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5" y="75"/>
                  </a:lnTo>
                  <a:lnTo>
                    <a:pt x="106" y="80"/>
                  </a:lnTo>
                  <a:lnTo>
                    <a:pt x="106" y="82"/>
                  </a:lnTo>
                  <a:lnTo>
                    <a:pt x="108" y="85"/>
                  </a:lnTo>
                  <a:lnTo>
                    <a:pt x="109" y="87"/>
                  </a:lnTo>
                  <a:lnTo>
                    <a:pt x="111" y="88"/>
                  </a:lnTo>
                  <a:lnTo>
                    <a:pt x="115" y="90"/>
                  </a:lnTo>
                  <a:lnTo>
                    <a:pt x="118" y="90"/>
                  </a:lnTo>
                  <a:lnTo>
                    <a:pt x="120" y="91"/>
                  </a:lnTo>
                  <a:lnTo>
                    <a:pt x="123" y="90"/>
                  </a:lnTo>
                  <a:lnTo>
                    <a:pt x="126" y="90"/>
                  </a:lnTo>
                  <a:lnTo>
                    <a:pt x="129" y="88"/>
                  </a:lnTo>
                  <a:lnTo>
                    <a:pt x="131" y="87"/>
                  </a:lnTo>
                  <a:lnTo>
                    <a:pt x="133" y="85"/>
                  </a:lnTo>
                  <a:lnTo>
                    <a:pt x="134" y="82"/>
                  </a:lnTo>
                  <a:lnTo>
                    <a:pt x="135" y="80"/>
                  </a:lnTo>
                  <a:lnTo>
                    <a:pt x="135" y="75"/>
                  </a:lnTo>
                  <a:lnTo>
                    <a:pt x="135" y="30"/>
                  </a:lnTo>
                  <a:lnTo>
                    <a:pt x="226" y="30"/>
                  </a:lnTo>
                  <a:lnTo>
                    <a:pt x="229" y="30"/>
                  </a:lnTo>
                  <a:lnTo>
                    <a:pt x="232" y="29"/>
                  </a:lnTo>
                  <a:lnTo>
                    <a:pt x="235" y="28"/>
                  </a:lnTo>
                  <a:lnTo>
                    <a:pt x="237" y="26"/>
                  </a:lnTo>
                  <a:lnTo>
                    <a:pt x="239" y="24"/>
                  </a:lnTo>
                  <a:lnTo>
                    <a:pt x="240" y="22"/>
                  </a:lnTo>
                  <a:lnTo>
                    <a:pt x="241" y="19"/>
                  </a:lnTo>
                  <a:lnTo>
                    <a:pt x="241" y="15"/>
                  </a:lnTo>
                  <a:lnTo>
                    <a:pt x="241" y="13"/>
                  </a:lnTo>
                  <a:lnTo>
                    <a:pt x="240" y="10"/>
                  </a:lnTo>
                  <a:lnTo>
                    <a:pt x="239" y="8"/>
                  </a:lnTo>
                  <a:lnTo>
                    <a:pt x="237" y="5"/>
                  </a:lnTo>
                  <a:lnTo>
                    <a:pt x="235" y="4"/>
                  </a:lnTo>
                  <a:lnTo>
                    <a:pt x="232" y="1"/>
                  </a:lnTo>
                  <a:lnTo>
                    <a:pt x="229" y="0"/>
                  </a:lnTo>
                  <a:lnTo>
                    <a:pt x="2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952332" y="4750408"/>
            <a:ext cx="317818" cy="316071"/>
            <a:chOff x="9910763" y="773113"/>
            <a:chExt cx="288925" cy="287337"/>
          </a:xfrm>
          <a:solidFill>
            <a:schemeClr val="bg1"/>
          </a:solidFill>
        </p:grpSpPr>
        <p:sp>
          <p:nvSpPr>
            <p:cNvPr id="44" name="Freeform 2479"/>
            <p:cNvSpPr>
              <a:spLocks/>
            </p:cNvSpPr>
            <p:nvPr/>
          </p:nvSpPr>
          <p:spPr bwMode="auto">
            <a:xfrm>
              <a:off x="9910763" y="946150"/>
              <a:ext cx="58738" cy="95250"/>
            </a:xfrm>
            <a:custGeom>
              <a:avLst/>
              <a:gdLst>
                <a:gd name="T0" fmla="*/ 167 w 182"/>
                <a:gd name="T1" fmla="*/ 0 h 301"/>
                <a:gd name="T2" fmla="*/ 15 w 182"/>
                <a:gd name="T3" fmla="*/ 0 h 301"/>
                <a:gd name="T4" fmla="*/ 12 w 182"/>
                <a:gd name="T5" fmla="*/ 0 h 301"/>
                <a:gd name="T6" fmla="*/ 10 w 182"/>
                <a:gd name="T7" fmla="*/ 1 h 301"/>
                <a:gd name="T8" fmla="*/ 7 w 182"/>
                <a:gd name="T9" fmla="*/ 2 h 301"/>
                <a:gd name="T10" fmla="*/ 5 w 182"/>
                <a:gd name="T11" fmla="*/ 4 h 301"/>
                <a:gd name="T12" fmla="*/ 3 w 182"/>
                <a:gd name="T13" fmla="*/ 6 h 301"/>
                <a:gd name="T14" fmla="*/ 1 w 182"/>
                <a:gd name="T15" fmla="*/ 9 h 301"/>
                <a:gd name="T16" fmla="*/ 0 w 182"/>
                <a:gd name="T17" fmla="*/ 12 h 301"/>
                <a:gd name="T18" fmla="*/ 0 w 182"/>
                <a:gd name="T19" fmla="*/ 15 h 301"/>
                <a:gd name="T20" fmla="*/ 0 w 182"/>
                <a:gd name="T21" fmla="*/ 286 h 301"/>
                <a:gd name="T22" fmla="*/ 0 w 182"/>
                <a:gd name="T23" fmla="*/ 290 h 301"/>
                <a:gd name="T24" fmla="*/ 1 w 182"/>
                <a:gd name="T25" fmla="*/ 293 h 301"/>
                <a:gd name="T26" fmla="*/ 3 w 182"/>
                <a:gd name="T27" fmla="*/ 295 h 301"/>
                <a:gd name="T28" fmla="*/ 5 w 182"/>
                <a:gd name="T29" fmla="*/ 297 h 301"/>
                <a:gd name="T30" fmla="*/ 7 w 182"/>
                <a:gd name="T31" fmla="*/ 299 h 301"/>
                <a:gd name="T32" fmla="*/ 10 w 182"/>
                <a:gd name="T33" fmla="*/ 300 h 301"/>
                <a:gd name="T34" fmla="*/ 12 w 182"/>
                <a:gd name="T35" fmla="*/ 301 h 301"/>
                <a:gd name="T36" fmla="*/ 15 w 182"/>
                <a:gd name="T37" fmla="*/ 301 h 301"/>
                <a:gd name="T38" fmla="*/ 167 w 182"/>
                <a:gd name="T39" fmla="*/ 301 h 301"/>
                <a:gd name="T40" fmla="*/ 170 w 182"/>
                <a:gd name="T41" fmla="*/ 301 h 301"/>
                <a:gd name="T42" fmla="*/ 172 w 182"/>
                <a:gd name="T43" fmla="*/ 300 h 301"/>
                <a:gd name="T44" fmla="*/ 175 w 182"/>
                <a:gd name="T45" fmla="*/ 299 h 301"/>
                <a:gd name="T46" fmla="*/ 177 w 182"/>
                <a:gd name="T47" fmla="*/ 297 h 301"/>
                <a:gd name="T48" fmla="*/ 179 w 182"/>
                <a:gd name="T49" fmla="*/ 295 h 301"/>
                <a:gd name="T50" fmla="*/ 181 w 182"/>
                <a:gd name="T51" fmla="*/ 293 h 301"/>
                <a:gd name="T52" fmla="*/ 182 w 182"/>
                <a:gd name="T53" fmla="*/ 290 h 301"/>
                <a:gd name="T54" fmla="*/ 182 w 182"/>
                <a:gd name="T55" fmla="*/ 286 h 301"/>
                <a:gd name="T56" fmla="*/ 182 w 182"/>
                <a:gd name="T57" fmla="*/ 15 h 301"/>
                <a:gd name="T58" fmla="*/ 182 w 182"/>
                <a:gd name="T59" fmla="*/ 12 h 301"/>
                <a:gd name="T60" fmla="*/ 181 w 182"/>
                <a:gd name="T61" fmla="*/ 9 h 301"/>
                <a:gd name="T62" fmla="*/ 179 w 182"/>
                <a:gd name="T63" fmla="*/ 6 h 301"/>
                <a:gd name="T64" fmla="*/ 177 w 182"/>
                <a:gd name="T65" fmla="*/ 4 h 301"/>
                <a:gd name="T66" fmla="*/ 175 w 182"/>
                <a:gd name="T67" fmla="*/ 2 h 301"/>
                <a:gd name="T68" fmla="*/ 172 w 182"/>
                <a:gd name="T69" fmla="*/ 1 h 301"/>
                <a:gd name="T70" fmla="*/ 170 w 182"/>
                <a:gd name="T71" fmla="*/ 0 h 301"/>
                <a:gd name="T72" fmla="*/ 167 w 182"/>
                <a:gd name="T7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82" h="301">
                  <a:moveTo>
                    <a:pt x="16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86"/>
                  </a:lnTo>
                  <a:lnTo>
                    <a:pt x="0" y="290"/>
                  </a:lnTo>
                  <a:lnTo>
                    <a:pt x="1" y="293"/>
                  </a:lnTo>
                  <a:lnTo>
                    <a:pt x="3" y="295"/>
                  </a:lnTo>
                  <a:lnTo>
                    <a:pt x="5" y="297"/>
                  </a:lnTo>
                  <a:lnTo>
                    <a:pt x="7" y="299"/>
                  </a:lnTo>
                  <a:lnTo>
                    <a:pt x="10" y="300"/>
                  </a:lnTo>
                  <a:lnTo>
                    <a:pt x="12" y="301"/>
                  </a:lnTo>
                  <a:lnTo>
                    <a:pt x="15" y="301"/>
                  </a:lnTo>
                  <a:lnTo>
                    <a:pt x="167" y="301"/>
                  </a:lnTo>
                  <a:lnTo>
                    <a:pt x="170" y="301"/>
                  </a:lnTo>
                  <a:lnTo>
                    <a:pt x="172" y="300"/>
                  </a:lnTo>
                  <a:lnTo>
                    <a:pt x="175" y="299"/>
                  </a:lnTo>
                  <a:lnTo>
                    <a:pt x="177" y="297"/>
                  </a:lnTo>
                  <a:lnTo>
                    <a:pt x="179" y="295"/>
                  </a:lnTo>
                  <a:lnTo>
                    <a:pt x="181" y="293"/>
                  </a:lnTo>
                  <a:lnTo>
                    <a:pt x="182" y="290"/>
                  </a:lnTo>
                  <a:lnTo>
                    <a:pt x="182" y="286"/>
                  </a:lnTo>
                  <a:lnTo>
                    <a:pt x="182" y="15"/>
                  </a:lnTo>
                  <a:lnTo>
                    <a:pt x="182" y="12"/>
                  </a:lnTo>
                  <a:lnTo>
                    <a:pt x="181" y="9"/>
                  </a:lnTo>
                  <a:lnTo>
                    <a:pt x="179" y="6"/>
                  </a:lnTo>
                  <a:lnTo>
                    <a:pt x="177" y="4"/>
                  </a:lnTo>
                  <a:lnTo>
                    <a:pt x="175" y="2"/>
                  </a:lnTo>
                  <a:lnTo>
                    <a:pt x="172" y="1"/>
                  </a:lnTo>
                  <a:lnTo>
                    <a:pt x="170" y="0"/>
                  </a:lnTo>
                  <a:lnTo>
                    <a:pt x="1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5" name="Freeform 2480"/>
            <p:cNvSpPr>
              <a:spLocks/>
            </p:cNvSpPr>
            <p:nvPr/>
          </p:nvSpPr>
          <p:spPr bwMode="auto">
            <a:xfrm>
              <a:off x="9974263" y="955675"/>
              <a:ext cx="225425" cy="104775"/>
            </a:xfrm>
            <a:custGeom>
              <a:avLst/>
              <a:gdLst>
                <a:gd name="T0" fmla="*/ 689 w 710"/>
                <a:gd name="T1" fmla="*/ 110 h 332"/>
                <a:gd name="T2" fmla="*/ 667 w 710"/>
                <a:gd name="T3" fmla="*/ 95 h 332"/>
                <a:gd name="T4" fmla="*/ 644 w 710"/>
                <a:gd name="T5" fmla="*/ 88 h 332"/>
                <a:gd name="T6" fmla="*/ 623 w 710"/>
                <a:gd name="T7" fmla="*/ 86 h 332"/>
                <a:gd name="T8" fmla="*/ 584 w 710"/>
                <a:gd name="T9" fmla="*/ 92 h 332"/>
                <a:gd name="T10" fmla="*/ 503 w 710"/>
                <a:gd name="T11" fmla="*/ 138 h 332"/>
                <a:gd name="T12" fmla="*/ 487 w 710"/>
                <a:gd name="T13" fmla="*/ 163 h 332"/>
                <a:gd name="T14" fmla="*/ 468 w 710"/>
                <a:gd name="T15" fmla="*/ 175 h 332"/>
                <a:gd name="T16" fmla="*/ 446 w 710"/>
                <a:gd name="T17" fmla="*/ 180 h 332"/>
                <a:gd name="T18" fmla="*/ 226 w 710"/>
                <a:gd name="T19" fmla="*/ 181 h 332"/>
                <a:gd name="T20" fmla="*/ 217 w 710"/>
                <a:gd name="T21" fmla="*/ 179 h 332"/>
                <a:gd name="T22" fmla="*/ 212 w 710"/>
                <a:gd name="T23" fmla="*/ 172 h 332"/>
                <a:gd name="T24" fmla="*/ 212 w 710"/>
                <a:gd name="T25" fmla="*/ 163 h 332"/>
                <a:gd name="T26" fmla="*/ 215 w 710"/>
                <a:gd name="T27" fmla="*/ 156 h 332"/>
                <a:gd name="T28" fmla="*/ 224 w 710"/>
                <a:gd name="T29" fmla="*/ 151 h 332"/>
                <a:gd name="T30" fmla="*/ 438 w 710"/>
                <a:gd name="T31" fmla="*/ 151 h 332"/>
                <a:gd name="T32" fmla="*/ 463 w 710"/>
                <a:gd name="T33" fmla="*/ 143 h 332"/>
                <a:gd name="T34" fmla="*/ 477 w 710"/>
                <a:gd name="T35" fmla="*/ 123 h 332"/>
                <a:gd name="T36" fmla="*/ 479 w 710"/>
                <a:gd name="T37" fmla="*/ 102 h 332"/>
                <a:gd name="T38" fmla="*/ 470 w 710"/>
                <a:gd name="T39" fmla="*/ 83 h 332"/>
                <a:gd name="T40" fmla="*/ 451 w 710"/>
                <a:gd name="T41" fmla="*/ 67 h 332"/>
                <a:gd name="T42" fmla="*/ 423 w 710"/>
                <a:gd name="T43" fmla="*/ 60 h 332"/>
                <a:gd name="T44" fmla="*/ 390 w 710"/>
                <a:gd name="T45" fmla="*/ 60 h 332"/>
                <a:gd name="T46" fmla="*/ 354 w 710"/>
                <a:gd name="T47" fmla="*/ 60 h 332"/>
                <a:gd name="T48" fmla="*/ 312 w 710"/>
                <a:gd name="T49" fmla="*/ 59 h 332"/>
                <a:gd name="T50" fmla="*/ 271 w 710"/>
                <a:gd name="T51" fmla="*/ 32 h 332"/>
                <a:gd name="T52" fmla="*/ 213 w 710"/>
                <a:gd name="T53" fmla="*/ 8 h 332"/>
                <a:gd name="T54" fmla="*/ 151 w 710"/>
                <a:gd name="T55" fmla="*/ 0 h 332"/>
                <a:gd name="T56" fmla="*/ 138 w 710"/>
                <a:gd name="T57" fmla="*/ 0 h 332"/>
                <a:gd name="T58" fmla="*/ 30 w 710"/>
                <a:gd name="T59" fmla="*/ 0 h 332"/>
                <a:gd name="T60" fmla="*/ 9 w 710"/>
                <a:gd name="T61" fmla="*/ 1 h 332"/>
                <a:gd name="T62" fmla="*/ 3 w 710"/>
                <a:gd name="T63" fmla="*/ 6 h 332"/>
                <a:gd name="T64" fmla="*/ 0 w 710"/>
                <a:gd name="T65" fmla="*/ 15 h 332"/>
                <a:gd name="T66" fmla="*/ 3 w 710"/>
                <a:gd name="T67" fmla="*/ 233 h 332"/>
                <a:gd name="T68" fmla="*/ 52 w 710"/>
                <a:gd name="T69" fmla="*/ 253 h 332"/>
                <a:gd name="T70" fmla="*/ 153 w 710"/>
                <a:gd name="T71" fmla="*/ 290 h 332"/>
                <a:gd name="T72" fmla="*/ 265 w 710"/>
                <a:gd name="T73" fmla="*/ 326 h 332"/>
                <a:gd name="T74" fmla="*/ 312 w 710"/>
                <a:gd name="T75" fmla="*/ 332 h 332"/>
                <a:gd name="T76" fmla="*/ 339 w 710"/>
                <a:gd name="T77" fmla="*/ 329 h 332"/>
                <a:gd name="T78" fmla="*/ 387 w 710"/>
                <a:gd name="T79" fmla="*/ 314 h 332"/>
                <a:gd name="T80" fmla="*/ 462 w 710"/>
                <a:gd name="T81" fmla="*/ 276 h 332"/>
                <a:gd name="T82" fmla="*/ 535 w 710"/>
                <a:gd name="T83" fmla="*/ 237 h 332"/>
                <a:gd name="T84" fmla="*/ 609 w 710"/>
                <a:gd name="T85" fmla="*/ 197 h 332"/>
                <a:gd name="T86" fmla="*/ 701 w 710"/>
                <a:gd name="T87" fmla="*/ 149 h 332"/>
                <a:gd name="T88" fmla="*/ 709 w 710"/>
                <a:gd name="T89" fmla="*/ 142 h 332"/>
                <a:gd name="T90" fmla="*/ 709 w 710"/>
                <a:gd name="T91" fmla="*/ 132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10" h="332">
                  <a:moveTo>
                    <a:pt x="705" y="125"/>
                  </a:moveTo>
                  <a:lnTo>
                    <a:pt x="697" y="117"/>
                  </a:lnTo>
                  <a:lnTo>
                    <a:pt x="689" y="110"/>
                  </a:lnTo>
                  <a:lnTo>
                    <a:pt x="682" y="105"/>
                  </a:lnTo>
                  <a:lnTo>
                    <a:pt x="674" y="100"/>
                  </a:lnTo>
                  <a:lnTo>
                    <a:pt x="667" y="95"/>
                  </a:lnTo>
                  <a:lnTo>
                    <a:pt x="659" y="92"/>
                  </a:lnTo>
                  <a:lnTo>
                    <a:pt x="652" y="89"/>
                  </a:lnTo>
                  <a:lnTo>
                    <a:pt x="644" y="88"/>
                  </a:lnTo>
                  <a:lnTo>
                    <a:pt x="638" y="86"/>
                  </a:lnTo>
                  <a:lnTo>
                    <a:pt x="630" y="86"/>
                  </a:lnTo>
                  <a:lnTo>
                    <a:pt x="623" y="86"/>
                  </a:lnTo>
                  <a:lnTo>
                    <a:pt x="615" y="86"/>
                  </a:lnTo>
                  <a:lnTo>
                    <a:pt x="600" y="88"/>
                  </a:lnTo>
                  <a:lnTo>
                    <a:pt x="584" y="92"/>
                  </a:lnTo>
                  <a:lnTo>
                    <a:pt x="509" y="116"/>
                  </a:lnTo>
                  <a:lnTo>
                    <a:pt x="507" y="128"/>
                  </a:lnTo>
                  <a:lnTo>
                    <a:pt x="503" y="138"/>
                  </a:lnTo>
                  <a:lnTo>
                    <a:pt x="498" y="148"/>
                  </a:lnTo>
                  <a:lnTo>
                    <a:pt x="492" y="157"/>
                  </a:lnTo>
                  <a:lnTo>
                    <a:pt x="487" y="163"/>
                  </a:lnTo>
                  <a:lnTo>
                    <a:pt x="481" y="167"/>
                  </a:lnTo>
                  <a:lnTo>
                    <a:pt x="475" y="172"/>
                  </a:lnTo>
                  <a:lnTo>
                    <a:pt x="468" y="175"/>
                  </a:lnTo>
                  <a:lnTo>
                    <a:pt x="461" y="178"/>
                  </a:lnTo>
                  <a:lnTo>
                    <a:pt x="453" y="179"/>
                  </a:lnTo>
                  <a:lnTo>
                    <a:pt x="446" y="180"/>
                  </a:lnTo>
                  <a:lnTo>
                    <a:pt x="437" y="181"/>
                  </a:lnTo>
                  <a:lnTo>
                    <a:pt x="422" y="181"/>
                  </a:lnTo>
                  <a:lnTo>
                    <a:pt x="226" y="181"/>
                  </a:lnTo>
                  <a:lnTo>
                    <a:pt x="224" y="180"/>
                  </a:lnTo>
                  <a:lnTo>
                    <a:pt x="221" y="180"/>
                  </a:lnTo>
                  <a:lnTo>
                    <a:pt x="217" y="179"/>
                  </a:lnTo>
                  <a:lnTo>
                    <a:pt x="215" y="177"/>
                  </a:lnTo>
                  <a:lnTo>
                    <a:pt x="214" y="175"/>
                  </a:lnTo>
                  <a:lnTo>
                    <a:pt x="212" y="172"/>
                  </a:lnTo>
                  <a:lnTo>
                    <a:pt x="212" y="169"/>
                  </a:lnTo>
                  <a:lnTo>
                    <a:pt x="211" y="166"/>
                  </a:lnTo>
                  <a:lnTo>
                    <a:pt x="212" y="163"/>
                  </a:lnTo>
                  <a:lnTo>
                    <a:pt x="212" y="160"/>
                  </a:lnTo>
                  <a:lnTo>
                    <a:pt x="214" y="158"/>
                  </a:lnTo>
                  <a:lnTo>
                    <a:pt x="215" y="156"/>
                  </a:lnTo>
                  <a:lnTo>
                    <a:pt x="217" y="153"/>
                  </a:lnTo>
                  <a:lnTo>
                    <a:pt x="221" y="152"/>
                  </a:lnTo>
                  <a:lnTo>
                    <a:pt x="224" y="151"/>
                  </a:lnTo>
                  <a:lnTo>
                    <a:pt x="226" y="151"/>
                  </a:lnTo>
                  <a:lnTo>
                    <a:pt x="422" y="151"/>
                  </a:lnTo>
                  <a:lnTo>
                    <a:pt x="438" y="151"/>
                  </a:lnTo>
                  <a:lnTo>
                    <a:pt x="447" y="150"/>
                  </a:lnTo>
                  <a:lnTo>
                    <a:pt x="455" y="147"/>
                  </a:lnTo>
                  <a:lnTo>
                    <a:pt x="463" y="143"/>
                  </a:lnTo>
                  <a:lnTo>
                    <a:pt x="468" y="137"/>
                  </a:lnTo>
                  <a:lnTo>
                    <a:pt x="474" y="131"/>
                  </a:lnTo>
                  <a:lnTo>
                    <a:pt x="477" y="123"/>
                  </a:lnTo>
                  <a:lnTo>
                    <a:pt x="479" y="115"/>
                  </a:lnTo>
                  <a:lnTo>
                    <a:pt x="479" y="105"/>
                  </a:lnTo>
                  <a:lnTo>
                    <a:pt x="479" y="102"/>
                  </a:lnTo>
                  <a:lnTo>
                    <a:pt x="479" y="98"/>
                  </a:lnTo>
                  <a:lnTo>
                    <a:pt x="476" y="90"/>
                  </a:lnTo>
                  <a:lnTo>
                    <a:pt x="470" y="83"/>
                  </a:lnTo>
                  <a:lnTo>
                    <a:pt x="465" y="76"/>
                  </a:lnTo>
                  <a:lnTo>
                    <a:pt x="459" y="71"/>
                  </a:lnTo>
                  <a:lnTo>
                    <a:pt x="451" y="67"/>
                  </a:lnTo>
                  <a:lnTo>
                    <a:pt x="443" y="63"/>
                  </a:lnTo>
                  <a:lnTo>
                    <a:pt x="433" y="61"/>
                  </a:lnTo>
                  <a:lnTo>
                    <a:pt x="423" y="60"/>
                  </a:lnTo>
                  <a:lnTo>
                    <a:pt x="410" y="60"/>
                  </a:lnTo>
                  <a:lnTo>
                    <a:pt x="400" y="60"/>
                  </a:lnTo>
                  <a:lnTo>
                    <a:pt x="390" y="60"/>
                  </a:lnTo>
                  <a:lnTo>
                    <a:pt x="381" y="60"/>
                  </a:lnTo>
                  <a:lnTo>
                    <a:pt x="367" y="60"/>
                  </a:lnTo>
                  <a:lnTo>
                    <a:pt x="354" y="60"/>
                  </a:lnTo>
                  <a:lnTo>
                    <a:pt x="337" y="60"/>
                  </a:lnTo>
                  <a:lnTo>
                    <a:pt x="317" y="60"/>
                  </a:lnTo>
                  <a:lnTo>
                    <a:pt x="312" y="59"/>
                  </a:lnTo>
                  <a:lnTo>
                    <a:pt x="307" y="57"/>
                  </a:lnTo>
                  <a:lnTo>
                    <a:pt x="290" y="44"/>
                  </a:lnTo>
                  <a:lnTo>
                    <a:pt x="271" y="32"/>
                  </a:lnTo>
                  <a:lnTo>
                    <a:pt x="253" y="23"/>
                  </a:lnTo>
                  <a:lnTo>
                    <a:pt x="232" y="14"/>
                  </a:lnTo>
                  <a:lnTo>
                    <a:pt x="213" y="8"/>
                  </a:lnTo>
                  <a:lnTo>
                    <a:pt x="193" y="3"/>
                  </a:lnTo>
                  <a:lnTo>
                    <a:pt x="172" y="1"/>
                  </a:lnTo>
                  <a:lnTo>
                    <a:pt x="151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7" y="0"/>
                  </a:lnTo>
                  <a:lnTo>
                    <a:pt x="136" y="0"/>
                  </a:lnTo>
                  <a:lnTo>
                    <a:pt x="30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25"/>
                  </a:lnTo>
                  <a:lnTo>
                    <a:pt x="1" y="230"/>
                  </a:lnTo>
                  <a:lnTo>
                    <a:pt x="3" y="233"/>
                  </a:lnTo>
                  <a:lnTo>
                    <a:pt x="6" y="236"/>
                  </a:lnTo>
                  <a:lnTo>
                    <a:pt x="10" y="238"/>
                  </a:lnTo>
                  <a:lnTo>
                    <a:pt x="52" y="253"/>
                  </a:lnTo>
                  <a:lnTo>
                    <a:pt x="90" y="266"/>
                  </a:lnTo>
                  <a:lnTo>
                    <a:pt x="123" y="279"/>
                  </a:lnTo>
                  <a:lnTo>
                    <a:pt x="153" y="290"/>
                  </a:lnTo>
                  <a:lnTo>
                    <a:pt x="204" y="308"/>
                  </a:lnTo>
                  <a:lnTo>
                    <a:pt x="246" y="321"/>
                  </a:lnTo>
                  <a:lnTo>
                    <a:pt x="265" y="326"/>
                  </a:lnTo>
                  <a:lnTo>
                    <a:pt x="282" y="329"/>
                  </a:lnTo>
                  <a:lnTo>
                    <a:pt x="297" y="331"/>
                  </a:lnTo>
                  <a:lnTo>
                    <a:pt x="312" y="332"/>
                  </a:lnTo>
                  <a:lnTo>
                    <a:pt x="320" y="331"/>
                  </a:lnTo>
                  <a:lnTo>
                    <a:pt x="330" y="331"/>
                  </a:lnTo>
                  <a:lnTo>
                    <a:pt x="339" y="329"/>
                  </a:lnTo>
                  <a:lnTo>
                    <a:pt x="347" y="328"/>
                  </a:lnTo>
                  <a:lnTo>
                    <a:pt x="366" y="322"/>
                  </a:lnTo>
                  <a:lnTo>
                    <a:pt x="387" y="314"/>
                  </a:lnTo>
                  <a:lnTo>
                    <a:pt x="408" y="303"/>
                  </a:lnTo>
                  <a:lnTo>
                    <a:pt x="434" y="292"/>
                  </a:lnTo>
                  <a:lnTo>
                    <a:pt x="462" y="276"/>
                  </a:lnTo>
                  <a:lnTo>
                    <a:pt x="494" y="258"/>
                  </a:lnTo>
                  <a:lnTo>
                    <a:pt x="513" y="248"/>
                  </a:lnTo>
                  <a:lnTo>
                    <a:pt x="535" y="237"/>
                  </a:lnTo>
                  <a:lnTo>
                    <a:pt x="557" y="224"/>
                  </a:lnTo>
                  <a:lnTo>
                    <a:pt x="582" y="211"/>
                  </a:lnTo>
                  <a:lnTo>
                    <a:pt x="609" y="197"/>
                  </a:lnTo>
                  <a:lnTo>
                    <a:pt x="638" y="181"/>
                  </a:lnTo>
                  <a:lnTo>
                    <a:pt x="669" y="166"/>
                  </a:lnTo>
                  <a:lnTo>
                    <a:pt x="701" y="149"/>
                  </a:lnTo>
                  <a:lnTo>
                    <a:pt x="704" y="148"/>
                  </a:lnTo>
                  <a:lnTo>
                    <a:pt x="706" y="145"/>
                  </a:lnTo>
                  <a:lnTo>
                    <a:pt x="709" y="142"/>
                  </a:lnTo>
                  <a:lnTo>
                    <a:pt x="710" y="138"/>
                  </a:lnTo>
                  <a:lnTo>
                    <a:pt x="710" y="135"/>
                  </a:lnTo>
                  <a:lnTo>
                    <a:pt x="709" y="132"/>
                  </a:lnTo>
                  <a:lnTo>
                    <a:pt x="707" y="129"/>
                  </a:lnTo>
                  <a:lnTo>
                    <a:pt x="705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6" name="Freeform 2481"/>
            <p:cNvSpPr>
              <a:spLocks noEditPoints="1"/>
            </p:cNvSpPr>
            <p:nvPr/>
          </p:nvSpPr>
          <p:spPr bwMode="auto">
            <a:xfrm>
              <a:off x="9977438" y="773113"/>
              <a:ext cx="203200" cy="193675"/>
            </a:xfrm>
            <a:custGeom>
              <a:avLst/>
              <a:gdLst>
                <a:gd name="T0" fmla="*/ 239 w 640"/>
                <a:gd name="T1" fmla="*/ 202 h 611"/>
                <a:gd name="T2" fmla="*/ 258 w 640"/>
                <a:gd name="T3" fmla="*/ 221 h 611"/>
                <a:gd name="T4" fmla="*/ 300 w 640"/>
                <a:gd name="T5" fmla="*/ 228 h 611"/>
                <a:gd name="T6" fmla="*/ 366 w 640"/>
                <a:gd name="T7" fmla="*/ 215 h 611"/>
                <a:gd name="T8" fmla="*/ 379 w 640"/>
                <a:gd name="T9" fmla="*/ 142 h 611"/>
                <a:gd name="T10" fmla="*/ 366 w 640"/>
                <a:gd name="T11" fmla="*/ 111 h 611"/>
                <a:gd name="T12" fmla="*/ 345 w 640"/>
                <a:gd name="T13" fmla="*/ 107 h 611"/>
                <a:gd name="T14" fmla="*/ 317 w 640"/>
                <a:gd name="T15" fmla="*/ 109 h 611"/>
                <a:gd name="T16" fmla="*/ 310 w 640"/>
                <a:gd name="T17" fmla="*/ 90 h 611"/>
                <a:gd name="T18" fmla="*/ 356 w 640"/>
                <a:gd name="T19" fmla="*/ 60 h 611"/>
                <a:gd name="T20" fmla="*/ 448 w 640"/>
                <a:gd name="T21" fmla="*/ 60 h 611"/>
                <a:gd name="T22" fmla="*/ 528 w 640"/>
                <a:gd name="T23" fmla="*/ 127 h 611"/>
                <a:gd name="T24" fmla="*/ 495 w 640"/>
                <a:gd name="T25" fmla="*/ 185 h 611"/>
                <a:gd name="T26" fmla="*/ 443 w 640"/>
                <a:gd name="T27" fmla="*/ 198 h 611"/>
                <a:gd name="T28" fmla="*/ 375 w 640"/>
                <a:gd name="T29" fmla="*/ 228 h 611"/>
                <a:gd name="T30" fmla="*/ 375 w 640"/>
                <a:gd name="T31" fmla="*/ 251 h 611"/>
                <a:gd name="T32" fmla="*/ 395 w 640"/>
                <a:gd name="T33" fmla="*/ 285 h 611"/>
                <a:gd name="T34" fmla="*/ 422 w 640"/>
                <a:gd name="T35" fmla="*/ 313 h 611"/>
                <a:gd name="T36" fmla="*/ 437 w 640"/>
                <a:gd name="T37" fmla="*/ 333 h 611"/>
                <a:gd name="T38" fmla="*/ 389 w 640"/>
                <a:gd name="T39" fmla="*/ 389 h 611"/>
                <a:gd name="T40" fmla="*/ 389 w 640"/>
                <a:gd name="T41" fmla="*/ 411 h 611"/>
                <a:gd name="T42" fmla="*/ 404 w 640"/>
                <a:gd name="T43" fmla="*/ 428 h 611"/>
                <a:gd name="T44" fmla="*/ 365 w 640"/>
                <a:gd name="T45" fmla="*/ 453 h 611"/>
                <a:gd name="T46" fmla="*/ 356 w 640"/>
                <a:gd name="T47" fmla="*/ 484 h 611"/>
                <a:gd name="T48" fmla="*/ 339 w 640"/>
                <a:gd name="T49" fmla="*/ 506 h 611"/>
                <a:gd name="T50" fmla="*/ 293 w 640"/>
                <a:gd name="T51" fmla="*/ 513 h 611"/>
                <a:gd name="T52" fmla="*/ 272 w 640"/>
                <a:gd name="T53" fmla="*/ 460 h 611"/>
                <a:gd name="T54" fmla="*/ 282 w 640"/>
                <a:gd name="T55" fmla="*/ 420 h 611"/>
                <a:gd name="T56" fmla="*/ 256 w 640"/>
                <a:gd name="T57" fmla="*/ 371 h 611"/>
                <a:gd name="T58" fmla="*/ 236 w 640"/>
                <a:gd name="T59" fmla="*/ 339 h 611"/>
                <a:gd name="T60" fmla="*/ 191 w 640"/>
                <a:gd name="T61" fmla="*/ 331 h 611"/>
                <a:gd name="T62" fmla="*/ 151 w 640"/>
                <a:gd name="T63" fmla="*/ 328 h 611"/>
                <a:gd name="T64" fmla="*/ 138 w 640"/>
                <a:gd name="T65" fmla="*/ 291 h 611"/>
                <a:gd name="T66" fmla="*/ 155 w 640"/>
                <a:gd name="T67" fmla="*/ 228 h 611"/>
                <a:gd name="T68" fmla="*/ 140 w 640"/>
                <a:gd name="T69" fmla="*/ 544 h 611"/>
                <a:gd name="T70" fmla="*/ 272 w 640"/>
                <a:gd name="T71" fmla="*/ 578 h 611"/>
                <a:gd name="T72" fmla="*/ 370 w 640"/>
                <a:gd name="T73" fmla="*/ 604 h 611"/>
                <a:gd name="T74" fmla="*/ 441 w 640"/>
                <a:gd name="T75" fmla="*/ 606 h 611"/>
                <a:gd name="T76" fmla="*/ 529 w 640"/>
                <a:gd name="T77" fmla="*/ 561 h 611"/>
                <a:gd name="T78" fmla="*/ 610 w 640"/>
                <a:gd name="T79" fmla="*/ 455 h 611"/>
                <a:gd name="T80" fmla="*/ 640 w 640"/>
                <a:gd name="T81" fmla="*/ 320 h 611"/>
                <a:gd name="T82" fmla="*/ 628 w 640"/>
                <a:gd name="T83" fmla="*/ 233 h 611"/>
                <a:gd name="T84" fmla="*/ 594 w 640"/>
                <a:gd name="T85" fmla="*/ 155 h 611"/>
                <a:gd name="T86" fmla="*/ 558 w 640"/>
                <a:gd name="T87" fmla="*/ 105 h 611"/>
                <a:gd name="T88" fmla="*/ 482 w 640"/>
                <a:gd name="T89" fmla="*/ 45 h 611"/>
                <a:gd name="T90" fmla="*/ 412 w 640"/>
                <a:gd name="T91" fmla="*/ 13 h 611"/>
                <a:gd name="T92" fmla="*/ 320 w 640"/>
                <a:gd name="T93" fmla="*/ 0 h 611"/>
                <a:gd name="T94" fmla="*/ 225 w 640"/>
                <a:gd name="T95" fmla="*/ 14 h 611"/>
                <a:gd name="T96" fmla="*/ 141 w 640"/>
                <a:gd name="T97" fmla="*/ 55 h 611"/>
                <a:gd name="T98" fmla="*/ 73 w 640"/>
                <a:gd name="T99" fmla="*/ 116 h 611"/>
                <a:gd name="T100" fmla="*/ 25 w 640"/>
                <a:gd name="T101" fmla="*/ 196 h 611"/>
                <a:gd name="T102" fmla="*/ 1 w 640"/>
                <a:gd name="T103" fmla="*/ 288 h 611"/>
                <a:gd name="T104" fmla="*/ 7 w 640"/>
                <a:gd name="T105" fmla="*/ 384 h 611"/>
                <a:gd name="T106" fmla="*/ 38 w 640"/>
                <a:gd name="T107" fmla="*/ 471 h 611"/>
                <a:gd name="T108" fmla="*/ 92 w 640"/>
                <a:gd name="T109" fmla="*/ 544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0" h="611">
                  <a:moveTo>
                    <a:pt x="191" y="202"/>
                  </a:moveTo>
                  <a:lnTo>
                    <a:pt x="207" y="200"/>
                  </a:lnTo>
                  <a:lnTo>
                    <a:pt x="221" y="200"/>
                  </a:lnTo>
                  <a:lnTo>
                    <a:pt x="229" y="200"/>
                  </a:lnTo>
                  <a:lnTo>
                    <a:pt x="234" y="201"/>
                  </a:lnTo>
                  <a:lnTo>
                    <a:pt x="239" y="202"/>
                  </a:lnTo>
                  <a:lnTo>
                    <a:pt x="240" y="204"/>
                  </a:lnTo>
                  <a:lnTo>
                    <a:pt x="242" y="208"/>
                  </a:lnTo>
                  <a:lnTo>
                    <a:pt x="244" y="212"/>
                  </a:lnTo>
                  <a:lnTo>
                    <a:pt x="248" y="215"/>
                  </a:lnTo>
                  <a:lnTo>
                    <a:pt x="252" y="218"/>
                  </a:lnTo>
                  <a:lnTo>
                    <a:pt x="258" y="221"/>
                  </a:lnTo>
                  <a:lnTo>
                    <a:pt x="263" y="223"/>
                  </a:lnTo>
                  <a:lnTo>
                    <a:pt x="269" y="226"/>
                  </a:lnTo>
                  <a:lnTo>
                    <a:pt x="275" y="227"/>
                  </a:lnTo>
                  <a:lnTo>
                    <a:pt x="281" y="228"/>
                  </a:lnTo>
                  <a:lnTo>
                    <a:pt x="288" y="228"/>
                  </a:lnTo>
                  <a:lnTo>
                    <a:pt x="300" y="228"/>
                  </a:lnTo>
                  <a:lnTo>
                    <a:pt x="311" y="226"/>
                  </a:lnTo>
                  <a:lnTo>
                    <a:pt x="323" y="223"/>
                  </a:lnTo>
                  <a:lnTo>
                    <a:pt x="334" y="220"/>
                  </a:lnTo>
                  <a:lnTo>
                    <a:pt x="349" y="218"/>
                  </a:lnTo>
                  <a:lnTo>
                    <a:pt x="361" y="216"/>
                  </a:lnTo>
                  <a:lnTo>
                    <a:pt x="366" y="215"/>
                  </a:lnTo>
                  <a:lnTo>
                    <a:pt x="370" y="213"/>
                  </a:lnTo>
                  <a:lnTo>
                    <a:pt x="374" y="208"/>
                  </a:lnTo>
                  <a:lnTo>
                    <a:pt x="376" y="204"/>
                  </a:lnTo>
                  <a:lnTo>
                    <a:pt x="378" y="181"/>
                  </a:lnTo>
                  <a:lnTo>
                    <a:pt x="379" y="155"/>
                  </a:lnTo>
                  <a:lnTo>
                    <a:pt x="379" y="142"/>
                  </a:lnTo>
                  <a:lnTo>
                    <a:pt x="377" y="130"/>
                  </a:lnTo>
                  <a:lnTo>
                    <a:pt x="376" y="126"/>
                  </a:lnTo>
                  <a:lnTo>
                    <a:pt x="374" y="120"/>
                  </a:lnTo>
                  <a:lnTo>
                    <a:pt x="372" y="116"/>
                  </a:lnTo>
                  <a:lnTo>
                    <a:pt x="369" y="113"/>
                  </a:lnTo>
                  <a:lnTo>
                    <a:pt x="366" y="111"/>
                  </a:lnTo>
                  <a:lnTo>
                    <a:pt x="363" y="109"/>
                  </a:lnTo>
                  <a:lnTo>
                    <a:pt x="360" y="107"/>
                  </a:lnTo>
                  <a:lnTo>
                    <a:pt x="356" y="105"/>
                  </a:lnTo>
                  <a:lnTo>
                    <a:pt x="352" y="105"/>
                  </a:lnTo>
                  <a:lnTo>
                    <a:pt x="349" y="105"/>
                  </a:lnTo>
                  <a:lnTo>
                    <a:pt x="345" y="107"/>
                  </a:lnTo>
                  <a:lnTo>
                    <a:pt x="340" y="109"/>
                  </a:lnTo>
                  <a:lnTo>
                    <a:pt x="333" y="111"/>
                  </a:lnTo>
                  <a:lnTo>
                    <a:pt x="325" y="112"/>
                  </a:lnTo>
                  <a:lnTo>
                    <a:pt x="322" y="112"/>
                  </a:lnTo>
                  <a:lnTo>
                    <a:pt x="319" y="111"/>
                  </a:lnTo>
                  <a:lnTo>
                    <a:pt x="317" y="109"/>
                  </a:lnTo>
                  <a:lnTo>
                    <a:pt x="315" y="108"/>
                  </a:lnTo>
                  <a:lnTo>
                    <a:pt x="313" y="104"/>
                  </a:lnTo>
                  <a:lnTo>
                    <a:pt x="311" y="101"/>
                  </a:lnTo>
                  <a:lnTo>
                    <a:pt x="310" y="98"/>
                  </a:lnTo>
                  <a:lnTo>
                    <a:pt x="309" y="94"/>
                  </a:lnTo>
                  <a:lnTo>
                    <a:pt x="310" y="90"/>
                  </a:lnTo>
                  <a:lnTo>
                    <a:pt x="311" y="87"/>
                  </a:lnTo>
                  <a:lnTo>
                    <a:pt x="314" y="84"/>
                  </a:lnTo>
                  <a:lnTo>
                    <a:pt x="318" y="81"/>
                  </a:lnTo>
                  <a:lnTo>
                    <a:pt x="328" y="74"/>
                  </a:lnTo>
                  <a:lnTo>
                    <a:pt x="340" y="67"/>
                  </a:lnTo>
                  <a:lnTo>
                    <a:pt x="356" y="60"/>
                  </a:lnTo>
                  <a:lnTo>
                    <a:pt x="374" y="54"/>
                  </a:lnTo>
                  <a:lnTo>
                    <a:pt x="392" y="49"/>
                  </a:lnTo>
                  <a:lnTo>
                    <a:pt x="410" y="43"/>
                  </a:lnTo>
                  <a:lnTo>
                    <a:pt x="419" y="46"/>
                  </a:lnTo>
                  <a:lnTo>
                    <a:pt x="432" y="53"/>
                  </a:lnTo>
                  <a:lnTo>
                    <a:pt x="448" y="60"/>
                  </a:lnTo>
                  <a:lnTo>
                    <a:pt x="466" y="71"/>
                  </a:lnTo>
                  <a:lnTo>
                    <a:pt x="484" y="82"/>
                  </a:lnTo>
                  <a:lnTo>
                    <a:pt x="501" y="94"/>
                  </a:lnTo>
                  <a:lnTo>
                    <a:pt x="517" y="107"/>
                  </a:lnTo>
                  <a:lnTo>
                    <a:pt x="530" y="119"/>
                  </a:lnTo>
                  <a:lnTo>
                    <a:pt x="528" y="127"/>
                  </a:lnTo>
                  <a:lnTo>
                    <a:pt x="525" y="135"/>
                  </a:lnTo>
                  <a:lnTo>
                    <a:pt x="521" y="146"/>
                  </a:lnTo>
                  <a:lnTo>
                    <a:pt x="515" y="157"/>
                  </a:lnTo>
                  <a:lnTo>
                    <a:pt x="508" y="169"/>
                  </a:lnTo>
                  <a:lnTo>
                    <a:pt x="499" y="179"/>
                  </a:lnTo>
                  <a:lnTo>
                    <a:pt x="495" y="185"/>
                  </a:lnTo>
                  <a:lnTo>
                    <a:pt x="489" y="189"/>
                  </a:lnTo>
                  <a:lnTo>
                    <a:pt x="484" y="193"/>
                  </a:lnTo>
                  <a:lnTo>
                    <a:pt x="478" y="198"/>
                  </a:lnTo>
                  <a:lnTo>
                    <a:pt x="468" y="197"/>
                  </a:lnTo>
                  <a:lnTo>
                    <a:pt x="457" y="197"/>
                  </a:lnTo>
                  <a:lnTo>
                    <a:pt x="443" y="198"/>
                  </a:lnTo>
                  <a:lnTo>
                    <a:pt x="428" y="200"/>
                  </a:lnTo>
                  <a:lnTo>
                    <a:pt x="413" y="204"/>
                  </a:lnTo>
                  <a:lnTo>
                    <a:pt x="400" y="211"/>
                  </a:lnTo>
                  <a:lnTo>
                    <a:pt x="388" y="217"/>
                  </a:lnTo>
                  <a:lnTo>
                    <a:pt x="379" y="224"/>
                  </a:lnTo>
                  <a:lnTo>
                    <a:pt x="375" y="228"/>
                  </a:lnTo>
                  <a:lnTo>
                    <a:pt x="373" y="232"/>
                  </a:lnTo>
                  <a:lnTo>
                    <a:pt x="370" y="236"/>
                  </a:lnTo>
                  <a:lnTo>
                    <a:pt x="370" y="241"/>
                  </a:lnTo>
                  <a:lnTo>
                    <a:pt x="370" y="244"/>
                  </a:lnTo>
                  <a:lnTo>
                    <a:pt x="373" y="247"/>
                  </a:lnTo>
                  <a:lnTo>
                    <a:pt x="375" y="251"/>
                  </a:lnTo>
                  <a:lnTo>
                    <a:pt x="378" y="253"/>
                  </a:lnTo>
                  <a:lnTo>
                    <a:pt x="380" y="255"/>
                  </a:lnTo>
                  <a:lnTo>
                    <a:pt x="383" y="256"/>
                  </a:lnTo>
                  <a:lnTo>
                    <a:pt x="387" y="262"/>
                  </a:lnTo>
                  <a:lnTo>
                    <a:pt x="391" y="272"/>
                  </a:lnTo>
                  <a:lnTo>
                    <a:pt x="395" y="285"/>
                  </a:lnTo>
                  <a:lnTo>
                    <a:pt x="399" y="297"/>
                  </a:lnTo>
                  <a:lnTo>
                    <a:pt x="400" y="302"/>
                  </a:lnTo>
                  <a:lnTo>
                    <a:pt x="403" y="305"/>
                  </a:lnTo>
                  <a:lnTo>
                    <a:pt x="409" y="309"/>
                  </a:lnTo>
                  <a:lnTo>
                    <a:pt x="414" y="311"/>
                  </a:lnTo>
                  <a:lnTo>
                    <a:pt x="422" y="313"/>
                  </a:lnTo>
                  <a:lnTo>
                    <a:pt x="429" y="315"/>
                  </a:lnTo>
                  <a:lnTo>
                    <a:pt x="438" y="313"/>
                  </a:lnTo>
                  <a:lnTo>
                    <a:pt x="446" y="312"/>
                  </a:lnTo>
                  <a:lnTo>
                    <a:pt x="444" y="319"/>
                  </a:lnTo>
                  <a:lnTo>
                    <a:pt x="441" y="325"/>
                  </a:lnTo>
                  <a:lnTo>
                    <a:pt x="437" y="333"/>
                  </a:lnTo>
                  <a:lnTo>
                    <a:pt x="432" y="339"/>
                  </a:lnTo>
                  <a:lnTo>
                    <a:pt x="420" y="353"/>
                  </a:lnTo>
                  <a:lnTo>
                    <a:pt x="408" y="365"/>
                  </a:lnTo>
                  <a:lnTo>
                    <a:pt x="398" y="376"/>
                  </a:lnTo>
                  <a:lnTo>
                    <a:pt x="391" y="384"/>
                  </a:lnTo>
                  <a:lnTo>
                    <a:pt x="389" y="389"/>
                  </a:lnTo>
                  <a:lnTo>
                    <a:pt x="387" y="393"/>
                  </a:lnTo>
                  <a:lnTo>
                    <a:pt x="385" y="396"/>
                  </a:lnTo>
                  <a:lnTo>
                    <a:pt x="385" y="400"/>
                  </a:lnTo>
                  <a:lnTo>
                    <a:pt x="385" y="405"/>
                  </a:lnTo>
                  <a:lnTo>
                    <a:pt x="387" y="408"/>
                  </a:lnTo>
                  <a:lnTo>
                    <a:pt x="389" y="411"/>
                  </a:lnTo>
                  <a:lnTo>
                    <a:pt x="391" y="414"/>
                  </a:lnTo>
                  <a:lnTo>
                    <a:pt x="395" y="420"/>
                  </a:lnTo>
                  <a:lnTo>
                    <a:pt x="400" y="424"/>
                  </a:lnTo>
                  <a:lnTo>
                    <a:pt x="402" y="426"/>
                  </a:lnTo>
                  <a:lnTo>
                    <a:pt x="404" y="427"/>
                  </a:lnTo>
                  <a:lnTo>
                    <a:pt x="404" y="428"/>
                  </a:lnTo>
                  <a:lnTo>
                    <a:pt x="403" y="429"/>
                  </a:lnTo>
                  <a:lnTo>
                    <a:pt x="391" y="439"/>
                  </a:lnTo>
                  <a:lnTo>
                    <a:pt x="380" y="446"/>
                  </a:lnTo>
                  <a:lnTo>
                    <a:pt x="373" y="451"/>
                  </a:lnTo>
                  <a:lnTo>
                    <a:pt x="369" y="452"/>
                  </a:lnTo>
                  <a:lnTo>
                    <a:pt x="365" y="453"/>
                  </a:lnTo>
                  <a:lnTo>
                    <a:pt x="362" y="457"/>
                  </a:lnTo>
                  <a:lnTo>
                    <a:pt x="360" y="461"/>
                  </a:lnTo>
                  <a:lnTo>
                    <a:pt x="359" y="467"/>
                  </a:lnTo>
                  <a:lnTo>
                    <a:pt x="359" y="472"/>
                  </a:lnTo>
                  <a:lnTo>
                    <a:pt x="358" y="479"/>
                  </a:lnTo>
                  <a:lnTo>
                    <a:pt x="356" y="484"/>
                  </a:lnTo>
                  <a:lnTo>
                    <a:pt x="355" y="488"/>
                  </a:lnTo>
                  <a:lnTo>
                    <a:pt x="353" y="493"/>
                  </a:lnTo>
                  <a:lnTo>
                    <a:pt x="350" y="497"/>
                  </a:lnTo>
                  <a:lnTo>
                    <a:pt x="347" y="501"/>
                  </a:lnTo>
                  <a:lnTo>
                    <a:pt x="344" y="504"/>
                  </a:lnTo>
                  <a:lnTo>
                    <a:pt x="339" y="506"/>
                  </a:lnTo>
                  <a:lnTo>
                    <a:pt x="335" y="510"/>
                  </a:lnTo>
                  <a:lnTo>
                    <a:pt x="330" y="512"/>
                  </a:lnTo>
                  <a:lnTo>
                    <a:pt x="324" y="513"/>
                  </a:lnTo>
                  <a:lnTo>
                    <a:pt x="311" y="516"/>
                  </a:lnTo>
                  <a:lnTo>
                    <a:pt x="298" y="516"/>
                  </a:lnTo>
                  <a:lnTo>
                    <a:pt x="293" y="513"/>
                  </a:lnTo>
                  <a:lnTo>
                    <a:pt x="289" y="508"/>
                  </a:lnTo>
                  <a:lnTo>
                    <a:pt x="285" y="500"/>
                  </a:lnTo>
                  <a:lnTo>
                    <a:pt x="280" y="493"/>
                  </a:lnTo>
                  <a:lnTo>
                    <a:pt x="273" y="478"/>
                  </a:lnTo>
                  <a:lnTo>
                    <a:pt x="270" y="467"/>
                  </a:lnTo>
                  <a:lnTo>
                    <a:pt x="272" y="460"/>
                  </a:lnTo>
                  <a:lnTo>
                    <a:pt x="275" y="453"/>
                  </a:lnTo>
                  <a:lnTo>
                    <a:pt x="278" y="448"/>
                  </a:lnTo>
                  <a:lnTo>
                    <a:pt x="280" y="440"/>
                  </a:lnTo>
                  <a:lnTo>
                    <a:pt x="282" y="434"/>
                  </a:lnTo>
                  <a:lnTo>
                    <a:pt x="284" y="426"/>
                  </a:lnTo>
                  <a:lnTo>
                    <a:pt x="282" y="420"/>
                  </a:lnTo>
                  <a:lnTo>
                    <a:pt x="280" y="414"/>
                  </a:lnTo>
                  <a:lnTo>
                    <a:pt x="278" y="408"/>
                  </a:lnTo>
                  <a:lnTo>
                    <a:pt x="274" y="402"/>
                  </a:lnTo>
                  <a:lnTo>
                    <a:pt x="265" y="391"/>
                  </a:lnTo>
                  <a:lnTo>
                    <a:pt x="257" y="380"/>
                  </a:lnTo>
                  <a:lnTo>
                    <a:pt x="256" y="371"/>
                  </a:lnTo>
                  <a:lnTo>
                    <a:pt x="254" y="364"/>
                  </a:lnTo>
                  <a:lnTo>
                    <a:pt x="251" y="357"/>
                  </a:lnTo>
                  <a:lnTo>
                    <a:pt x="248" y="352"/>
                  </a:lnTo>
                  <a:lnTo>
                    <a:pt x="245" y="347"/>
                  </a:lnTo>
                  <a:lnTo>
                    <a:pt x="241" y="342"/>
                  </a:lnTo>
                  <a:lnTo>
                    <a:pt x="236" y="339"/>
                  </a:lnTo>
                  <a:lnTo>
                    <a:pt x="232" y="337"/>
                  </a:lnTo>
                  <a:lnTo>
                    <a:pt x="224" y="333"/>
                  </a:lnTo>
                  <a:lnTo>
                    <a:pt x="214" y="332"/>
                  </a:lnTo>
                  <a:lnTo>
                    <a:pt x="206" y="331"/>
                  </a:lnTo>
                  <a:lnTo>
                    <a:pt x="200" y="331"/>
                  </a:lnTo>
                  <a:lnTo>
                    <a:pt x="191" y="331"/>
                  </a:lnTo>
                  <a:lnTo>
                    <a:pt x="182" y="331"/>
                  </a:lnTo>
                  <a:lnTo>
                    <a:pt x="172" y="332"/>
                  </a:lnTo>
                  <a:lnTo>
                    <a:pt x="162" y="332"/>
                  </a:lnTo>
                  <a:lnTo>
                    <a:pt x="158" y="332"/>
                  </a:lnTo>
                  <a:lnTo>
                    <a:pt x="154" y="331"/>
                  </a:lnTo>
                  <a:lnTo>
                    <a:pt x="151" y="328"/>
                  </a:lnTo>
                  <a:lnTo>
                    <a:pt x="148" y="326"/>
                  </a:lnTo>
                  <a:lnTo>
                    <a:pt x="144" y="321"/>
                  </a:lnTo>
                  <a:lnTo>
                    <a:pt x="141" y="313"/>
                  </a:lnTo>
                  <a:lnTo>
                    <a:pt x="138" y="301"/>
                  </a:lnTo>
                  <a:lnTo>
                    <a:pt x="138" y="294"/>
                  </a:lnTo>
                  <a:lnTo>
                    <a:pt x="138" y="291"/>
                  </a:lnTo>
                  <a:lnTo>
                    <a:pt x="139" y="281"/>
                  </a:lnTo>
                  <a:lnTo>
                    <a:pt x="140" y="267"/>
                  </a:lnTo>
                  <a:lnTo>
                    <a:pt x="144" y="251"/>
                  </a:lnTo>
                  <a:lnTo>
                    <a:pt x="147" y="244"/>
                  </a:lnTo>
                  <a:lnTo>
                    <a:pt x="151" y="235"/>
                  </a:lnTo>
                  <a:lnTo>
                    <a:pt x="155" y="228"/>
                  </a:lnTo>
                  <a:lnTo>
                    <a:pt x="160" y="221"/>
                  </a:lnTo>
                  <a:lnTo>
                    <a:pt x="167" y="215"/>
                  </a:lnTo>
                  <a:lnTo>
                    <a:pt x="174" y="209"/>
                  </a:lnTo>
                  <a:lnTo>
                    <a:pt x="182" y="205"/>
                  </a:lnTo>
                  <a:lnTo>
                    <a:pt x="191" y="202"/>
                  </a:lnTo>
                  <a:close/>
                  <a:moveTo>
                    <a:pt x="140" y="544"/>
                  </a:moveTo>
                  <a:lnTo>
                    <a:pt x="163" y="545"/>
                  </a:lnTo>
                  <a:lnTo>
                    <a:pt x="186" y="547"/>
                  </a:lnTo>
                  <a:lnTo>
                    <a:pt x="207" y="553"/>
                  </a:lnTo>
                  <a:lnTo>
                    <a:pt x="230" y="559"/>
                  </a:lnTo>
                  <a:lnTo>
                    <a:pt x="250" y="568"/>
                  </a:lnTo>
                  <a:lnTo>
                    <a:pt x="272" y="578"/>
                  </a:lnTo>
                  <a:lnTo>
                    <a:pt x="292" y="590"/>
                  </a:lnTo>
                  <a:lnTo>
                    <a:pt x="311" y="604"/>
                  </a:lnTo>
                  <a:lnTo>
                    <a:pt x="330" y="604"/>
                  </a:lnTo>
                  <a:lnTo>
                    <a:pt x="344" y="604"/>
                  </a:lnTo>
                  <a:lnTo>
                    <a:pt x="358" y="604"/>
                  </a:lnTo>
                  <a:lnTo>
                    <a:pt x="370" y="604"/>
                  </a:lnTo>
                  <a:lnTo>
                    <a:pt x="381" y="604"/>
                  </a:lnTo>
                  <a:lnTo>
                    <a:pt x="394" y="604"/>
                  </a:lnTo>
                  <a:lnTo>
                    <a:pt x="409" y="604"/>
                  </a:lnTo>
                  <a:lnTo>
                    <a:pt x="427" y="604"/>
                  </a:lnTo>
                  <a:lnTo>
                    <a:pt x="435" y="604"/>
                  </a:lnTo>
                  <a:lnTo>
                    <a:pt x="441" y="606"/>
                  </a:lnTo>
                  <a:lnTo>
                    <a:pt x="449" y="607"/>
                  </a:lnTo>
                  <a:lnTo>
                    <a:pt x="455" y="611"/>
                  </a:lnTo>
                  <a:lnTo>
                    <a:pt x="474" y="600"/>
                  </a:lnTo>
                  <a:lnTo>
                    <a:pt x="494" y="588"/>
                  </a:lnTo>
                  <a:lnTo>
                    <a:pt x="512" y="575"/>
                  </a:lnTo>
                  <a:lnTo>
                    <a:pt x="529" y="561"/>
                  </a:lnTo>
                  <a:lnTo>
                    <a:pt x="545" y="546"/>
                  </a:lnTo>
                  <a:lnTo>
                    <a:pt x="561" y="530"/>
                  </a:lnTo>
                  <a:lnTo>
                    <a:pt x="575" y="512"/>
                  </a:lnTo>
                  <a:lnTo>
                    <a:pt x="588" y="494"/>
                  </a:lnTo>
                  <a:lnTo>
                    <a:pt x="600" y="474"/>
                  </a:lnTo>
                  <a:lnTo>
                    <a:pt x="610" y="455"/>
                  </a:lnTo>
                  <a:lnTo>
                    <a:pt x="618" y="434"/>
                  </a:lnTo>
                  <a:lnTo>
                    <a:pt x="626" y="412"/>
                  </a:lnTo>
                  <a:lnTo>
                    <a:pt x="632" y="390"/>
                  </a:lnTo>
                  <a:lnTo>
                    <a:pt x="636" y="367"/>
                  </a:lnTo>
                  <a:lnTo>
                    <a:pt x="639" y="344"/>
                  </a:lnTo>
                  <a:lnTo>
                    <a:pt x="640" y="320"/>
                  </a:lnTo>
                  <a:lnTo>
                    <a:pt x="639" y="305"/>
                  </a:lnTo>
                  <a:lnTo>
                    <a:pt x="637" y="290"/>
                  </a:lnTo>
                  <a:lnTo>
                    <a:pt x="636" y="276"/>
                  </a:lnTo>
                  <a:lnTo>
                    <a:pt x="634" y="261"/>
                  </a:lnTo>
                  <a:lnTo>
                    <a:pt x="631" y="247"/>
                  </a:lnTo>
                  <a:lnTo>
                    <a:pt x="628" y="233"/>
                  </a:lnTo>
                  <a:lnTo>
                    <a:pt x="624" y="219"/>
                  </a:lnTo>
                  <a:lnTo>
                    <a:pt x="618" y="206"/>
                  </a:lnTo>
                  <a:lnTo>
                    <a:pt x="613" y="193"/>
                  </a:lnTo>
                  <a:lnTo>
                    <a:pt x="607" y="181"/>
                  </a:lnTo>
                  <a:lnTo>
                    <a:pt x="600" y="168"/>
                  </a:lnTo>
                  <a:lnTo>
                    <a:pt x="594" y="155"/>
                  </a:lnTo>
                  <a:lnTo>
                    <a:pt x="586" y="143"/>
                  </a:lnTo>
                  <a:lnTo>
                    <a:pt x="577" y="132"/>
                  </a:lnTo>
                  <a:lnTo>
                    <a:pt x="569" y="120"/>
                  </a:lnTo>
                  <a:lnTo>
                    <a:pt x="560" y="110"/>
                  </a:lnTo>
                  <a:lnTo>
                    <a:pt x="559" y="108"/>
                  </a:lnTo>
                  <a:lnTo>
                    <a:pt x="558" y="105"/>
                  </a:lnTo>
                  <a:lnTo>
                    <a:pt x="547" y="94"/>
                  </a:lnTo>
                  <a:lnTo>
                    <a:pt x="533" y="81"/>
                  </a:lnTo>
                  <a:lnTo>
                    <a:pt x="517" y="69"/>
                  </a:lnTo>
                  <a:lnTo>
                    <a:pt x="500" y="57"/>
                  </a:lnTo>
                  <a:lnTo>
                    <a:pt x="492" y="51"/>
                  </a:lnTo>
                  <a:lnTo>
                    <a:pt x="482" y="45"/>
                  </a:lnTo>
                  <a:lnTo>
                    <a:pt x="472" y="39"/>
                  </a:lnTo>
                  <a:lnTo>
                    <a:pt x="464" y="35"/>
                  </a:lnTo>
                  <a:lnTo>
                    <a:pt x="447" y="26"/>
                  </a:lnTo>
                  <a:lnTo>
                    <a:pt x="433" y="20"/>
                  </a:lnTo>
                  <a:lnTo>
                    <a:pt x="421" y="15"/>
                  </a:lnTo>
                  <a:lnTo>
                    <a:pt x="412" y="13"/>
                  </a:lnTo>
                  <a:lnTo>
                    <a:pt x="411" y="13"/>
                  </a:lnTo>
                  <a:lnTo>
                    <a:pt x="411" y="13"/>
                  </a:lnTo>
                  <a:lnTo>
                    <a:pt x="389" y="8"/>
                  </a:lnTo>
                  <a:lnTo>
                    <a:pt x="366" y="4"/>
                  </a:lnTo>
                  <a:lnTo>
                    <a:pt x="344" y="1"/>
                  </a:lnTo>
                  <a:lnTo>
                    <a:pt x="320" y="0"/>
                  </a:lnTo>
                  <a:lnTo>
                    <a:pt x="303" y="0"/>
                  </a:lnTo>
                  <a:lnTo>
                    <a:pt x="287" y="1"/>
                  </a:lnTo>
                  <a:lnTo>
                    <a:pt x="271" y="4"/>
                  </a:lnTo>
                  <a:lnTo>
                    <a:pt x="256" y="7"/>
                  </a:lnTo>
                  <a:lnTo>
                    <a:pt x="240" y="10"/>
                  </a:lnTo>
                  <a:lnTo>
                    <a:pt x="225" y="14"/>
                  </a:lnTo>
                  <a:lnTo>
                    <a:pt x="210" y="20"/>
                  </a:lnTo>
                  <a:lnTo>
                    <a:pt x="196" y="25"/>
                  </a:lnTo>
                  <a:lnTo>
                    <a:pt x="182" y="31"/>
                  </a:lnTo>
                  <a:lnTo>
                    <a:pt x="168" y="39"/>
                  </a:lnTo>
                  <a:lnTo>
                    <a:pt x="154" y="46"/>
                  </a:lnTo>
                  <a:lnTo>
                    <a:pt x="141" y="55"/>
                  </a:lnTo>
                  <a:lnTo>
                    <a:pt x="128" y="64"/>
                  </a:lnTo>
                  <a:lnTo>
                    <a:pt x="116" y="73"/>
                  </a:lnTo>
                  <a:lnTo>
                    <a:pt x="104" y="83"/>
                  </a:lnTo>
                  <a:lnTo>
                    <a:pt x="94" y="94"/>
                  </a:lnTo>
                  <a:lnTo>
                    <a:pt x="83" y="104"/>
                  </a:lnTo>
                  <a:lnTo>
                    <a:pt x="73" y="116"/>
                  </a:lnTo>
                  <a:lnTo>
                    <a:pt x="64" y="129"/>
                  </a:lnTo>
                  <a:lnTo>
                    <a:pt x="55" y="141"/>
                  </a:lnTo>
                  <a:lnTo>
                    <a:pt x="47" y="154"/>
                  </a:lnTo>
                  <a:lnTo>
                    <a:pt x="39" y="168"/>
                  </a:lnTo>
                  <a:lnTo>
                    <a:pt x="32" y="182"/>
                  </a:lnTo>
                  <a:lnTo>
                    <a:pt x="25" y="196"/>
                  </a:lnTo>
                  <a:lnTo>
                    <a:pt x="20" y="211"/>
                  </a:lnTo>
                  <a:lnTo>
                    <a:pt x="14" y="224"/>
                  </a:lnTo>
                  <a:lnTo>
                    <a:pt x="10" y="241"/>
                  </a:lnTo>
                  <a:lnTo>
                    <a:pt x="7" y="256"/>
                  </a:lnTo>
                  <a:lnTo>
                    <a:pt x="4" y="272"/>
                  </a:lnTo>
                  <a:lnTo>
                    <a:pt x="1" y="288"/>
                  </a:lnTo>
                  <a:lnTo>
                    <a:pt x="0" y="304"/>
                  </a:lnTo>
                  <a:lnTo>
                    <a:pt x="0" y="320"/>
                  </a:lnTo>
                  <a:lnTo>
                    <a:pt x="0" y="336"/>
                  </a:lnTo>
                  <a:lnTo>
                    <a:pt x="1" y="352"/>
                  </a:lnTo>
                  <a:lnTo>
                    <a:pt x="4" y="368"/>
                  </a:lnTo>
                  <a:lnTo>
                    <a:pt x="7" y="384"/>
                  </a:lnTo>
                  <a:lnTo>
                    <a:pt x="10" y="399"/>
                  </a:lnTo>
                  <a:lnTo>
                    <a:pt x="14" y="414"/>
                  </a:lnTo>
                  <a:lnTo>
                    <a:pt x="19" y="429"/>
                  </a:lnTo>
                  <a:lnTo>
                    <a:pt x="25" y="443"/>
                  </a:lnTo>
                  <a:lnTo>
                    <a:pt x="32" y="457"/>
                  </a:lnTo>
                  <a:lnTo>
                    <a:pt x="38" y="471"/>
                  </a:lnTo>
                  <a:lnTo>
                    <a:pt x="45" y="484"/>
                  </a:lnTo>
                  <a:lnTo>
                    <a:pt x="54" y="497"/>
                  </a:lnTo>
                  <a:lnTo>
                    <a:pt x="63" y="509"/>
                  </a:lnTo>
                  <a:lnTo>
                    <a:pt x="72" y="522"/>
                  </a:lnTo>
                  <a:lnTo>
                    <a:pt x="82" y="532"/>
                  </a:lnTo>
                  <a:lnTo>
                    <a:pt x="92" y="544"/>
                  </a:lnTo>
                  <a:lnTo>
                    <a:pt x="140" y="5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47" name="Rectangle 46"/>
          <p:cNvSpPr/>
          <p:nvPr>
            <p:custDataLst>
              <p:tags r:id="rId4"/>
            </p:custDataLst>
          </p:nvPr>
        </p:nvSpPr>
        <p:spPr>
          <a:xfrm>
            <a:off x="2287856" y="1969041"/>
            <a:ext cx="34920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Lorem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Ipsum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is simply dummy text of the printing and typesetting industry.</a:t>
            </a:r>
          </a:p>
        </p:txBody>
      </p:sp>
      <p:sp>
        <p:nvSpPr>
          <p:cNvPr id="48" name="Rectangle 47"/>
          <p:cNvSpPr/>
          <p:nvPr>
            <p:custDataLst>
              <p:tags r:id="rId5"/>
            </p:custDataLst>
          </p:nvPr>
        </p:nvSpPr>
        <p:spPr>
          <a:xfrm>
            <a:off x="2287856" y="2474863"/>
            <a:ext cx="34920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Lorem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Ipsum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is simply dummy text of the printing and typesetting industry.</a:t>
            </a:r>
          </a:p>
        </p:txBody>
      </p:sp>
      <p:sp>
        <p:nvSpPr>
          <p:cNvPr id="49" name="Rectangle 48"/>
          <p:cNvSpPr/>
          <p:nvPr>
            <p:custDataLst>
              <p:tags r:id="rId6"/>
            </p:custDataLst>
          </p:nvPr>
        </p:nvSpPr>
        <p:spPr>
          <a:xfrm>
            <a:off x="2287856" y="3048069"/>
            <a:ext cx="34920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Lorem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Ipsum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is simply dummy text of the printing and typesetting industry.</a:t>
            </a:r>
          </a:p>
        </p:txBody>
      </p:sp>
      <p:sp>
        <p:nvSpPr>
          <p:cNvPr id="50" name="Rectangle 49"/>
          <p:cNvSpPr/>
          <p:nvPr>
            <p:custDataLst>
              <p:tags r:id="rId7"/>
            </p:custDataLst>
          </p:nvPr>
        </p:nvSpPr>
        <p:spPr>
          <a:xfrm>
            <a:off x="2287856" y="3647005"/>
            <a:ext cx="34920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Lorem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Ipsum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is simply dummy text of the printing and typesetting industry.</a:t>
            </a:r>
          </a:p>
        </p:txBody>
      </p:sp>
      <p:sp>
        <p:nvSpPr>
          <p:cNvPr id="51" name="Rectangle 50"/>
          <p:cNvSpPr/>
          <p:nvPr>
            <p:custDataLst>
              <p:tags r:id="rId8"/>
            </p:custDataLst>
          </p:nvPr>
        </p:nvSpPr>
        <p:spPr>
          <a:xfrm>
            <a:off x="2287856" y="4113386"/>
            <a:ext cx="34920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Lorem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Ipsum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is simply dummy text of the printing and typesetting industry.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9495" y="1533079"/>
            <a:ext cx="53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JAN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9495" y="2257937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FEB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9495" y="313331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MAR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9495" y="3990793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APR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9495" y="4704206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MAY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026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8"/>
  <p:tag name="ISPRING_RESOURCE_PATHS_HASH_2" val="1d293547524c76f34b9e4568bc6127a981ed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Y3r1vTck2hXbVIcZxfP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0ZFlFNik6939OAyqUIfg"/>
</p:tagLst>
</file>

<file path=ppt/theme/theme1.xml><?xml version="1.0" encoding="utf-8"?>
<a:theme xmlns:a="http://schemas.openxmlformats.org/drawingml/2006/main" name="Office Theme">
  <a:themeElements>
    <a:clrScheme name="Custom 27">
      <a:dk1>
        <a:sysClr val="windowText" lastClr="000000"/>
      </a:dk1>
      <a:lt1>
        <a:sysClr val="window" lastClr="FFFFFF"/>
      </a:lt1>
      <a:dk2>
        <a:srgbClr val="3F3F3F"/>
      </a:dk2>
      <a:lt2>
        <a:srgbClr val="EEEEF2"/>
      </a:lt2>
      <a:accent1>
        <a:srgbClr val="F1C40F"/>
      </a:accent1>
      <a:accent2>
        <a:srgbClr val="E74C3C"/>
      </a:accent2>
      <a:accent3>
        <a:srgbClr val="3498DB"/>
      </a:accent3>
      <a:accent4>
        <a:srgbClr val="2ECC71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831BBB04-83D6-4E5D-99FD-24AB94AD1044}"/>
</file>

<file path=customXml/itemProps2.xml><?xml version="1.0" encoding="utf-8"?>
<ds:datastoreItem xmlns:ds="http://schemas.openxmlformats.org/officeDocument/2006/customXml" ds:itemID="{E64C2393-D464-45EC-B7C5-334FCF28D9B4}"/>
</file>

<file path=customXml/itemProps3.xml><?xml version="1.0" encoding="utf-8"?>
<ds:datastoreItem xmlns:ds="http://schemas.openxmlformats.org/officeDocument/2006/customXml" ds:itemID="{1EDF1640-53B1-4454-BCAF-55343545AEEE}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4477</TotalTime>
  <Words>150</Words>
  <Application>Microsoft Office PowerPoint</Application>
  <PresentationFormat>On-screen Show (4:3)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Nugroho Ade</dc:creator>
  <cp:lastModifiedBy>erin fajrin</cp:lastModifiedBy>
  <cp:revision>537</cp:revision>
  <dcterms:created xsi:type="dcterms:W3CDTF">2014-04-01T03:27:05Z</dcterms:created>
  <dcterms:modified xsi:type="dcterms:W3CDTF">2016-09-02T09:32:44Z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27D1CE2F-3D42-453C-A955-021B6DB66F0B</vt:lpwstr>
  </property>
  <property fmtid="{D5CDD505-2E9C-101B-9397-08002B2CF9AE}" pid="3" name="ArticulatePath">
    <vt:lpwstr>Slideshop-Business-Ecosystem-Flat</vt:lpwstr>
  </property>
  <property fmtid="{D5CDD505-2E9C-101B-9397-08002B2CF9AE}" pid="4" name="ContentTypeId">
    <vt:lpwstr>0x01010046EABACCD3B39C49923CC76F9A3899B0</vt:lpwstr>
  </property>
</Properties>
</file>