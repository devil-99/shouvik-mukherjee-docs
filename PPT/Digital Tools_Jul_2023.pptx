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ags/tag1.xml" ContentType="application/vnd.openxmlformats-officedocument.presentationml.tags+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05" r:id="rId5"/>
  </p:sldMasterIdLst>
  <p:notesMasterIdLst>
    <p:notesMasterId r:id="rId11"/>
  </p:notesMasterIdLst>
  <p:sldIdLst>
    <p:sldId id="2055" r:id="rId6"/>
    <p:sldId id="2147374239" r:id="rId7"/>
    <p:sldId id="2147374240" r:id="rId8"/>
    <p:sldId id="2147374241" r:id="rId9"/>
    <p:sldId id="20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rana, Rakesh V" initials="SRV" lastIdx="1" clrIdx="0">
    <p:extLst>
      <p:ext uri="{19B8F6BF-5375-455C-9EA6-DF929625EA0E}">
        <p15:presenceInfo xmlns:p15="http://schemas.microsoft.com/office/powerpoint/2012/main" userId="S::rvsurana@deloitte.com::7fb11605-0af0-4140-8c9f-45e511cd494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3D2A"/>
    <a:srgbClr val="473E2F"/>
    <a:srgbClr val="1A311F"/>
    <a:srgbClr val="012169"/>
    <a:srgbClr val="DDA67D"/>
    <a:srgbClr val="2C5234"/>
    <a:srgbClr val="86BC25"/>
    <a:srgbClr val="A3DA40"/>
    <a:srgbClr val="46484A"/>
    <a:srgbClr val="005B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20" autoAdjust="0"/>
    <p:restoredTop sz="95842" autoAdjust="0"/>
  </p:normalViewPr>
  <p:slideViewPr>
    <p:cSldViewPr snapToGrid="0">
      <p:cViewPr>
        <p:scale>
          <a:sx n="59" d="100"/>
          <a:sy n="59" d="100"/>
        </p:scale>
        <p:origin x="916" y="60"/>
      </p:cViewPr>
      <p:guideLst/>
    </p:cSldViewPr>
  </p:slideViewPr>
  <p:notesTextViewPr>
    <p:cViewPr>
      <p:scale>
        <a:sx n="1" d="1"/>
        <a:sy n="1" d="1"/>
      </p:scale>
      <p:origin x="0" y="0"/>
    </p:cViewPr>
  </p:notesTextViewPr>
  <p:sorterViewPr>
    <p:cViewPr varScale="1">
      <p:scale>
        <a:sx n="100" d="100"/>
        <a:sy n="100" d="100"/>
      </p:scale>
      <p:origin x="0" y="-1968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commentAuthors" Target="commentAuthors.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hotra, Vaibhav" userId="63d1a5fe-ecda-4092-bdc9-f3f30e9631cf" providerId="ADAL" clId="{73733931-74E0-45E6-89ED-F11E5A7C01BF}"/>
    <pc:docChg chg="delSld">
      <pc:chgData name="Malhotra, Vaibhav" userId="63d1a5fe-ecda-4092-bdc9-f3f30e9631cf" providerId="ADAL" clId="{73733931-74E0-45E6-89ED-F11E5A7C01BF}" dt="2023-07-01T05:55:14.116" v="3" actId="47"/>
      <pc:docMkLst>
        <pc:docMk/>
      </pc:docMkLst>
      <pc:sldChg chg="del">
        <pc:chgData name="Malhotra, Vaibhav" userId="63d1a5fe-ecda-4092-bdc9-f3f30e9631cf" providerId="ADAL" clId="{73733931-74E0-45E6-89ED-F11E5A7C01BF}" dt="2023-07-01T05:55:09.065" v="0" actId="47"/>
        <pc:sldMkLst>
          <pc:docMk/>
          <pc:sldMk cId="3942657761" sldId="3908"/>
        </pc:sldMkLst>
      </pc:sldChg>
      <pc:sldChg chg="del">
        <pc:chgData name="Malhotra, Vaibhav" userId="63d1a5fe-ecda-4092-bdc9-f3f30e9631cf" providerId="ADAL" clId="{73733931-74E0-45E6-89ED-F11E5A7C01BF}" dt="2023-07-01T05:55:09.936" v="1" actId="47"/>
        <pc:sldMkLst>
          <pc:docMk/>
          <pc:sldMk cId="3468409927" sldId="3982"/>
        </pc:sldMkLst>
      </pc:sldChg>
      <pc:sldChg chg="del">
        <pc:chgData name="Malhotra, Vaibhav" userId="63d1a5fe-ecda-4092-bdc9-f3f30e9631cf" providerId="ADAL" clId="{73733931-74E0-45E6-89ED-F11E5A7C01BF}" dt="2023-07-01T05:55:13.480" v="2" actId="47"/>
        <pc:sldMkLst>
          <pc:docMk/>
          <pc:sldMk cId="1216460342" sldId="2147374242"/>
        </pc:sldMkLst>
      </pc:sldChg>
      <pc:sldChg chg="del">
        <pc:chgData name="Malhotra, Vaibhav" userId="63d1a5fe-ecda-4092-bdc9-f3f30e9631cf" providerId="ADAL" clId="{73733931-74E0-45E6-89ED-F11E5A7C01BF}" dt="2023-07-01T05:55:14.116" v="3" actId="47"/>
        <pc:sldMkLst>
          <pc:docMk/>
          <pc:sldMk cId="1077811640" sldId="214737424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B33F96-9C64-4B09-A6A0-0AF07016F129}" type="datetimeFigureOut">
              <a:rPr lang="en-IN" smtClean="0"/>
              <a:t>01-07-2023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6D4BE9-B95E-4C64-AD15-F17EE104AB38}" type="slidenum">
              <a:rPr lang="en-IN" smtClean="0"/>
              <a:t>‹#›</a:t>
            </a:fld>
            <a:endParaRPr lang="en-IN"/>
          </a:p>
        </p:txBody>
      </p:sp>
    </p:spTree>
    <p:extLst>
      <p:ext uri="{BB962C8B-B14F-4D97-AF65-F5344CB8AC3E}">
        <p14:creationId xmlns:p14="http://schemas.microsoft.com/office/powerpoint/2010/main" val="4167696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6722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7B965A-0654-4D92-9304-8757F457580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2325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3.emf"/></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a:t>Click icon to add picture</a:t>
            </a:r>
            <a:endParaRPr lang="en-GB"/>
          </a:p>
        </p:txBody>
      </p:sp>
      <p:sp>
        <p:nvSpPr>
          <p:cNvPr id="2" name="Title 1"/>
          <p:cNvSpPr>
            <a:spLocks noGrp="1"/>
          </p:cNvSpPr>
          <p:nvPr>
            <p:ph type="ctrTitle"/>
          </p:nvPr>
        </p:nvSpPr>
        <p:spPr bwMode="gray">
          <a:xfrm>
            <a:off x="501651" y="5549440"/>
            <a:ext cx="5594349" cy="324000"/>
          </a:xfrm>
        </p:spPr>
        <p:txBody>
          <a:bodyPr anchor="t"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7" name="Group 6"/>
          <p:cNvGrpSpPr/>
          <p:nvPr/>
        </p:nvGrpSpPr>
        <p:grpSpPr>
          <a:xfrm>
            <a:off x="503988" y="378000"/>
            <a:ext cx="216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1571911295"/>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7" name="Group 6"/>
          <p:cNvGrpSpPr/>
          <p:nvPr/>
        </p:nvGrpSpPr>
        <p:grpSpPr>
          <a:xfrm>
            <a:off x="503988" y="378000"/>
            <a:ext cx="216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grpSp>
    </p:spTree>
    <p:extLst>
      <p:ext uri="{BB962C8B-B14F-4D97-AF65-F5344CB8AC3E}">
        <p14:creationId xmlns:p14="http://schemas.microsoft.com/office/powerpoint/2010/main" val="191001696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56996814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rmAutofit/>
          </a:bodyPr>
          <a:lstStyle>
            <a:lvl1pPr>
              <a:spcBef>
                <a:spcPts val="3600"/>
              </a:spcBef>
              <a:defRPr sz="22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
        <p:nvSpPr>
          <p:cNvPr id="3" name="TextBox 2">
            <a:extLst>
              <a:ext uri="{FF2B5EF4-FFF2-40B4-BE49-F238E27FC236}">
                <a16:creationId xmlns:a16="http://schemas.microsoft.com/office/drawing/2014/main" id="{FCD46677-B211-4020-86C6-8792EAB4C1DD}"/>
              </a:ext>
            </a:extLst>
          </p:cNvPr>
          <p:cNvSpPr txBox="1"/>
          <p:nvPr userDrawn="1"/>
        </p:nvSpPr>
        <p:spPr>
          <a:xfrm>
            <a:off x="116490" y="6667233"/>
            <a:ext cx="5354638" cy="201613"/>
          </a:xfrm>
          <a:prstGeom prst="rect">
            <a:avLst/>
          </a:prstGeom>
          <a:noFill/>
        </p:spPr>
        <p:txBody>
          <a:bodyPr lIns="0" tIns="0" rIns="0" bIns="0"/>
          <a:lstStyle/>
          <a:p>
            <a:pPr eaLnBrk="1" fontAlgn="auto" hangingPunct="1">
              <a:spcBef>
                <a:spcPts val="800"/>
              </a:spcBef>
              <a:spcAft>
                <a:spcPts val="0"/>
              </a:spcAft>
              <a:buSzPct val="100000"/>
              <a:buFont typeface="Arial"/>
              <a:buNone/>
              <a:defRPr/>
            </a:pPr>
            <a:r>
              <a:rPr lang="fr-FR" sz="867" dirty="0">
                <a:solidFill>
                  <a:prstClr val="black"/>
                </a:solidFill>
                <a:latin typeface="+mn-lt"/>
              </a:rPr>
              <a:t>© 2023 Deloitte Touche Tohmatsu India LLP</a:t>
            </a:r>
          </a:p>
        </p:txBody>
      </p:sp>
    </p:spTree>
    <p:extLst>
      <p:ext uri="{BB962C8B-B14F-4D97-AF65-F5344CB8AC3E}">
        <p14:creationId xmlns:p14="http://schemas.microsoft.com/office/powerpoint/2010/main" val="306493662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Edit Master text styles</a:t>
            </a:r>
          </a:p>
        </p:txBody>
      </p:sp>
      <p:sp>
        <p:nvSpPr>
          <p:cNvPr id="7" name="Text Placeholder 6"/>
          <p:cNvSpPr>
            <a:spLocks noGrp="1"/>
          </p:cNvSpPr>
          <p:nvPr>
            <p:ph type="body" sz="quarter" idx="11"/>
          </p:nvPr>
        </p:nvSpPr>
        <p:spPr>
          <a:xfrm>
            <a:off x="525586" y="1700214"/>
            <a:ext cx="2766255" cy="4656835"/>
          </a:xfrm>
        </p:spPr>
        <p:txBody>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Edit Master text styles</a:t>
            </a:r>
          </a:p>
        </p:txBody>
      </p:sp>
      <p:sp>
        <p:nvSpPr>
          <p:cNvPr id="9" name="Text Placeholder 8"/>
          <p:cNvSpPr>
            <a:spLocks noGrp="1"/>
          </p:cNvSpPr>
          <p:nvPr>
            <p:ph type="body" sz="quarter" idx="12"/>
          </p:nvPr>
        </p:nvSpPr>
        <p:spPr>
          <a:xfrm>
            <a:off x="3780369" y="1700212"/>
            <a:ext cx="7886049" cy="4657726"/>
          </a:xfrm>
        </p:spPr>
        <p:txBody>
          <a:bodyPr/>
          <a:lstStyle>
            <a:lvl1pPr>
              <a:spcBef>
                <a:spcPts val="1662"/>
              </a:spcBef>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p:cNvGrpSpPr/>
          <p:nvPr/>
        </p:nvGrpSpPr>
        <p:grpSpPr>
          <a:xfrm>
            <a:off x="503988" y="378000"/>
            <a:ext cx="2160000" cy="307976"/>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9368998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729413" algn="r"/>
              </a:tabLst>
              <a:defRPr/>
            </a:lvl1pPr>
            <a:lvl2pPr>
              <a:tabLst>
                <a:tab pos="6729413" algn="r"/>
              </a:tabLst>
              <a:defRPr/>
            </a:lvl2pPr>
            <a:lvl3pPr>
              <a:tabLst>
                <a:tab pos="6729413" algn="r"/>
              </a:tabLst>
              <a:defRPr/>
            </a:lvl3pPr>
            <a:lvl4pPr>
              <a:tabLst>
                <a:tab pos="6729413" algn="r"/>
              </a:tabLst>
              <a:defRPr/>
            </a:lvl4pPr>
            <a:lvl5pPr>
              <a:tabLst>
                <a:tab pos="5029200" algn="r"/>
              </a:tabLst>
              <a:defRPr baseline="0"/>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71152401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501651" y="1665289"/>
            <a:ext cx="4456429"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29952404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a:t>Click to edit Master title style</a:t>
            </a:r>
            <a:endParaRPr lang="en-US" dirty="0"/>
          </a:p>
        </p:txBody>
      </p:sp>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26748653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84749026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28361860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700214"/>
            <a:ext cx="11188699" cy="357187"/>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153720902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26396" y="1659145"/>
            <a:ext cx="3563955"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Edit Master text styles</a:t>
            </a:r>
          </a:p>
        </p:txBody>
      </p:sp>
    </p:spTree>
    <p:extLst>
      <p:ext uri="{BB962C8B-B14F-4D97-AF65-F5344CB8AC3E}">
        <p14:creationId xmlns:p14="http://schemas.microsoft.com/office/powerpoint/2010/main" val="25995851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0"/>
            <a:ext cx="11202669"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9" name="Text Placeholder 8"/>
          <p:cNvSpPr>
            <a:spLocks noGrp="1"/>
          </p:cNvSpPr>
          <p:nvPr>
            <p:ph type="body" sz="quarter" idx="13" hasCustomPrompt="1"/>
          </p:nvPr>
        </p:nvSpPr>
        <p:spPr>
          <a:xfrm>
            <a:off x="501651" y="651600"/>
            <a:ext cx="1120266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020813104"/>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8" name="Title Placeholder 1"/>
          <p:cNvSpPr>
            <a:spLocks noGrp="1"/>
          </p:cNvSpPr>
          <p:nvPr>
            <p:ph type="title" hasCustomPrompt="1"/>
          </p:nvPr>
        </p:nvSpPr>
        <p:spPr>
          <a:xfrm>
            <a:off x="501650" y="317500"/>
            <a:ext cx="11188700" cy="69850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1" name="Content Placeholder 3"/>
          <p:cNvSpPr>
            <a:spLocks noGrp="1"/>
          </p:cNvSpPr>
          <p:nvPr>
            <p:ph sz="quarter" idx="10"/>
          </p:nvPr>
        </p:nvSpPr>
        <p:spPr>
          <a:xfrm>
            <a:off x="501650" y="1665289"/>
            <a:ext cx="5305580" cy="4716461"/>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00330374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1209520454"/>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a:t>Edit Master text styles</a:t>
            </a:r>
          </a:p>
        </p:txBody>
      </p:sp>
      <p:sp>
        <p:nvSpPr>
          <p:cNvPr id="9" name="Chart Placeholder 2"/>
          <p:cNvSpPr>
            <a:spLocks noGrp="1"/>
          </p:cNvSpPr>
          <p:nvPr>
            <p:ph type="chart" sz="quarter" idx="24"/>
          </p:nvPr>
        </p:nvSpPr>
        <p:spPr>
          <a:xfrm>
            <a:off x="501651" y="2125013"/>
            <a:ext cx="5339063" cy="3996000"/>
          </a:xfrm>
        </p:spPr>
        <p:txBody>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45924808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0"/>
            <a:ext cx="11188699"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501650" y="1665289"/>
            <a:ext cx="4431857"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700214"/>
            <a:ext cx="6240000" cy="4681537"/>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27101002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69850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22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2" y="651600"/>
            <a:ext cx="1118869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105493098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698500"/>
          </a:xfrm>
        </p:spPr>
        <p:txBody>
          <a:bodyPr/>
          <a:lstStyle/>
          <a:p>
            <a:r>
              <a:rPr lang="en-US"/>
              <a:t>Click to edit Master title style</a:t>
            </a:r>
            <a:endParaRPr lang="en-GB"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50" y="651600"/>
            <a:ext cx="11188701"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3429812743"/>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698500"/>
          </a:xfrm>
        </p:spPr>
        <p:txBody>
          <a:bodyPr/>
          <a:lstStyle/>
          <a:p>
            <a:r>
              <a:rPr lang="en-US" noProof="0"/>
              <a:t>Click to edit Master title style</a:t>
            </a:r>
            <a:endParaRPr lang="en-US" noProof="0" dirty="0"/>
          </a:p>
        </p:txBody>
      </p:sp>
      <p:sp>
        <p:nvSpPr>
          <p:cNvPr id="4" name="Rectangle 3"/>
          <p:cNvSpPr/>
          <p:nvPr/>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80213"/>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4" name="Text Placeholder 12"/>
          <p:cNvSpPr>
            <a:spLocks noGrp="1"/>
          </p:cNvSpPr>
          <p:nvPr>
            <p:ph type="body" sz="quarter" idx="33"/>
          </p:nvPr>
        </p:nvSpPr>
        <p:spPr>
          <a:xfrm>
            <a:off x="8396560" y="1880213"/>
            <a:ext cx="3302592"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7"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75898769"/>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6984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1" y="1700214"/>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700214"/>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700214"/>
            <a:ext cx="3657600" cy="1971675"/>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813104643"/>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1"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138501362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2"/>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2"/>
            <a:ext cx="11188700" cy="698499"/>
          </a:xfrm>
        </p:spPr>
        <p:txBody>
          <a:bodyPr/>
          <a:lstStyle/>
          <a:p>
            <a:r>
              <a:rPr lang="en-US" noProof="0"/>
              <a:t>Click to edit Master title style</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0799066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2"/>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21"/>
          </p:nvPr>
        </p:nvSpPr>
        <p:spPr>
          <a:xfrm>
            <a:off x="6246195" y="1857892"/>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501651" y="317501"/>
            <a:ext cx="11188700" cy="697888"/>
          </a:xfrm>
        </p:spPr>
        <p:txBody>
          <a:bodyPr/>
          <a:lstStyle/>
          <a:p>
            <a:r>
              <a:rPr lang="en-US"/>
              <a:t>Click to edit Master title style</a:t>
            </a:r>
            <a:endParaRPr lang="en-GB"/>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0" name="Text Placeholder 8"/>
          <p:cNvSpPr>
            <a:spLocks noGrp="1"/>
          </p:cNvSpPr>
          <p:nvPr>
            <p:ph type="body" sz="quarter" idx="22"/>
          </p:nvPr>
        </p:nvSpPr>
        <p:spPr>
          <a:xfrm>
            <a:off x="504000" y="4249682"/>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8"/>
          <p:cNvSpPr>
            <a:spLocks noGrp="1"/>
          </p:cNvSpPr>
          <p:nvPr>
            <p:ph type="body" sz="quarter" idx="23"/>
          </p:nvPr>
        </p:nvSpPr>
        <p:spPr>
          <a:xfrm>
            <a:off x="6246194" y="4249682"/>
            <a:ext cx="5452959"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55707"/>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6" name="Text Placeholder 8"/>
          <p:cNvSpPr>
            <a:spLocks noGrp="1"/>
          </p:cNvSpPr>
          <p:nvPr>
            <p:ph type="body" sz="quarter" idx="13" hasCustomPrompt="1"/>
          </p:nvPr>
        </p:nvSpPr>
        <p:spPr>
          <a:xfrm>
            <a:off x="501651" y="651600"/>
            <a:ext cx="11197501"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7" name="Picture Placeholder 29"/>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Tree>
    <p:extLst>
      <p:ext uri="{BB962C8B-B14F-4D97-AF65-F5344CB8AC3E}">
        <p14:creationId xmlns:p14="http://schemas.microsoft.com/office/powerpoint/2010/main" val="2829843905"/>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0" y="1851441"/>
            <a:ext cx="357115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572778547"/>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705184"/>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90764305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9"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0" name="Text Placeholder 18"/>
          <p:cNvSpPr>
            <a:spLocks noGrp="1"/>
          </p:cNvSpPr>
          <p:nvPr>
            <p:ph idx="1"/>
          </p:nvPr>
        </p:nvSpPr>
        <p:spPr>
          <a:xfrm>
            <a:off x="501650" y="1665289"/>
            <a:ext cx="5594351" cy="4716463"/>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6627027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36705545"/>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2923873"/>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lstStyle>
            <a:lvl1pPr>
              <a:lnSpc>
                <a:spcPct val="100000"/>
              </a:lnSpc>
              <a:spcAft>
                <a:spcPts val="600"/>
              </a:spcAft>
              <a:defRPr sz="900"/>
            </a:lvl1pPr>
          </a:lstStyle>
          <a:p>
            <a:pPr lvl="0"/>
            <a:r>
              <a:rPr lang="en-US"/>
              <a:t>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lstStyle>
            <a:lvl1pPr>
              <a:lnSpc>
                <a:spcPct val="100000"/>
              </a:lnSpc>
              <a:defRPr sz="950"/>
            </a:lvl1pPr>
          </a:lstStyle>
          <a:p>
            <a:pPr lvl="0"/>
            <a:r>
              <a:rPr lang="en-US"/>
              <a:t>Edit Master text styles</a:t>
            </a:r>
          </a:p>
        </p:txBody>
      </p:sp>
      <p:grpSp>
        <p:nvGrpSpPr>
          <p:cNvPr id="9" name="Group 8"/>
          <p:cNvGrpSpPr/>
          <p:nvPr/>
        </p:nvGrpSpPr>
        <p:grpSpPr>
          <a:xfrm>
            <a:off x="503988" y="378000"/>
            <a:ext cx="2160000" cy="307976"/>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15321898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17"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dirty="0"/>
              <a:t>Click to edit Master title style</a:t>
            </a:r>
          </a:p>
          <a:p>
            <a:pPr marL="0" marR="0" lvl="1" indent="0" algn="l" defTabSz="914417"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38" name="Group 37"/>
          <p:cNvGrpSpPr>
            <a:grpSpLocks/>
          </p:cNvGrpSpPr>
          <p:nvPr userDrawn="1"/>
        </p:nvGrpSpPr>
        <p:grpSpPr>
          <a:xfrm>
            <a:off x="381793" y="457761"/>
            <a:ext cx="1756800" cy="309600"/>
            <a:chOff x="398463" y="404813"/>
            <a:chExt cx="1627187" cy="307976"/>
          </a:xfrm>
          <a:solidFill>
            <a:schemeClr val="tx1"/>
          </a:solidFill>
        </p:grpSpPr>
        <p:sp>
          <p:nvSpPr>
            <p:cNvPr id="3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1"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3"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4"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grpSp>
    </p:spTree>
    <p:extLst>
      <p:ext uri="{BB962C8B-B14F-4D97-AF65-F5344CB8AC3E}">
        <p14:creationId xmlns:p14="http://schemas.microsoft.com/office/powerpoint/2010/main" val="320739820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9668365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a:t>Click icon to add picture</a:t>
            </a:r>
            <a:endParaRPr lang="en-GB"/>
          </a:p>
        </p:txBody>
      </p:sp>
      <p:sp>
        <p:nvSpPr>
          <p:cNvPr id="2" name="Title 1"/>
          <p:cNvSpPr>
            <a:spLocks noGrp="1"/>
          </p:cNvSpPr>
          <p:nvPr>
            <p:ph type="ctrTitle"/>
          </p:nvPr>
        </p:nvSpPr>
        <p:spPr bwMode="gray">
          <a:xfrm>
            <a:off x="501651" y="5549440"/>
            <a:ext cx="5594349" cy="324000"/>
          </a:xfrm>
        </p:spPr>
        <p:txBody>
          <a:bodyPr anchor="t"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7" name="Group 6"/>
          <p:cNvGrpSpPr/>
          <p:nvPr/>
        </p:nvGrpSpPr>
        <p:grpSpPr>
          <a:xfrm>
            <a:off x="503988" y="378000"/>
            <a:ext cx="216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104488700"/>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7" name="Group 6"/>
          <p:cNvGrpSpPr/>
          <p:nvPr/>
        </p:nvGrpSpPr>
        <p:grpSpPr>
          <a:xfrm>
            <a:off x="503988" y="378000"/>
            <a:ext cx="216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grpSp>
    </p:spTree>
    <p:extLst>
      <p:ext uri="{BB962C8B-B14F-4D97-AF65-F5344CB8AC3E}">
        <p14:creationId xmlns:p14="http://schemas.microsoft.com/office/powerpoint/2010/main" val="133267251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34961755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rmAutofit/>
          </a:bodyPr>
          <a:lstStyle>
            <a:lvl1pPr>
              <a:spcBef>
                <a:spcPts val="3600"/>
              </a:spcBef>
              <a:defRPr sz="22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230926532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Edit Master text styles</a:t>
            </a:r>
          </a:p>
        </p:txBody>
      </p:sp>
      <p:sp>
        <p:nvSpPr>
          <p:cNvPr id="7" name="Text Placeholder 6"/>
          <p:cNvSpPr>
            <a:spLocks noGrp="1"/>
          </p:cNvSpPr>
          <p:nvPr>
            <p:ph type="body" sz="quarter" idx="11"/>
          </p:nvPr>
        </p:nvSpPr>
        <p:spPr>
          <a:xfrm>
            <a:off x="525586" y="1700214"/>
            <a:ext cx="2766255" cy="4656835"/>
          </a:xfrm>
        </p:spPr>
        <p:txBody>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Edit Master text styles</a:t>
            </a:r>
          </a:p>
        </p:txBody>
      </p:sp>
      <p:sp>
        <p:nvSpPr>
          <p:cNvPr id="9" name="Text Placeholder 8"/>
          <p:cNvSpPr>
            <a:spLocks noGrp="1"/>
          </p:cNvSpPr>
          <p:nvPr>
            <p:ph type="body" sz="quarter" idx="12"/>
          </p:nvPr>
        </p:nvSpPr>
        <p:spPr>
          <a:xfrm>
            <a:off x="3780369" y="1700212"/>
            <a:ext cx="7886049" cy="4657726"/>
          </a:xfrm>
        </p:spPr>
        <p:txBody>
          <a:bodyPr/>
          <a:lstStyle>
            <a:lvl1pPr>
              <a:spcBef>
                <a:spcPts val="1662"/>
              </a:spcBef>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p:cNvGrpSpPr/>
          <p:nvPr/>
        </p:nvGrpSpPr>
        <p:grpSpPr>
          <a:xfrm>
            <a:off x="503988" y="378000"/>
            <a:ext cx="2160000" cy="307976"/>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206642688"/>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729413" algn="r"/>
              </a:tabLst>
              <a:defRPr/>
            </a:lvl1pPr>
            <a:lvl2pPr>
              <a:tabLst>
                <a:tab pos="6729413" algn="r"/>
              </a:tabLst>
              <a:defRPr/>
            </a:lvl2pPr>
            <a:lvl3pPr>
              <a:tabLst>
                <a:tab pos="6729413" algn="r"/>
              </a:tabLst>
              <a:defRPr/>
            </a:lvl3pPr>
            <a:lvl4pPr>
              <a:tabLst>
                <a:tab pos="6729413" algn="r"/>
              </a:tabLst>
              <a:defRPr/>
            </a:lvl4pPr>
            <a:lvl5pPr>
              <a:tabLst>
                <a:tab pos="5029200" algn="r"/>
              </a:tabLst>
              <a:defRPr baseline="0"/>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152458194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501651" y="1665289"/>
            <a:ext cx="4456429"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420314683"/>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a:t>Click to edit Master title style</a:t>
            </a:r>
            <a:endParaRPr lang="en-US" dirty="0"/>
          </a:p>
        </p:txBody>
      </p:sp>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087447605"/>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784073236"/>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975246053"/>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700214"/>
            <a:ext cx="11188699" cy="357187"/>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3586490541"/>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26396" y="1659145"/>
            <a:ext cx="3563955"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Edit Master text styles</a:t>
            </a:r>
          </a:p>
        </p:txBody>
      </p:sp>
    </p:spTree>
    <p:extLst>
      <p:ext uri="{BB962C8B-B14F-4D97-AF65-F5344CB8AC3E}">
        <p14:creationId xmlns:p14="http://schemas.microsoft.com/office/powerpoint/2010/main" val="3276636297"/>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0"/>
            <a:ext cx="11202669"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9" name="Text Placeholder 8"/>
          <p:cNvSpPr>
            <a:spLocks noGrp="1"/>
          </p:cNvSpPr>
          <p:nvPr>
            <p:ph type="body" sz="quarter" idx="13" hasCustomPrompt="1"/>
          </p:nvPr>
        </p:nvSpPr>
        <p:spPr>
          <a:xfrm>
            <a:off x="501651" y="651600"/>
            <a:ext cx="1120266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371448472"/>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8" name="Title Placeholder 1"/>
          <p:cNvSpPr>
            <a:spLocks noGrp="1"/>
          </p:cNvSpPr>
          <p:nvPr>
            <p:ph type="title" hasCustomPrompt="1"/>
          </p:nvPr>
        </p:nvSpPr>
        <p:spPr>
          <a:xfrm>
            <a:off x="501650" y="317500"/>
            <a:ext cx="11188700" cy="69850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1" name="Content Placeholder 3"/>
          <p:cNvSpPr>
            <a:spLocks noGrp="1"/>
          </p:cNvSpPr>
          <p:nvPr>
            <p:ph sz="quarter" idx="10"/>
          </p:nvPr>
        </p:nvSpPr>
        <p:spPr>
          <a:xfrm>
            <a:off x="501650" y="1665289"/>
            <a:ext cx="5305580" cy="4716461"/>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663479831"/>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356332008"/>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a:t>Edit Master text styles</a:t>
            </a:r>
          </a:p>
        </p:txBody>
      </p:sp>
      <p:sp>
        <p:nvSpPr>
          <p:cNvPr id="9" name="Chart Placeholder 2"/>
          <p:cNvSpPr>
            <a:spLocks noGrp="1"/>
          </p:cNvSpPr>
          <p:nvPr>
            <p:ph type="chart" sz="quarter" idx="24"/>
          </p:nvPr>
        </p:nvSpPr>
        <p:spPr>
          <a:xfrm>
            <a:off x="501651" y="2125013"/>
            <a:ext cx="5339063" cy="3996000"/>
          </a:xfrm>
        </p:spPr>
        <p:txBody>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1169309636"/>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0"/>
            <a:ext cx="11188699"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501650" y="1665289"/>
            <a:ext cx="4431857"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700214"/>
            <a:ext cx="6240000" cy="4681537"/>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4093576276"/>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69850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22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2" y="651600"/>
            <a:ext cx="1118869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919185840"/>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698500"/>
          </a:xfrm>
        </p:spPr>
        <p:txBody>
          <a:bodyPr/>
          <a:lstStyle/>
          <a:p>
            <a:r>
              <a:rPr lang="en-US"/>
              <a:t>Click to edit Master title style</a:t>
            </a:r>
            <a:endParaRPr lang="en-GB"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50" y="651600"/>
            <a:ext cx="11188701"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4279706250"/>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698500"/>
          </a:xfrm>
        </p:spPr>
        <p:txBody>
          <a:bodyPr/>
          <a:lstStyle/>
          <a:p>
            <a:r>
              <a:rPr lang="en-US" noProof="0"/>
              <a:t>Click to edit Master title style</a:t>
            </a:r>
            <a:endParaRPr lang="en-US" noProof="0" dirty="0"/>
          </a:p>
        </p:txBody>
      </p:sp>
      <p:sp>
        <p:nvSpPr>
          <p:cNvPr id="4" name="Rectangle 3"/>
          <p:cNvSpPr/>
          <p:nvPr/>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80213"/>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4" name="Text Placeholder 12"/>
          <p:cNvSpPr>
            <a:spLocks noGrp="1"/>
          </p:cNvSpPr>
          <p:nvPr>
            <p:ph type="body" sz="quarter" idx="33"/>
          </p:nvPr>
        </p:nvSpPr>
        <p:spPr>
          <a:xfrm>
            <a:off x="8396560" y="1880213"/>
            <a:ext cx="3302592"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7"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15199044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6984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1" y="1700214"/>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700214"/>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700214"/>
            <a:ext cx="3657600" cy="1971675"/>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44202366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1"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10724827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2"/>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2"/>
            <a:ext cx="11188700" cy="698499"/>
          </a:xfrm>
        </p:spPr>
        <p:txBody>
          <a:bodyPr/>
          <a:lstStyle/>
          <a:p>
            <a:r>
              <a:rPr lang="en-US" noProof="0"/>
              <a:t>Click to edit Master title style</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941037877"/>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2"/>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21"/>
          </p:nvPr>
        </p:nvSpPr>
        <p:spPr>
          <a:xfrm>
            <a:off x="6246195" y="1857892"/>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501651" y="317501"/>
            <a:ext cx="11188700" cy="697888"/>
          </a:xfrm>
        </p:spPr>
        <p:txBody>
          <a:bodyPr/>
          <a:lstStyle/>
          <a:p>
            <a:r>
              <a:rPr lang="en-US"/>
              <a:t>Click to edit Master title style</a:t>
            </a:r>
            <a:endParaRPr lang="en-GB"/>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0" name="Text Placeholder 8"/>
          <p:cNvSpPr>
            <a:spLocks noGrp="1"/>
          </p:cNvSpPr>
          <p:nvPr>
            <p:ph type="body" sz="quarter" idx="22"/>
          </p:nvPr>
        </p:nvSpPr>
        <p:spPr>
          <a:xfrm>
            <a:off x="504000" y="4249682"/>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8"/>
          <p:cNvSpPr>
            <a:spLocks noGrp="1"/>
          </p:cNvSpPr>
          <p:nvPr>
            <p:ph type="body" sz="quarter" idx="23"/>
          </p:nvPr>
        </p:nvSpPr>
        <p:spPr>
          <a:xfrm>
            <a:off x="6246194" y="4249682"/>
            <a:ext cx="5452959"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55707"/>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6" name="Text Placeholder 8"/>
          <p:cNvSpPr>
            <a:spLocks noGrp="1"/>
          </p:cNvSpPr>
          <p:nvPr>
            <p:ph type="body" sz="quarter" idx="13" hasCustomPrompt="1"/>
          </p:nvPr>
        </p:nvSpPr>
        <p:spPr>
          <a:xfrm>
            <a:off x="501651" y="651600"/>
            <a:ext cx="11197501"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7" name="Picture Placeholder 29"/>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Tree>
    <p:extLst>
      <p:ext uri="{BB962C8B-B14F-4D97-AF65-F5344CB8AC3E}">
        <p14:creationId xmlns:p14="http://schemas.microsoft.com/office/powerpoint/2010/main" val="2169734977"/>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0" y="1851441"/>
            <a:ext cx="357115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486424663"/>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705184"/>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45030566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9"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0" name="Text Placeholder 18"/>
          <p:cNvSpPr>
            <a:spLocks noGrp="1"/>
          </p:cNvSpPr>
          <p:nvPr>
            <p:ph idx="1"/>
          </p:nvPr>
        </p:nvSpPr>
        <p:spPr>
          <a:xfrm>
            <a:off x="501650" y="1665289"/>
            <a:ext cx="5594351" cy="4716463"/>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718737075"/>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9414688"/>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8399121"/>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lstStyle>
            <a:lvl1pPr>
              <a:lnSpc>
                <a:spcPct val="100000"/>
              </a:lnSpc>
              <a:spcAft>
                <a:spcPts val="600"/>
              </a:spcAft>
              <a:defRPr sz="900"/>
            </a:lvl1pPr>
          </a:lstStyle>
          <a:p>
            <a:pPr lvl="0"/>
            <a:r>
              <a:rPr lang="en-US"/>
              <a:t>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lstStyle>
            <a:lvl1pPr>
              <a:lnSpc>
                <a:spcPct val="100000"/>
              </a:lnSpc>
              <a:defRPr sz="950"/>
            </a:lvl1pPr>
          </a:lstStyle>
          <a:p>
            <a:pPr lvl="0"/>
            <a:r>
              <a:rPr lang="en-US"/>
              <a:t>Edit Master text styles</a:t>
            </a:r>
          </a:p>
        </p:txBody>
      </p:sp>
      <p:grpSp>
        <p:nvGrpSpPr>
          <p:cNvPr id="9" name="Group 8"/>
          <p:cNvGrpSpPr/>
          <p:nvPr/>
        </p:nvGrpSpPr>
        <p:grpSpPr>
          <a:xfrm>
            <a:off x="503988" y="378000"/>
            <a:ext cx="2160000" cy="307976"/>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258647113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17"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dirty="0"/>
              <a:t>Click to edit Master title style</a:t>
            </a:r>
          </a:p>
          <a:p>
            <a:pPr marL="0" marR="0" lvl="1" indent="0" algn="l" defTabSz="914417"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38" name="Group 37"/>
          <p:cNvGrpSpPr>
            <a:grpSpLocks/>
          </p:cNvGrpSpPr>
          <p:nvPr userDrawn="1"/>
        </p:nvGrpSpPr>
        <p:grpSpPr>
          <a:xfrm>
            <a:off x="381793" y="457761"/>
            <a:ext cx="1756800" cy="309600"/>
            <a:chOff x="398463" y="404813"/>
            <a:chExt cx="1627187" cy="307976"/>
          </a:xfrm>
          <a:solidFill>
            <a:schemeClr val="tx1"/>
          </a:solidFill>
        </p:grpSpPr>
        <p:sp>
          <p:nvSpPr>
            <p:cNvPr id="3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1"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3"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4"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4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grpSp>
    </p:spTree>
    <p:extLst>
      <p:ext uri="{BB962C8B-B14F-4D97-AF65-F5344CB8AC3E}">
        <p14:creationId xmlns:p14="http://schemas.microsoft.com/office/powerpoint/2010/main" val="35664176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234567890">
    <p:spTree>
      <p:nvGrpSpPr>
        <p:cNvPr id="1" name=""/>
        <p:cNvGrpSpPr/>
        <p:nvPr/>
      </p:nvGrpSpPr>
      <p:grpSpPr>
        <a:xfrm>
          <a:off x="0" y="0"/>
          <a:ext cx="0" cy="0"/>
          <a:chOff x="0" y="0"/>
          <a:chExt cx="0" cy="0"/>
        </a:xfrm>
      </p:grpSpPr>
      <p:graphicFrame>
        <p:nvGraphicFramePr>
          <p:cNvPr id="6" name="Object 7"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7"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Placeholder 8"/>
          <p:cNvSpPr>
            <a:spLocks noGrp="1"/>
          </p:cNvSpPr>
          <p:nvPr>
            <p:ph type="body" sz="quarter" idx="13"/>
          </p:nvPr>
        </p:nvSpPr>
        <p:spPr>
          <a:xfrm>
            <a:off x="501651" y="651601"/>
            <a:ext cx="11162350" cy="757255"/>
          </a:xfrm>
          <a:prstGeom prst="rect">
            <a:avLst/>
          </a:prstGeom>
        </p:spPr>
        <p:txBody>
          <a:bodyPr>
            <a:noAutofit/>
          </a:bodyPr>
          <a:lstStyle>
            <a:lvl1pPr marL="0" indent="0">
              <a:buNone/>
              <a:defRPr sz="1588" b="0">
                <a:solidFill>
                  <a:srgbClr val="575757"/>
                </a:solidFill>
                <a:latin typeface="+mj-lt"/>
              </a:defRPr>
            </a:lvl1pPr>
          </a:lstStyle>
          <a:p>
            <a:pPr lvl="0"/>
            <a:r>
              <a:rPr lang="en-US" noProof="0"/>
              <a:t>Edit Master text styles</a:t>
            </a:r>
          </a:p>
        </p:txBody>
      </p:sp>
      <p:sp>
        <p:nvSpPr>
          <p:cNvPr id="14" name="Title Placeholder 1"/>
          <p:cNvSpPr>
            <a:spLocks noGrp="1"/>
          </p:cNvSpPr>
          <p:nvPr>
            <p:ph type="title"/>
          </p:nvPr>
        </p:nvSpPr>
        <p:spPr>
          <a:xfrm>
            <a:off x="501651" y="317500"/>
            <a:ext cx="11162350" cy="334101"/>
          </a:xfrm>
          <a:prstGeom prst="rect">
            <a:avLst/>
          </a:prstGeom>
        </p:spPr>
        <p:txBody>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1" y="1665288"/>
            <a:ext cx="11165417" cy="4713911"/>
          </a:xfrm>
          <a:prstGeom prst="rect">
            <a:avLst/>
          </a:prstGeom>
        </p:spPr>
        <p:txBody>
          <a:bodyPr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p:cNvSpPr>
            <a:spLocks noGrp="1"/>
          </p:cNvSpPr>
          <p:nvPr>
            <p:ph sz="quarter" idx="14" hasCustomPrompt="1"/>
          </p:nvPr>
        </p:nvSpPr>
        <p:spPr>
          <a:xfrm>
            <a:off x="501650" y="-14226"/>
            <a:ext cx="11162351" cy="331726"/>
          </a:xfrm>
        </p:spPr>
        <p:txBody>
          <a:bodyPr anchor="ctr"/>
          <a:lstStyle>
            <a:lvl1pPr>
              <a:defRPr sz="1412" i="1" baseline="0">
                <a:solidFill>
                  <a:schemeClr val="bg1">
                    <a:lumMod val="50000"/>
                  </a:schemeClr>
                </a:solidFill>
              </a:defRPr>
            </a:lvl1pPr>
          </a:lstStyle>
          <a:p>
            <a:pPr lvl="0"/>
            <a:r>
              <a:rPr lang="en-US" dirty="0"/>
              <a:t>Draft for internal review only</a:t>
            </a:r>
          </a:p>
        </p:txBody>
      </p:sp>
    </p:spTree>
    <p:extLst>
      <p:ext uri="{BB962C8B-B14F-4D97-AF65-F5344CB8AC3E}">
        <p14:creationId xmlns:p14="http://schemas.microsoft.com/office/powerpoint/2010/main" val="3596332706"/>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13BE68E-7E26-4520-A69B-80ECD0EE566C}" type="datetimeFigureOut">
              <a:rPr lang="en-IN" smtClean="0"/>
              <a:t>01-07-2023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2E4BD1-D6E2-4350-AF94-E36EED65F159}" type="slidenum">
              <a:rPr lang="en-IN" smtClean="0"/>
              <a:t>‹#›</a:t>
            </a:fld>
            <a:endParaRPr lang="en-IN"/>
          </a:p>
        </p:txBody>
      </p:sp>
    </p:spTree>
    <p:extLst>
      <p:ext uri="{BB962C8B-B14F-4D97-AF65-F5344CB8AC3E}">
        <p14:creationId xmlns:p14="http://schemas.microsoft.com/office/powerpoint/2010/main" val="8318911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57272860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oleObject" Target="../embeddings/oleObject1.bin"/><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21" Type="http://schemas.openxmlformats.org/officeDocument/2006/relationships/slideLayout" Target="../slideLayouts/slideLayout53.xml"/><Relationship Id="rId34" Type="http://schemas.openxmlformats.org/officeDocument/2006/relationships/slideLayout" Target="../slideLayouts/slideLayout66.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image" Target="../media/image1.emf"/><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slideLayout" Target="../slideLayouts/slideLayout64.xml"/><Relationship Id="rId37" Type="http://schemas.openxmlformats.org/officeDocument/2006/relationships/oleObject" Target="../embeddings/oleObject2.bin"/><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tags" Target="../tags/tag2.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slideLayout" Target="../slideLayouts/slideLayout6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theme" Target="../theme/theme2.xml"/><Relationship Id="rId8" Type="http://schemas.openxmlformats.org/officeDocument/2006/relationships/slideLayout" Target="../slideLayouts/slideLayout40.xml"/><Relationship Id="rId3"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4"/>
            </p:custDataLst>
            <p:extLst>
              <p:ext uri="{D42A27DB-BD31-4B8C-83A1-F6EECF244321}">
                <p14:modId xmlns:p14="http://schemas.microsoft.com/office/powerpoint/2010/main" val="192627830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5" imgW="270" imgH="270" progId="TCLayout.ActiveDocument.1">
                  <p:embed/>
                </p:oleObj>
              </mc:Choice>
              <mc:Fallback>
                <p:oleObj name="think-cell Slide" r:id="rId35" imgW="270" imgH="270" progId="TCLayout.ActiveDocument.1">
                  <p:embed/>
                  <p:pic>
                    <p:nvPicPr>
                      <p:cNvPr id="4" name="Object 3" hidden="1"/>
                      <p:cNvPicPr/>
                      <p:nvPr/>
                    </p:nvPicPr>
                    <p:blipFill>
                      <a:blip r:embed="rId36"/>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6992884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4" r:id="rId31"/>
    <p:sldLayoutId id="2147483703" r:id="rId32"/>
  </p:sldLayoutIdLst>
  <p:transition>
    <p:fade/>
  </p:transition>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4">
          <p15:clr>
            <a:srgbClr val="F26B43"/>
          </p15:clr>
        </p15:guide>
        <p15:guide id="2" orient="horz" pos="2160">
          <p15:clr>
            <a:srgbClr val="F26B43"/>
          </p15:clr>
        </p15:guide>
        <p15:guide id="3" orient="horz" pos="4020">
          <p15:clr>
            <a:srgbClr val="F26B43"/>
          </p15:clr>
        </p15:guide>
        <p15:guide id="4" pos="237">
          <p15:clr>
            <a:srgbClr val="F26B43"/>
          </p15:clr>
        </p15:guide>
        <p15:guide id="5" pos="5523">
          <p15:clr>
            <a:srgbClr val="F26B43"/>
          </p15:clr>
        </p15:guide>
        <p15:guide id="6" orient="horz" pos="1071">
          <p15:clr>
            <a:srgbClr val="F26B43"/>
          </p15:clr>
        </p15:guide>
        <p15:guide id="7" orient="horz" pos="200">
          <p15:clr>
            <a:srgbClr val="F26B43"/>
          </p15:clr>
        </p15:guide>
        <p15:guide id="8" orient="horz" pos="4080">
          <p15:clr>
            <a:srgbClr val="F26B43"/>
          </p15:clr>
        </p15:guide>
        <p15:guide id="10" pos="3721">
          <p15:clr>
            <a:srgbClr val="F26B43"/>
          </p15:clr>
        </p15:guide>
        <p15:guide id="11" orient="horz" pos="236">
          <p15:clr>
            <a:srgbClr val="F26B43"/>
          </p15:clr>
        </p15:guide>
        <p15:guide id="12" pos="1022">
          <p15:clr>
            <a:srgbClr val="F26B43"/>
          </p15:clr>
        </p15:guide>
        <p15:guide id="13" pos="1137">
          <p15:clr>
            <a:srgbClr val="F26B43"/>
          </p15:clr>
        </p15:guide>
        <p15:guide id="14" pos="1920">
          <p15:clr>
            <a:srgbClr val="F26B43"/>
          </p15:clr>
        </p15:guide>
        <p15:guide id="15" pos="2033">
          <p15:clr>
            <a:srgbClr val="F26B43"/>
          </p15:clr>
        </p15:guide>
        <p15:guide id="16" pos="4620">
          <p15:clr>
            <a:srgbClr val="F26B43"/>
          </p15:clr>
        </p15:guide>
        <p15:guide id="17" pos="2823">
          <p15:clr>
            <a:srgbClr val="F26B43"/>
          </p15:clr>
        </p15:guide>
        <p15:guide id="18" pos="2937">
          <p15:clr>
            <a:srgbClr val="F26B43"/>
          </p15:clr>
        </p15:guide>
        <p15:guide id="19" pos="2880">
          <p15:clr>
            <a:srgbClr val="F26B43"/>
          </p15:clr>
        </p15:guide>
        <p15:guide id="20" pos="4734">
          <p15:clr>
            <a:srgbClr val="F26B43"/>
          </p15:clr>
        </p15:guide>
        <p15:guide id="21" orient="horz" pos="1049">
          <p15:clr>
            <a:srgbClr val="F26B43"/>
          </p15:clr>
        </p15:guide>
        <p15:guide id="22" orient="horz" pos="6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6"/>
            </p:custDataLst>
            <p:extLst>
              <p:ext uri="{D42A27DB-BD31-4B8C-83A1-F6EECF244321}">
                <p14:modId xmlns:p14="http://schemas.microsoft.com/office/powerpoint/2010/main" val="127913094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7" imgW="270" imgH="270" progId="TCLayout.ActiveDocument.1">
                  <p:embed/>
                </p:oleObj>
              </mc:Choice>
              <mc:Fallback>
                <p:oleObj name="think-cell Slide" r:id="rId37" imgW="270" imgH="270" progId="TCLayout.ActiveDocument.1">
                  <p:embed/>
                  <p:pic>
                    <p:nvPicPr>
                      <p:cNvPr id="4" name="Object 3" hidden="1"/>
                      <p:cNvPicPr/>
                      <p:nvPr/>
                    </p:nvPicPr>
                    <p:blipFill>
                      <a:blip r:embed="rId38"/>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
        <p:nvSpPr>
          <p:cNvPr id="6" name="TextBox 5">
            <a:extLst>
              <a:ext uri="{FF2B5EF4-FFF2-40B4-BE49-F238E27FC236}">
                <a16:creationId xmlns:a16="http://schemas.microsoft.com/office/drawing/2014/main" id="{0A9A476D-E86A-42BB-BC2D-8824C62F23A9}"/>
              </a:ext>
            </a:extLst>
          </p:cNvPr>
          <p:cNvSpPr txBox="1"/>
          <p:nvPr userDrawn="1"/>
        </p:nvSpPr>
        <p:spPr>
          <a:xfrm>
            <a:off x="116490" y="6667233"/>
            <a:ext cx="5354638" cy="201613"/>
          </a:xfrm>
          <a:prstGeom prst="rect">
            <a:avLst/>
          </a:prstGeom>
          <a:noFill/>
        </p:spPr>
        <p:txBody>
          <a:bodyPr lIns="0" tIns="0" rIns="0" bIns="0"/>
          <a:lstStyle/>
          <a:p>
            <a:pPr eaLnBrk="1" fontAlgn="auto" hangingPunct="1">
              <a:spcBef>
                <a:spcPts val="800"/>
              </a:spcBef>
              <a:spcAft>
                <a:spcPts val="0"/>
              </a:spcAft>
              <a:buSzPct val="100000"/>
              <a:buFont typeface="Arial"/>
              <a:buNone/>
              <a:defRPr/>
            </a:pPr>
            <a:r>
              <a:rPr lang="fr-FR" sz="867" dirty="0">
                <a:solidFill>
                  <a:prstClr val="black"/>
                </a:solidFill>
                <a:latin typeface="+mn-lt"/>
              </a:rPr>
              <a:t>© 2023 Deloitte Touche Tohmatsu India LLP</a:t>
            </a:r>
          </a:p>
        </p:txBody>
      </p:sp>
    </p:spTree>
    <p:extLst>
      <p:ext uri="{BB962C8B-B14F-4D97-AF65-F5344CB8AC3E}">
        <p14:creationId xmlns:p14="http://schemas.microsoft.com/office/powerpoint/2010/main" val="585108557"/>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Lst>
  <p:transition>
    <p:fade/>
  </p:transition>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4">
          <p15:clr>
            <a:srgbClr val="F26B43"/>
          </p15:clr>
        </p15:guide>
        <p15:guide id="2" orient="horz" pos="2160">
          <p15:clr>
            <a:srgbClr val="F26B43"/>
          </p15:clr>
        </p15:guide>
        <p15:guide id="3" orient="horz" pos="4020">
          <p15:clr>
            <a:srgbClr val="F26B43"/>
          </p15:clr>
        </p15:guide>
        <p15:guide id="4" pos="237">
          <p15:clr>
            <a:srgbClr val="F26B43"/>
          </p15:clr>
        </p15:guide>
        <p15:guide id="5" pos="5523">
          <p15:clr>
            <a:srgbClr val="F26B43"/>
          </p15:clr>
        </p15:guide>
        <p15:guide id="6" orient="horz" pos="1071">
          <p15:clr>
            <a:srgbClr val="F26B43"/>
          </p15:clr>
        </p15:guide>
        <p15:guide id="7" orient="horz" pos="200">
          <p15:clr>
            <a:srgbClr val="F26B43"/>
          </p15:clr>
        </p15:guide>
        <p15:guide id="8" orient="horz" pos="4080">
          <p15:clr>
            <a:srgbClr val="F26B43"/>
          </p15:clr>
        </p15:guide>
        <p15:guide id="10" pos="3721">
          <p15:clr>
            <a:srgbClr val="F26B43"/>
          </p15:clr>
        </p15:guide>
        <p15:guide id="11" orient="horz" pos="236">
          <p15:clr>
            <a:srgbClr val="F26B43"/>
          </p15:clr>
        </p15:guide>
        <p15:guide id="12" pos="1022">
          <p15:clr>
            <a:srgbClr val="F26B43"/>
          </p15:clr>
        </p15:guide>
        <p15:guide id="13" pos="1137">
          <p15:clr>
            <a:srgbClr val="F26B43"/>
          </p15:clr>
        </p15:guide>
        <p15:guide id="14" pos="1920">
          <p15:clr>
            <a:srgbClr val="F26B43"/>
          </p15:clr>
        </p15:guide>
        <p15:guide id="15" pos="2033">
          <p15:clr>
            <a:srgbClr val="F26B43"/>
          </p15:clr>
        </p15:guide>
        <p15:guide id="16" pos="4620">
          <p15:clr>
            <a:srgbClr val="F26B43"/>
          </p15:clr>
        </p15:guide>
        <p15:guide id="17" pos="2823">
          <p15:clr>
            <a:srgbClr val="F26B43"/>
          </p15:clr>
        </p15:guide>
        <p15:guide id="18" pos="2937">
          <p15:clr>
            <a:srgbClr val="F26B43"/>
          </p15:clr>
        </p15:guide>
        <p15:guide id="19" pos="2880">
          <p15:clr>
            <a:srgbClr val="F26B43"/>
          </p15:clr>
        </p15:guide>
        <p15:guide id="20" pos="4734">
          <p15:clr>
            <a:srgbClr val="F26B43"/>
          </p15:clr>
        </p15:guide>
        <p15:guide id="21" orient="horz" pos="1049">
          <p15:clr>
            <a:srgbClr val="F26B43"/>
          </p15:clr>
        </p15:guide>
        <p15:guide id="22" orient="horz" pos="6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png"/><Relationship Id="rId3" Type="http://schemas.openxmlformats.org/officeDocument/2006/relationships/slideLayout" Target="../slideLayouts/slideLayout36.xml"/><Relationship Id="rId7" Type="http://schemas.openxmlformats.org/officeDocument/2006/relationships/image" Target="../media/image6.png"/><Relationship Id="rId12" Type="http://schemas.openxmlformats.org/officeDocument/2006/relationships/hyperlink" Target="Digital/CGD_MPR_Feb_20.pdf" TargetMode="Externa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5.emf"/><Relationship Id="rId11" Type="http://schemas.openxmlformats.org/officeDocument/2006/relationships/image" Target="../media/image10.png"/><Relationship Id="rId5" Type="http://schemas.openxmlformats.org/officeDocument/2006/relationships/oleObject" Target="../embeddings/oleObject4.bin"/><Relationship Id="rId10" Type="http://schemas.openxmlformats.org/officeDocument/2006/relationships/image" Target="../media/image9.png"/><Relationship Id="rId4" Type="http://schemas.openxmlformats.org/officeDocument/2006/relationships/notesSlide" Target="../notesSlides/notesSlide2.xml"/><Relationship Id="rId9" Type="http://schemas.openxmlformats.org/officeDocument/2006/relationships/image" Target="../media/image8.pn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5.xml"/></Relationships>
</file>

<file path=ppt/slides/_rels/slide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jpeg"/><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C28C50-42AE-46E2-AE47-E4B12188877B}"/>
              </a:ext>
            </a:extLst>
          </p:cNvPr>
          <p:cNvSpPr/>
          <p:nvPr/>
        </p:nvSpPr>
        <p:spPr bwMode="gray">
          <a:xfrm>
            <a:off x="0" y="5580663"/>
            <a:ext cx="12192000" cy="1164476"/>
          </a:xfrm>
          <a:prstGeom prst="rect">
            <a:avLst/>
          </a:prstGeom>
          <a:solidFill>
            <a:schemeClr val="tx1">
              <a:alpha val="5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 name="Subtitle 1"/>
          <p:cNvSpPr>
            <a:spLocks noGrp="1"/>
          </p:cNvSpPr>
          <p:nvPr>
            <p:ph type="subTitle" idx="1"/>
          </p:nvPr>
        </p:nvSpPr>
        <p:spPr>
          <a:xfrm>
            <a:off x="368873" y="5580663"/>
            <a:ext cx="11518326" cy="806077"/>
          </a:xfrm>
        </p:spPr>
        <p:txBody>
          <a:bodyPr/>
          <a:lstStyle/>
          <a:p>
            <a:r>
              <a:rPr lang="en-IN" sz="2000" b="0" cap="small" dirty="0">
                <a:latin typeface="+mj-lt"/>
                <a:cs typeface="Calibri" panose="020F0502020204030204" pitchFamily="34" charset="0"/>
              </a:rPr>
              <a:t>Assets For Managing Capital Projects</a:t>
            </a:r>
          </a:p>
        </p:txBody>
      </p:sp>
      <p:sp>
        <p:nvSpPr>
          <p:cNvPr id="9" name="Text Placeholder 4"/>
          <p:cNvSpPr>
            <a:spLocks noGrp="1"/>
          </p:cNvSpPr>
          <p:nvPr>
            <p:ph type="body" sz="quarter" idx="10"/>
          </p:nvPr>
        </p:nvSpPr>
        <p:spPr>
          <a:xfrm>
            <a:off x="368873" y="6446688"/>
            <a:ext cx="7832098" cy="298451"/>
          </a:xfrm>
        </p:spPr>
        <p:txBody>
          <a:bodyPr/>
          <a:lstStyle/>
          <a:p>
            <a:r>
              <a:rPr lang="en-US" sz="1200" dirty="0"/>
              <a:t>Jul 2023</a:t>
            </a:r>
          </a:p>
        </p:txBody>
      </p:sp>
      <p:grpSp>
        <p:nvGrpSpPr>
          <p:cNvPr id="8" name="Group 7">
            <a:extLst>
              <a:ext uri="{FF2B5EF4-FFF2-40B4-BE49-F238E27FC236}">
                <a16:creationId xmlns:a16="http://schemas.microsoft.com/office/drawing/2014/main" id="{02424FF7-2D02-4BC6-AE63-30C93E1AA16B}"/>
              </a:ext>
            </a:extLst>
          </p:cNvPr>
          <p:cNvGrpSpPr>
            <a:grpSpLocks/>
          </p:cNvGrpSpPr>
          <p:nvPr/>
        </p:nvGrpSpPr>
        <p:grpSpPr>
          <a:xfrm>
            <a:off x="381793" y="457761"/>
            <a:ext cx="1756800" cy="309600"/>
            <a:chOff x="398463" y="404813"/>
            <a:chExt cx="1627187" cy="307976"/>
          </a:xfrm>
          <a:solidFill>
            <a:schemeClr val="tx1"/>
          </a:solidFill>
        </p:grpSpPr>
        <p:sp>
          <p:nvSpPr>
            <p:cNvPr id="10" name="Oval 5">
              <a:extLst>
                <a:ext uri="{FF2B5EF4-FFF2-40B4-BE49-F238E27FC236}">
                  <a16:creationId xmlns:a16="http://schemas.microsoft.com/office/drawing/2014/main" id="{ECCABA1F-CCBF-442D-B918-56A3A82D541D}"/>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11" name="Freeform 6">
              <a:extLst>
                <a:ext uri="{FF2B5EF4-FFF2-40B4-BE49-F238E27FC236}">
                  <a16:creationId xmlns:a16="http://schemas.microsoft.com/office/drawing/2014/main" id="{F36B3EEC-7670-4BD8-967C-718C7A0674DC}"/>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12" name="Rectangle 7">
              <a:extLst>
                <a:ext uri="{FF2B5EF4-FFF2-40B4-BE49-F238E27FC236}">
                  <a16:creationId xmlns:a16="http://schemas.microsoft.com/office/drawing/2014/main" id="{47CC9480-6A3D-4217-AD9C-5A15510A3E6D}"/>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13" name="Freeform 8">
              <a:extLst>
                <a:ext uri="{FF2B5EF4-FFF2-40B4-BE49-F238E27FC236}">
                  <a16:creationId xmlns:a16="http://schemas.microsoft.com/office/drawing/2014/main" id="{294BDEF3-4057-4453-A766-C72D6C702324}"/>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14" name="Rectangle 9">
              <a:extLst>
                <a:ext uri="{FF2B5EF4-FFF2-40B4-BE49-F238E27FC236}">
                  <a16:creationId xmlns:a16="http://schemas.microsoft.com/office/drawing/2014/main" id="{45F91F5A-063F-4AD2-9193-37CE7128DB69}"/>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15" name="Rectangle 10">
              <a:extLst>
                <a:ext uri="{FF2B5EF4-FFF2-40B4-BE49-F238E27FC236}">
                  <a16:creationId xmlns:a16="http://schemas.microsoft.com/office/drawing/2014/main" id="{708DEC4D-EA8E-4D39-B110-73809DBAB595}"/>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16" name="Freeform 11">
              <a:extLst>
                <a:ext uri="{FF2B5EF4-FFF2-40B4-BE49-F238E27FC236}">
                  <a16:creationId xmlns:a16="http://schemas.microsoft.com/office/drawing/2014/main" id="{18E5A4F4-81D3-4780-ABFE-FB32831A2C1A}"/>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17" name="Freeform 12">
              <a:extLst>
                <a:ext uri="{FF2B5EF4-FFF2-40B4-BE49-F238E27FC236}">
                  <a16:creationId xmlns:a16="http://schemas.microsoft.com/office/drawing/2014/main" id="{65C2471E-6FFE-4008-9AAA-C1233A654056}"/>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18" name="Freeform 13">
              <a:extLst>
                <a:ext uri="{FF2B5EF4-FFF2-40B4-BE49-F238E27FC236}">
                  <a16:creationId xmlns:a16="http://schemas.microsoft.com/office/drawing/2014/main" id="{C83DAC36-28BE-42CE-B0EE-BA607FB6395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sp>
          <p:nvSpPr>
            <p:cNvPr id="19" name="Freeform 14">
              <a:extLst>
                <a:ext uri="{FF2B5EF4-FFF2-40B4-BE49-F238E27FC236}">
                  <a16:creationId xmlns:a16="http://schemas.microsoft.com/office/drawing/2014/main" id="{553D8A2B-ACA3-4FBE-858F-3692D92E9DDA}"/>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45677"/>
              <a:endParaRPr lang="en-GB" sz="2067" dirty="0">
                <a:solidFill>
                  <a:prstClr val="white"/>
                </a:solidFill>
              </a:endParaRPr>
            </a:p>
          </p:txBody>
        </p:sp>
      </p:grpSp>
      <p:pic>
        <p:nvPicPr>
          <p:cNvPr id="21" name="Picture Placeholder 7">
            <a:extLst>
              <a:ext uri="{FF2B5EF4-FFF2-40B4-BE49-F238E27FC236}">
                <a16:creationId xmlns:a16="http://schemas.microsoft.com/office/drawing/2014/main" id="{5FD66F5A-433F-48C7-A7AC-C3731D72BF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01378" y="934377"/>
            <a:ext cx="4989245" cy="4989245"/>
          </a:xfrm>
          <a:prstGeom prst="rect">
            <a:avLst/>
          </a:prstGeom>
        </p:spPr>
      </p:pic>
    </p:spTree>
    <p:extLst>
      <p:ext uri="{BB962C8B-B14F-4D97-AF65-F5344CB8AC3E}">
        <p14:creationId xmlns:p14="http://schemas.microsoft.com/office/powerpoint/2010/main" val="426410071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7" name="Object 136" hidden="1">
            <a:extLst>
              <a:ext uri="{FF2B5EF4-FFF2-40B4-BE49-F238E27FC236}">
                <a16:creationId xmlns:a16="http://schemas.microsoft.com/office/drawing/2014/main" id="{8BCBB1E7-CC17-4D60-A74B-3914B20D75A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99" imgH="499" progId="TCLayout.ActiveDocument.1">
                  <p:embed/>
                </p:oleObj>
              </mc:Choice>
              <mc:Fallback>
                <p:oleObj name="think-cell Slide" r:id="rId5" imgW="499" imgH="499" progId="TCLayout.ActiveDocument.1">
                  <p:embed/>
                  <p:pic>
                    <p:nvPicPr>
                      <p:cNvPr id="137" name="Object 136" hidden="1">
                        <a:extLst>
                          <a:ext uri="{FF2B5EF4-FFF2-40B4-BE49-F238E27FC236}">
                            <a16:creationId xmlns:a16="http://schemas.microsoft.com/office/drawing/2014/main" id="{8BCBB1E7-CC17-4D60-A74B-3914B20D75A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A81733A-AF34-41AD-991F-A143D016BE36}"/>
              </a:ext>
            </a:extLst>
          </p:cNvPr>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IN" sz="726"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sym typeface="Calibri" panose="020F0502020204030204" pitchFamily="34" charset="0"/>
            </a:endParaRPr>
          </a:p>
        </p:txBody>
      </p:sp>
      <p:sp>
        <p:nvSpPr>
          <p:cNvPr id="5" name="Text Placeholder 3">
            <a:extLst>
              <a:ext uri="{FF2B5EF4-FFF2-40B4-BE49-F238E27FC236}">
                <a16:creationId xmlns:a16="http://schemas.microsoft.com/office/drawing/2014/main" id="{C2A05D1A-92F6-4990-9847-FA6B098A9F19}"/>
              </a:ext>
            </a:extLst>
          </p:cNvPr>
          <p:cNvSpPr txBox="1">
            <a:spLocks/>
          </p:cNvSpPr>
          <p:nvPr/>
        </p:nvSpPr>
        <p:spPr>
          <a:xfrm>
            <a:off x="580088" y="954966"/>
            <a:ext cx="11193476" cy="421450"/>
          </a:xfrm>
          <a:prstGeom prst="rect">
            <a:avLst/>
          </a:prstGeom>
        </p:spPr>
        <p:txBody>
          <a:bodyPr vert="horz" lIns="0" tIns="0" rIns="0" bIns="0" rtlCol="0">
            <a:noAutofit/>
          </a:bodyPr>
          <a:lstStyle>
            <a:lvl1pPr marL="0" indent="0" algn="l" defTabSz="1036337" rtl="0" eaLnBrk="1" latinLnBrk="0" hangingPunct="1">
              <a:spcBef>
                <a:spcPts val="0"/>
              </a:spcBef>
              <a:spcAft>
                <a:spcPts val="1134"/>
              </a:spcAft>
              <a:buSzPct val="100000"/>
              <a:buFont typeface="Arial" panose="020B0604020202020204" pitchFamily="34" charset="0"/>
              <a:buNone/>
              <a:defRPr sz="1028" b="0" kern="1200">
                <a:solidFill>
                  <a:schemeClr val="tx1"/>
                </a:solidFill>
                <a:latin typeface="+mn-lt"/>
                <a:ea typeface="+mn-ea"/>
                <a:cs typeface="+mn-cs"/>
              </a:defRPr>
            </a:lvl1pPr>
            <a:lvl2pPr marL="0" indent="0" algn="l" defTabSz="1036337" rtl="0" eaLnBrk="1" latinLnBrk="0" hangingPunct="1">
              <a:spcBef>
                <a:spcPts val="0"/>
              </a:spcBef>
              <a:spcAft>
                <a:spcPts val="1134"/>
              </a:spcAft>
              <a:buClrTx/>
              <a:buSzPct val="100000"/>
              <a:buFont typeface="Arial"/>
              <a:buNone/>
              <a:defRPr lang="en-US" sz="1028" b="1" kern="1200" dirty="0" smtClean="0">
                <a:solidFill>
                  <a:schemeClr val="tx1"/>
                </a:solidFill>
                <a:latin typeface="+mn-lt"/>
                <a:ea typeface="+mn-ea"/>
                <a:cs typeface="+mn-cs"/>
              </a:defRPr>
            </a:lvl2pPr>
            <a:lvl3pPr marL="199924" indent="-199924" algn="l" defTabSz="1036337" rtl="0" eaLnBrk="1" latinLnBrk="0" hangingPunct="1">
              <a:spcBef>
                <a:spcPts val="0"/>
              </a:spcBef>
              <a:spcAft>
                <a:spcPts val="1134"/>
              </a:spcAft>
              <a:buClrTx/>
              <a:buSzPct val="100000"/>
              <a:buFont typeface="Arial" panose="020B0604020202020204" pitchFamily="34" charset="0"/>
              <a:buChar char="•"/>
              <a:defRPr lang="en-US" sz="1028" kern="1200" dirty="0" smtClean="0">
                <a:solidFill>
                  <a:schemeClr val="tx1"/>
                </a:solidFill>
                <a:latin typeface="+mn-lt"/>
                <a:ea typeface="+mn-ea"/>
                <a:cs typeface="+mn-cs"/>
              </a:defRPr>
            </a:lvl3pPr>
            <a:lvl4pPr marL="403927" indent="-199924" algn="l" defTabSz="1036337" rtl="0" eaLnBrk="1" latinLnBrk="0" hangingPunct="1">
              <a:spcBef>
                <a:spcPts val="0"/>
              </a:spcBef>
              <a:spcAft>
                <a:spcPts val="1134"/>
              </a:spcAft>
              <a:buClrTx/>
              <a:buSzPct val="100000"/>
              <a:buFont typeface="Verdana" panose="020B0604030504040204" pitchFamily="34" charset="0"/>
              <a:buChar char="−"/>
              <a:defRPr lang="en-US" sz="1028" kern="1200" baseline="0" dirty="0" smtClean="0">
                <a:solidFill>
                  <a:schemeClr val="tx1"/>
                </a:solidFill>
                <a:latin typeface="+mn-lt"/>
                <a:ea typeface="+mn-ea"/>
                <a:cs typeface="+mn-cs"/>
              </a:defRPr>
            </a:lvl4pPr>
            <a:lvl5pPr marL="603851" indent="-199924" algn="l" defTabSz="904996" rtl="0" eaLnBrk="1" latinLnBrk="0" hangingPunct="1">
              <a:spcBef>
                <a:spcPts val="0"/>
              </a:spcBef>
              <a:spcAft>
                <a:spcPts val="1134"/>
              </a:spcAft>
              <a:buClrTx/>
              <a:buSzPct val="100000"/>
              <a:buFont typeface="Verdana" panose="020B0604030504040204" pitchFamily="34" charset="0"/>
              <a:buChar char="−"/>
              <a:tabLst/>
              <a:defRPr lang="en-US" sz="1028" kern="1200" baseline="0" dirty="0" smtClean="0">
                <a:solidFill>
                  <a:schemeClr val="tx1"/>
                </a:solidFill>
                <a:latin typeface="+mn-lt"/>
                <a:ea typeface="+mn-ea"/>
                <a:cs typeface="+mn-cs"/>
              </a:defRPr>
            </a:lvl5pPr>
            <a:lvl6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6pPr>
            <a:lvl7pPr marL="603851" indent="-199924" algn="l" defTabSz="1036337" rtl="0" eaLnBrk="1" latinLnBrk="0" hangingPunct="1">
              <a:spcBef>
                <a:spcPts val="0"/>
              </a:spcBef>
              <a:spcAft>
                <a:spcPts val="1134"/>
              </a:spcAft>
              <a:buFont typeface="Verdana" panose="020B0604030504040204" pitchFamily="34" charset="0"/>
              <a:buChar char="−"/>
              <a:defRPr sz="1360" kern="1200">
                <a:solidFill>
                  <a:schemeClr val="tx1"/>
                </a:solidFill>
                <a:latin typeface="+mn-lt"/>
                <a:ea typeface="+mn-ea"/>
                <a:cs typeface="+mn-cs"/>
              </a:defRPr>
            </a:lvl7pPr>
            <a:lvl8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8pPr>
            <a:lvl9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9pPr>
          </a:lstStyle>
          <a:p>
            <a:pPr marL="0" marR="0" lvl="0" indent="0" algn="r" defTabSz="914464" rtl="0" eaLnBrk="1" fontAlgn="auto" latinLnBrk="0" hangingPunct="1">
              <a:lnSpc>
                <a:spcPct val="100000"/>
              </a:lnSpc>
              <a:spcBef>
                <a:spcPts val="0"/>
              </a:spcBef>
              <a:spcAft>
                <a:spcPts val="1001"/>
              </a:spcAft>
              <a:buClrTx/>
              <a:buSzPct val="100000"/>
              <a:buFont typeface="Arial" panose="020B0604020202020204" pitchFamily="34" charset="0"/>
              <a:buNone/>
              <a:tabLst/>
              <a:defRPr/>
            </a:pPr>
            <a:endParaRPr kumimoji="0" lang="en-US" sz="1800" b="1" i="0" u="none" strike="noStrike" kern="1200" cap="none" spc="0" normalizeH="0" baseline="0" noProof="0" dirty="0">
              <a:ln>
                <a:noFill/>
              </a:ln>
              <a:solidFill>
                <a:prstClr val="black"/>
              </a:solidFill>
              <a:effectLst/>
              <a:uLnTx/>
              <a:uFillTx/>
              <a:latin typeface="Verdana"/>
              <a:ea typeface="+mn-ea"/>
              <a:cs typeface="+mn-cs"/>
            </a:endParaRPr>
          </a:p>
        </p:txBody>
      </p:sp>
      <p:pic>
        <p:nvPicPr>
          <p:cNvPr id="6" name="Picture 5">
            <a:extLst>
              <a:ext uri="{FF2B5EF4-FFF2-40B4-BE49-F238E27FC236}">
                <a16:creationId xmlns:a16="http://schemas.microsoft.com/office/drawing/2014/main" id="{14729B1C-A48D-42FB-993A-AE926764F34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39076" y="1449875"/>
            <a:ext cx="4657181" cy="23875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892CABC3-A72F-4FAA-8E84-E930777961FD}"/>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t="10543" b="6667"/>
          <a:stretch/>
        </p:blipFill>
        <p:spPr>
          <a:xfrm>
            <a:off x="537154" y="1449877"/>
            <a:ext cx="4501879" cy="23875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345F60BD-2F22-4CCD-9145-B4D2DCC7219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651565" y="1449875"/>
            <a:ext cx="1577520" cy="23875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228A9F47-AB73-4232-9EDB-FDAE3F956F5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533955" y="1449875"/>
            <a:ext cx="1551304" cy="23875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EDC70004-F8B1-419A-A540-507A018E891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37155" y="4039448"/>
            <a:ext cx="5759102" cy="2411930"/>
          </a:xfrm>
          <a:prstGeom prst="rect">
            <a:avLst/>
          </a:prstGeom>
        </p:spPr>
      </p:pic>
      <p:pic>
        <p:nvPicPr>
          <p:cNvPr id="11" name="Picture 10">
            <a:hlinkClick r:id="rId12" action="ppaction://hlinkfile"/>
            <a:extLst>
              <a:ext uri="{FF2B5EF4-FFF2-40B4-BE49-F238E27FC236}">
                <a16:creationId xmlns:a16="http://schemas.microsoft.com/office/drawing/2014/main" id="{1D808AE3-C0CC-4F5F-93B4-3190DBC890F8}"/>
              </a:ext>
            </a:extLst>
          </p:cNvPr>
          <p:cNvPicPr>
            <a:picLocks noChangeAspect="1"/>
          </p:cNvPicPr>
          <p:nvPr/>
        </p:nvPicPr>
        <p:blipFill>
          <a:blip r:embed="rId13"/>
          <a:stretch>
            <a:fillRect/>
          </a:stretch>
        </p:blipFill>
        <p:spPr>
          <a:xfrm>
            <a:off x="6651566" y="4039448"/>
            <a:ext cx="5079066" cy="24119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3" name="Picture 12">
            <a:extLst>
              <a:ext uri="{FF2B5EF4-FFF2-40B4-BE49-F238E27FC236}">
                <a16:creationId xmlns:a16="http://schemas.microsoft.com/office/drawing/2014/main" id="{7C5C2F4A-B6AA-4579-B4DC-2A3A19F5DDD9}"/>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385126" y="1443197"/>
            <a:ext cx="1357313" cy="23942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4" name="Rectangle 13">
            <a:extLst>
              <a:ext uri="{FF2B5EF4-FFF2-40B4-BE49-F238E27FC236}">
                <a16:creationId xmlns:a16="http://schemas.microsoft.com/office/drawing/2014/main" id="{71861A09-F6F0-4C19-802D-DE6518AD58BF}"/>
              </a:ext>
            </a:extLst>
          </p:cNvPr>
          <p:cNvSpPr/>
          <p:nvPr/>
        </p:nvSpPr>
        <p:spPr bwMode="gray">
          <a:xfrm>
            <a:off x="2433383" y="3454877"/>
            <a:ext cx="3480319" cy="317240"/>
          </a:xfrm>
          <a:prstGeom prst="rect">
            <a:avLst/>
          </a:prstGeom>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Verdana"/>
                <a:ea typeface="+mn-ea"/>
                <a:cs typeface="+mn-cs"/>
              </a:rPr>
              <a:t>Web based monitoring platform</a:t>
            </a:r>
            <a:endParaRPr kumimoji="0" lang="en-IN" sz="1400" b="1" i="0" u="none" strike="noStrike" kern="1200" cap="none" spc="0" normalizeH="0" baseline="0" noProof="0" dirty="0">
              <a:ln>
                <a:noFill/>
              </a:ln>
              <a:solidFill>
                <a:prstClr val="white"/>
              </a:solidFill>
              <a:effectLst/>
              <a:uLnTx/>
              <a:uFillTx/>
              <a:latin typeface="Verdana"/>
              <a:ea typeface="+mn-ea"/>
              <a:cs typeface="+mn-cs"/>
            </a:endParaRPr>
          </a:p>
        </p:txBody>
      </p:sp>
      <p:sp>
        <p:nvSpPr>
          <p:cNvPr id="15" name="Rectangle 14">
            <a:extLst>
              <a:ext uri="{FF2B5EF4-FFF2-40B4-BE49-F238E27FC236}">
                <a16:creationId xmlns:a16="http://schemas.microsoft.com/office/drawing/2014/main" id="{02CECE55-F9F3-442D-8242-8736A2F09409}"/>
              </a:ext>
            </a:extLst>
          </p:cNvPr>
          <p:cNvSpPr/>
          <p:nvPr/>
        </p:nvSpPr>
        <p:spPr bwMode="gray">
          <a:xfrm>
            <a:off x="7331955" y="3462580"/>
            <a:ext cx="3709290" cy="317240"/>
          </a:xfrm>
          <a:prstGeom prst="rect">
            <a:avLst/>
          </a:prstGeom>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Verdana"/>
                <a:ea typeface="+mn-ea"/>
                <a:cs typeface="+mn-cs"/>
              </a:rPr>
              <a:t>Mobile based monitoring platform</a:t>
            </a:r>
            <a:endParaRPr kumimoji="0" lang="en-IN" sz="1400" b="1" i="0" u="none" strike="noStrike" kern="1200" cap="none" spc="0" normalizeH="0" baseline="0" noProof="0" dirty="0">
              <a:ln>
                <a:noFill/>
              </a:ln>
              <a:solidFill>
                <a:prstClr val="white"/>
              </a:solidFill>
              <a:effectLst/>
              <a:uLnTx/>
              <a:uFillTx/>
              <a:latin typeface="Verdana"/>
              <a:ea typeface="+mn-ea"/>
              <a:cs typeface="+mn-cs"/>
            </a:endParaRPr>
          </a:p>
        </p:txBody>
      </p:sp>
      <p:sp>
        <p:nvSpPr>
          <p:cNvPr id="16" name="Rectangle 15">
            <a:extLst>
              <a:ext uri="{FF2B5EF4-FFF2-40B4-BE49-F238E27FC236}">
                <a16:creationId xmlns:a16="http://schemas.microsoft.com/office/drawing/2014/main" id="{342A4E7A-A5F0-4D02-84BD-53E86171F16D}"/>
              </a:ext>
            </a:extLst>
          </p:cNvPr>
          <p:cNvSpPr/>
          <p:nvPr/>
        </p:nvSpPr>
        <p:spPr bwMode="gray">
          <a:xfrm>
            <a:off x="3271077" y="6031609"/>
            <a:ext cx="1767956" cy="317240"/>
          </a:xfrm>
          <a:prstGeom prst="rect">
            <a:avLst/>
          </a:prstGeom>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Verdana"/>
                <a:ea typeface="+mn-ea"/>
                <a:cs typeface="+mn-cs"/>
              </a:rPr>
              <a:t>BI Platform</a:t>
            </a:r>
            <a:endParaRPr kumimoji="0" lang="en-IN" sz="1400" b="1" i="0" u="none" strike="noStrike" kern="1200" cap="none" spc="0" normalizeH="0" baseline="0" noProof="0" dirty="0">
              <a:ln>
                <a:noFill/>
              </a:ln>
              <a:solidFill>
                <a:prstClr val="white"/>
              </a:solidFill>
              <a:effectLst/>
              <a:uLnTx/>
              <a:uFillTx/>
              <a:latin typeface="Verdana"/>
              <a:ea typeface="+mn-ea"/>
              <a:cs typeface="+mn-cs"/>
            </a:endParaRPr>
          </a:p>
        </p:txBody>
      </p:sp>
      <p:sp>
        <p:nvSpPr>
          <p:cNvPr id="17" name="Rectangle 16">
            <a:extLst>
              <a:ext uri="{FF2B5EF4-FFF2-40B4-BE49-F238E27FC236}">
                <a16:creationId xmlns:a16="http://schemas.microsoft.com/office/drawing/2014/main" id="{CCC7031B-D5BC-4930-9DD4-FE70EFD6004D}"/>
              </a:ext>
            </a:extLst>
          </p:cNvPr>
          <p:cNvSpPr/>
          <p:nvPr/>
        </p:nvSpPr>
        <p:spPr bwMode="gray">
          <a:xfrm>
            <a:off x="8361134" y="6031609"/>
            <a:ext cx="2023991" cy="317240"/>
          </a:xfrm>
          <a:prstGeom prst="rect">
            <a:avLst/>
          </a:prstGeom>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Verdana"/>
                <a:ea typeface="+mn-ea"/>
                <a:cs typeface="+mn-cs"/>
              </a:rPr>
              <a:t>Smart Reporting</a:t>
            </a:r>
            <a:endParaRPr kumimoji="0" lang="en-IN" sz="1400"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19" name="Group 18">
            <a:extLst>
              <a:ext uri="{FF2B5EF4-FFF2-40B4-BE49-F238E27FC236}">
                <a16:creationId xmlns:a16="http://schemas.microsoft.com/office/drawing/2014/main" id="{A290B3CE-3341-4673-BD99-A0511663CCE7}"/>
              </a:ext>
            </a:extLst>
          </p:cNvPr>
          <p:cNvGrpSpPr/>
          <p:nvPr/>
        </p:nvGrpSpPr>
        <p:grpSpPr>
          <a:xfrm>
            <a:off x="427376" y="263736"/>
            <a:ext cx="11764624" cy="874921"/>
            <a:chOff x="458198" y="249857"/>
            <a:chExt cx="11764624" cy="874921"/>
          </a:xfrm>
        </p:grpSpPr>
        <p:sp>
          <p:nvSpPr>
            <p:cNvPr id="23" name="Text Placeholder 3">
              <a:extLst>
                <a:ext uri="{FF2B5EF4-FFF2-40B4-BE49-F238E27FC236}">
                  <a16:creationId xmlns:a16="http://schemas.microsoft.com/office/drawing/2014/main" id="{9965E049-C563-4387-9529-EBC758B26681}"/>
                </a:ext>
              </a:extLst>
            </p:cNvPr>
            <p:cNvSpPr txBox="1">
              <a:spLocks/>
            </p:cNvSpPr>
            <p:nvPr/>
          </p:nvSpPr>
          <p:spPr>
            <a:xfrm>
              <a:off x="564386" y="703328"/>
              <a:ext cx="11193476" cy="421450"/>
            </a:xfrm>
            <a:prstGeom prst="rect">
              <a:avLst/>
            </a:prstGeom>
          </p:spPr>
          <p:txBody>
            <a:bodyPr vert="horz" lIns="0" tIns="0" rIns="0" bIns="0" rtlCol="0">
              <a:noAutofit/>
            </a:bodyPr>
            <a:lstStyle>
              <a:lvl1pPr marL="0" indent="0" algn="l" defTabSz="1036337" rtl="0" eaLnBrk="1" latinLnBrk="0" hangingPunct="1">
                <a:spcBef>
                  <a:spcPts val="0"/>
                </a:spcBef>
                <a:spcAft>
                  <a:spcPts val="1134"/>
                </a:spcAft>
                <a:buSzPct val="100000"/>
                <a:buFont typeface="Arial" panose="020B0604020202020204" pitchFamily="34" charset="0"/>
                <a:buNone/>
                <a:defRPr sz="1028" b="0" kern="1200">
                  <a:solidFill>
                    <a:schemeClr val="tx1"/>
                  </a:solidFill>
                  <a:latin typeface="+mn-lt"/>
                  <a:ea typeface="+mn-ea"/>
                  <a:cs typeface="+mn-cs"/>
                </a:defRPr>
              </a:lvl1pPr>
              <a:lvl2pPr marL="0" indent="0" algn="l" defTabSz="1036337" rtl="0" eaLnBrk="1" latinLnBrk="0" hangingPunct="1">
                <a:spcBef>
                  <a:spcPts val="0"/>
                </a:spcBef>
                <a:spcAft>
                  <a:spcPts val="1134"/>
                </a:spcAft>
                <a:buClrTx/>
                <a:buSzPct val="100000"/>
                <a:buFont typeface="Arial"/>
                <a:buNone/>
                <a:defRPr lang="en-US" sz="1028" b="1" kern="1200" dirty="0" smtClean="0">
                  <a:solidFill>
                    <a:schemeClr val="tx1"/>
                  </a:solidFill>
                  <a:latin typeface="+mn-lt"/>
                  <a:ea typeface="+mn-ea"/>
                  <a:cs typeface="+mn-cs"/>
                </a:defRPr>
              </a:lvl2pPr>
              <a:lvl3pPr marL="199924" indent="-199924" algn="l" defTabSz="1036337" rtl="0" eaLnBrk="1" latinLnBrk="0" hangingPunct="1">
                <a:spcBef>
                  <a:spcPts val="0"/>
                </a:spcBef>
                <a:spcAft>
                  <a:spcPts val="1134"/>
                </a:spcAft>
                <a:buClrTx/>
                <a:buSzPct val="100000"/>
                <a:buFont typeface="Arial" panose="020B0604020202020204" pitchFamily="34" charset="0"/>
                <a:buChar char="•"/>
                <a:defRPr lang="en-US" sz="1028" kern="1200" dirty="0" smtClean="0">
                  <a:solidFill>
                    <a:schemeClr val="tx1"/>
                  </a:solidFill>
                  <a:latin typeface="+mn-lt"/>
                  <a:ea typeface="+mn-ea"/>
                  <a:cs typeface="+mn-cs"/>
                </a:defRPr>
              </a:lvl3pPr>
              <a:lvl4pPr marL="403927" indent="-199924" algn="l" defTabSz="1036337" rtl="0" eaLnBrk="1" latinLnBrk="0" hangingPunct="1">
                <a:spcBef>
                  <a:spcPts val="0"/>
                </a:spcBef>
                <a:spcAft>
                  <a:spcPts val="1134"/>
                </a:spcAft>
                <a:buClrTx/>
                <a:buSzPct val="100000"/>
                <a:buFont typeface="Verdana" panose="020B0604030504040204" pitchFamily="34" charset="0"/>
                <a:buChar char="−"/>
                <a:defRPr lang="en-US" sz="1028" kern="1200" baseline="0" dirty="0" smtClean="0">
                  <a:solidFill>
                    <a:schemeClr val="tx1"/>
                  </a:solidFill>
                  <a:latin typeface="+mn-lt"/>
                  <a:ea typeface="+mn-ea"/>
                  <a:cs typeface="+mn-cs"/>
                </a:defRPr>
              </a:lvl4pPr>
              <a:lvl5pPr marL="603851" indent="-199924" algn="l" defTabSz="904996" rtl="0" eaLnBrk="1" latinLnBrk="0" hangingPunct="1">
                <a:spcBef>
                  <a:spcPts val="0"/>
                </a:spcBef>
                <a:spcAft>
                  <a:spcPts val="1134"/>
                </a:spcAft>
                <a:buClrTx/>
                <a:buSzPct val="100000"/>
                <a:buFont typeface="Verdana" panose="020B0604030504040204" pitchFamily="34" charset="0"/>
                <a:buChar char="−"/>
                <a:tabLst/>
                <a:defRPr lang="en-US" sz="1028" kern="1200" baseline="0" dirty="0" smtClean="0">
                  <a:solidFill>
                    <a:schemeClr val="tx1"/>
                  </a:solidFill>
                  <a:latin typeface="+mn-lt"/>
                  <a:ea typeface="+mn-ea"/>
                  <a:cs typeface="+mn-cs"/>
                </a:defRPr>
              </a:lvl5pPr>
              <a:lvl6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6pPr>
              <a:lvl7pPr marL="603851" indent="-199924" algn="l" defTabSz="1036337" rtl="0" eaLnBrk="1" latinLnBrk="0" hangingPunct="1">
                <a:spcBef>
                  <a:spcPts val="0"/>
                </a:spcBef>
                <a:spcAft>
                  <a:spcPts val="1134"/>
                </a:spcAft>
                <a:buFont typeface="Verdana" panose="020B0604030504040204" pitchFamily="34" charset="0"/>
                <a:buChar char="−"/>
                <a:defRPr sz="1360" kern="1200">
                  <a:solidFill>
                    <a:schemeClr val="tx1"/>
                  </a:solidFill>
                  <a:latin typeface="+mn-lt"/>
                  <a:ea typeface="+mn-ea"/>
                  <a:cs typeface="+mn-cs"/>
                </a:defRPr>
              </a:lvl7pPr>
              <a:lvl8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8pPr>
              <a:lvl9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Pct val="100000"/>
                <a:buFont typeface="Arial" panose="020B0604020202020204" pitchFamily="34" charset="0"/>
                <a:buNone/>
                <a:tabLst/>
                <a:defRPr/>
              </a:pPr>
              <a:r>
                <a:rPr kumimoji="0" lang="en-US" sz="1600" b="0" i="0" u="none" strike="noStrike" kern="1200" cap="none" spc="0" normalizeH="0" baseline="0" noProof="0" dirty="0">
                  <a:ln>
                    <a:noFill/>
                  </a:ln>
                  <a:solidFill>
                    <a:srgbClr val="0097A9"/>
                  </a:solidFill>
                  <a:effectLst/>
                  <a:uLnTx/>
                  <a:uFillTx/>
                  <a:latin typeface="Verdana"/>
                  <a:ea typeface="+mn-ea"/>
                  <a:cs typeface="+mn-cs"/>
                </a:rPr>
                <a:t>PMO Advisory for a large pipeline project for oil &amp; gas company</a:t>
              </a:r>
            </a:p>
          </p:txBody>
        </p:sp>
        <p:sp>
          <p:nvSpPr>
            <p:cNvPr id="24" name="Title 2">
              <a:extLst>
                <a:ext uri="{FF2B5EF4-FFF2-40B4-BE49-F238E27FC236}">
                  <a16:creationId xmlns:a16="http://schemas.microsoft.com/office/drawing/2014/main" id="{82DEC17D-3607-4D5F-8EBD-3DBE78D792EA}"/>
                </a:ext>
              </a:extLst>
            </p:cNvPr>
            <p:cNvSpPr txBox="1">
              <a:spLocks/>
            </p:cNvSpPr>
            <p:nvPr/>
          </p:nvSpPr>
          <p:spPr>
            <a:xfrm>
              <a:off x="458198" y="249857"/>
              <a:ext cx="11764624" cy="395858"/>
            </a:xfrm>
            <a:prstGeom prst="rect">
              <a:avLst/>
            </a:prstGeom>
          </p:spPr>
          <p:txBody>
            <a:bodyPr/>
            <a:lstStyle>
              <a:lvl1pPr algn="l" defTabSz="1219170" rtl="0" eaLnBrk="1" latinLnBrk="0" hangingPunct="1">
                <a:spcBef>
                  <a:spcPct val="0"/>
                </a:spcBef>
                <a:buNone/>
                <a:defRPr sz="2600" kern="1200">
                  <a:solidFill>
                    <a:schemeClr val="tx1"/>
                  </a:solidFill>
                  <a:latin typeface="+mj-lt"/>
                  <a:ea typeface="+mj-ea"/>
                  <a:cs typeface="+mj-cs"/>
                </a:defRPr>
              </a:lvl1pPr>
            </a:lstStyle>
            <a:p>
              <a:pPr marR="0" lvl="0" indent="0" defTabSz="914400" fontAlgn="auto">
                <a:lnSpc>
                  <a:spcPct val="100000"/>
                </a:lnSpc>
                <a:spcAft>
                  <a:spcPts val="0"/>
                </a:spcAft>
                <a:buClrTx/>
                <a:buSzTx/>
                <a:tabLst/>
                <a:defRPr/>
              </a:pPr>
              <a:r>
                <a:rPr lang="en-US" sz="2000" b="1" dirty="0"/>
                <a:t>Development &amp; Implementation of </a:t>
              </a:r>
              <a:r>
                <a:rPr lang="en-US" sz="2000" b="1" dirty="0" err="1"/>
                <a:t>Customised</a:t>
              </a:r>
              <a:r>
                <a:rPr lang="en-US" sz="2000" b="1" dirty="0"/>
                <a:t> Project Management Tools (1/3)  </a:t>
              </a:r>
            </a:p>
          </p:txBody>
        </p:sp>
      </p:grpSp>
    </p:spTree>
    <p:extLst>
      <p:ext uri="{BB962C8B-B14F-4D97-AF65-F5344CB8AC3E}">
        <p14:creationId xmlns:p14="http://schemas.microsoft.com/office/powerpoint/2010/main" val="94039863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7BBC9A-FB93-46D5-AD6C-CF1891173982}"/>
              </a:ext>
            </a:extLst>
          </p:cNvPr>
          <p:cNvPicPr>
            <a:picLocks noChangeAspect="1"/>
          </p:cNvPicPr>
          <p:nvPr/>
        </p:nvPicPr>
        <p:blipFill>
          <a:blip r:embed="rId2"/>
          <a:stretch>
            <a:fillRect/>
          </a:stretch>
        </p:blipFill>
        <p:spPr>
          <a:xfrm>
            <a:off x="1004306" y="1329405"/>
            <a:ext cx="9986972" cy="5072814"/>
          </a:xfrm>
          <a:prstGeom prst="rect">
            <a:avLst/>
          </a:prstGeom>
        </p:spPr>
      </p:pic>
      <p:grpSp>
        <p:nvGrpSpPr>
          <p:cNvPr id="6" name="Group 5">
            <a:extLst>
              <a:ext uri="{FF2B5EF4-FFF2-40B4-BE49-F238E27FC236}">
                <a16:creationId xmlns:a16="http://schemas.microsoft.com/office/drawing/2014/main" id="{35C4B1DA-3B42-4F70-9DFF-971292ADAD87}"/>
              </a:ext>
            </a:extLst>
          </p:cNvPr>
          <p:cNvGrpSpPr/>
          <p:nvPr/>
        </p:nvGrpSpPr>
        <p:grpSpPr>
          <a:xfrm>
            <a:off x="427376" y="263736"/>
            <a:ext cx="11764624" cy="874921"/>
            <a:chOff x="458198" y="249857"/>
            <a:chExt cx="11764624" cy="874921"/>
          </a:xfrm>
        </p:grpSpPr>
        <p:sp>
          <p:nvSpPr>
            <p:cNvPr id="7" name="Text Placeholder 3">
              <a:extLst>
                <a:ext uri="{FF2B5EF4-FFF2-40B4-BE49-F238E27FC236}">
                  <a16:creationId xmlns:a16="http://schemas.microsoft.com/office/drawing/2014/main" id="{C5FC92DE-1EF5-4C86-BD05-69562A154BE1}"/>
                </a:ext>
              </a:extLst>
            </p:cNvPr>
            <p:cNvSpPr txBox="1">
              <a:spLocks/>
            </p:cNvSpPr>
            <p:nvPr/>
          </p:nvSpPr>
          <p:spPr>
            <a:xfrm>
              <a:off x="564386" y="703328"/>
              <a:ext cx="11193476" cy="421450"/>
            </a:xfrm>
            <a:prstGeom prst="rect">
              <a:avLst/>
            </a:prstGeom>
          </p:spPr>
          <p:txBody>
            <a:bodyPr vert="horz" lIns="0" tIns="0" rIns="0" bIns="0" rtlCol="0">
              <a:noAutofit/>
            </a:bodyPr>
            <a:lstStyle>
              <a:lvl1pPr marL="0" indent="0" algn="l" defTabSz="1036337" rtl="0" eaLnBrk="1" latinLnBrk="0" hangingPunct="1">
                <a:spcBef>
                  <a:spcPts val="0"/>
                </a:spcBef>
                <a:spcAft>
                  <a:spcPts val="1134"/>
                </a:spcAft>
                <a:buSzPct val="100000"/>
                <a:buFont typeface="Arial" panose="020B0604020202020204" pitchFamily="34" charset="0"/>
                <a:buNone/>
                <a:defRPr sz="1028" b="0" kern="1200">
                  <a:solidFill>
                    <a:schemeClr val="tx1"/>
                  </a:solidFill>
                  <a:latin typeface="+mn-lt"/>
                  <a:ea typeface="+mn-ea"/>
                  <a:cs typeface="+mn-cs"/>
                </a:defRPr>
              </a:lvl1pPr>
              <a:lvl2pPr marL="0" indent="0" algn="l" defTabSz="1036337" rtl="0" eaLnBrk="1" latinLnBrk="0" hangingPunct="1">
                <a:spcBef>
                  <a:spcPts val="0"/>
                </a:spcBef>
                <a:spcAft>
                  <a:spcPts val="1134"/>
                </a:spcAft>
                <a:buClrTx/>
                <a:buSzPct val="100000"/>
                <a:buFont typeface="Arial"/>
                <a:buNone/>
                <a:defRPr lang="en-US" sz="1028" b="1" kern="1200" dirty="0" smtClean="0">
                  <a:solidFill>
                    <a:schemeClr val="tx1"/>
                  </a:solidFill>
                  <a:latin typeface="+mn-lt"/>
                  <a:ea typeface="+mn-ea"/>
                  <a:cs typeface="+mn-cs"/>
                </a:defRPr>
              </a:lvl2pPr>
              <a:lvl3pPr marL="199924" indent="-199924" algn="l" defTabSz="1036337" rtl="0" eaLnBrk="1" latinLnBrk="0" hangingPunct="1">
                <a:spcBef>
                  <a:spcPts val="0"/>
                </a:spcBef>
                <a:spcAft>
                  <a:spcPts val="1134"/>
                </a:spcAft>
                <a:buClrTx/>
                <a:buSzPct val="100000"/>
                <a:buFont typeface="Arial" panose="020B0604020202020204" pitchFamily="34" charset="0"/>
                <a:buChar char="•"/>
                <a:defRPr lang="en-US" sz="1028" kern="1200" dirty="0" smtClean="0">
                  <a:solidFill>
                    <a:schemeClr val="tx1"/>
                  </a:solidFill>
                  <a:latin typeface="+mn-lt"/>
                  <a:ea typeface="+mn-ea"/>
                  <a:cs typeface="+mn-cs"/>
                </a:defRPr>
              </a:lvl3pPr>
              <a:lvl4pPr marL="403927" indent="-199924" algn="l" defTabSz="1036337" rtl="0" eaLnBrk="1" latinLnBrk="0" hangingPunct="1">
                <a:spcBef>
                  <a:spcPts val="0"/>
                </a:spcBef>
                <a:spcAft>
                  <a:spcPts val="1134"/>
                </a:spcAft>
                <a:buClrTx/>
                <a:buSzPct val="100000"/>
                <a:buFont typeface="Verdana" panose="020B0604030504040204" pitchFamily="34" charset="0"/>
                <a:buChar char="−"/>
                <a:defRPr lang="en-US" sz="1028" kern="1200" baseline="0" dirty="0" smtClean="0">
                  <a:solidFill>
                    <a:schemeClr val="tx1"/>
                  </a:solidFill>
                  <a:latin typeface="+mn-lt"/>
                  <a:ea typeface="+mn-ea"/>
                  <a:cs typeface="+mn-cs"/>
                </a:defRPr>
              </a:lvl4pPr>
              <a:lvl5pPr marL="603851" indent="-199924" algn="l" defTabSz="904996" rtl="0" eaLnBrk="1" latinLnBrk="0" hangingPunct="1">
                <a:spcBef>
                  <a:spcPts val="0"/>
                </a:spcBef>
                <a:spcAft>
                  <a:spcPts val="1134"/>
                </a:spcAft>
                <a:buClrTx/>
                <a:buSzPct val="100000"/>
                <a:buFont typeface="Verdana" panose="020B0604030504040204" pitchFamily="34" charset="0"/>
                <a:buChar char="−"/>
                <a:tabLst/>
                <a:defRPr lang="en-US" sz="1028" kern="1200" baseline="0" dirty="0" smtClean="0">
                  <a:solidFill>
                    <a:schemeClr val="tx1"/>
                  </a:solidFill>
                  <a:latin typeface="+mn-lt"/>
                  <a:ea typeface="+mn-ea"/>
                  <a:cs typeface="+mn-cs"/>
                </a:defRPr>
              </a:lvl5pPr>
              <a:lvl6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6pPr>
              <a:lvl7pPr marL="603851" indent="-199924" algn="l" defTabSz="1036337" rtl="0" eaLnBrk="1" latinLnBrk="0" hangingPunct="1">
                <a:spcBef>
                  <a:spcPts val="0"/>
                </a:spcBef>
                <a:spcAft>
                  <a:spcPts val="1134"/>
                </a:spcAft>
                <a:buFont typeface="Verdana" panose="020B0604030504040204" pitchFamily="34" charset="0"/>
                <a:buChar char="−"/>
                <a:defRPr sz="1360" kern="1200">
                  <a:solidFill>
                    <a:schemeClr val="tx1"/>
                  </a:solidFill>
                  <a:latin typeface="+mn-lt"/>
                  <a:ea typeface="+mn-ea"/>
                  <a:cs typeface="+mn-cs"/>
                </a:defRPr>
              </a:lvl7pPr>
              <a:lvl8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8pPr>
              <a:lvl9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Pct val="100000"/>
                <a:buFont typeface="Arial" panose="020B0604020202020204" pitchFamily="34" charset="0"/>
                <a:buNone/>
                <a:tabLst/>
                <a:defRPr/>
              </a:pPr>
              <a:r>
                <a:rPr kumimoji="0" lang="en-US" sz="1600" b="0" i="0" u="none" strike="noStrike" kern="1200" cap="none" spc="0" normalizeH="0" baseline="0" noProof="0" dirty="0" err="1">
                  <a:ln>
                    <a:noFill/>
                  </a:ln>
                  <a:solidFill>
                    <a:srgbClr val="0097A9"/>
                  </a:solidFill>
                  <a:effectLst/>
                  <a:uLnTx/>
                  <a:uFillTx/>
                  <a:latin typeface="Verdana"/>
                  <a:ea typeface="+mn-ea"/>
                  <a:cs typeface="+mn-cs"/>
                </a:rPr>
                <a:t>Customised</a:t>
              </a:r>
              <a:r>
                <a:rPr kumimoji="0" lang="en-US" sz="1600" b="0" i="0" u="none" strike="noStrike" kern="1200" cap="none" spc="0" normalizeH="0" baseline="0" noProof="0" dirty="0">
                  <a:ln>
                    <a:noFill/>
                  </a:ln>
                  <a:solidFill>
                    <a:srgbClr val="0097A9"/>
                  </a:solidFill>
                  <a:effectLst/>
                  <a:uLnTx/>
                  <a:uFillTx/>
                  <a:latin typeface="Verdana"/>
                  <a:ea typeface="+mn-ea"/>
                  <a:cs typeface="+mn-cs"/>
                </a:rPr>
                <a:t> Tool for Mining Projects</a:t>
              </a:r>
            </a:p>
          </p:txBody>
        </p:sp>
        <p:sp>
          <p:nvSpPr>
            <p:cNvPr id="8" name="Title 2">
              <a:extLst>
                <a:ext uri="{FF2B5EF4-FFF2-40B4-BE49-F238E27FC236}">
                  <a16:creationId xmlns:a16="http://schemas.microsoft.com/office/drawing/2014/main" id="{C9F3FE1B-6A8A-4453-8150-E16E03E9FD0B}"/>
                </a:ext>
              </a:extLst>
            </p:cNvPr>
            <p:cNvSpPr txBox="1">
              <a:spLocks/>
            </p:cNvSpPr>
            <p:nvPr/>
          </p:nvSpPr>
          <p:spPr>
            <a:xfrm>
              <a:off x="458198" y="249857"/>
              <a:ext cx="11764624" cy="395858"/>
            </a:xfrm>
            <a:prstGeom prst="rect">
              <a:avLst/>
            </a:prstGeom>
          </p:spPr>
          <p:txBody>
            <a:bodyPr/>
            <a:lstStyle>
              <a:lvl1pPr algn="l" defTabSz="1219170" rtl="0" eaLnBrk="1" latinLnBrk="0" hangingPunct="1">
                <a:spcBef>
                  <a:spcPct val="0"/>
                </a:spcBef>
                <a:buNone/>
                <a:defRPr sz="2600" kern="1200">
                  <a:solidFill>
                    <a:schemeClr val="tx1"/>
                  </a:solidFill>
                  <a:latin typeface="+mj-lt"/>
                  <a:ea typeface="+mj-ea"/>
                  <a:cs typeface="+mj-cs"/>
                </a:defRPr>
              </a:lvl1pPr>
            </a:lstStyle>
            <a:p>
              <a:pPr marR="0" lvl="0" indent="0" defTabSz="914400" fontAlgn="auto">
                <a:lnSpc>
                  <a:spcPct val="100000"/>
                </a:lnSpc>
                <a:spcAft>
                  <a:spcPts val="0"/>
                </a:spcAft>
                <a:buClrTx/>
                <a:buSzTx/>
                <a:tabLst/>
                <a:defRPr/>
              </a:pPr>
              <a:r>
                <a:rPr lang="en-US" sz="2000" b="1" dirty="0"/>
                <a:t>Development &amp; Implementation of </a:t>
              </a:r>
              <a:r>
                <a:rPr lang="en-US" sz="2000" b="1" dirty="0" err="1"/>
                <a:t>Customised</a:t>
              </a:r>
              <a:r>
                <a:rPr lang="en-US" sz="2000" b="1" dirty="0"/>
                <a:t> Project Management Tools (2/3)  </a:t>
              </a:r>
            </a:p>
          </p:txBody>
        </p:sp>
      </p:grpSp>
      <p:sp>
        <p:nvSpPr>
          <p:cNvPr id="3" name="Rectangle 2">
            <a:extLst>
              <a:ext uri="{FF2B5EF4-FFF2-40B4-BE49-F238E27FC236}">
                <a16:creationId xmlns:a16="http://schemas.microsoft.com/office/drawing/2014/main" id="{B8049EC9-B06E-4DF0-A327-5C7CFCE6F468}"/>
              </a:ext>
            </a:extLst>
          </p:cNvPr>
          <p:cNvSpPr/>
          <p:nvPr/>
        </p:nvSpPr>
        <p:spPr bwMode="gray">
          <a:xfrm>
            <a:off x="3243943" y="1329405"/>
            <a:ext cx="903514" cy="564709"/>
          </a:xfrm>
          <a:prstGeom prst="rect">
            <a:avLst/>
          </a:prstGeom>
          <a:solidFill>
            <a:srgbClr val="473E2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 name="Rectangle 3">
            <a:extLst>
              <a:ext uri="{FF2B5EF4-FFF2-40B4-BE49-F238E27FC236}">
                <a16:creationId xmlns:a16="http://schemas.microsoft.com/office/drawing/2014/main" id="{A1747DB1-951F-4447-8AF1-8FF2F2275E54}"/>
              </a:ext>
            </a:extLst>
          </p:cNvPr>
          <p:cNvSpPr/>
          <p:nvPr/>
        </p:nvSpPr>
        <p:spPr bwMode="gray">
          <a:xfrm>
            <a:off x="10232571" y="1329405"/>
            <a:ext cx="758707" cy="662681"/>
          </a:xfrm>
          <a:prstGeom prst="rect">
            <a:avLst/>
          </a:prstGeom>
          <a:solidFill>
            <a:srgbClr val="4B3D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791165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35C4B1DA-3B42-4F70-9DFF-971292ADAD87}"/>
              </a:ext>
            </a:extLst>
          </p:cNvPr>
          <p:cNvGrpSpPr/>
          <p:nvPr/>
        </p:nvGrpSpPr>
        <p:grpSpPr>
          <a:xfrm>
            <a:off x="427376" y="263736"/>
            <a:ext cx="11764624" cy="874921"/>
            <a:chOff x="458198" y="249857"/>
            <a:chExt cx="11764624" cy="874921"/>
          </a:xfrm>
        </p:grpSpPr>
        <p:sp>
          <p:nvSpPr>
            <p:cNvPr id="7" name="Text Placeholder 3">
              <a:extLst>
                <a:ext uri="{FF2B5EF4-FFF2-40B4-BE49-F238E27FC236}">
                  <a16:creationId xmlns:a16="http://schemas.microsoft.com/office/drawing/2014/main" id="{C5FC92DE-1EF5-4C86-BD05-69562A154BE1}"/>
                </a:ext>
              </a:extLst>
            </p:cNvPr>
            <p:cNvSpPr txBox="1">
              <a:spLocks/>
            </p:cNvSpPr>
            <p:nvPr/>
          </p:nvSpPr>
          <p:spPr>
            <a:xfrm>
              <a:off x="564386" y="703328"/>
              <a:ext cx="11193476" cy="421450"/>
            </a:xfrm>
            <a:prstGeom prst="rect">
              <a:avLst/>
            </a:prstGeom>
          </p:spPr>
          <p:txBody>
            <a:bodyPr vert="horz" lIns="0" tIns="0" rIns="0" bIns="0" rtlCol="0">
              <a:noAutofit/>
            </a:bodyPr>
            <a:lstStyle>
              <a:lvl1pPr marL="0" indent="0" algn="l" defTabSz="1036337" rtl="0" eaLnBrk="1" latinLnBrk="0" hangingPunct="1">
                <a:spcBef>
                  <a:spcPts val="0"/>
                </a:spcBef>
                <a:spcAft>
                  <a:spcPts val="1134"/>
                </a:spcAft>
                <a:buSzPct val="100000"/>
                <a:buFont typeface="Arial" panose="020B0604020202020204" pitchFamily="34" charset="0"/>
                <a:buNone/>
                <a:defRPr sz="1028" b="0" kern="1200">
                  <a:solidFill>
                    <a:schemeClr val="tx1"/>
                  </a:solidFill>
                  <a:latin typeface="+mn-lt"/>
                  <a:ea typeface="+mn-ea"/>
                  <a:cs typeface="+mn-cs"/>
                </a:defRPr>
              </a:lvl1pPr>
              <a:lvl2pPr marL="0" indent="0" algn="l" defTabSz="1036337" rtl="0" eaLnBrk="1" latinLnBrk="0" hangingPunct="1">
                <a:spcBef>
                  <a:spcPts val="0"/>
                </a:spcBef>
                <a:spcAft>
                  <a:spcPts val="1134"/>
                </a:spcAft>
                <a:buClrTx/>
                <a:buSzPct val="100000"/>
                <a:buFont typeface="Arial"/>
                <a:buNone/>
                <a:defRPr lang="en-US" sz="1028" b="1" kern="1200" dirty="0" smtClean="0">
                  <a:solidFill>
                    <a:schemeClr val="tx1"/>
                  </a:solidFill>
                  <a:latin typeface="+mn-lt"/>
                  <a:ea typeface="+mn-ea"/>
                  <a:cs typeface="+mn-cs"/>
                </a:defRPr>
              </a:lvl2pPr>
              <a:lvl3pPr marL="199924" indent="-199924" algn="l" defTabSz="1036337" rtl="0" eaLnBrk="1" latinLnBrk="0" hangingPunct="1">
                <a:spcBef>
                  <a:spcPts val="0"/>
                </a:spcBef>
                <a:spcAft>
                  <a:spcPts val="1134"/>
                </a:spcAft>
                <a:buClrTx/>
                <a:buSzPct val="100000"/>
                <a:buFont typeface="Arial" panose="020B0604020202020204" pitchFamily="34" charset="0"/>
                <a:buChar char="•"/>
                <a:defRPr lang="en-US" sz="1028" kern="1200" dirty="0" smtClean="0">
                  <a:solidFill>
                    <a:schemeClr val="tx1"/>
                  </a:solidFill>
                  <a:latin typeface="+mn-lt"/>
                  <a:ea typeface="+mn-ea"/>
                  <a:cs typeface="+mn-cs"/>
                </a:defRPr>
              </a:lvl3pPr>
              <a:lvl4pPr marL="403927" indent="-199924" algn="l" defTabSz="1036337" rtl="0" eaLnBrk="1" latinLnBrk="0" hangingPunct="1">
                <a:spcBef>
                  <a:spcPts val="0"/>
                </a:spcBef>
                <a:spcAft>
                  <a:spcPts val="1134"/>
                </a:spcAft>
                <a:buClrTx/>
                <a:buSzPct val="100000"/>
                <a:buFont typeface="Verdana" panose="020B0604030504040204" pitchFamily="34" charset="0"/>
                <a:buChar char="−"/>
                <a:defRPr lang="en-US" sz="1028" kern="1200" baseline="0" dirty="0" smtClean="0">
                  <a:solidFill>
                    <a:schemeClr val="tx1"/>
                  </a:solidFill>
                  <a:latin typeface="+mn-lt"/>
                  <a:ea typeface="+mn-ea"/>
                  <a:cs typeface="+mn-cs"/>
                </a:defRPr>
              </a:lvl4pPr>
              <a:lvl5pPr marL="603851" indent="-199924" algn="l" defTabSz="904996" rtl="0" eaLnBrk="1" latinLnBrk="0" hangingPunct="1">
                <a:spcBef>
                  <a:spcPts val="0"/>
                </a:spcBef>
                <a:spcAft>
                  <a:spcPts val="1134"/>
                </a:spcAft>
                <a:buClrTx/>
                <a:buSzPct val="100000"/>
                <a:buFont typeface="Verdana" panose="020B0604030504040204" pitchFamily="34" charset="0"/>
                <a:buChar char="−"/>
                <a:tabLst/>
                <a:defRPr lang="en-US" sz="1028" kern="1200" baseline="0" dirty="0" smtClean="0">
                  <a:solidFill>
                    <a:schemeClr val="tx1"/>
                  </a:solidFill>
                  <a:latin typeface="+mn-lt"/>
                  <a:ea typeface="+mn-ea"/>
                  <a:cs typeface="+mn-cs"/>
                </a:defRPr>
              </a:lvl5pPr>
              <a:lvl6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6pPr>
              <a:lvl7pPr marL="603851" indent="-199924" algn="l" defTabSz="1036337" rtl="0" eaLnBrk="1" latinLnBrk="0" hangingPunct="1">
                <a:spcBef>
                  <a:spcPts val="0"/>
                </a:spcBef>
                <a:spcAft>
                  <a:spcPts val="1134"/>
                </a:spcAft>
                <a:buFont typeface="Verdana" panose="020B0604030504040204" pitchFamily="34" charset="0"/>
                <a:buChar char="−"/>
                <a:defRPr sz="1360" kern="1200">
                  <a:solidFill>
                    <a:schemeClr val="tx1"/>
                  </a:solidFill>
                  <a:latin typeface="+mn-lt"/>
                  <a:ea typeface="+mn-ea"/>
                  <a:cs typeface="+mn-cs"/>
                </a:defRPr>
              </a:lvl7pPr>
              <a:lvl8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8pPr>
              <a:lvl9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Pct val="100000"/>
                <a:buFont typeface="Arial" panose="020B0604020202020204" pitchFamily="34" charset="0"/>
                <a:buNone/>
                <a:tabLst/>
                <a:defRPr/>
              </a:pPr>
              <a:r>
                <a:rPr kumimoji="0" lang="en-US" sz="1600" b="0" i="0" u="none" strike="noStrike" kern="1200" cap="none" spc="0" normalizeH="0" baseline="0" noProof="0" dirty="0">
                  <a:ln>
                    <a:noFill/>
                  </a:ln>
                  <a:solidFill>
                    <a:srgbClr val="0097A9"/>
                  </a:solidFill>
                  <a:effectLst/>
                  <a:uLnTx/>
                  <a:uFillTx/>
                  <a:latin typeface="Verdana"/>
                  <a:ea typeface="+mn-ea"/>
                  <a:cs typeface="+mn-cs"/>
                </a:rPr>
                <a:t>Digital Project Analytics Platform for City Gas Distribution Projects </a:t>
              </a:r>
            </a:p>
          </p:txBody>
        </p:sp>
        <p:sp>
          <p:nvSpPr>
            <p:cNvPr id="8" name="Title 2">
              <a:extLst>
                <a:ext uri="{FF2B5EF4-FFF2-40B4-BE49-F238E27FC236}">
                  <a16:creationId xmlns:a16="http://schemas.microsoft.com/office/drawing/2014/main" id="{C9F3FE1B-6A8A-4453-8150-E16E03E9FD0B}"/>
                </a:ext>
              </a:extLst>
            </p:cNvPr>
            <p:cNvSpPr txBox="1">
              <a:spLocks/>
            </p:cNvSpPr>
            <p:nvPr/>
          </p:nvSpPr>
          <p:spPr>
            <a:xfrm>
              <a:off x="458198" y="249857"/>
              <a:ext cx="11764624" cy="395858"/>
            </a:xfrm>
            <a:prstGeom prst="rect">
              <a:avLst/>
            </a:prstGeom>
          </p:spPr>
          <p:txBody>
            <a:bodyPr/>
            <a:lstStyle>
              <a:lvl1pPr algn="l" defTabSz="1219170" rtl="0" eaLnBrk="1" latinLnBrk="0" hangingPunct="1">
                <a:spcBef>
                  <a:spcPct val="0"/>
                </a:spcBef>
                <a:buNone/>
                <a:defRPr sz="2600" kern="1200">
                  <a:solidFill>
                    <a:schemeClr val="tx1"/>
                  </a:solidFill>
                  <a:latin typeface="+mj-lt"/>
                  <a:ea typeface="+mj-ea"/>
                  <a:cs typeface="+mj-cs"/>
                </a:defRPr>
              </a:lvl1pPr>
            </a:lstStyle>
            <a:p>
              <a:pPr marR="0" lvl="0" indent="0" defTabSz="914400" fontAlgn="auto">
                <a:lnSpc>
                  <a:spcPct val="100000"/>
                </a:lnSpc>
                <a:spcAft>
                  <a:spcPts val="0"/>
                </a:spcAft>
                <a:buClrTx/>
                <a:buSzTx/>
                <a:tabLst/>
                <a:defRPr/>
              </a:pPr>
              <a:r>
                <a:rPr lang="en-US" sz="2000" b="1" dirty="0"/>
                <a:t>Development &amp; Implementation of </a:t>
              </a:r>
              <a:r>
                <a:rPr lang="en-US" sz="2000" b="1" dirty="0" err="1"/>
                <a:t>Customised</a:t>
              </a:r>
              <a:r>
                <a:rPr lang="en-US" sz="2000" b="1" dirty="0"/>
                <a:t> Project Management Tools (3/3)  </a:t>
              </a:r>
            </a:p>
          </p:txBody>
        </p:sp>
      </p:grpSp>
      <p:pic>
        <p:nvPicPr>
          <p:cNvPr id="5" name="Picture 4">
            <a:extLst>
              <a:ext uri="{FF2B5EF4-FFF2-40B4-BE49-F238E27FC236}">
                <a16:creationId xmlns:a16="http://schemas.microsoft.com/office/drawing/2014/main" id="{FB9A1B15-323C-4E27-AEC9-A3FFCB943B23}"/>
              </a:ext>
            </a:extLst>
          </p:cNvPr>
          <p:cNvPicPr>
            <a:picLocks noChangeAspect="1"/>
          </p:cNvPicPr>
          <p:nvPr/>
        </p:nvPicPr>
        <p:blipFill>
          <a:blip r:embed="rId2"/>
          <a:stretch>
            <a:fillRect/>
          </a:stretch>
        </p:blipFill>
        <p:spPr>
          <a:xfrm>
            <a:off x="464960" y="1028229"/>
            <a:ext cx="10507840" cy="5482080"/>
          </a:xfrm>
          <a:prstGeom prst="rect">
            <a:avLst/>
          </a:prstGeom>
        </p:spPr>
      </p:pic>
    </p:spTree>
    <p:extLst>
      <p:ext uri="{BB962C8B-B14F-4D97-AF65-F5344CB8AC3E}">
        <p14:creationId xmlns:p14="http://schemas.microsoft.com/office/powerpoint/2010/main" val="3122577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chemeClr val="tx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Verdana"/>
              <a:ea typeface="+mn-ea"/>
              <a:cs typeface="+mn-cs"/>
            </a:endParaRPr>
          </a:p>
        </p:txBody>
      </p:sp>
      <p:sp>
        <p:nvSpPr>
          <p:cNvPr id="4" name="Rectangle 3"/>
          <p:cNvSpPr/>
          <p:nvPr/>
        </p:nvSpPr>
        <p:spPr>
          <a:xfrm>
            <a:off x="486663" y="4991843"/>
            <a:ext cx="9096921" cy="1600438"/>
          </a:xfrm>
          <a:prstGeom prst="rect">
            <a:avLst/>
          </a:prstGeom>
        </p:spPr>
        <p:txBody>
          <a:bodyPr wrap="square">
            <a:spAutoFit/>
          </a:bodyPr>
          <a:lstStyle/>
          <a:p>
            <a:pPr marL="0" marR="0" lvl="0" indent="0" algn="just" defTabSz="914400" rtl="0" eaLnBrk="1" fontAlgn="auto" latinLnBrk="0" hangingPunct="1">
              <a:lnSpc>
                <a:spcPct val="100000"/>
              </a:lnSpc>
              <a:spcBef>
                <a:spcPct val="75000"/>
              </a:spcBef>
              <a:spcAft>
                <a:spcPts val="0"/>
              </a:spcAft>
              <a:buClr>
                <a:srgbClr val="000104"/>
              </a:buClr>
              <a:buSzTx/>
              <a:buFontTx/>
              <a:buNone/>
              <a:tabLst>
                <a:tab pos="5712918" algn="l"/>
              </a:tabLst>
              <a:defRPr/>
            </a:pPr>
            <a:r>
              <a:rPr kumimoji="0" lang="en-US" altLang="en-GB" sz="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marL="0" marR="0" lvl="0" indent="0" algn="just" defTabSz="914400" rtl="0" eaLnBrk="1" fontAlgn="auto" latinLnBrk="0" hangingPunct="1">
              <a:lnSpc>
                <a:spcPct val="100000"/>
              </a:lnSpc>
              <a:spcBef>
                <a:spcPct val="75000"/>
              </a:spcBef>
              <a:spcAft>
                <a:spcPts val="0"/>
              </a:spcAft>
              <a:buClr>
                <a:srgbClr val="000104"/>
              </a:buClr>
              <a:buSzTx/>
              <a:buFontTx/>
              <a:buNone/>
              <a:tabLst>
                <a:tab pos="5712918" algn="l"/>
              </a:tabLst>
              <a:defRPr/>
            </a:pPr>
            <a:r>
              <a:rPr kumimoji="0" lang="en-US" altLang="en-GB" sz="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marL="0" marR="0" lvl="0" indent="0" algn="just" defTabSz="914400" rtl="0" eaLnBrk="1" fontAlgn="auto" latinLnBrk="0" hangingPunct="1">
              <a:lnSpc>
                <a:spcPct val="100000"/>
              </a:lnSpc>
              <a:spcBef>
                <a:spcPct val="75000"/>
              </a:spcBef>
              <a:spcAft>
                <a:spcPts val="0"/>
              </a:spcAft>
              <a:buClr>
                <a:srgbClr val="000104"/>
              </a:buClr>
              <a:buSzTx/>
              <a:buFontTx/>
              <a:buNone/>
              <a:tabLst>
                <a:tab pos="5712918" algn="l"/>
              </a:tabLst>
              <a:defRPr/>
            </a:pPr>
            <a:r>
              <a:rPr kumimoji="0" lang="en-US" altLang="en-GB" sz="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marL="0" marR="0" lvl="0" indent="0" algn="just" defTabSz="914400" rtl="0" eaLnBrk="1" fontAlgn="auto" latinLnBrk="0" hangingPunct="1">
              <a:lnSpc>
                <a:spcPct val="100000"/>
              </a:lnSpc>
              <a:spcBef>
                <a:spcPct val="75000"/>
              </a:spcBef>
              <a:spcAft>
                <a:spcPts val="0"/>
              </a:spcAft>
              <a:buClr>
                <a:srgbClr val="000104"/>
              </a:buClr>
              <a:buSzTx/>
              <a:buFontTx/>
              <a:buNone/>
              <a:tabLst>
                <a:tab pos="5712918" algn="l"/>
              </a:tabLst>
              <a:defRPr/>
            </a:pPr>
            <a:r>
              <a:rPr kumimoji="0" lang="en-US" altLang="en-GB" sz="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©2021 Deloitte Touche Tohmatsu India LLP. Member of Deloitte Touche Tohmatsu Limited</a:t>
            </a:r>
          </a:p>
        </p:txBody>
      </p:sp>
      <p:pic>
        <p:nvPicPr>
          <p:cNvPr id="10" name="Picture 9" descr="C:\Users\avirdi\Pictures\Deloitte White_Low Res.jpg"/>
          <p:cNvPicPr/>
          <p:nvPr/>
        </p:nvPicPr>
        <p:blipFill rotWithShape="1">
          <a:blip r:embed="rId2" cstate="print">
            <a:extLst>
              <a:ext uri="{28A0092B-C50C-407E-A947-70E740481C1C}">
                <a14:useLocalDpi xmlns:a14="http://schemas.microsoft.com/office/drawing/2010/main" val="0"/>
              </a:ext>
            </a:extLst>
          </a:blip>
          <a:srcRect l="9247" t="22738" r="9844" b="20417"/>
          <a:stretch/>
        </p:blipFill>
        <p:spPr bwMode="auto">
          <a:xfrm>
            <a:off x="459769" y="4220878"/>
            <a:ext cx="2667001" cy="762000"/>
          </a:xfrm>
          <a:prstGeom prst="rect">
            <a:avLst/>
          </a:prstGeom>
          <a:noFill/>
          <a:ln>
            <a:noFill/>
          </a:ln>
        </p:spPr>
      </p:pic>
      <p:grpSp>
        <p:nvGrpSpPr>
          <p:cNvPr id="24" name="Group 23"/>
          <p:cNvGrpSpPr/>
          <p:nvPr/>
        </p:nvGrpSpPr>
        <p:grpSpPr>
          <a:xfrm>
            <a:off x="4184292" y="990601"/>
            <a:ext cx="3666737" cy="3533959"/>
            <a:chOff x="3649224" y="1133235"/>
            <a:chExt cx="4888983" cy="4711945"/>
          </a:xfrm>
        </p:grpSpPr>
        <p:pic>
          <p:nvPicPr>
            <p:cNvPr id="25" name="Picture 2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649224" y="1133235"/>
              <a:ext cx="4888983" cy="4711945"/>
            </a:xfrm>
            <a:prstGeom prst="rect">
              <a:avLst/>
            </a:prstGeom>
          </p:spPr>
        </p:pic>
        <p:sp>
          <p:nvSpPr>
            <p:cNvPr id="26" name="Oval 25"/>
            <p:cNvSpPr/>
            <p:nvPr/>
          </p:nvSpPr>
          <p:spPr bwMode="gray">
            <a:xfrm>
              <a:off x="4783667" y="2065796"/>
              <a:ext cx="2734734" cy="2684004"/>
            </a:xfrm>
            <a:prstGeom prst="ellipse">
              <a:avLst/>
            </a:prstGeom>
            <a:solidFill>
              <a:sysClr val="windowText" lastClr="000000"/>
            </a:solidFill>
            <a:ln w="19050" algn="ctr">
              <a:noFill/>
              <a:miter lim="800000"/>
              <a:headEnd/>
              <a:tailEnd/>
            </a:ln>
          </p:spPr>
          <p:txBody>
            <a:bodyPr wrap="square" lIns="66675" tIns="66675" rIns="66675" bIns="66675"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endParaRPr kumimoji="0" lang="en-US" sz="1200" b="1" i="0" u="none" strike="noStrike" kern="0" cap="none" spc="0" normalizeH="0" baseline="0" noProof="0" dirty="0">
                <a:ln>
                  <a:noFill/>
                </a:ln>
                <a:solidFill>
                  <a:prstClr val="white"/>
                </a:solidFill>
                <a:effectLst/>
                <a:uLnTx/>
                <a:uFillTx/>
                <a:latin typeface="Verdana"/>
                <a:ea typeface="+mn-ea"/>
                <a:cs typeface="+mn-cs"/>
              </a:endParaRPr>
            </a:p>
          </p:txBody>
        </p:sp>
      </p:grpSp>
      <p:grpSp>
        <p:nvGrpSpPr>
          <p:cNvPr id="27" name="Group 526"/>
          <p:cNvGrpSpPr>
            <a:grpSpLocks noChangeAspect="1"/>
          </p:cNvGrpSpPr>
          <p:nvPr/>
        </p:nvGrpSpPr>
        <p:grpSpPr bwMode="auto">
          <a:xfrm>
            <a:off x="5287348" y="1923246"/>
            <a:ext cx="1540252" cy="1540252"/>
            <a:chOff x="3464" y="1974"/>
            <a:chExt cx="340" cy="340"/>
          </a:xfrm>
          <a:solidFill>
            <a:srgbClr val="86BC25"/>
          </a:solidFill>
        </p:grpSpPr>
        <p:sp>
          <p:nvSpPr>
            <p:cNvPr id="28" name="Freeform 527"/>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black"/>
                </a:solidFill>
                <a:effectLst/>
                <a:uLnTx/>
                <a:uFillTx/>
                <a:latin typeface="Verdana"/>
                <a:ea typeface="+mn-ea"/>
                <a:cs typeface="+mn-cs"/>
              </a:endParaRPr>
            </a:p>
          </p:txBody>
        </p:sp>
        <p:sp>
          <p:nvSpPr>
            <p:cNvPr id="29" name="Freeform 528"/>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black"/>
                </a:solidFill>
                <a:effectLst/>
                <a:uLnTx/>
                <a:uFillTx/>
                <a:latin typeface="Verdana"/>
                <a:ea typeface="+mn-ea"/>
                <a:cs typeface="+mn-cs"/>
              </a:endParaRPr>
            </a:p>
          </p:txBody>
        </p:sp>
      </p:grpSp>
      <p:sp>
        <p:nvSpPr>
          <p:cNvPr id="2" name="TextBox 1">
            <a:extLst>
              <a:ext uri="{FF2B5EF4-FFF2-40B4-BE49-F238E27FC236}">
                <a16:creationId xmlns:a16="http://schemas.microsoft.com/office/drawing/2014/main" id="{089EDB56-1185-4EEC-BD18-5094A6A4DEAB}"/>
              </a:ext>
            </a:extLst>
          </p:cNvPr>
          <p:cNvSpPr txBox="1"/>
          <p:nvPr/>
        </p:nvSpPr>
        <p:spPr>
          <a:xfrm>
            <a:off x="599036" y="711995"/>
            <a:ext cx="4436088" cy="276999"/>
          </a:xfrm>
          <a:prstGeom prst="rect">
            <a:avLst/>
          </a:prstGeom>
          <a:noFill/>
        </p:spPr>
        <p:txBody>
          <a:bodyPr wrap="square" lIns="0" tIns="0" rIns="0" bIns="0" rtlCol="0">
            <a:spAutoFit/>
          </a:bodyPr>
          <a:lstStyle/>
          <a:p>
            <a:pPr>
              <a:spcBef>
                <a:spcPts val="600"/>
              </a:spcBef>
              <a:buSzPct val="100000"/>
            </a:pPr>
            <a:r>
              <a:rPr lang="en-US" b="1" dirty="0">
                <a:solidFill>
                  <a:schemeClr val="bg1"/>
                </a:solidFill>
              </a:rPr>
              <a:t>END OF PRESENTATION</a:t>
            </a:r>
          </a:p>
        </p:txBody>
      </p:sp>
    </p:spTree>
    <p:extLst>
      <p:ext uri="{BB962C8B-B14F-4D97-AF65-F5344CB8AC3E}">
        <p14:creationId xmlns:p14="http://schemas.microsoft.com/office/powerpoint/2010/main" val="251120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5lsM0isgVHEJUhpDs_QwEg"/>
</p:tagLst>
</file>

<file path=ppt/theme/theme1.xml><?xml version="1.0" encoding="utf-8"?>
<a:theme xmlns:a="http://schemas.openxmlformats.org/drawingml/2006/main" name="Deloitte">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id="{AD73F59D-3AA8-42FE-9123-B7BE008E1053}" vid="{445282D4-0FE9-464A-BA48-2917679919FB}"/>
    </a:ext>
  </a:extLst>
</a:theme>
</file>

<file path=ppt/theme/theme2.xml><?xml version="1.0" encoding="utf-8"?>
<a:theme xmlns:a="http://schemas.openxmlformats.org/drawingml/2006/main" name="2_Deloitte">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id="{AD73F59D-3AA8-42FE-9123-B7BE008E1053}" vid="{445282D4-0FE9-464A-BA48-2917679919F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94872F7-A412-49CC-8AB2-1B68AAFC77E6}">
  <ds:schemaRefs>
    <ds:schemaRef ds:uri="http://schemas.microsoft.com/office/infopath/2007/PartnerControls"/>
    <ds:schemaRef ds:uri="http://purl.org/dc/elements/1.1/"/>
    <ds:schemaRef ds:uri="http://purl.org/dc/terms/"/>
    <ds:schemaRef ds:uri="http://schemas.microsoft.com/office/2006/documentManagement/types"/>
    <ds:schemaRef ds:uri="http://schemas.microsoft.com/office/2006/metadata/properties"/>
    <ds:schemaRef ds:uri="http://purl.org/dc/dcmitype/"/>
    <ds:schemaRef ds:uri="http://www.w3.org/XML/1998/namespace"/>
    <ds:schemaRef ds:uri="http://schemas.openxmlformats.org/package/2006/metadata/core-properties"/>
    <ds:schemaRef ds:uri="56e355e2-a369-4830-a51e-04ce08b6bb22"/>
  </ds:schemaRefs>
</ds:datastoreItem>
</file>

<file path=customXml/itemProps2.xml><?xml version="1.0" encoding="utf-8"?>
<ds:datastoreItem xmlns:ds="http://schemas.openxmlformats.org/officeDocument/2006/customXml" ds:itemID="{7868518B-DD4E-4A47-B866-1DF37990F929}"/>
</file>

<file path=customXml/itemProps3.xml><?xml version="1.0" encoding="utf-8"?>
<ds:datastoreItem xmlns:ds="http://schemas.openxmlformats.org/officeDocument/2006/customXml" ds:itemID="{D3F3CFED-6144-4694-87D0-EE02A0A59B1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25492</TotalTime>
  <Words>348</Words>
  <Application>Microsoft Office PowerPoint</Application>
  <PresentationFormat>Widescreen</PresentationFormat>
  <Paragraphs>19</Paragraphs>
  <Slides>5</Slides>
  <Notes>2</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5</vt:i4>
      </vt:variant>
    </vt:vector>
  </HeadingPairs>
  <TitlesOfParts>
    <vt:vector size="12" baseType="lpstr">
      <vt:lpstr>Arial</vt:lpstr>
      <vt:lpstr>Calibri</vt:lpstr>
      <vt:lpstr>Verdana</vt:lpstr>
      <vt:lpstr>Wingdings 2</vt:lpstr>
      <vt:lpstr>Deloitte</vt:lpstr>
      <vt:lpstr>2_Deloitte</vt:lpstr>
      <vt:lpstr>think-cell Slide</vt:lpstr>
      <vt:lpstr>PowerPoint Presentation</vt:lpstr>
      <vt:lpstr>PowerPoint Presentation</vt:lpstr>
      <vt:lpstr>PowerPoint Presentation</vt:lpstr>
      <vt:lpstr>PowerPoint Presentation</vt:lpstr>
      <vt:lpstr>PowerPoint Presentation</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Dam, Shikhar</dc:creator>
  <cp:lastModifiedBy>Malhotra, Vaibhav</cp:lastModifiedBy>
  <cp:revision>425</cp:revision>
  <dcterms:created xsi:type="dcterms:W3CDTF">2019-10-14T09:20:00Z</dcterms:created>
  <dcterms:modified xsi:type="dcterms:W3CDTF">2023-07-01T05:55:16Z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MSIP_Label_ea60d57e-af5b-4752-ac57-3e4f28ca11dc_Enabled">
    <vt:lpwstr>true</vt:lpwstr>
  </property>
  <property fmtid="{D5CDD505-2E9C-101B-9397-08002B2CF9AE}" pid="4" name="MSIP_Label_ea60d57e-af5b-4752-ac57-3e4f28ca11dc_SetDate">
    <vt:lpwstr>2021-08-13T06:11:18Z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9abeb0d5-7b52-4c0f-8a8c-62a03f47e98f</vt:lpwstr>
  </property>
  <property fmtid="{D5CDD505-2E9C-101B-9397-08002B2CF9AE}" pid="9" name="MSIP_Label_ea60d57e-af5b-4752-ac57-3e4f28ca11dc_ContentBits">
    <vt:lpwstr>0</vt:lpwstr>
  </property>
</Properties>
</file>