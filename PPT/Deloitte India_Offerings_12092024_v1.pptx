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theme/theme4.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heme/theme5.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60" r:id="rId4"/>
    <p:sldMasterId id="2147483741" r:id="rId5"/>
    <p:sldMasterId id="2147483752" r:id="rId6"/>
    <p:sldMasterId id="2147483795" r:id="rId7"/>
  </p:sldMasterIdLst>
  <p:notesMasterIdLst>
    <p:notesMasterId r:id="rId30"/>
  </p:notesMasterIdLst>
  <p:sldIdLst>
    <p:sldId id="2146848049" r:id="rId8"/>
    <p:sldId id="2364" r:id="rId9"/>
    <p:sldId id="2146848050" r:id="rId10"/>
    <p:sldId id="2146848051" r:id="rId11"/>
    <p:sldId id="2146848077" r:id="rId12"/>
    <p:sldId id="2146848052" r:id="rId13"/>
    <p:sldId id="2146848075" r:id="rId14"/>
    <p:sldId id="2146848082" r:id="rId15"/>
    <p:sldId id="2146848081" r:id="rId16"/>
    <p:sldId id="2146848083" r:id="rId17"/>
    <p:sldId id="2146848078" r:id="rId18"/>
    <p:sldId id="2146848079" r:id="rId19"/>
    <p:sldId id="2146848080" r:id="rId20"/>
    <p:sldId id="2146848086" r:id="rId21"/>
    <p:sldId id="2146848090" r:id="rId22"/>
    <p:sldId id="2146848085" r:id="rId23"/>
    <p:sldId id="2146848089" r:id="rId24"/>
    <p:sldId id="2146848091" r:id="rId25"/>
    <p:sldId id="2146848084" r:id="rId26"/>
    <p:sldId id="2146848087" r:id="rId27"/>
    <p:sldId id="2146848088" r:id="rId28"/>
    <p:sldId id="343" r:id="rId29"/>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C3601A-6CE5-C476-D039-DD34EAAABEC5}" name="Dhawan, Shubham" initials="DS" userId="S::shudhawan@deloitte.com::e457b5f3-1f3d-4d58-917e-9019c3073c41" providerId="AD"/>
  <p188:author id="{4C3EF2B1-ACE0-95AC-DEE8-ECE019611B48}" name="Mani, Siddharth" initials="MS" userId="S::simani@DELOITTE.COM::ea703a10-db50-4df5-bf72-1a564ac3e5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awan, Shubham" initials="DS" lastIdx="1" clrIdx="0">
    <p:extLst>
      <p:ext uri="{19B8F6BF-5375-455C-9EA6-DF929625EA0E}">
        <p15:presenceInfo xmlns:p15="http://schemas.microsoft.com/office/powerpoint/2012/main" userId="S::shudhawan@deloitte.com::e457b5f3-1f3d-4d58-917e-9019c3073c41" providerId="AD"/>
      </p:ext>
    </p:extLst>
  </p:cmAuthor>
  <p:cmAuthor id="2" name="Patni, Surbhi" initials="PS" lastIdx="1" clrIdx="1">
    <p:extLst>
      <p:ext uri="{19B8F6BF-5375-455C-9EA6-DF929625EA0E}">
        <p15:presenceInfo xmlns:p15="http://schemas.microsoft.com/office/powerpoint/2012/main" userId="S::psurbhi@deloitte.com::cb96eac1-7878-4d9a-85d4-3637eba1fb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90D"/>
    <a:srgbClr val="00A3E0"/>
    <a:srgbClr val="046A38"/>
    <a:srgbClr val="0076A8"/>
    <a:srgbClr val="004F59"/>
    <a:srgbClr val="007CB0"/>
    <a:srgbClr val="DDEFE8"/>
    <a:srgbClr val="0D8390"/>
    <a:srgbClr val="007680"/>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EC5DA-406D-4729-B255-72F6BB266858}" vWet="4" dt="2024-09-12T14:34:03.812"/>
    <p1510:client id="{6189556E-3962-4168-85E4-740FCD1C2F93}" v="1971" dt="2024-09-12T16:29:44.725"/>
    <p1510:client id="{8AF4B2D9-AAD1-4FA2-BD2A-E8108DBB59E4}" v="84" dt="2024-09-12T07:12:50.925"/>
    <p1510:client id="{CA313324-640A-4D04-9F1F-29DF9CA9D984}" v="2180" vWet="2182" dt="2024-09-12T16:18:32.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3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8/10/relationships/authors" Target="authors.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wan, Shubham" userId="e457b5f3-1f3d-4d58-917e-9019c3073c41" providerId="ADAL" clId="{82D39078-4E2C-4A2F-B699-E062776E59AF}"/>
    <pc:docChg chg="custSel modSld replTag">
      <pc:chgData name="Dhawan, Shubham" userId="e457b5f3-1f3d-4d58-917e-9019c3073c41" providerId="ADAL" clId="{82D39078-4E2C-4A2F-B699-E062776E59AF}" dt="2023-10-26T11:05:46.632" v="375" actId="13926"/>
      <pc:docMkLst>
        <pc:docMk/>
      </pc:docMkLst>
      <pc:sldChg chg="modSp mod modCm">
        <pc:chgData name="Dhawan, Shubham" userId="e457b5f3-1f3d-4d58-917e-9019c3073c41" providerId="ADAL" clId="{82D39078-4E2C-4A2F-B699-E062776E59AF}" dt="2023-10-26T11:05:42.200" v="374" actId="13926"/>
        <pc:sldMkLst>
          <pc:docMk/>
          <pc:sldMk cId="3301841682" sldId="3451"/>
        </pc:sldMkLst>
        <pc:spChg chg="mod">
          <ac:chgData name="Dhawan, Shubham" userId="e457b5f3-1f3d-4d58-917e-9019c3073c41" providerId="ADAL" clId="{82D39078-4E2C-4A2F-B699-E062776E59AF}" dt="2023-10-26T11:05:42.200" v="374" actId="13926"/>
          <ac:spMkLst>
            <pc:docMk/>
            <pc:sldMk cId="3301841682" sldId="3451"/>
            <ac:spMk id="5" creationId="{63A0716D-BD98-4B0D-B875-1FCA9680761F}"/>
          </ac:spMkLst>
        </pc:spChg>
      </pc:sldChg>
      <pc:sldChg chg="modSp mod">
        <pc:chgData name="Dhawan, Shubham" userId="e457b5f3-1f3d-4d58-917e-9019c3073c41" providerId="ADAL" clId="{82D39078-4E2C-4A2F-B699-E062776E59AF}" dt="2023-10-26T11:05:46.632" v="375" actId="13926"/>
        <pc:sldMkLst>
          <pc:docMk/>
          <pc:sldMk cId="2279039601" sldId="2146848049"/>
        </pc:sldMkLst>
        <pc:spChg chg="mod">
          <ac:chgData name="Dhawan, Shubham" userId="e457b5f3-1f3d-4d58-917e-9019c3073c41" providerId="ADAL" clId="{82D39078-4E2C-4A2F-B699-E062776E59AF}" dt="2023-10-26T11:05:46.632" v="375" actId="13926"/>
          <ac:spMkLst>
            <pc:docMk/>
            <pc:sldMk cId="2279039601" sldId="2146848049"/>
            <ac:spMk id="30" creationId="{B8F56017-D729-BF4C-9201-F34940C90AAB}"/>
          </ac:spMkLst>
        </pc:spChg>
      </pc:sldChg>
      <pc:sldChg chg="addSp delSp modSp mod">
        <pc:chgData name="Dhawan, Shubham" userId="e457b5f3-1f3d-4d58-917e-9019c3073c41" providerId="ADAL" clId="{82D39078-4E2C-4A2F-B699-E062776E59AF}" dt="2023-10-26T11:00:00.706" v="361"/>
        <pc:sldMkLst>
          <pc:docMk/>
          <pc:sldMk cId="3131812130" sldId="2146848053"/>
        </pc:sldMkLst>
        <pc:spChg chg="add del mod modVis">
          <ac:chgData name="Dhawan, Shubham" userId="e457b5f3-1f3d-4d58-917e-9019c3073c41" providerId="ADAL" clId="{82D39078-4E2C-4A2F-B699-E062776E59AF}" dt="2023-10-26T11:00:00.692" v="359"/>
          <ac:spMkLst>
            <pc:docMk/>
            <pc:sldMk cId="3131812130" sldId="2146848053"/>
            <ac:spMk id="3" creationId="{0498397A-CFAE-5308-D1C7-D4BE6D4A585C}"/>
          </ac:spMkLst>
        </pc:spChg>
        <pc:spChg chg="mod">
          <ac:chgData name="Dhawan, Shubham" userId="e457b5f3-1f3d-4d58-917e-9019c3073c41" providerId="ADAL" clId="{82D39078-4E2C-4A2F-B699-E062776E59AF}" dt="2023-10-26T11:00:00.677" v="304"/>
          <ac:spMkLst>
            <pc:docMk/>
            <pc:sldMk cId="3131812130" sldId="2146848053"/>
            <ac:spMk id="4" creationId="{0456BE43-0DC6-57C2-87C3-F948CD1C278D}"/>
          </ac:spMkLst>
        </pc:spChg>
        <pc:spChg chg="mod ord">
          <ac:chgData name="Dhawan, Shubham" userId="e457b5f3-1f3d-4d58-917e-9019c3073c41" providerId="ADAL" clId="{82D39078-4E2C-4A2F-B699-E062776E59AF}" dt="2023-10-26T11:00:00.675" v="297"/>
          <ac:spMkLst>
            <pc:docMk/>
            <pc:sldMk cId="3131812130" sldId="2146848053"/>
            <ac:spMk id="10" creationId="{AAC10C14-1755-48E2-82C6-FC69041FECE4}"/>
          </ac:spMkLst>
        </pc:spChg>
        <pc:spChg chg="mod ord">
          <ac:chgData name="Dhawan, Shubham" userId="e457b5f3-1f3d-4d58-917e-9019c3073c41" providerId="ADAL" clId="{82D39078-4E2C-4A2F-B699-E062776E59AF}" dt="2023-10-26T11:00:00.676" v="299"/>
          <ac:spMkLst>
            <pc:docMk/>
            <pc:sldMk cId="3131812130" sldId="2146848053"/>
            <ac:spMk id="11" creationId="{09E5F9FD-CF4E-4608-9B95-8BBC6E87A63B}"/>
          </ac:spMkLst>
        </pc:spChg>
        <pc:spChg chg="mod">
          <ac:chgData name="Dhawan, Shubham" userId="e457b5f3-1f3d-4d58-917e-9019c3073c41" providerId="ADAL" clId="{82D39078-4E2C-4A2F-B699-E062776E59AF}" dt="2023-10-26T11:00:00.677" v="303"/>
          <ac:spMkLst>
            <pc:docMk/>
            <pc:sldMk cId="3131812130" sldId="2146848053"/>
            <ac:spMk id="28" creationId="{B91D22D3-D901-0E44-54FA-453CCCFB0E2C}"/>
          </ac:spMkLst>
        </pc:spChg>
        <pc:spChg chg="mod">
          <ac:chgData name="Dhawan, Shubham" userId="e457b5f3-1f3d-4d58-917e-9019c3073c41" providerId="ADAL" clId="{82D39078-4E2C-4A2F-B699-E062776E59AF}" dt="2023-10-26T11:00:00.678" v="307"/>
          <ac:spMkLst>
            <pc:docMk/>
            <pc:sldMk cId="3131812130" sldId="2146848053"/>
            <ac:spMk id="30" creationId="{DA3ECE3B-4C06-9525-353C-CBE7E6750CCC}"/>
          </ac:spMkLst>
        </pc:spChg>
        <pc:spChg chg="mod">
          <ac:chgData name="Dhawan, Shubham" userId="e457b5f3-1f3d-4d58-917e-9019c3073c41" providerId="ADAL" clId="{82D39078-4E2C-4A2F-B699-E062776E59AF}" dt="2023-10-26T11:00:00.678" v="306"/>
          <ac:spMkLst>
            <pc:docMk/>
            <pc:sldMk cId="3131812130" sldId="2146848053"/>
            <ac:spMk id="31" creationId="{F016B147-625D-67E5-BFEF-D9B60CA0DB3A}"/>
          </ac:spMkLst>
        </pc:spChg>
        <pc:spChg chg="mod">
          <ac:chgData name="Dhawan, Shubham" userId="e457b5f3-1f3d-4d58-917e-9019c3073c41" providerId="ADAL" clId="{82D39078-4E2C-4A2F-B699-E062776E59AF}" dt="2023-10-26T11:00:00.679" v="308"/>
          <ac:spMkLst>
            <pc:docMk/>
            <pc:sldMk cId="3131812130" sldId="2146848053"/>
            <ac:spMk id="35" creationId="{F2F63240-7377-DD71-1ED5-D0771E02F031}"/>
          </ac:spMkLst>
        </pc:spChg>
        <pc:spChg chg="mod">
          <ac:chgData name="Dhawan, Shubham" userId="e457b5f3-1f3d-4d58-917e-9019c3073c41" providerId="ADAL" clId="{82D39078-4E2C-4A2F-B699-E062776E59AF}" dt="2023-10-26T11:00:00.687" v="337"/>
          <ac:spMkLst>
            <pc:docMk/>
            <pc:sldMk cId="3131812130" sldId="2146848053"/>
            <ac:spMk id="329" creationId="{73BBE70C-CAC5-4FF5-E537-B9FC593A2BBB}"/>
          </ac:spMkLst>
        </pc:spChg>
        <pc:spChg chg="mod">
          <ac:chgData name="Dhawan, Shubham" userId="e457b5f3-1f3d-4d58-917e-9019c3073c41" providerId="ADAL" clId="{82D39078-4E2C-4A2F-B699-E062776E59AF}" dt="2023-10-26T11:00:00.687" v="338"/>
          <ac:spMkLst>
            <pc:docMk/>
            <pc:sldMk cId="3131812130" sldId="2146848053"/>
            <ac:spMk id="344" creationId="{EE6B39A6-64C8-33D3-9B1C-82C0EEC7063B}"/>
          </ac:spMkLst>
        </pc:spChg>
        <pc:spChg chg="mod">
          <ac:chgData name="Dhawan, Shubham" userId="e457b5f3-1f3d-4d58-917e-9019c3073c41" providerId="ADAL" clId="{82D39078-4E2C-4A2F-B699-E062776E59AF}" dt="2023-10-26T11:00:00.679" v="311"/>
          <ac:spMkLst>
            <pc:docMk/>
            <pc:sldMk cId="3131812130" sldId="2146848053"/>
            <ac:spMk id="347" creationId="{FB1F9895-BB71-2F98-FD00-A526A300ECED}"/>
          </ac:spMkLst>
        </pc:spChg>
        <pc:spChg chg="mod">
          <ac:chgData name="Dhawan, Shubham" userId="e457b5f3-1f3d-4d58-917e-9019c3073c41" providerId="ADAL" clId="{82D39078-4E2C-4A2F-B699-E062776E59AF}" dt="2023-10-26T11:00:00.680" v="312"/>
          <ac:spMkLst>
            <pc:docMk/>
            <pc:sldMk cId="3131812130" sldId="2146848053"/>
            <ac:spMk id="348" creationId="{DAA7FD82-3F91-C56A-09CA-CB62505D6975}"/>
          </ac:spMkLst>
        </pc:spChg>
        <pc:spChg chg="mod">
          <ac:chgData name="Dhawan, Shubham" userId="e457b5f3-1f3d-4d58-917e-9019c3073c41" providerId="ADAL" clId="{82D39078-4E2C-4A2F-B699-E062776E59AF}" dt="2023-10-26T11:00:00.679" v="310"/>
          <ac:spMkLst>
            <pc:docMk/>
            <pc:sldMk cId="3131812130" sldId="2146848053"/>
            <ac:spMk id="349" creationId="{CF76F200-6433-F280-F064-954EBAD38540}"/>
          </ac:spMkLst>
        </pc:spChg>
        <pc:spChg chg="mod">
          <ac:chgData name="Dhawan, Shubham" userId="e457b5f3-1f3d-4d58-917e-9019c3073c41" providerId="ADAL" clId="{82D39078-4E2C-4A2F-B699-E062776E59AF}" dt="2023-10-26T11:00:00.680" v="314"/>
          <ac:spMkLst>
            <pc:docMk/>
            <pc:sldMk cId="3131812130" sldId="2146848053"/>
            <ac:spMk id="350" creationId="{F41DAA44-452B-2D85-3B6B-803801FCC789}"/>
          </ac:spMkLst>
        </pc:spChg>
        <pc:spChg chg="mod">
          <ac:chgData name="Dhawan, Shubham" userId="e457b5f3-1f3d-4d58-917e-9019c3073c41" providerId="ADAL" clId="{82D39078-4E2C-4A2F-B699-E062776E59AF}" dt="2023-10-26T11:00:00.687" v="339"/>
          <ac:spMkLst>
            <pc:docMk/>
            <pc:sldMk cId="3131812130" sldId="2146848053"/>
            <ac:spMk id="351" creationId="{CF151596-0674-D386-9517-91C663A019F7}"/>
          </ac:spMkLst>
        </pc:spChg>
        <pc:spChg chg="mod">
          <ac:chgData name="Dhawan, Shubham" userId="e457b5f3-1f3d-4d58-917e-9019c3073c41" providerId="ADAL" clId="{82D39078-4E2C-4A2F-B699-E062776E59AF}" dt="2023-10-26T11:00:00.687" v="340"/>
          <ac:spMkLst>
            <pc:docMk/>
            <pc:sldMk cId="3131812130" sldId="2146848053"/>
            <ac:spMk id="354" creationId="{2E410FA7-6CC0-6AB0-8887-71EE00A457C4}"/>
          </ac:spMkLst>
        </pc:spChg>
        <pc:spChg chg="mod">
          <ac:chgData name="Dhawan, Shubham" userId="e457b5f3-1f3d-4d58-917e-9019c3073c41" providerId="ADAL" clId="{82D39078-4E2C-4A2F-B699-E062776E59AF}" dt="2023-10-26T11:00:00.686" v="336"/>
          <ac:spMkLst>
            <pc:docMk/>
            <pc:sldMk cId="3131812130" sldId="2146848053"/>
            <ac:spMk id="357" creationId="{6C93A091-8C02-BAF3-AEB6-52AE43FF80CE}"/>
          </ac:spMkLst>
        </pc:spChg>
        <pc:spChg chg="mod">
          <ac:chgData name="Dhawan, Shubham" userId="e457b5f3-1f3d-4d58-917e-9019c3073c41" providerId="ADAL" clId="{82D39078-4E2C-4A2F-B699-E062776E59AF}" dt="2023-10-26T11:00:00.681" v="316"/>
          <ac:spMkLst>
            <pc:docMk/>
            <pc:sldMk cId="3131812130" sldId="2146848053"/>
            <ac:spMk id="370" creationId="{03E06523-12A3-6326-2AB8-5F9A598A0D52}"/>
          </ac:spMkLst>
        </pc:spChg>
        <pc:spChg chg="mod">
          <ac:chgData name="Dhawan, Shubham" userId="e457b5f3-1f3d-4d58-917e-9019c3073c41" providerId="ADAL" clId="{82D39078-4E2C-4A2F-B699-E062776E59AF}" dt="2023-10-26T11:00:00.682" v="318"/>
          <ac:spMkLst>
            <pc:docMk/>
            <pc:sldMk cId="3131812130" sldId="2146848053"/>
            <ac:spMk id="371" creationId="{00FE2338-2B87-F2D3-93CE-FDD4AD520D38}"/>
          </ac:spMkLst>
        </pc:spChg>
        <pc:spChg chg="mod">
          <ac:chgData name="Dhawan, Shubham" userId="e457b5f3-1f3d-4d58-917e-9019c3073c41" providerId="ADAL" clId="{82D39078-4E2C-4A2F-B699-E062776E59AF}" dt="2023-10-26T11:00:00.681" v="317"/>
          <ac:spMkLst>
            <pc:docMk/>
            <pc:sldMk cId="3131812130" sldId="2146848053"/>
            <ac:spMk id="372" creationId="{1DEA195D-61BC-EBD2-CF67-635DCB5CD4D1}"/>
          </ac:spMkLst>
        </pc:spChg>
        <pc:spChg chg="mod ord">
          <ac:chgData name="Dhawan, Shubham" userId="e457b5f3-1f3d-4d58-917e-9019c3073c41" providerId="ADAL" clId="{82D39078-4E2C-4A2F-B699-E062776E59AF}" dt="2023-10-26T11:00:00.685" v="332"/>
          <ac:spMkLst>
            <pc:docMk/>
            <pc:sldMk cId="3131812130" sldId="2146848053"/>
            <ac:spMk id="455" creationId="{A692A9DE-9A94-1E4E-056A-87B82F501A03}"/>
          </ac:spMkLst>
        </pc:spChg>
        <pc:spChg chg="mod">
          <ac:chgData name="Dhawan, Shubham" userId="e457b5f3-1f3d-4d58-917e-9019c3073c41" providerId="ADAL" clId="{82D39078-4E2C-4A2F-B699-E062776E59AF}" dt="2023-10-26T11:00:00.680" v="313"/>
          <ac:spMkLst>
            <pc:docMk/>
            <pc:sldMk cId="3131812130" sldId="2146848053"/>
            <ac:spMk id="531" creationId="{FDE55A7B-7BEA-67C3-BA6B-AC8EF7993C9D}"/>
          </ac:spMkLst>
        </pc:spChg>
        <pc:spChg chg="mod ord">
          <ac:chgData name="Dhawan, Shubham" userId="e457b5f3-1f3d-4d58-917e-9019c3073c41" providerId="ADAL" clId="{82D39078-4E2C-4A2F-B699-E062776E59AF}" dt="2023-10-26T11:00:00.682" v="320"/>
          <ac:spMkLst>
            <pc:docMk/>
            <pc:sldMk cId="3131812130" sldId="2146848053"/>
            <ac:spMk id="558" creationId="{D034A0DC-3BA0-E940-504B-7CF95218991A}"/>
          </ac:spMkLst>
        </pc:spChg>
        <pc:spChg chg="mod ord">
          <ac:chgData name="Dhawan, Shubham" userId="e457b5f3-1f3d-4d58-917e-9019c3073c41" providerId="ADAL" clId="{82D39078-4E2C-4A2F-B699-E062776E59AF}" dt="2023-10-26T11:00:00.683" v="322"/>
          <ac:spMkLst>
            <pc:docMk/>
            <pc:sldMk cId="3131812130" sldId="2146848053"/>
            <ac:spMk id="587" creationId="{A6EC94BC-F38D-7D10-4A41-372DE0E48371}"/>
          </ac:spMkLst>
        </pc:spChg>
        <pc:spChg chg="mod ord">
          <ac:chgData name="Dhawan, Shubham" userId="e457b5f3-1f3d-4d58-917e-9019c3073c41" providerId="ADAL" clId="{82D39078-4E2C-4A2F-B699-E062776E59AF}" dt="2023-10-26T11:00:00.683" v="324"/>
          <ac:spMkLst>
            <pc:docMk/>
            <pc:sldMk cId="3131812130" sldId="2146848053"/>
            <ac:spMk id="588" creationId="{4F6E623C-8C6C-FE8B-24EB-07BD4C42FE32}"/>
          </ac:spMkLst>
        </pc:spChg>
        <pc:spChg chg="mod ord">
          <ac:chgData name="Dhawan, Shubham" userId="e457b5f3-1f3d-4d58-917e-9019c3073c41" providerId="ADAL" clId="{82D39078-4E2C-4A2F-B699-E062776E59AF}" dt="2023-10-26T11:00:00.684" v="326"/>
          <ac:spMkLst>
            <pc:docMk/>
            <pc:sldMk cId="3131812130" sldId="2146848053"/>
            <ac:spMk id="589" creationId="{4ECC4354-F90D-09DA-FA5C-7EEAE35F3AC7}"/>
          </ac:spMkLst>
        </pc:spChg>
        <pc:spChg chg="mod ord">
          <ac:chgData name="Dhawan, Shubham" userId="e457b5f3-1f3d-4d58-917e-9019c3073c41" providerId="ADAL" clId="{82D39078-4E2C-4A2F-B699-E062776E59AF}" dt="2023-10-26T11:00:00.684" v="328"/>
          <ac:spMkLst>
            <pc:docMk/>
            <pc:sldMk cId="3131812130" sldId="2146848053"/>
            <ac:spMk id="608" creationId="{4FA5ACF3-6234-7BE9-F8CE-E2E06D755526}"/>
          </ac:spMkLst>
        </pc:spChg>
        <pc:spChg chg="mod ord">
          <ac:chgData name="Dhawan, Shubham" userId="e457b5f3-1f3d-4d58-917e-9019c3073c41" providerId="ADAL" clId="{82D39078-4E2C-4A2F-B699-E062776E59AF}" dt="2023-10-26T11:00:00.684" v="330"/>
          <ac:spMkLst>
            <pc:docMk/>
            <pc:sldMk cId="3131812130" sldId="2146848053"/>
            <ac:spMk id="609" creationId="{5816258F-DE59-DBE8-BEC1-E9591C64BEF7}"/>
          </ac:spMkLst>
        </pc:spChg>
        <pc:spChg chg="mod">
          <ac:chgData name="Dhawan, Shubham" userId="e457b5f3-1f3d-4d58-917e-9019c3073c41" providerId="ADAL" clId="{82D39078-4E2C-4A2F-B699-E062776E59AF}" dt="2023-10-26T11:00:00.678" v="305"/>
          <ac:spMkLst>
            <pc:docMk/>
            <pc:sldMk cId="3131812130" sldId="2146848053"/>
            <ac:spMk id="620" creationId="{49940A77-5A63-8F11-7E6A-3B46D5238E69}"/>
          </ac:spMkLst>
        </pc:spChg>
        <pc:spChg chg="mod ord">
          <ac:chgData name="Dhawan, Shubham" userId="e457b5f3-1f3d-4d58-917e-9019c3073c41" providerId="ADAL" clId="{82D39078-4E2C-4A2F-B699-E062776E59AF}" dt="2023-10-26T11:00:00.688" v="344"/>
          <ac:spMkLst>
            <pc:docMk/>
            <pc:sldMk cId="3131812130" sldId="2146848053"/>
            <ac:spMk id="745" creationId="{9D1284D1-ED85-933C-0B29-F06ED1993F21}"/>
          </ac:spMkLst>
        </pc:spChg>
        <pc:spChg chg="mod ord">
          <ac:chgData name="Dhawan, Shubham" userId="e457b5f3-1f3d-4d58-917e-9019c3073c41" providerId="ADAL" clId="{82D39078-4E2C-4A2F-B699-E062776E59AF}" dt="2023-10-26T11:00:00.689" v="346"/>
          <ac:spMkLst>
            <pc:docMk/>
            <pc:sldMk cId="3131812130" sldId="2146848053"/>
            <ac:spMk id="755" creationId="{A769FF00-8ED5-6F20-6A0D-09C049627301}"/>
          </ac:spMkLst>
        </pc:spChg>
        <pc:spChg chg="mod">
          <ac:chgData name="Dhawan, Shubham" userId="e457b5f3-1f3d-4d58-917e-9019c3073c41" providerId="ADAL" clId="{82D39078-4E2C-4A2F-B699-E062776E59AF}" dt="2023-10-26T11:00:00.691" v="354"/>
          <ac:spMkLst>
            <pc:docMk/>
            <pc:sldMk cId="3131812130" sldId="2146848053"/>
            <ac:spMk id="766" creationId="{789DEF85-BEC5-4053-2486-E8A4FB457C56}"/>
          </ac:spMkLst>
        </pc:spChg>
        <pc:spChg chg="mod">
          <ac:chgData name="Dhawan, Shubham" userId="e457b5f3-1f3d-4d58-917e-9019c3073c41" providerId="ADAL" clId="{82D39078-4E2C-4A2F-B699-E062776E59AF}" dt="2023-10-26T11:00:00.691" v="355"/>
          <ac:spMkLst>
            <pc:docMk/>
            <pc:sldMk cId="3131812130" sldId="2146848053"/>
            <ac:spMk id="768" creationId="{89167E78-B1DE-1322-C851-3A819813B392}"/>
          </ac:spMkLst>
        </pc:spChg>
        <pc:spChg chg="mod">
          <ac:chgData name="Dhawan, Shubham" userId="e457b5f3-1f3d-4d58-917e-9019c3073c41" providerId="ADAL" clId="{82D39078-4E2C-4A2F-B699-E062776E59AF}" dt="2023-10-26T11:00:00.690" v="353"/>
          <ac:spMkLst>
            <pc:docMk/>
            <pc:sldMk cId="3131812130" sldId="2146848053"/>
            <ac:spMk id="769" creationId="{2B809CC0-1E48-1014-08E2-7897D5EFA5AB}"/>
          </ac:spMkLst>
        </pc:spChg>
        <pc:spChg chg="mod ord">
          <ac:chgData name="Dhawan, Shubham" userId="e457b5f3-1f3d-4d58-917e-9019c3073c41" providerId="ADAL" clId="{82D39078-4E2C-4A2F-B699-E062776E59AF}" dt="2023-10-26T11:00:00.690" v="352"/>
          <ac:spMkLst>
            <pc:docMk/>
            <pc:sldMk cId="3131812130" sldId="2146848053"/>
            <ac:spMk id="771" creationId="{620268D8-0531-1542-5DE4-3257C5A70291}"/>
          </ac:spMkLst>
        </pc:spChg>
        <pc:spChg chg="mod ord">
          <ac:chgData name="Dhawan, Shubham" userId="e457b5f3-1f3d-4d58-917e-9019c3073c41" providerId="ADAL" clId="{82D39078-4E2C-4A2F-B699-E062776E59AF}" dt="2023-10-26T11:00:00.689" v="350"/>
          <ac:spMkLst>
            <pc:docMk/>
            <pc:sldMk cId="3131812130" sldId="2146848053"/>
            <ac:spMk id="772" creationId="{B938357F-25AC-CBF6-D52D-98B90D5C3C85}"/>
          </ac:spMkLst>
        </pc:spChg>
        <pc:spChg chg="mod ord">
          <ac:chgData name="Dhawan, Shubham" userId="e457b5f3-1f3d-4d58-917e-9019c3073c41" providerId="ADAL" clId="{82D39078-4E2C-4A2F-B699-E062776E59AF}" dt="2023-10-26T11:00:00.689" v="348"/>
          <ac:spMkLst>
            <pc:docMk/>
            <pc:sldMk cId="3131812130" sldId="2146848053"/>
            <ac:spMk id="773" creationId="{1DB60A5D-DC60-F96B-90D4-AD55423AF300}"/>
          </ac:spMkLst>
        </pc:spChg>
        <pc:spChg chg="mod ord">
          <ac:chgData name="Dhawan, Shubham" userId="e457b5f3-1f3d-4d58-917e-9019c3073c41" providerId="ADAL" clId="{82D39078-4E2C-4A2F-B699-E062776E59AF}" dt="2023-10-26T11:00:00.688" v="342"/>
          <ac:spMkLst>
            <pc:docMk/>
            <pc:sldMk cId="3131812130" sldId="2146848053"/>
            <ac:spMk id="777" creationId="{577FF7BC-46DF-62ED-2530-D878ABCE4C30}"/>
          </ac:spMkLst>
        </pc:spChg>
        <pc:graphicFrameChg chg="add mod replST">
          <ac:chgData name="Dhawan, Shubham" userId="e457b5f3-1f3d-4d58-917e-9019c3073c41" providerId="ADAL" clId="{82D39078-4E2C-4A2F-B699-E062776E59AF}" dt="2023-10-26T11:00:00.685" v="333"/>
          <ac:graphicFrameMkLst>
            <pc:docMk/>
            <pc:sldMk cId="3131812130" sldId="2146848053"/>
            <ac:graphicFrameMk id="5" creationId="{29AF5C3A-15A4-2599-7436-6FB602BB168A}"/>
          </ac:graphicFrameMkLst>
        </pc:graphicFrameChg>
        <pc:graphicFrameChg chg="mod">
          <ac:chgData name="Dhawan, Shubham" userId="e457b5f3-1f3d-4d58-917e-9019c3073c41" providerId="ADAL" clId="{82D39078-4E2C-4A2F-B699-E062776E59AF}" dt="2023-10-26T11:00:00.677" v="302"/>
          <ac:graphicFrameMkLst>
            <pc:docMk/>
            <pc:sldMk cId="3131812130" sldId="2146848053"/>
            <ac:graphicFrameMk id="43" creationId="{0C3339CE-95AE-1927-AF40-3EDFCE826A2E}"/>
          </ac:graphicFrameMkLst>
        </pc:graphicFrameChg>
        <pc:graphicFrameChg chg="mod">
          <ac:chgData name="Dhawan, Shubham" userId="e457b5f3-1f3d-4d58-917e-9019c3073c41" providerId="ADAL" clId="{82D39078-4E2C-4A2F-B699-E062776E59AF}" dt="2023-10-26T11:00:00.706" v="361"/>
          <ac:graphicFrameMkLst>
            <pc:docMk/>
            <pc:sldMk cId="3131812130" sldId="2146848053"/>
            <ac:graphicFrameMk id="46" creationId="{ABAC8D53-C8D8-9CAA-A1D3-BE9796778F5C}"/>
          </ac:graphicFrameMkLst>
        </pc:graphicFrameChg>
        <pc:graphicFrameChg chg="mod">
          <ac:chgData name="Dhawan, Shubham" userId="e457b5f3-1f3d-4d58-917e-9019c3073c41" providerId="ADAL" clId="{82D39078-4E2C-4A2F-B699-E062776E59AF}" dt="2023-10-26T11:00:00.679" v="309"/>
          <ac:graphicFrameMkLst>
            <pc:docMk/>
            <pc:sldMk cId="3131812130" sldId="2146848053"/>
            <ac:graphicFrameMk id="52" creationId="{4E365E5F-323E-69D5-740C-39E95A443854}"/>
          </ac:graphicFrameMkLst>
        </pc:graphicFrameChg>
        <pc:graphicFrameChg chg="mod">
          <ac:chgData name="Dhawan, Shubham" userId="e457b5f3-1f3d-4d58-917e-9019c3073c41" providerId="ADAL" clId="{82D39078-4E2C-4A2F-B699-E062776E59AF}" dt="2023-10-26T11:00:00.681" v="315"/>
          <ac:graphicFrameMkLst>
            <pc:docMk/>
            <pc:sldMk cId="3131812130" sldId="2146848053"/>
            <ac:graphicFrameMk id="61" creationId="{4210381E-A2DE-A830-1FD3-8147BF109B1E}"/>
          </ac:graphicFrameMkLst>
        </pc:graphicFrameChg>
        <pc:graphicFrameChg chg="del">
          <ac:chgData name="Dhawan, Shubham" userId="e457b5f3-1f3d-4d58-917e-9019c3073c41" providerId="ADAL" clId="{82D39078-4E2C-4A2F-B699-E062776E59AF}" dt="2023-10-26T11:00:00.636" v="289"/>
          <ac:graphicFrameMkLst>
            <pc:docMk/>
            <pc:sldMk cId="3131812130" sldId="2146848053"/>
            <ac:graphicFrameMk id="452" creationId="{0D5290EF-BE4F-A47D-D2C6-384DD5B3B70F}"/>
          </ac:graphicFrameMkLst>
        </pc:graphicFrameChg>
        <pc:cxnChg chg="mod ord">
          <ac:chgData name="Dhawan, Shubham" userId="e457b5f3-1f3d-4d58-917e-9019c3073c41" providerId="ADAL" clId="{82D39078-4E2C-4A2F-B699-E062776E59AF}" dt="2023-10-26T11:00:00.676" v="301"/>
          <ac:cxnSpMkLst>
            <pc:docMk/>
            <pc:sldMk cId="3131812130" sldId="2146848053"/>
            <ac:cxnSpMk id="2" creationId="{CB87506B-ADED-DF7A-ED7C-B3D450CA60BF}"/>
          </ac:cxnSpMkLst>
        </pc:cxnChg>
        <pc:cxnChg chg="mod ord">
          <ac:chgData name="Dhawan, Shubham" userId="e457b5f3-1f3d-4d58-917e-9019c3073c41" providerId="ADAL" clId="{82D39078-4E2C-4A2F-B699-E062776E59AF}" dt="2023-10-26T11:00:00.686" v="335"/>
          <ac:cxnSpMkLst>
            <pc:docMk/>
            <pc:sldMk cId="3131812130" sldId="2146848053"/>
            <ac:cxnSpMk id="778" creationId="{72ACDFF6-9F88-432C-DF06-2B7F3DF22663}"/>
          </ac:cxnSpMkLst>
        </pc:cxnChg>
      </pc:sldChg>
      <pc:sldChg chg="modSp mod">
        <pc:chgData name="Dhawan, Shubham" userId="e457b5f3-1f3d-4d58-917e-9019c3073c41" providerId="ADAL" clId="{82D39078-4E2C-4A2F-B699-E062776E59AF}" dt="2023-10-26T11:04:53.055" v="367" actId="20577"/>
        <pc:sldMkLst>
          <pc:docMk/>
          <pc:sldMk cId="760066076" sldId="2146848073"/>
        </pc:sldMkLst>
        <pc:spChg chg="mod">
          <ac:chgData name="Dhawan, Shubham" userId="e457b5f3-1f3d-4d58-917e-9019c3073c41" providerId="ADAL" clId="{82D39078-4E2C-4A2F-B699-E062776E59AF}" dt="2023-10-26T11:04:53.055" v="367" actId="20577"/>
          <ac:spMkLst>
            <pc:docMk/>
            <pc:sldMk cId="760066076" sldId="2146848073"/>
            <ac:spMk id="11" creationId="{09E5F9FD-CF4E-4608-9B95-8BBC6E87A63B}"/>
          </ac:spMkLst>
        </pc:spChg>
      </pc:sldChg>
    </pc:docChg>
  </pc:docChgLst>
  <pc:docChgLst>
    <pc:chgData name="Saha, Soumi" userId="8c6b90e7-7969-49db-9697-f3c900c2673e" providerId="ADAL" clId="{CA313324-640A-4D04-9F1F-29DF9CA9D984}"/>
    <pc:docChg chg="undo custSel addSld delSld modSld sldOrd">
      <pc:chgData name="Saha, Soumi" userId="8c6b90e7-7969-49db-9697-f3c900c2673e" providerId="ADAL" clId="{CA313324-640A-4D04-9F1F-29DF9CA9D984}" dt="2024-09-12T16:18:24.773" v="2047" actId="5793"/>
      <pc:docMkLst>
        <pc:docMk/>
      </pc:docMkLst>
      <pc:sldChg chg="modSp mod">
        <pc:chgData name="Saha, Soumi" userId="8c6b90e7-7969-49db-9697-f3c900c2673e" providerId="ADAL" clId="{CA313324-640A-4D04-9F1F-29DF9CA9D984}" dt="2024-09-12T16:17:25.083" v="2042" actId="20577"/>
        <pc:sldMkLst>
          <pc:docMk/>
          <pc:sldMk cId="2910985429" sldId="2146848079"/>
        </pc:sldMkLst>
        <pc:spChg chg="mod">
          <ac:chgData name="Saha, Soumi" userId="8c6b90e7-7969-49db-9697-f3c900c2673e" providerId="ADAL" clId="{CA313324-640A-4D04-9F1F-29DF9CA9D984}" dt="2024-09-12T16:16:06.570" v="2039" actId="20577"/>
          <ac:spMkLst>
            <pc:docMk/>
            <pc:sldMk cId="2910985429" sldId="2146848079"/>
            <ac:spMk id="20" creationId="{6C782E1D-F21D-9DD1-878A-89E5AF01FA3D}"/>
          </ac:spMkLst>
        </pc:spChg>
        <pc:spChg chg="mod">
          <ac:chgData name="Saha, Soumi" userId="8c6b90e7-7969-49db-9697-f3c900c2673e" providerId="ADAL" clId="{CA313324-640A-4D04-9F1F-29DF9CA9D984}" dt="2024-09-12T16:17:25.083" v="2042" actId="20577"/>
          <ac:spMkLst>
            <pc:docMk/>
            <pc:sldMk cId="2910985429" sldId="2146848079"/>
            <ac:spMk id="25" creationId="{8B1F48B4-3207-37C6-84D4-B07D40B20DF1}"/>
          </ac:spMkLst>
        </pc:spChg>
        <pc:spChg chg="mod">
          <ac:chgData name="Saha, Soumi" userId="8c6b90e7-7969-49db-9697-f3c900c2673e" providerId="ADAL" clId="{CA313324-640A-4D04-9F1F-29DF9CA9D984}" dt="2024-09-12T16:16:26.145" v="2041" actId="20577"/>
          <ac:spMkLst>
            <pc:docMk/>
            <pc:sldMk cId="2910985429" sldId="2146848079"/>
            <ac:spMk id="35" creationId="{00C9AD0B-8E39-B68C-D67D-36D19F552245}"/>
          </ac:spMkLst>
        </pc:spChg>
        <pc:spChg chg="mod">
          <ac:chgData name="Saha, Soumi" userId="8c6b90e7-7969-49db-9697-f3c900c2673e" providerId="ADAL" clId="{CA313324-640A-4D04-9F1F-29DF9CA9D984}" dt="2024-09-12T14:46:41.581" v="1626" actId="20577"/>
          <ac:spMkLst>
            <pc:docMk/>
            <pc:sldMk cId="2910985429" sldId="2146848079"/>
            <ac:spMk id="45" creationId="{46D09C7A-371A-60B8-D237-FE782EA5C86F}"/>
          </ac:spMkLst>
        </pc:spChg>
      </pc:sldChg>
      <pc:sldChg chg="addSp delSp modSp mod">
        <pc:chgData name="Saha, Soumi" userId="8c6b90e7-7969-49db-9697-f3c900c2673e" providerId="ADAL" clId="{CA313324-640A-4D04-9F1F-29DF9CA9D984}" dt="2024-09-12T14:23:16.787" v="1516" actId="20577"/>
        <pc:sldMkLst>
          <pc:docMk/>
          <pc:sldMk cId="2712165014" sldId="2146848080"/>
        </pc:sldMkLst>
        <pc:spChg chg="mod">
          <ac:chgData name="Saha, Soumi" userId="8c6b90e7-7969-49db-9697-f3c900c2673e" providerId="ADAL" clId="{CA313324-640A-4D04-9F1F-29DF9CA9D984}" dt="2024-09-12T11:23:37.850" v="643" actId="1076"/>
          <ac:spMkLst>
            <pc:docMk/>
            <pc:sldMk cId="2712165014" sldId="2146848080"/>
            <ac:spMk id="10" creationId="{AAC10C14-1755-48E2-82C6-FC69041FECE4}"/>
          </ac:spMkLst>
        </pc:spChg>
        <pc:spChg chg="mod">
          <ac:chgData name="Saha, Soumi" userId="8c6b90e7-7969-49db-9697-f3c900c2673e" providerId="ADAL" clId="{CA313324-640A-4D04-9F1F-29DF9CA9D984}" dt="2024-09-12T11:23:50.531" v="658" actId="20577"/>
          <ac:spMkLst>
            <pc:docMk/>
            <pc:sldMk cId="2712165014" sldId="2146848080"/>
            <ac:spMk id="11" creationId="{09E5F9FD-CF4E-4608-9B95-8BBC6E87A63B}"/>
          </ac:spMkLst>
        </pc:spChg>
        <pc:graphicFrameChg chg="mod modGraphic">
          <ac:chgData name="Saha, Soumi" userId="8c6b90e7-7969-49db-9697-f3c900c2673e" providerId="ADAL" clId="{CA313324-640A-4D04-9F1F-29DF9CA9D984}" dt="2024-09-12T14:23:16.787" v="1516" actId="20577"/>
          <ac:graphicFrameMkLst>
            <pc:docMk/>
            <pc:sldMk cId="2712165014" sldId="2146848080"/>
            <ac:graphicFrameMk id="42" creationId="{23505455-799A-4BAE-CA79-699A1DC150B5}"/>
          </ac:graphicFrameMkLst>
        </pc:graphicFrameChg>
        <pc:picChg chg="add mod">
          <ac:chgData name="Saha, Soumi" userId="8c6b90e7-7969-49db-9697-f3c900c2673e" providerId="ADAL" clId="{CA313324-640A-4D04-9F1F-29DF9CA9D984}" dt="2024-09-12T11:43:31.728" v="749" actId="1076"/>
          <ac:picMkLst>
            <pc:docMk/>
            <pc:sldMk cId="2712165014" sldId="2146848080"/>
            <ac:picMk id="4" creationId="{0AB5A828-39A8-EEB5-9D3C-17CB1855A9C1}"/>
          </ac:picMkLst>
        </pc:picChg>
        <pc:picChg chg="del">
          <ac:chgData name="Saha, Soumi" userId="8c6b90e7-7969-49db-9697-f3c900c2673e" providerId="ADAL" clId="{CA313324-640A-4D04-9F1F-29DF9CA9D984}" dt="2024-09-12T11:23:52.715" v="659" actId="478"/>
          <ac:picMkLst>
            <pc:docMk/>
            <pc:sldMk cId="2712165014" sldId="2146848080"/>
            <ac:picMk id="43" creationId="{81F8CF68-F8D2-12D4-AB27-665B8B009A5D}"/>
          </ac:picMkLst>
        </pc:picChg>
      </pc:sldChg>
      <pc:sldChg chg="add del">
        <pc:chgData name="Saha, Soumi" userId="8c6b90e7-7969-49db-9697-f3c900c2673e" providerId="ADAL" clId="{CA313324-640A-4D04-9F1F-29DF9CA9D984}" dt="2024-09-12T08:46:17.433" v="221" actId="47"/>
        <pc:sldMkLst>
          <pc:docMk/>
          <pc:sldMk cId="1357786494" sldId="2146848084"/>
        </pc:sldMkLst>
      </pc:sldChg>
      <pc:sldChg chg="addSp delSp modSp add mod">
        <pc:chgData name="Saha, Soumi" userId="8c6b90e7-7969-49db-9697-f3c900c2673e" providerId="ADAL" clId="{CA313324-640A-4D04-9F1F-29DF9CA9D984}" dt="2024-09-12T16:11:06.108" v="2038"/>
        <pc:sldMkLst>
          <pc:docMk/>
          <pc:sldMk cId="2905917215" sldId="2146848084"/>
        </pc:sldMkLst>
        <pc:spChg chg="mod">
          <ac:chgData name="Saha, Soumi" userId="8c6b90e7-7969-49db-9697-f3c900c2673e" providerId="ADAL" clId="{CA313324-640A-4D04-9F1F-29DF9CA9D984}" dt="2024-09-12T09:06:51.251" v="407" actId="20577"/>
          <ac:spMkLst>
            <pc:docMk/>
            <pc:sldMk cId="2905917215" sldId="2146848084"/>
            <ac:spMk id="11" creationId="{09E5F9FD-CF4E-4608-9B95-8BBC6E87A63B}"/>
          </ac:spMkLst>
        </pc:spChg>
        <pc:graphicFrameChg chg="mod modGraphic">
          <ac:chgData name="Saha, Soumi" userId="8c6b90e7-7969-49db-9697-f3c900c2673e" providerId="ADAL" clId="{CA313324-640A-4D04-9F1F-29DF9CA9D984}" dt="2024-09-12T16:11:06.108" v="2038"/>
          <ac:graphicFrameMkLst>
            <pc:docMk/>
            <pc:sldMk cId="2905917215" sldId="2146848084"/>
            <ac:graphicFrameMk id="42" creationId="{23505455-799A-4BAE-CA79-699A1DC150B5}"/>
          </ac:graphicFrameMkLst>
        </pc:graphicFrameChg>
        <pc:picChg chg="add mod">
          <ac:chgData name="Saha, Soumi" userId="8c6b90e7-7969-49db-9697-f3c900c2673e" providerId="ADAL" clId="{CA313324-640A-4D04-9F1F-29DF9CA9D984}" dt="2024-09-12T08:49:12.073" v="272" actId="1076"/>
          <ac:picMkLst>
            <pc:docMk/>
            <pc:sldMk cId="2905917215" sldId="2146848084"/>
            <ac:picMk id="3" creationId="{1845386C-82CE-6874-0A04-99D8AF58A7FA}"/>
          </ac:picMkLst>
        </pc:picChg>
        <pc:picChg chg="del">
          <ac:chgData name="Saha, Soumi" userId="8c6b90e7-7969-49db-9697-f3c900c2673e" providerId="ADAL" clId="{CA313324-640A-4D04-9F1F-29DF9CA9D984}" dt="2024-09-12T08:46:35.105" v="225" actId="478"/>
          <ac:picMkLst>
            <pc:docMk/>
            <pc:sldMk cId="2905917215" sldId="2146848084"/>
            <ac:picMk id="43" creationId="{81F8CF68-F8D2-12D4-AB27-665B8B009A5D}"/>
          </ac:picMkLst>
        </pc:picChg>
      </pc:sldChg>
      <pc:sldChg chg="addSp delSp modSp add mod">
        <pc:chgData name="Saha, Soumi" userId="8c6b90e7-7969-49db-9697-f3c900c2673e" providerId="ADAL" clId="{CA313324-640A-4D04-9F1F-29DF9CA9D984}" dt="2024-09-12T15:45:35.264" v="1852" actId="20577"/>
        <pc:sldMkLst>
          <pc:docMk/>
          <pc:sldMk cId="2345652467" sldId="2146848085"/>
        </pc:sldMkLst>
        <pc:spChg chg="mod">
          <ac:chgData name="Saha, Soumi" userId="8c6b90e7-7969-49db-9697-f3c900c2673e" providerId="ADAL" clId="{CA313324-640A-4D04-9F1F-29DF9CA9D984}" dt="2024-09-12T09:07:40.644" v="428" actId="20577"/>
          <ac:spMkLst>
            <pc:docMk/>
            <pc:sldMk cId="2345652467" sldId="2146848085"/>
            <ac:spMk id="11" creationId="{09E5F9FD-CF4E-4608-9B95-8BBC6E87A63B}"/>
          </ac:spMkLst>
        </pc:spChg>
        <pc:graphicFrameChg chg="mod modGraphic">
          <ac:chgData name="Saha, Soumi" userId="8c6b90e7-7969-49db-9697-f3c900c2673e" providerId="ADAL" clId="{CA313324-640A-4D04-9F1F-29DF9CA9D984}" dt="2024-09-12T15:45:35.264" v="1852" actId="20577"/>
          <ac:graphicFrameMkLst>
            <pc:docMk/>
            <pc:sldMk cId="2345652467" sldId="2146848085"/>
            <ac:graphicFrameMk id="42" creationId="{23505455-799A-4BAE-CA79-699A1DC150B5}"/>
          </ac:graphicFrameMkLst>
        </pc:graphicFrameChg>
        <pc:picChg chg="del">
          <ac:chgData name="Saha, Soumi" userId="8c6b90e7-7969-49db-9697-f3c900c2673e" providerId="ADAL" clId="{CA313324-640A-4D04-9F1F-29DF9CA9D984}" dt="2024-09-12T08:59:19.723" v="290" actId="478"/>
          <ac:picMkLst>
            <pc:docMk/>
            <pc:sldMk cId="2345652467" sldId="2146848085"/>
            <ac:picMk id="3" creationId="{1845386C-82CE-6874-0A04-99D8AF58A7FA}"/>
          </ac:picMkLst>
        </pc:picChg>
        <pc:picChg chg="add mod">
          <ac:chgData name="Saha, Soumi" userId="8c6b90e7-7969-49db-9697-f3c900c2673e" providerId="ADAL" clId="{CA313324-640A-4D04-9F1F-29DF9CA9D984}" dt="2024-09-12T08:59:29.474" v="293" actId="1076"/>
          <ac:picMkLst>
            <pc:docMk/>
            <pc:sldMk cId="2345652467" sldId="2146848085"/>
            <ac:picMk id="4" creationId="{7E015303-124A-C9D8-579F-43661A678CD2}"/>
          </ac:picMkLst>
        </pc:picChg>
      </pc:sldChg>
      <pc:sldChg chg="addSp delSp modSp add mod ord">
        <pc:chgData name="Saha, Soumi" userId="8c6b90e7-7969-49db-9697-f3c900c2673e" providerId="ADAL" clId="{CA313324-640A-4D04-9F1F-29DF9CA9D984}" dt="2024-09-12T14:05:22.606" v="1506" actId="255"/>
        <pc:sldMkLst>
          <pc:docMk/>
          <pc:sldMk cId="3307755875" sldId="2146848086"/>
        </pc:sldMkLst>
        <pc:spChg chg="mod">
          <ac:chgData name="Saha, Soumi" userId="8c6b90e7-7969-49db-9697-f3c900c2673e" providerId="ADAL" clId="{CA313324-640A-4D04-9F1F-29DF9CA9D984}" dt="2024-09-12T09:06:02.338" v="354" actId="20577"/>
          <ac:spMkLst>
            <pc:docMk/>
            <pc:sldMk cId="3307755875" sldId="2146848086"/>
            <ac:spMk id="11" creationId="{09E5F9FD-CF4E-4608-9B95-8BBC6E87A63B}"/>
          </ac:spMkLst>
        </pc:spChg>
        <pc:graphicFrameChg chg="mod modGraphic">
          <ac:chgData name="Saha, Soumi" userId="8c6b90e7-7969-49db-9697-f3c900c2673e" providerId="ADAL" clId="{CA313324-640A-4D04-9F1F-29DF9CA9D984}" dt="2024-09-12T14:05:22.606" v="1506" actId="255"/>
          <ac:graphicFrameMkLst>
            <pc:docMk/>
            <pc:sldMk cId="3307755875" sldId="2146848086"/>
            <ac:graphicFrameMk id="42" creationId="{23505455-799A-4BAE-CA79-699A1DC150B5}"/>
          </ac:graphicFrameMkLst>
        </pc:graphicFrameChg>
        <pc:picChg chg="del">
          <ac:chgData name="Saha, Soumi" userId="8c6b90e7-7969-49db-9697-f3c900c2673e" providerId="ADAL" clId="{CA313324-640A-4D04-9F1F-29DF9CA9D984}" dt="2024-09-12T09:05:18.676" v="335" actId="478"/>
          <ac:picMkLst>
            <pc:docMk/>
            <pc:sldMk cId="3307755875" sldId="2146848086"/>
            <ac:picMk id="4" creationId="{7E015303-124A-C9D8-579F-43661A678CD2}"/>
          </ac:picMkLst>
        </pc:picChg>
        <pc:picChg chg="add mod">
          <ac:chgData name="Saha, Soumi" userId="8c6b90e7-7969-49db-9697-f3c900c2673e" providerId="ADAL" clId="{CA313324-640A-4D04-9F1F-29DF9CA9D984}" dt="2024-09-12T11:26:38.040" v="737" actId="1076"/>
          <ac:picMkLst>
            <pc:docMk/>
            <pc:sldMk cId="3307755875" sldId="2146848086"/>
            <ac:picMk id="5" creationId="{F83DA707-9A63-8401-648B-FA86CEF57F5D}"/>
          </ac:picMkLst>
        </pc:picChg>
      </pc:sldChg>
      <pc:sldChg chg="addSp modSp add mod">
        <pc:chgData name="Saha, Soumi" userId="8c6b90e7-7969-49db-9697-f3c900c2673e" providerId="ADAL" clId="{CA313324-640A-4D04-9F1F-29DF9CA9D984}" dt="2024-09-12T16:18:24.773" v="2047" actId="5793"/>
        <pc:sldMkLst>
          <pc:docMk/>
          <pc:sldMk cId="4049792030" sldId="2146848087"/>
        </pc:sldMkLst>
        <pc:spChg chg="mod">
          <ac:chgData name="Saha, Soumi" userId="8c6b90e7-7969-49db-9697-f3c900c2673e" providerId="ADAL" clId="{CA313324-640A-4D04-9F1F-29DF9CA9D984}" dt="2024-09-12T09:06:13.334" v="367" actId="20577"/>
          <ac:spMkLst>
            <pc:docMk/>
            <pc:sldMk cId="4049792030" sldId="2146848087"/>
            <ac:spMk id="11" creationId="{09E5F9FD-CF4E-4608-9B95-8BBC6E87A63B}"/>
          </ac:spMkLst>
        </pc:spChg>
        <pc:graphicFrameChg chg="mod modGraphic">
          <ac:chgData name="Saha, Soumi" userId="8c6b90e7-7969-49db-9697-f3c900c2673e" providerId="ADAL" clId="{CA313324-640A-4D04-9F1F-29DF9CA9D984}" dt="2024-09-12T16:18:24.773" v="2047" actId="5793"/>
          <ac:graphicFrameMkLst>
            <pc:docMk/>
            <pc:sldMk cId="4049792030" sldId="2146848087"/>
            <ac:graphicFrameMk id="42" creationId="{23505455-799A-4BAE-CA79-699A1DC150B5}"/>
          </ac:graphicFrameMkLst>
        </pc:graphicFrameChg>
        <pc:picChg chg="add mod">
          <ac:chgData name="Saha, Soumi" userId="8c6b90e7-7969-49db-9697-f3c900c2673e" providerId="ADAL" clId="{CA313324-640A-4D04-9F1F-29DF9CA9D984}" dt="2024-09-12T11:17:38.864" v="585" actId="1076"/>
          <ac:picMkLst>
            <pc:docMk/>
            <pc:sldMk cId="4049792030" sldId="2146848087"/>
            <ac:picMk id="4" creationId="{E55829D3-205A-3889-E04C-D005FCEECE07}"/>
          </ac:picMkLst>
        </pc:picChg>
      </pc:sldChg>
      <pc:sldChg chg="addSp delSp modSp add mod">
        <pc:chgData name="Saha, Soumi" userId="8c6b90e7-7969-49db-9697-f3c900c2673e" providerId="ADAL" clId="{CA313324-640A-4D04-9F1F-29DF9CA9D984}" dt="2024-09-12T16:17:31.968" v="2043" actId="20577"/>
        <pc:sldMkLst>
          <pc:docMk/>
          <pc:sldMk cId="2493843692" sldId="2146848088"/>
        </pc:sldMkLst>
        <pc:spChg chg="add del mod">
          <ac:chgData name="Saha, Soumi" userId="8c6b90e7-7969-49db-9697-f3c900c2673e" providerId="ADAL" clId="{CA313324-640A-4D04-9F1F-29DF9CA9D984}" dt="2024-09-12T11:10:20.914" v="513" actId="478"/>
          <ac:spMkLst>
            <pc:docMk/>
            <pc:sldMk cId="2493843692" sldId="2146848088"/>
            <ac:spMk id="5" creationId="{1724FF1D-89A9-DE71-E087-D3E5BF0C4351}"/>
          </ac:spMkLst>
        </pc:spChg>
        <pc:spChg chg="add del mod">
          <ac:chgData name="Saha, Soumi" userId="8c6b90e7-7969-49db-9697-f3c900c2673e" providerId="ADAL" clId="{CA313324-640A-4D04-9F1F-29DF9CA9D984}" dt="2024-09-12T11:21:28.396" v="610" actId="478"/>
          <ac:spMkLst>
            <pc:docMk/>
            <pc:sldMk cId="2493843692" sldId="2146848088"/>
            <ac:spMk id="8" creationId="{32342610-DACE-9936-832B-F099404CB3DF}"/>
          </ac:spMkLst>
        </pc:spChg>
        <pc:spChg chg="mod">
          <ac:chgData name="Saha, Soumi" userId="8c6b90e7-7969-49db-9697-f3c900c2673e" providerId="ADAL" clId="{CA313324-640A-4D04-9F1F-29DF9CA9D984}" dt="2024-09-12T09:07:13.539" v="416"/>
          <ac:spMkLst>
            <pc:docMk/>
            <pc:sldMk cId="2493843692" sldId="2146848088"/>
            <ac:spMk id="11" creationId="{09E5F9FD-CF4E-4608-9B95-8BBC6E87A63B}"/>
          </ac:spMkLst>
        </pc:spChg>
        <pc:graphicFrameChg chg="mod modGraphic">
          <ac:chgData name="Saha, Soumi" userId="8c6b90e7-7969-49db-9697-f3c900c2673e" providerId="ADAL" clId="{CA313324-640A-4D04-9F1F-29DF9CA9D984}" dt="2024-09-12T16:17:31.968" v="2043" actId="20577"/>
          <ac:graphicFrameMkLst>
            <pc:docMk/>
            <pc:sldMk cId="2493843692" sldId="2146848088"/>
            <ac:graphicFrameMk id="42" creationId="{23505455-799A-4BAE-CA79-699A1DC150B5}"/>
          </ac:graphicFrameMkLst>
        </pc:graphicFrameChg>
        <pc:picChg chg="del">
          <ac:chgData name="Saha, Soumi" userId="8c6b90e7-7969-49db-9697-f3c900c2673e" providerId="ADAL" clId="{CA313324-640A-4D04-9F1F-29DF9CA9D984}" dt="2024-09-12T09:08:06.613" v="444" actId="478"/>
          <ac:picMkLst>
            <pc:docMk/>
            <pc:sldMk cId="2493843692" sldId="2146848088"/>
            <ac:picMk id="3" creationId="{1845386C-82CE-6874-0A04-99D8AF58A7FA}"/>
          </ac:picMkLst>
        </pc:picChg>
        <pc:picChg chg="add del mod">
          <ac:chgData name="Saha, Soumi" userId="8c6b90e7-7969-49db-9697-f3c900c2673e" providerId="ADAL" clId="{CA313324-640A-4D04-9F1F-29DF9CA9D984}" dt="2024-09-12T11:36:08.402" v="743" actId="478"/>
          <ac:picMkLst>
            <pc:docMk/>
            <pc:sldMk cId="2493843692" sldId="2146848088"/>
            <ac:picMk id="4" creationId="{F7C72C3C-7ECF-E7C3-AD64-D2EE269E60BD}"/>
          </ac:picMkLst>
        </pc:picChg>
        <pc:picChg chg="add del mod">
          <ac:chgData name="Saha, Soumi" userId="8c6b90e7-7969-49db-9697-f3c900c2673e" providerId="ADAL" clId="{CA313324-640A-4D04-9F1F-29DF9CA9D984}" dt="2024-09-12T11:09:50.785" v="508" actId="478"/>
          <ac:picMkLst>
            <pc:docMk/>
            <pc:sldMk cId="2493843692" sldId="2146848088"/>
            <ac:picMk id="7" creationId="{F721256E-04AE-4F1E-0CE7-4361A4653A6E}"/>
          </ac:picMkLst>
        </pc:picChg>
        <pc:picChg chg="add mod">
          <ac:chgData name="Saha, Soumi" userId="8c6b90e7-7969-49db-9697-f3c900c2673e" providerId="ADAL" clId="{CA313324-640A-4D04-9F1F-29DF9CA9D984}" dt="2024-09-12T11:55:16.526" v="891" actId="1076"/>
          <ac:picMkLst>
            <pc:docMk/>
            <pc:sldMk cId="2493843692" sldId="2146848088"/>
            <ac:picMk id="12" creationId="{2E2B5092-4717-E1E3-264B-A6198EAC03F3}"/>
          </ac:picMkLst>
        </pc:picChg>
      </pc:sldChg>
      <pc:sldChg chg="addSp delSp modSp add mod">
        <pc:chgData name="Saha, Soumi" userId="8c6b90e7-7969-49db-9697-f3c900c2673e" providerId="ADAL" clId="{CA313324-640A-4D04-9F1F-29DF9CA9D984}" dt="2024-09-12T12:44:39.173" v="1110" actId="113"/>
        <pc:sldMkLst>
          <pc:docMk/>
          <pc:sldMk cId="645656442" sldId="2146848089"/>
        </pc:sldMkLst>
        <pc:spChg chg="mod">
          <ac:chgData name="Saha, Soumi" userId="8c6b90e7-7969-49db-9697-f3c900c2673e" providerId="ADAL" clId="{CA313324-640A-4D04-9F1F-29DF9CA9D984}" dt="2024-09-12T11:23:01.558" v="626" actId="20577"/>
          <ac:spMkLst>
            <pc:docMk/>
            <pc:sldMk cId="645656442" sldId="2146848089"/>
            <ac:spMk id="11" creationId="{09E5F9FD-CF4E-4608-9B95-8BBC6E87A63B}"/>
          </ac:spMkLst>
        </pc:spChg>
        <pc:graphicFrameChg chg="mod modGraphic">
          <ac:chgData name="Saha, Soumi" userId="8c6b90e7-7969-49db-9697-f3c900c2673e" providerId="ADAL" clId="{CA313324-640A-4D04-9F1F-29DF9CA9D984}" dt="2024-09-12T12:44:39.173" v="1110" actId="113"/>
          <ac:graphicFrameMkLst>
            <pc:docMk/>
            <pc:sldMk cId="645656442" sldId="2146848089"/>
            <ac:graphicFrameMk id="42" creationId="{23505455-799A-4BAE-CA79-699A1DC150B5}"/>
          </ac:graphicFrameMkLst>
        </pc:graphicFrameChg>
        <pc:picChg chg="add mod">
          <ac:chgData name="Saha, Soumi" userId="8c6b90e7-7969-49db-9697-f3c900c2673e" providerId="ADAL" clId="{CA313324-640A-4D04-9F1F-29DF9CA9D984}" dt="2024-09-12T11:27:44.058" v="742" actId="1076"/>
          <ac:picMkLst>
            <pc:docMk/>
            <pc:sldMk cId="645656442" sldId="2146848089"/>
            <ac:picMk id="3" creationId="{042CA109-180C-C36A-2C25-310C8677EFA4}"/>
          </ac:picMkLst>
        </pc:picChg>
        <pc:picChg chg="del">
          <ac:chgData name="Saha, Soumi" userId="8c6b90e7-7969-49db-9697-f3c900c2673e" providerId="ADAL" clId="{CA313324-640A-4D04-9F1F-29DF9CA9D984}" dt="2024-09-12T09:08:02.862" v="443" actId="478"/>
          <ac:picMkLst>
            <pc:docMk/>
            <pc:sldMk cId="645656442" sldId="2146848089"/>
            <ac:picMk id="4" creationId="{7E015303-124A-C9D8-579F-43661A678CD2}"/>
          </ac:picMkLst>
        </pc:picChg>
      </pc:sldChg>
      <pc:sldChg chg="modSp add mod">
        <pc:chgData name="Saha, Soumi" userId="8c6b90e7-7969-49db-9697-f3c900c2673e" providerId="ADAL" clId="{CA313324-640A-4D04-9F1F-29DF9CA9D984}" dt="2024-09-12T14:19:15.144" v="1514"/>
        <pc:sldMkLst>
          <pc:docMk/>
          <pc:sldMk cId="4077830511" sldId="2146848090"/>
        </pc:sldMkLst>
        <pc:graphicFrameChg chg="mod modGraphic">
          <ac:chgData name="Saha, Soumi" userId="8c6b90e7-7969-49db-9697-f3c900c2673e" providerId="ADAL" clId="{CA313324-640A-4D04-9F1F-29DF9CA9D984}" dt="2024-09-12T14:19:15.144" v="1514"/>
          <ac:graphicFrameMkLst>
            <pc:docMk/>
            <pc:sldMk cId="4077830511" sldId="2146848090"/>
            <ac:graphicFrameMk id="42" creationId="{23505455-799A-4BAE-CA79-699A1DC150B5}"/>
          </ac:graphicFrameMkLst>
        </pc:graphicFrameChg>
      </pc:sldChg>
      <pc:sldChg chg="addSp delSp modSp add mod ord">
        <pc:chgData name="Saha, Soumi" userId="8c6b90e7-7969-49db-9697-f3c900c2673e" providerId="ADAL" clId="{CA313324-640A-4D04-9F1F-29DF9CA9D984}" dt="2024-09-12T15:32:43.200" v="1792" actId="255"/>
        <pc:sldMkLst>
          <pc:docMk/>
          <pc:sldMk cId="517560605" sldId="2146848091"/>
        </pc:sldMkLst>
        <pc:graphicFrameChg chg="mod modGraphic">
          <ac:chgData name="Saha, Soumi" userId="8c6b90e7-7969-49db-9697-f3c900c2673e" providerId="ADAL" clId="{CA313324-640A-4D04-9F1F-29DF9CA9D984}" dt="2024-09-12T15:32:43.200" v="1792" actId="255"/>
          <ac:graphicFrameMkLst>
            <pc:docMk/>
            <pc:sldMk cId="517560605" sldId="2146848091"/>
            <ac:graphicFrameMk id="42" creationId="{23505455-799A-4BAE-CA79-699A1DC150B5}"/>
          </ac:graphicFrameMkLst>
        </pc:graphicFrameChg>
        <pc:picChg chg="add mod">
          <ac:chgData name="Saha, Soumi" userId="8c6b90e7-7969-49db-9697-f3c900c2673e" providerId="ADAL" clId="{CA313324-640A-4D04-9F1F-29DF9CA9D984}" dt="2024-09-12T15:18:15.068" v="1636" actId="14100"/>
          <ac:picMkLst>
            <pc:docMk/>
            <pc:sldMk cId="517560605" sldId="2146848091"/>
            <ac:picMk id="3" creationId="{C3410BBA-4866-7F2E-F291-4DFC4045C22D}"/>
          </ac:picMkLst>
        </pc:picChg>
        <pc:picChg chg="del">
          <ac:chgData name="Saha, Soumi" userId="8c6b90e7-7969-49db-9697-f3c900c2673e" providerId="ADAL" clId="{CA313324-640A-4D04-9F1F-29DF9CA9D984}" dt="2024-09-12T14:39:51.960" v="1569" actId="478"/>
          <ac:picMkLst>
            <pc:docMk/>
            <pc:sldMk cId="517560605" sldId="2146848091"/>
            <ac:picMk id="4" creationId="{E55829D3-205A-3889-E04C-D005FCEECE07}"/>
          </ac:picMkLst>
        </pc:picChg>
      </pc:sldChg>
    </pc:docChg>
  </pc:docChgLst>
  <pc:docChgLst>
    <pc:chgData name="Dhawan, Shubham" userId="e457b5f3-1f3d-4d58-917e-9019c3073c41" providerId="ADAL" clId="{8AF4B2D9-AAD1-4FA2-BD2A-E8108DBB59E4}"/>
    <pc:docChg chg="undo custSel delSld modSld sldOrd delMainMaster modMainMaster replTag">
      <pc:chgData name="Dhawan, Shubham" userId="e457b5f3-1f3d-4d58-917e-9019c3073c41" providerId="ADAL" clId="{8AF4B2D9-AAD1-4FA2-BD2A-E8108DBB59E4}" dt="2024-09-12T07:15:10.056" v="1560" actId="20577"/>
      <pc:docMkLst>
        <pc:docMk/>
      </pc:docMkLst>
      <pc:sldChg chg="delSp modSp mod">
        <pc:chgData name="Dhawan, Shubham" userId="e457b5f3-1f3d-4d58-917e-9019c3073c41" providerId="ADAL" clId="{8AF4B2D9-AAD1-4FA2-BD2A-E8108DBB59E4}" dt="2024-09-12T06:42:24.071" v="839" actId="20577"/>
        <pc:sldMkLst>
          <pc:docMk/>
          <pc:sldMk cId="2466310545" sldId="343"/>
        </pc:sldMkLst>
        <pc:spChg chg="mod">
          <ac:chgData name="Dhawan, Shubham" userId="e457b5f3-1f3d-4d58-917e-9019c3073c41" providerId="ADAL" clId="{8AF4B2D9-AAD1-4FA2-BD2A-E8108DBB59E4}" dt="2024-09-12T06:42:24.071" v="839" actId="20577"/>
          <ac:spMkLst>
            <pc:docMk/>
            <pc:sldMk cId="2466310545" sldId="343"/>
            <ac:spMk id="2" creationId="{395B0777-C41D-4D62-B8C4-A0702FB3C41A}"/>
          </ac:spMkLst>
        </pc:spChg>
        <pc:spChg chg="mod">
          <ac:chgData name="Dhawan, Shubham" userId="e457b5f3-1f3d-4d58-917e-9019c3073c41" providerId="ADAL" clId="{8AF4B2D9-AAD1-4FA2-BD2A-E8108DBB59E4}" dt="2024-09-12T06:41:55.549" v="832" actId="1076"/>
          <ac:spMkLst>
            <pc:docMk/>
            <pc:sldMk cId="2466310545" sldId="343"/>
            <ac:spMk id="5" creationId="{59F7243B-80F2-44F8-8D03-35AA84E994CF}"/>
          </ac:spMkLst>
        </pc:spChg>
        <pc:spChg chg="del mod">
          <ac:chgData name="Dhawan, Shubham" userId="e457b5f3-1f3d-4d58-917e-9019c3073c41" providerId="ADAL" clId="{8AF4B2D9-AAD1-4FA2-BD2A-E8108DBB59E4}" dt="2024-09-12T06:41:05.960" v="812" actId="478"/>
          <ac:spMkLst>
            <pc:docMk/>
            <pc:sldMk cId="2466310545" sldId="343"/>
            <ac:spMk id="6" creationId="{448E6AD1-AE58-4412-85EB-23DE8408DB90}"/>
          </ac:spMkLst>
        </pc:spChg>
        <pc:spChg chg="mod">
          <ac:chgData name="Dhawan, Shubham" userId="e457b5f3-1f3d-4d58-917e-9019c3073c41" providerId="ADAL" clId="{8AF4B2D9-AAD1-4FA2-BD2A-E8108DBB59E4}" dt="2024-09-12T06:41:58.637" v="833" actId="14100"/>
          <ac:spMkLst>
            <pc:docMk/>
            <pc:sldMk cId="2466310545" sldId="343"/>
            <ac:spMk id="7" creationId="{EDAC9A58-F419-493B-A5B6-32E711FB80BA}"/>
          </ac:spMkLst>
        </pc:spChg>
      </pc:sldChg>
      <pc:sldChg chg="addSp delSp modSp mod">
        <pc:chgData name="Dhawan, Shubham" userId="e457b5f3-1f3d-4d58-917e-9019c3073c41" providerId="ADAL" clId="{8AF4B2D9-AAD1-4FA2-BD2A-E8108DBB59E4}" dt="2024-09-12T07:01:21.744" v="908" actId="20577"/>
        <pc:sldMkLst>
          <pc:docMk/>
          <pc:sldMk cId="1131463983" sldId="2364"/>
        </pc:sldMkLst>
        <pc:spChg chg="add del mod">
          <ac:chgData name="Dhawan, Shubham" userId="e457b5f3-1f3d-4d58-917e-9019c3073c41" providerId="ADAL" clId="{8AF4B2D9-AAD1-4FA2-BD2A-E8108DBB59E4}" dt="2024-09-12T06:59:13.471" v="858" actId="478"/>
          <ac:spMkLst>
            <pc:docMk/>
            <pc:sldMk cId="1131463983" sldId="2364"/>
            <ac:spMk id="3" creationId="{E5FEE7C9-CA05-4472-6B16-61B218BFD965}"/>
          </ac:spMkLst>
        </pc:spChg>
        <pc:spChg chg="del">
          <ac:chgData name="Dhawan, Shubham" userId="e457b5f3-1f3d-4d58-917e-9019c3073c41" providerId="ADAL" clId="{8AF4B2D9-AAD1-4FA2-BD2A-E8108DBB59E4}" dt="2024-09-12T06:18:30.882" v="299" actId="478"/>
          <ac:spMkLst>
            <pc:docMk/>
            <pc:sldMk cId="1131463983" sldId="2364"/>
            <ac:spMk id="9" creationId="{3273B13A-D4B8-40C0-84EA-C9DA70E457DA}"/>
          </ac:spMkLst>
        </pc:spChg>
        <pc:spChg chg="del">
          <ac:chgData name="Dhawan, Shubham" userId="e457b5f3-1f3d-4d58-917e-9019c3073c41" providerId="ADAL" clId="{8AF4B2D9-AAD1-4FA2-BD2A-E8108DBB59E4}" dt="2024-09-12T06:18:30.882" v="299" actId="478"/>
          <ac:spMkLst>
            <pc:docMk/>
            <pc:sldMk cId="1131463983" sldId="2364"/>
            <ac:spMk id="10" creationId="{23589EFB-4ECD-43BF-959D-50929101485F}"/>
          </ac:spMkLst>
        </pc:spChg>
        <pc:graphicFrameChg chg="mod modGraphic">
          <ac:chgData name="Dhawan, Shubham" userId="e457b5f3-1f3d-4d58-917e-9019c3073c41" providerId="ADAL" clId="{8AF4B2D9-AAD1-4FA2-BD2A-E8108DBB59E4}" dt="2024-09-12T07:01:21.744" v="908" actId="20577"/>
          <ac:graphicFrameMkLst>
            <pc:docMk/>
            <pc:sldMk cId="1131463983" sldId="2364"/>
            <ac:graphicFrameMk id="5" creationId="{EC955B6D-9E2E-44A0-A0A9-8BEF02287B3A}"/>
          </ac:graphicFrameMkLst>
        </pc:graphicFrameChg>
        <pc:picChg chg="del">
          <ac:chgData name="Dhawan, Shubham" userId="e457b5f3-1f3d-4d58-917e-9019c3073c41" providerId="ADAL" clId="{8AF4B2D9-AAD1-4FA2-BD2A-E8108DBB59E4}" dt="2024-09-12T06:17:20.229" v="220" actId="478"/>
          <ac:picMkLst>
            <pc:docMk/>
            <pc:sldMk cId="1131463983" sldId="2364"/>
            <ac:picMk id="14" creationId="{87DCB513-6E7D-1C37-E6F3-5979D012067B}"/>
          </ac:picMkLst>
        </pc:picChg>
      </pc:sldChg>
      <pc:sldChg chg="del">
        <pc:chgData name="Dhawan, Shubham" userId="e457b5f3-1f3d-4d58-917e-9019c3073c41" providerId="ADAL" clId="{8AF4B2D9-AAD1-4FA2-BD2A-E8108DBB59E4}" dt="2024-09-12T06:40:25.643" v="739" actId="47"/>
        <pc:sldMkLst>
          <pc:docMk/>
          <pc:sldMk cId="2023904821" sldId="2535"/>
        </pc:sldMkLst>
      </pc:sldChg>
      <pc:sldChg chg="del">
        <pc:chgData name="Dhawan, Shubham" userId="e457b5f3-1f3d-4d58-917e-9019c3073c41" providerId="ADAL" clId="{8AF4B2D9-AAD1-4FA2-BD2A-E8108DBB59E4}" dt="2024-09-12T06:16:24.857" v="210" actId="47"/>
        <pc:sldMkLst>
          <pc:docMk/>
          <pc:sldMk cId="3301841682" sldId="3451"/>
        </pc:sldMkLst>
      </pc:sldChg>
      <pc:sldChg chg="addSp delSp modSp mod">
        <pc:chgData name="Dhawan, Shubham" userId="e457b5f3-1f3d-4d58-917e-9019c3073c41" providerId="ADAL" clId="{8AF4B2D9-AAD1-4FA2-BD2A-E8108DBB59E4}" dt="2024-09-12T06:36:27.386" v="710" actId="1076"/>
        <pc:sldMkLst>
          <pc:docMk/>
          <pc:sldMk cId="2279039601" sldId="2146848049"/>
        </pc:sldMkLst>
        <pc:spChg chg="add del mod modVis">
          <ac:chgData name="Dhawan, Shubham" userId="e457b5f3-1f3d-4d58-917e-9019c3073c41" providerId="ADAL" clId="{8AF4B2D9-AAD1-4FA2-BD2A-E8108DBB59E4}" dt="2024-09-12T06:14:46.092" v="61"/>
          <ac:spMkLst>
            <pc:docMk/>
            <pc:sldMk cId="2279039601" sldId="2146848049"/>
            <ac:spMk id="2" creationId="{5A91B7CC-59B9-0F29-CEEC-9A7ADC4BF603}"/>
          </ac:spMkLst>
        </pc:spChg>
        <pc:spChg chg="add del mod modVis">
          <ac:chgData name="Dhawan, Shubham" userId="e457b5f3-1f3d-4d58-917e-9019c3073c41" providerId="ADAL" clId="{8AF4B2D9-AAD1-4FA2-BD2A-E8108DBB59E4}" dt="2024-09-12T06:14:47.446" v="94"/>
          <ac:spMkLst>
            <pc:docMk/>
            <pc:sldMk cId="2279039601" sldId="2146848049"/>
            <ac:spMk id="3" creationId="{7433BF2F-A8C1-3BA2-7DA1-7D44AB3F24BE}"/>
          </ac:spMkLst>
        </pc:spChg>
        <pc:spChg chg="mod">
          <ac:chgData name="Dhawan, Shubham" userId="e457b5f3-1f3d-4d58-917e-9019c3073c41" providerId="ADAL" clId="{8AF4B2D9-AAD1-4FA2-BD2A-E8108DBB59E4}" dt="2024-09-12T06:16:03.790" v="179" actId="2711"/>
          <ac:spMkLst>
            <pc:docMk/>
            <pc:sldMk cId="2279039601" sldId="2146848049"/>
            <ac:spMk id="4" creationId="{0DFF4607-CA60-417B-8E59-D5F5BEE68F22}"/>
          </ac:spMkLst>
        </pc:spChg>
        <pc:spChg chg="add del mod modVis">
          <ac:chgData name="Dhawan, Shubham" userId="e457b5f3-1f3d-4d58-917e-9019c3073c41" providerId="ADAL" clId="{8AF4B2D9-AAD1-4FA2-BD2A-E8108DBB59E4}" dt="2024-09-12T06:14:49.612" v="127"/>
          <ac:spMkLst>
            <pc:docMk/>
            <pc:sldMk cId="2279039601" sldId="2146848049"/>
            <ac:spMk id="6" creationId="{9B880841-8390-B7B9-DC7D-956D882F6D96}"/>
          </ac:spMkLst>
        </pc:spChg>
        <pc:spChg chg="add del mod modVis">
          <ac:chgData name="Dhawan, Shubham" userId="e457b5f3-1f3d-4d58-917e-9019c3073c41" providerId="ADAL" clId="{8AF4B2D9-AAD1-4FA2-BD2A-E8108DBB59E4}" dt="2024-09-12T06:15:45.752" v="173"/>
          <ac:spMkLst>
            <pc:docMk/>
            <pc:sldMk cId="2279039601" sldId="2146848049"/>
            <ac:spMk id="7" creationId="{DD98033E-3929-0B7B-EC24-2B8C1F1A237D}"/>
          </ac:spMkLst>
        </pc:spChg>
        <pc:spChg chg="add del mod modVis">
          <ac:chgData name="Dhawan, Shubham" userId="e457b5f3-1f3d-4d58-917e-9019c3073c41" providerId="ADAL" clId="{8AF4B2D9-AAD1-4FA2-BD2A-E8108DBB59E4}" dt="2024-09-12T06:16:15.947" v="207"/>
          <ac:spMkLst>
            <pc:docMk/>
            <pc:sldMk cId="2279039601" sldId="2146848049"/>
            <ac:spMk id="8" creationId="{3EB0F387-5D36-36DC-B09F-DD371F63852B}"/>
          </ac:spMkLst>
        </pc:spChg>
        <pc:spChg chg="add del mod modVis">
          <ac:chgData name="Dhawan, Shubham" userId="e457b5f3-1f3d-4d58-917e-9019c3073c41" providerId="ADAL" clId="{8AF4B2D9-AAD1-4FA2-BD2A-E8108DBB59E4}" dt="2024-09-12T06:36:00.124" v="594"/>
          <ac:spMkLst>
            <pc:docMk/>
            <pc:sldMk cId="2279039601" sldId="2146848049"/>
            <ac:spMk id="9" creationId="{00FE8589-B9AC-4217-1C4E-64B0849AAA18}"/>
          </ac:spMkLst>
        </pc:spChg>
        <pc:spChg chg="add del mod modVis">
          <ac:chgData name="Dhawan, Shubham" userId="e457b5f3-1f3d-4d58-917e-9019c3073c41" providerId="ADAL" clId="{8AF4B2D9-AAD1-4FA2-BD2A-E8108DBB59E4}" dt="2024-09-12T06:36:00.737" v="625"/>
          <ac:spMkLst>
            <pc:docMk/>
            <pc:sldMk cId="2279039601" sldId="2146848049"/>
            <ac:spMk id="10" creationId="{BD0BA4D3-0D85-CB44-B516-F1B09C30E3D1}"/>
          </ac:spMkLst>
        </pc:spChg>
        <pc:spChg chg="mod">
          <ac:chgData name="Dhawan, Shubham" userId="e457b5f3-1f3d-4d58-917e-9019c3073c41" providerId="ADAL" clId="{8AF4B2D9-AAD1-4FA2-BD2A-E8108DBB59E4}" dt="2024-09-12T06:16:11.147" v="180" actId="2711"/>
          <ac:spMkLst>
            <pc:docMk/>
            <pc:sldMk cId="2279039601" sldId="2146848049"/>
            <ac:spMk id="11" creationId="{52662A62-29A5-53D4-AE35-56AE0E5E5981}"/>
          </ac:spMkLst>
        </pc:spChg>
        <pc:spChg chg="add del mod modVis">
          <ac:chgData name="Dhawan, Shubham" userId="e457b5f3-1f3d-4d58-917e-9019c3073c41" providerId="ADAL" clId="{8AF4B2D9-AAD1-4FA2-BD2A-E8108DBB59E4}" dt="2024-09-12T06:36:01.354" v="654"/>
          <ac:spMkLst>
            <pc:docMk/>
            <pc:sldMk cId="2279039601" sldId="2146848049"/>
            <ac:spMk id="12" creationId="{633FFEC7-0EB0-4206-BB65-F809805A2493}"/>
          </ac:spMkLst>
        </pc:spChg>
        <pc:spChg chg="add del mod modVis">
          <ac:chgData name="Dhawan, Shubham" userId="e457b5f3-1f3d-4d58-917e-9019c3073c41" providerId="ADAL" clId="{8AF4B2D9-AAD1-4FA2-BD2A-E8108DBB59E4}" dt="2024-09-12T06:36:03.440" v="691"/>
          <ac:spMkLst>
            <pc:docMk/>
            <pc:sldMk cId="2279039601" sldId="2146848049"/>
            <ac:spMk id="13" creationId="{F8B0A9E5-B8BF-3FDE-EDBE-966924FF30B4}"/>
          </ac:spMkLst>
        </pc:spChg>
        <pc:spChg chg="del mod">
          <ac:chgData name="Dhawan, Shubham" userId="e457b5f3-1f3d-4d58-917e-9019c3073c41" providerId="ADAL" clId="{8AF4B2D9-AAD1-4FA2-BD2A-E8108DBB59E4}" dt="2024-09-12T06:36:14.098" v="700" actId="478"/>
          <ac:spMkLst>
            <pc:docMk/>
            <pc:sldMk cId="2279039601" sldId="2146848049"/>
            <ac:spMk id="15" creationId="{B85B3E7C-D716-614D-8F71-C5D099C0D89F}"/>
          </ac:spMkLst>
        </pc:spChg>
        <pc:spChg chg="mod">
          <ac:chgData name="Dhawan, Shubham" userId="e457b5f3-1f3d-4d58-917e-9019c3073c41" providerId="ADAL" clId="{8AF4B2D9-AAD1-4FA2-BD2A-E8108DBB59E4}" dt="2024-09-12T06:36:27.386" v="710" actId="1076"/>
          <ac:spMkLst>
            <pc:docMk/>
            <pc:sldMk cId="2279039601" sldId="2146848049"/>
            <ac:spMk id="30" creationId="{B8F56017-D729-BF4C-9201-F34940C90AAB}"/>
          </ac:spMkLst>
        </pc:spChg>
        <pc:graphicFrameChg chg="mod">
          <ac:chgData name="Dhawan, Shubham" userId="e457b5f3-1f3d-4d58-917e-9019c3073c41" providerId="ADAL" clId="{8AF4B2D9-AAD1-4FA2-BD2A-E8108DBB59E4}" dt="2024-09-12T06:36:14.706" v="704"/>
          <ac:graphicFrameMkLst>
            <pc:docMk/>
            <pc:sldMk cId="2279039601" sldId="2146848049"/>
            <ac:graphicFrameMk id="5" creationId="{A6BDA873-4010-F217-0E88-F3A25F196DA6}"/>
          </ac:graphicFrameMkLst>
        </pc:graphicFrameChg>
      </pc:sldChg>
      <pc:sldChg chg="delSp modSp mod">
        <pc:chgData name="Dhawan, Shubham" userId="e457b5f3-1f3d-4d58-917e-9019c3073c41" providerId="ADAL" clId="{8AF4B2D9-AAD1-4FA2-BD2A-E8108DBB59E4}" dt="2024-09-12T06:25:20.217" v="383" actId="20577"/>
        <pc:sldMkLst>
          <pc:docMk/>
          <pc:sldMk cId="1474926862" sldId="2146848050"/>
        </pc:sldMkLst>
        <pc:spChg chg="mod">
          <ac:chgData name="Dhawan, Shubham" userId="e457b5f3-1f3d-4d58-917e-9019c3073c41" providerId="ADAL" clId="{8AF4B2D9-AAD1-4FA2-BD2A-E8108DBB59E4}" dt="2024-09-12T06:20:17.878" v="321" actId="1076"/>
          <ac:spMkLst>
            <pc:docMk/>
            <pc:sldMk cId="1474926862" sldId="2146848050"/>
            <ac:spMk id="2" creationId="{9818851A-5B80-F66D-E2FF-E385D7086B8B}"/>
          </ac:spMkLst>
        </pc:spChg>
        <pc:spChg chg="mod">
          <ac:chgData name="Dhawan, Shubham" userId="e457b5f3-1f3d-4d58-917e-9019c3073c41" providerId="ADAL" clId="{8AF4B2D9-AAD1-4FA2-BD2A-E8108DBB59E4}" dt="2024-09-12T06:20:17.878" v="321" actId="1076"/>
          <ac:spMkLst>
            <pc:docMk/>
            <pc:sldMk cId="1474926862" sldId="2146848050"/>
            <ac:spMk id="3" creationId="{FB77CE33-1BB4-41C2-0EF2-2F4801EE065D}"/>
          </ac:spMkLst>
        </pc:spChg>
        <pc:spChg chg="mod">
          <ac:chgData name="Dhawan, Shubham" userId="e457b5f3-1f3d-4d58-917e-9019c3073c41" providerId="ADAL" clId="{8AF4B2D9-AAD1-4FA2-BD2A-E8108DBB59E4}" dt="2024-09-12T06:20:17.878" v="321" actId="1076"/>
          <ac:spMkLst>
            <pc:docMk/>
            <pc:sldMk cId="1474926862" sldId="2146848050"/>
            <ac:spMk id="6" creationId="{C3F64E66-8138-AAA3-62AA-DEDF7D34DEF6}"/>
          </ac:spMkLst>
        </pc:spChg>
        <pc:spChg chg="mod">
          <ac:chgData name="Dhawan, Shubham" userId="e457b5f3-1f3d-4d58-917e-9019c3073c41" providerId="ADAL" clId="{8AF4B2D9-AAD1-4FA2-BD2A-E8108DBB59E4}" dt="2024-09-12T06:20:17.878" v="321" actId="1076"/>
          <ac:spMkLst>
            <pc:docMk/>
            <pc:sldMk cId="1474926862" sldId="2146848050"/>
            <ac:spMk id="7" creationId="{F3B69004-D76D-15BC-46D5-F417771E3FD9}"/>
          </ac:spMkLst>
        </pc:spChg>
        <pc:spChg chg="mod">
          <ac:chgData name="Dhawan, Shubham" userId="e457b5f3-1f3d-4d58-917e-9019c3073c41" providerId="ADAL" clId="{8AF4B2D9-AAD1-4FA2-BD2A-E8108DBB59E4}" dt="2024-09-12T06:20:17.878" v="321" actId="1076"/>
          <ac:spMkLst>
            <pc:docMk/>
            <pc:sldMk cId="1474926862" sldId="2146848050"/>
            <ac:spMk id="9" creationId="{B2F9ED1B-6123-78AE-0EE4-9A2FAD833F01}"/>
          </ac:spMkLst>
        </pc:spChg>
        <pc:spChg chg="mod">
          <ac:chgData name="Dhawan, Shubham" userId="e457b5f3-1f3d-4d58-917e-9019c3073c41" providerId="ADAL" clId="{8AF4B2D9-AAD1-4FA2-BD2A-E8108DBB59E4}" dt="2024-09-12T06:20:05.765" v="320" actId="403"/>
          <ac:spMkLst>
            <pc:docMk/>
            <pc:sldMk cId="1474926862" sldId="2146848050"/>
            <ac:spMk id="11" creationId="{09E5F9FD-CF4E-4608-9B95-8BBC6E87A63B}"/>
          </ac:spMkLst>
        </pc:spChg>
        <pc:spChg chg="mod">
          <ac:chgData name="Dhawan, Shubham" userId="e457b5f3-1f3d-4d58-917e-9019c3073c41" providerId="ADAL" clId="{8AF4B2D9-AAD1-4FA2-BD2A-E8108DBB59E4}" dt="2024-09-12T06:20:17.878" v="321" actId="1076"/>
          <ac:spMkLst>
            <pc:docMk/>
            <pc:sldMk cId="1474926862" sldId="2146848050"/>
            <ac:spMk id="12" creationId="{FADD352B-D268-E582-516E-666C88469D1D}"/>
          </ac:spMkLst>
        </pc:spChg>
        <pc:spChg chg="mod">
          <ac:chgData name="Dhawan, Shubham" userId="e457b5f3-1f3d-4d58-917e-9019c3073c41" providerId="ADAL" clId="{8AF4B2D9-AAD1-4FA2-BD2A-E8108DBB59E4}" dt="2024-09-12T06:20:17.878" v="321" actId="1076"/>
          <ac:spMkLst>
            <pc:docMk/>
            <pc:sldMk cId="1474926862" sldId="2146848050"/>
            <ac:spMk id="13" creationId="{0203F232-DA8B-97C9-E170-5882043C19B7}"/>
          </ac:spMkLst>
        </pc:spChg>
        <pc:spChg chg="mod">
          <ac:chgData name="Dhawan, Shubham" userId="e457b5f3-1f3d-4d58-917e-9019c3073c41" providerId="ADAL" clId="{8AF4B2D9-AAD1-4FA2-BD2A-E8108DBB59E4}" dt="2024-09-12T06:20:17.878" v="321" actId="1076"/>
          <ac:spMkLst>
            <pc:docMk/>
            <pc:sldMk cId="1474926862" sldId="2146848050"/>
            <ac:spMk id="14" creationId="{7FBB5D3D-3EB9-FB2A-B082-5D68D20DD4DE}"/>
          </ac:spMkLst>
        </pc:spChg>
        <pc:spChg chg="mod">
          <ac:chgData name="Dhawan, Shubham" userId="e457b5f3-1f3d-4d58-917e-9019c3073c41" providerId="ADAL" clId="{8AF4B2D9-AAD1-4FA2-BD2A-E8108DBB59E4}" dt="2024-09-12T06:20:17.878" v="321" actId="1076"/>
          <ac:spMkLst>
            <pc:docMk/>
            <pc:sldMk cId="1474926862" sldId="2146848050"/>
            <ac:spMk id="15" creationId="{78533240-29D9-8F9F-D284-0263F4587F25}"/>
          </ac:spMkLst>
        </pc:spChg>
        <pc:spChg chg="mod">
          <ac:chgData name="Dhawan, Shubham" userId="e457b5f3-1f3d-4d58-917e-9019c3073c41" providerId="ADAL" clId="{8AF4B2D9-AAD1-4FA2-BD2A-E8108DBB59E4}" dt="2024-09-12T06:20:17.878" v="321" actId="1076"/>
          <ac:spMkLst>
            <pc:docMk/>
            <pc:sldMk cId="1474926862" sldId="2146848050"/>
            <ac:spMk id="17" creationId="{3339A566-C39A-174A-3A86-C82AFA6B703F}"/>
          </ac:spMkLst>
        </pc:spChg>
        <pc:spChg chg="mod">
          <ac:chgData name="Dhawan, Shubham" userId="e457b5f3-1f3d-4d58-917e-9019c3073c41" providerId="ADAL" clId="{8AF4B2D9-AAD1-4FA2-BD2A-E8108DBB59E4}" dt="2024-09-12T06:20:17.878" v="321" actId="1076"/>
          <ac:spMkLst>
            <pc:docMk/>
            <pc:sldMk cId="1474926862" sldId="2146848050"/>
            <ac:spMk id="18" creationId="{FAC874F0-A6F0-D5B7-B933-E6EF3C080D08}"/>
          </ac:spMkLst>
        </pc:spChg>
        <pc:spChg chg="mod">
          <ac:chgData name="Dhawan, Shubham" userId="e457b5f3-1f3d-4d58-917e-9019c3073c41" providerId="ADAL" clId="{8AF4B2D9-AAD1-4FA2-BD2A-E8108DBB59E4}" dt="2024-09-12T06:20:17.878" v="321" actId="1076"/>
          <ac:spMkLst>
            <pc:docMk/>
            <pc:sldMk cId="1474926862" sldId="2146848050"/>
            <ac:spMk id="19" creationId="{3FAE59ED-D5DA-37F9-B28A-52D4B557E1D8}"/>
          </ac:spMkLst>
        </pc:spChg>
        <pc:spChg chg="mod">
          <ac:chgData name="Dhawan, Shubham" userId="e457b5f3-1f3d-4d58-917e-9019c3073c41" providerId="ADAL" clId="{8AF4B2D9-AAD1-4FA2-BD2A-E8108DBB59E4}" dt="2024-09-12T06:20:17.878" v="321" actId="1076"/>
          <ac:spMkLst>
            <pc:docMk/>
            <pc:sldMk cId="1474926862" sldId="2146848050"/>
            <ac:spMk id="20" creationId="{7DC347F7-80B7-3C81-80FD-9C1BEFDEF4C8}"/>
          </ac:spMkLst>
        </pc:spChg>
        <pc:spChg chg="mod">
          <ac:chgData name="Dhawan, Shubham" userId="e457b5f3-1f3d-4d58-917e-9019c3073c41" providerId="ADAL" clId="{8AF4B2D9-AAD1-4FA2-BD2A-E8108DBB59E4}" dt="2024-09-12T06:25:20.217" v="383" actId="20577"/>
          <ac:spMkLst>
            <pc:docMk/>
            <pc:sldMk cId="1474926862" sldId="2146848050"/>
            <ac:spMk id="21" creationId="{FCA29FE5-FF00-FF53-AEC0-6864C4C76731}"/>
          </ac:spMkLst>
        </pc:spChg>
        <pc:spChg chg="mod">
          <ac:chgData name="Dhawan, Shubham" userId="e457b5f3-1f3d-4d58-917e-9019c3073c41" providerId="ADAL" clId="{8AF4B2D9-AAD1-4FA2-BD2A-E8108DBB59E4}" dt="2024-09-12T06:20:17.878" v="321" actId="1076"/>
          <ac:spMkLst>
            <pc:docMk/>
            <pc:sldMk cId="1474926862" sldId="2146848050"/>
            <ac:spMk id="25" creationId="{DE53C3D8-00AB-C05D-278B-6D242284A417}"/>
          </ac:spMkLst>
        </pc:spChg>
        <pc:spChg chg="mod">
          <ac:chgData name="Dhawan, Shubham" userId="e457b5f3-1f3d-4d58-917e-9019c3073c41" providerId="ADAL" clId="{8AF4B2D9-AAD1-4FA2-BD2A-E8108DBB59E4}" dt="2024-09-12T06:20:17.878" v="321" actId="1076"/>
          <ac:spMkLst>
            <pc:docMk/>
            <pc:sldMk cId="1474926862" sldId="2146848050"/>
            <ac:spMk id="28" creationId="{47A0B7CB-A04C-C153-0066-7CA4584EDD2A}"/>
          </ac:spMkLst>
        </pc:spChg>
        <pc:spChg chg="mod">
          <ac:chgData name="Dhawan, Shubham" userId="e457b5f3-1f3d-4d58-917e-9019c3073c41" providerId="ADAL" clId="{8AF4B2D9-AAD1-4FA2-BD2A-E8108DBB59E4}" dt="2024-09-12T06:20:17.878" v="321" actId="1076"/>
          <ac:spMkLst>
            <pc:docMk/>
            <pc:sldMk cId="1474926862" sldId="2146848050"/>
            <ac:spMk id="29" creationId="{FF8F2502-3275-4CCC-6DC6-8E5E357303D7}"/>
          </ac:spMkLst>
        </pc:spChg>
        <pc:spChg chg="mod">
          <ac:chgData name="Dhawan, Shubham" userId="e457b5f3-1f3d-4d58-917e-9019c3073c41" providerId="ADAL" clId="{8AF4B2D9-AAD1-4FA2-BD2A-E8108DBB59E4}" dt="2024-09-12T06:20:01.545" v="319" actId="2711"/>
          <ac:spMkLst>
            <pc:docMk/>
            <pc:sldMk cId="1474926862" sldId="2146848050"/>
            <ac:spMk id="33" creationId="{A6BA5E73-3E7D-8497-8AA9-382DF2987395}"/>
          </ac:spMkLst>
        </pc:spChg>
        <pc:grpChg chg="mod">
          <ac:chgData name="Dhawan, Shubham" userId="e457b5f3-1f3d-4d58-917e-9019c3073c41" providerId="ADAL" clId="{8AF4B2D9-AAD1-4FA2-BD2A-E8108DBB59E4}" dt="2024-09-12T06:20:17.878" v="321" actId="1076"/>
          <ac:grpSpMkLst>
            <pc:docMk/>
            <pc:sldMk cId="1474926862" sldId="2146848050"/>
            <ac:grpSpMk id="30" creationId="{EE5FAD57-C9E5-34B0-A925-DFA033AE50EA}"/>
          </ac:grpSpMkLst>
        </pc:grpChg>
        <pc:picChg chg="mod">
          <ac:chgData name="Dhawan, Shubham" userId="e457b5f3-1f3d-4d58-917e-9019c3073c41" providerId="ADAL" clId="{8AF4B2D9-AAD1-4FA2-BD2A-E8108DBB59E4}" dt="2024-09-12T06:20:17.878" v="321" actId="1076"/>
          <ac:picMkLst>
            <pc:docMk/>
            <pc:sldMk cId="1474926862" sldId="2146848050"/>
            <ac:picMk id="16" creationId="{5A2D1987-13BF-693B-A291-C2D82041349F}"/>
          </ac:picMkLst>
        </pc:picChg>
        <pc:picChg chg="del">
          <ac:chgData name="Dhawan, Shubham" userId="e457b5f3-1f3d-4d58-917e-9019c3073c41" providerId="ADAL" clId="{8AF4B2D9-AAD1-4FA2-BD2A-E8108DBB59E4}" dt="2024-09-12T06:20:20.513" v="322" actId="478"/>
          <ac:picMkLst>
            <pc:docMk/>
            <pc:sldMk cId="1474926862" sldId="2146848050"/>
            <ac:picMk id="35" creationId="{3DEF569F-9EDC-D167-30C1-B6BCD65A3D1E}"/>
          </ac:picMkLst>
        </pc:picChg>
        <pc:cxnChg chg="mod">
          <ac:chgData name="Dhawan, Shubham" userId="e457b5f3-1f3d-4d58-917e-9019c3073c41" providerId="ADAL" clId="{8AF4B2D9-AAD1-4FA2-BD2A-E8108DBB59E4}" dt="2024-09-12T06:20:17.878" v="321" actId="1076"/>
          <ac:cxnSpMkLst>
            <pc:docMk/>
            <pc:sldMk cId="1474926862" sldId="2146848050"/>
            <ac:cxnSpMk id="4" creationId="{6D07F745-C745-6FE2-69B3-5EB3359E8679}"/>
          </ac:cxnSpMkLst>
        </pc:cxnChg>
        <pc:cxnChg chg="mod">
          <ac:chgData name="Dhawan, Shubham" userId="e457b5f3-1f3d-4d58-917e-9019c3073c41" providerId="ADAL" clId="{8AF4B2D9-AAD1-4FA2-BD2A-E8108DBB59E4}" dt="2024-09-12T06:20:17.878" v="321" actId="1076"/>
          <ac:cxnSpMkLst>
            <pc:docMk/>
            <pc:sldMk cId="1474926862" sldId="2146848050"/>
            <ac:cxnSpMk id="5" creationId="{AF3A80E4-3F01-E5ED-0288-383628C540BE}"/>
          </ac:cxnSpMkLst>
        </pc:cxnChg>
        <pc:cxnChg chg="mod">
          <ac:chgData name="Dhawan, Shubham" userId="e457b5f3-1f3d-4d58-917e-9019c3073c41" providerId="ADAL" clId="{8AF4B2D9-AAD1-4FA2-BD2A-E8108DBB59E4}" dt="2024-09-12T06:20:17.878" v="321" actId="1076"/>
          <ac:cxnSpMkLst>
            <pc:docMk/>
            <pc:sldMk cId="1474926862" sldId="2146848050"/>
            <ac:cxnSpMk id="22" creationId="{B4520FA7-9A52-C5E9-47C7-6AE6209F6F68}"/>
          </ac:cxnSpMkLst>
        </pc:cxnChg>
        <pc:cxnChg chg="mod">
          <ac:chgData name="Dhawan, Shubham" userId="e457b5f3-1f3d-4d58-917e-9019c3073c41" providerId="ADAL" clId="{8AF4B2D9-AAD1-4FA2-BD2A-E8108DBB59E4}" dt="2024-09-12T06:20:17.878" v="321" actId="1076"/>
          <ac:cxnSpMkLst>
            <pc:docMk/>
            <pc:sldMk cId="1474926862" sldId="2146848050"/>
            <ac:cxnSpMk id="23" creationId="{6B0EF722-09D6-0EA7-6E8B-18AC14503EE3}"/>
          </ac:cxnSpMkLst>
        </pc:cxnChg>
        <pc:cxnChg chg="mod">
          <ac:chgData name="Dhawan, Shubham" userId="e457b5f3-1f3d-4d58-917e-9019c3073c41" providerId="ADAL" clId="{8AF4B2D9-AAD1-4FA2-BD2A-E8108DBB59E4}" dt="2024-09-12T06:20:17.878" v="321" actId="1076"/>
          <ac:cxnSpMkLst>
            <pc:docMk/>
            <pc:sldMk cId="1474926862" sldId="2146848050"/>
            <ac:cxnSpMk id="24" creationId="{DD7E1C88-C23C-3876-57D4-CCE58610D513}"/>
          </ac:cxnSpMkLst>
        </pc:cxnChg>
        <pc:cxnChg chg="mod">
          <ac:chgData name="Dhawan, Shubham" userId="e457b5f3-1f3d-4d58-917e-9019c3073c41" providerId="ADAL" clId="{8AF4B2D9-AAD1-4FA2-BD2A-E8108DBB59E4}" dt="2024-09-12T06:20:17.878" v="321" actId="1076"/>
          <ac:cxnSpMkLst>
            <pc:docMk/>
            <pc:sldMk cId="1474926862" sldId="2146848050"/>
            <ac:cxnSpMk id="26" creationId="{0A0DAF78-95A6-4A69-319E-124C30183A8F}"/>
          </ac:cxnSpMkLst>
        </pc:cxnChg>
        <pc:cxnChg chg="mod">
          <ac:chgData name="Dhawan, Shubham" userId="e457b5f3-1f3d-4d58-917e-9019c3073c41" providerId="ADAL" clId="{8AF4B2D9-AAD1-4FA2-BD2A-E8108DBB59E4}" dt="2024-09-12T06:20:17.878" v="321" actId="1076"/>
          <ac:cxnSpMkLst>
            <pc:docMk/>
            <pc:sldMk cId="1474926862" sldId="2146848050"/>
            <ac:cxnSpMk id="27" creationId="{4B336AAE-BFD1-E950-E327-49FFD06997B1}"/>
          </ac:cxnSpMkLst>
        </pc:cxnChg>
      </pc:sldChg>
      <pc:sldChg chg="addSp delSp modSp mod ord">
        <pc:chgData name="Dhawan, Shubham" userId="e457b5f3-1f3d-4d58-917e-9019c3073c41" providerId="ADAL" clId="{8AF4B2D9-AAD1-4FA2-BD2A-E8108DBB59E4}" dt="2024-09-12T06:27:59.632" v="504" actId="478"/>
        <pc:sldMkLst>
          <pc:docMk/>
          <pc:sldMk cId="35364392" sldId="2146848051"/>
        </pc:sldMkLst>
        <pc:spChg chg="add mod">
          <ac:chgData name="Dhawan, Shubham" userId="e457b5f3-1f3d-4d58-917e-9019c3073c41" providerId="ADAL" clId="{8AF4B2D9-AAD1-4FA2-BD2A-E8108DBB59E4}" dt="2024-09-12T06:24:27.892" v="355" actId="1076"/>
          <ac:spMkLst>
            <pc:docMk/>
            <pc:sldMk cId="35364392" sldId="2146848051"/>
            <ac:spMk id="4" creationId="{048F1429-CDA1-03DD-2164-C79AB97F7802}"/>
          </ac:spMkLst>
        </pc:spChg>
        <pc:spChg chg="add del mod">
          <ac:chgData name="Dhawan, Shubham" userId="e457b5f3-1f3d-4d58-917e-9019c3073c41" providerId="ADAL" clId="{8AF4B2D9-AAD1-4FA2-BD2A-E8108DBB59E4}" dt="2024-09-12T06:24:51.237" v="374" actId="1076"/>
          <ac:spMkLst>
            <pc:docMk/>
            <pc:sldMk cId="35364392" sldId="2146848051"/>
            <ac:spMk id="5" creationId="{9A85B7F8-75F7-7EA3-0CC8-B8EF58D74AB2}"/>
          </ac:spMkLst>
        </pc:spChg>
        <pc:spChg chg="mod">
          <ac:chgData name="Dhawan, Shubham" userId="e457b5f3-1f3d-4d58-917e-9019c3073c41" providerId="ADAL" clId="{8AF4B2D9-AAD1-4FA2-BD2A-E8108DBB59E4}" dt="2024-09-12T06:21:04.733" v="325" actId="108"/>
          <ac:spMkLst>
            <pc:docMk/>
            <pc:sldMk cId="35364392" sldId="2146848051"/>
            <ac:spMk id="11" creationId="{09E5F9FD-CF4E-4608-9B95-8BBC6E87A63B}"/>
          </ac:spMkLst>
        </pc:spChg>
        <pc:spChg chg="mod">
          <ac:chgData name="Dhawan, Shubham" userId="e457b5f3-1f3d-4d58-917e-9019c3073c41" providerId="ADAL" clId="{8AF4B2D9-AAD1-4FA2-BD2A-E8108DBB59E4}" dt="2024-09-12T06:22:20.507" v="351" actId="20577"/>
          <ac:spMkLst>
            <pc:docMk/>
            <pc:sldMk cId="35364392" sldId="2146848051"/>
            <ac:spMk id="33" creationId="{A6BA5E73-3E7D-8497-8AA9-382DF2987395}"/>
          </ac:spMkLst>
        </pc:spChg>
        <pc:spChg chg="mod">
          <ac:chgData name="Dhawan, Shubham" userId="e457b5f3-1f3d-4d58-917e-9019c3073c41" providerId="ADAL" clId="{8AF4B2D9-AAD1-4FA2-BD2A-E8108DBB59E4}" dt="2024-09-12T06:25:11.538" v="381" actId="20577"/>
          <ac:spMkLst>
            <pc:docMk/>
            <pc:sldMk cId="35364392" sldId="2146848051"/>
            <ac:spMk id="37" creationId="{A876A279-7CF3-A8DB-E827-8FA74D710BDF}"/>
          </ac:spMkLst>
        </pc:spChg>
        <pc:spChg chg="mod">
          <ac:chgData name="Dhawan, Shubham" userId="e457b5f3-1f3d-4d58-917e-9019c3073c41" providerId="ADAL" clId="{8AF4B2D9-AAD1-4FA2-BD2A-E8108DBB59E4}" dt="2024-09-12T06:24:17.812" v="353" actId="1076"/>
          <ac:spMkLst>
            <pc:docMk/>
            <pc:sldMk cId="35364392" sldId="2146848051"/>
            <ac:spMk id="154" creationId="{140D166B-A9C5-6E16-F003-AB1C534D51F6}"/>
          </ac:spMkLst>
        </pc:spChg>
        <pc:grpChg chg="mod">
          <ac:chgData name="Dhawan, Shubham" userId="e457b5f3-1f3d-4d58-917e-9019c3073c41" providerId="ADAL" clId="{8AF4B2D9-AAD1-4FA2-BD2A-E8108DBB59E4}" dt="2024-09-12T06:24:04.241" v="352" actId="1076"/>
          <ac:grpSpMkLst>
            <pc:docMk/>
            <pc:sldMk cId="35364392" sldId="2146848051"/>
            <ac:grpSpMk id="133" creationId="{37748040-AA10-C2D5-FA88-82FD8C1AB6EC}"/>
          </ac:grpSpMkLst>
        </pc:grpChg>
        <pc:graphicFrameChg chg="del">
          <ac:chgData name="Dhawan, Shubham" userId="e457b5f3-1f3d-4d58-917e-9019c3073c41" providerId="ADAL" clId="{8AF4B2D9-AAD1-4FA2-BD2A-E8108DBB59E4}" dt="2024-09-12T06:21:18.127" v="327" actId="478"/>
          <ac:graphicFrameMkLst>
            <pc:docMk/>
            <pc:sldMk cId="35364392" sldId="2146848051"/>
            <ac:graphicFrameMk id="159" creationId="{18B73094-2E40-7ECD-746B-3954A74F2AC5}"/>
          </ac:graphicFrameMkLst>
        </pc:graphicFrameChg>
        <pc:picChg chg="del">
          <ac:chgData name="Dhawan, Shubham" userId="e457b5f3-1f3d-4d58-917e-9019c3073c41" providerId="ADAL" clId="{8AF4B2D9-AAD1-4FA2-BD2A-E8108DBB59E4}" dt="2024-09-12T06:27:59.632" v="504" actId="478"/>
          <ac:picMkLst>
            <pc:docMk/>
            <pc:sldMk cId="35364392" sldId="2146848051"/>
            <ac:picMk id="3" creationId="{CB02550A-7547-DD41-6789-C1790E361CCB}"/>
          </ac:picMkLst>
        </pc:picChg>
      </pc:sldChg>
      <pc:sldChg chg="addSp delSp modSp mod">
        <pc:chgData name="Dhawan, Shubham" userId="e457b5f3-1f3d-4d58-917e-9019c3073c41" providerId="ADAL" clId="{8AF4B2D9-AAD1-4FA2-BD2A-E8108DBB59E4}" dt="2024-09-12T07:14:47.832" v="1517" actId="207"/>
        <pc:sldMkLst>
          <pc:docMk/>
          <pc:sldMk cId="96083491" sldId="2146848052"/>
        </pc:sldMkLst>
        <pc:spChg chg="mod">
          <ac:chgData name="Dhawan, Shubham" userId="e457b5f3-1f3d-4d58-917e-9019c3073c41" providerId="ADAL" clId="{8AF4B2D9-AAD1-4FA2-BD2A-E8108DBB59E4}" dt="2024-09-12T07:14:01.978" v="1462" actId="255"/>
          <ac:spMkLst>
            <pc:docMk/>
            <pc:sldMk cId="96083491" sldId="2146848052"/>
            <ac:spMk id="3" creationId="{88D0870E-9C5B-B413-8248-3AB0EA91006F}"/>
          </ac:spMkLst>
        </pc:spChg>
        <pc:spChg chg="del">
          <ac:chgData name="Dhawan, Shubham" userId="e457b5f3-1f3d-4d58-917e-9019c3073c41" providerId="ADAL" clId="{8AF4B2D9-AAD1-4FA2-BD2A-E8108DBB59E4}" dt="2024-09-12T06:27:52.059" v="502" actId="478"/>
          <ac:spMkLst>
            <pc:docMk/>
            <pc:sldMk cId="96083491" sldId="2146848052"/>
            <ac:spMk id="5" creationId="{B4797F8F-B8F0-E927-FC24-E68C45E831CE}"/>
          </ac:spMkLst>
        </pc:spChg>
        <pc:spChg chg="del">
          <ac:chgData name="Dhawan, Shubham" userId="e457b5f3-1f3d-4d58-917e-9019c3073c41" providerId="ADAL" clId="{8AF4B2D9-AAD1-4FA2-BD2A-E8108DBB59E4}" dt="2024-09-12T06:27:52.059" v="502" actId="478"/>
          <ac:spMkLst>
            <pc:docMk/>
            <pc:sldMk cId="96083491" sldId="2146848052"/>
            <ac:spMk id="6" creationId="{B7CCB489-6EFA-C5DA-DF35-D2820137912E}"/>
          </ac:spMkLst>
        </pc:spChg>
        <pc:spChg chg="del">
          <ac:chgData name="Dhawan, Shubham" userId="e457b5f3-1f3d-4d58-917e-9019c3073c41" providerId="ADAL" clId="{8AF4B2D9-AAD1-4FA2-BD2A-E8108DBB59E4}" dt="2024-09-12T06:27:52.059" v="502" actId="478"/>
          <ac:spMkLst>
            <pc:docMk/>
            <pc:sldMk cId="96083491" sldId="2146848052"/>
            <ac:spMk id="7" creationId="{1ACC185D-D24C-4F70-430B-A3A774783712}"/>
          </ac:spMkLst>
        </pc:spChg>
        <pc:spChg chg="mod">
          <ac:chgData name="Dhawan, Shubham" userId="e457b5f3-1f3d-4d58-917e-9019c3073c41" providerId="ADAL" clId="{8AF4B2D9-AAD1-4FA2-BD2A-E8108DBB59E4}" dt="2024-09-12T06:25:49.724" v="384" actId="108"/>
          <ac:spMkLst>
            <pc:docMk/>
            <pc:sldMk cId="96083491" sldId="2146848052"/>
            <ac:spMk id="11" creationId="{09E5F9FD-CF4E-4608-9B95-8BBC6E87A63B}"/>
          </ac:spMkLst>
        </pc:spChg>
        <pc:spChg chg="del">
          <ac:chgData name="Dhawan, Shubham" userId="e457b5f3-1f3d-4d58-917e-9019c3073c41" providerId="ADAL" clId="{8AF4B2D9-AAD1-4FA2-BD2A-E8108DBB59E4}" dt="2024-09-12T06:27:52.059" v="502" actId="478"/>
          <ac:spMkLst>
            <pc:docMk/>
            <pc:sldMk cId="96083491" sldId="2146848052"/>
            <ac:spMk id="14" creationId="{98F78AB5-1EBA-D078-159E-ED3E70C57A6E}"/>
          </ac:spMkLst>
        </pc:spChg>
        <pc:spChg chg="del">
          <ac:chgData name="Dhawan, Shubham" userId="e457b5f3-1f3d-4d58-917e-9019c3073c41" providerId="ADAL" clId="{8AF4B2D9-AAD1-4FA2-BD2A-E8108DBB59E4}" dt="2024-09-12T06:27:52.059" v="502" actId="478"/>
          <ac:spMkLst>
            <pc:docMk/>
            <pc:sldMk cId="96083491" sldId="2146848052"/>
            <ac:spMk id="15" creationId="{472EFC5A-E3CB-0EAB-48AB-1ED0EF465F1F}"/>
          </ac:spMkLst>
        </pc:spChg>
        <pc:spChg chg="del">
          <ac:chgData name="Dhawan, Shubham" userId="e457b5f3-1f3d-4d58-917e-9019c3073c41" providerId="ADAL" clId="{8AF4B2D9-AAD1-4FA2-BD2A-E8108DBB59E4}" dt="2024-09-12T06:27:52.059" v="502" actId="478"/>
          <ac:spMkLst>
            <pc:docMk/>
            <pc:sldMk cId="96083491" sldId="2146848052"/>
            <ac:spMk id="19" creationId="{AD864D0A-4B6D-4D96-2EDD-194AC496924E}"/>
          </ac:spMkLst>
        </pc:spChg>
        <pc:spChg chg="del">
          <ac:chgData name="Dhawan, Shubham" userId="e457b5f3-1f3d-4d58-917e-9019c3073c41" providerId="ADAL" clId="{8AF4B2D9-AAD1-4FA2-BD2A-E8108DBB59E4}" dt="2024-09-12T06:27:52.059" v="502" actId="478"/>
          <ac:spMkLst>
            <pc:docMk/>
            <pc:sldMk cId="96083491" sldId="2146848052"/>
            <ac:spMk id="20" creationId="{DF7548DC-BA96-D04D-4D7B-48CD1D93DD08}"/>
          </ac:spMkLst>
        </pc:spChg>
        <pc:spChg chg="del">
          <ac:chgData name="Dhawan, Shubham" userId="e457b5f3-1f3d-4d58-917e-9019c3073c41" providerId="ADAL" clId="{8AF4B2D9-AAD1-4FA2-BD2A-E8108DBB59E4}" dt="2024-09-12T06:27:52.059" v="502" actId="478"/>
          <ac:spMkLst>
            <pc:docMk/>
            <pc:sldMk cId="96083491" sldId="2146848052"/>
            <ac:spMk id="24" creationId="{1A6852EB-B102-9685-C3DA-39326CD85DDF}"/>
          </ac:spMkLst>
        </pc:spChg>
        <pc:spChg chg="del">
          <ac:chgData name="Dhawan, Shubham" userId="e457b5f3-1f3d-4d58-917e-9019c3073c41" providerId="ADAL" clId="{8AF4B2D9-AAD1-4FA2-BD2A-E8108DBB59E4}" dt="2024-09-12T06:27:52.059" v="502" actId="478"/>
          <ac:spMkLst>
            <pc:docMk/>
            <pc:sldMk cId="96083491" sldId="2146848052"/>
            <ac:spMk id="25" creationId="{EF006949-0CF8-C0EE-6ED2-6267D58BA1D0}"/>
          </ac:spMkLst>
        </pc:spChg>
        <pc:spChg chg="del">
          <ac:chgData name="Dhawan, Shubham" userId="e457b5f3-1f3d-4d58-917e-9019c3073c41" providerId="ADAL" clId="{8AF4B2D9-AAD1-4FA2-BD2A-E8108DBB59E4}" dt="2024-09-12T06:27:52.059" v="502" actId="478"/>
          <ac:spMkLst>
            <pc:docMk/>
            <pc:sldMk cId="96083491" sldId="2146848052"/>
            <ac:spMk id="29" creationId="{5C57E547-9E02-C776-6FF7-0A6A11CE7E49}"/>
          </ac:spMkLst>
        </pc:spChg>
        <pc:spChg chg="del">
          <ac:chgData name="Dhawan, Shubham" userId="e457b5f3-1f3d-4d58-917e-9019c3073c41" providerId="ADAL" clId="{8AF4B2D9-AAD1-4FA2-BD2A-E8108DBB59E4}" dt="2024-09-12T06:27:52.059" v="502" actId="478"/>
          <ac:spMkLst>
            <pc:docMk/>
            <pc:sldMk cId="96083491" sldId="2146848052"/>
            <ac:spMk id="30" creationId="{74D7DAA3-D7B3-AB83-C9D2-0D822EF1F5C4}"/>
          </ac:spMkLst>
        </pc:spChg>
        <pc:spChg chg="add mod">
          <ac:chgData name="Dhawan, Shubham" userId="e457b5f3-1f3d-4d58-917e-9019c3073c41" providerId="ADAL" clId="{8AF4B2D9-AAD1-4FA2-BD2A-E8108DBB59E4}" dt="2024-09-12T07:14:47.832" v="1517" actId="207"/>
          <ac:spMkLst>
            <pc:docMk/>
            <pc:sldMk cId="96083491" sldId="2146848052"/>
            <ac:spMk id="33" creationId="{5A2B0691-6C10-0FEA-841C-E872EDCBA2F7}"/>
          </ac:spMkLst>
        </pc:spChg>
        <pc:spChg chg="del">
          <ac:chgData name="Dhawan, Shubham" userId="e457b5f3-1f3d-4d58-917e-9019c3073c41" providerId="ADAL" clId="{8AF4B2D9-AAD1-4FA2-BD2A-E8108DBB59E4}" dt="2024-09-12T06:27:52.059" v="502" actId="478"/>
          <ac:spMkLst>
            <pc:docMk/>
            <pc:sldMk cId="96083491" sldId="2146848052"/>
            <ac:spMk id="354" creationId="{31152C48-E053-D5B3-8F86-29E72AC70767}"/>
          </ac:spMkLst>
        </pc:spChg>
        <pc:spChg chg="mod">
          <ac:chgData name="Dhawan, Shubham" userId="e457b5f3-1f3d-4d58-917e-9019c3073c41" providerId="ADAL" clId="{8AF4B2D9-AAD1-4FA2-BD2A-E8108DBB59E4}" dt="2024-09-12T07:00:20.547" v="889" actId="1076"/>
          <ac:spMkLst>
            <pc:docMk/>
            <pc:sldMk cId="96083491" sldId="2146848052"/>
            <ac:spMk id="356" creationId="{88A1A221-5FC7-2F4E-8ED7-8A333F4585CA}"/>
          </ac:spMkLst>
        </pc:spChg>
        <pc:spChg chg="mod">
          <ac:chgData name="Dhawan, Shubham" userId="e457b5f3-1f3d-4d58-917e-9019c3073c41" providerId="ADAL" clId="{8AF4B2D9-AAD1-4FA2-BD2A-E8108DBB59E4}" dt="2024-09-12T07:00:18.202" v="888" actId="1076"/>
          <ac:spMkLst>
            <pc:docMk/>
            <pc:sldMk cId="96083491" sldId="2146848052"/>
            <ac:spMk id="361" creationId="{0CBEC839-75E1-FFA6-8307-4DB9A54D2C5B}"/>
          </ac:spMkLst>
        </pc:spChg>
        <pc:grpChg chg="del">
          <ac:chgData name="Dhawan, Shubham" userId="e457b5f3-1f3d-4d58-917e-9019c3073c41" providerId="ADAL" clId="{8AF4B2D9-AAD1-4FA2-BD2A-E8108DBB59E4}" dt="2024-09-12T06:27:52.059" v="502" actId="478"/>
          <ac:grpSpMkLst>
            <pc:docMk/>
            <pc:sldMk cId="96083491" sldId="2146848052"/>
            <ac:grpSpMk id="8" creationId="{AD40926F-879D-7A5B-F82D-56DB696399E5}"/>
          </ac:grpSpMkLst>
        </pc:grpChg>
        <pc:grpChg chg="del">
          <ac:chgData name="Dhawan, Shubham" userId="e457b5f3-1f3d-4d58-917e-9019c3073c41" providerId="ADAL" clId="{8AF4B2D9-AAD1-4FA2-BD2A-E8108DBB59E4}" dt="2024-09-12T06:27:52.059" v="502" actId="478"/>
          <ac:grpSpMkLst>
            <pc:docMk/>
            <pc:sldMk cId="96083491" sldId="2146848052"/>
            <ac:grpSpMk id="16" creationId="{534175D7-92CD-28E1-216D-E15D200F329E}"/>
          </ac:grpSpMkLst>
        </pc:grpChg>
        <pc:grpChg chg="del">
          <ac:chgData name="Dhawan, Shubham" userId="e457b5f3-1f3d-4d58-917e-9019c3073c41" providerId="ADAL" clId="{8AF4B2D9-AAD1-4FA2-BD2A-E8108DBB59E4}" dt="2024-09-12T06:27:52.059" v="502" actId="478"/>
          <ac:grpSpMkLst>
            <pc:docMk/>
            <pc:sldMk cId="96083491" sldId="2146848052"/>
            <ac:grpSpMk id="21" creationId="{C83D3CF8-B1CF-4AF1-B9B3-D2F77033FC39}"/>
          </ac:grpSpMkLst>
        </pc:grpChg>
        <pc:grpChg chg="del">
          <ac:chgData name="Dhawan, Shubham" userId="e457b5f3-1f3d-4d58-917e-9019c3073c41" providerId="ADAL" clId="{8AF4B2D9-AAD1-4FA2-BD2A-E8108DBB59E4}" dt="2024-09-12T06:27:52.059" v="502" actId="478"/>
          <ac:grpSpMkLst>
            <pc:docMk/>
            <pc:sldMk cId="96083491" sldId="2146848052"/>
            <ac:grpSpMk id="26" creationId="{B800FC3C-6C61-2A03-97CC-03FD53DDAC59}"/>
          </ac:grpSpMkLst>
        </pc:grpChg>
        <pc:grpChg chg="del">
          <ac:chgData name="Dhawan, Shubham" userId="e457b5f3-1f3d-4d58-917e-9019c3073c41" providerId="ADAL" clId="{8AF4B2D9-AAD1-4FA2-BD2A-E8108DBB59E4}" dt="2024-09-12T06:27:52.059" v="502" actId="478"/>
          <ac:grpSpMkLst>
            <pc:docMk/>
            <pc:sldMk cId="96083491" sldId="2146848052"/>
            <ac:grpSpMk id="31" creationId="{43A2B9DC-73A1-F2A2-A7D4-59A97E7C345A}"/>
          </ac:grpSpMkLst>
        </pc:grpChg>
        <pc:picChg chg="mod">
          <ac:chgData name="Dhawan, Shubham" userId="e457b5f3-1f3d-4d58-917e-9019c3073c41" providerId="ADAL" clId="{8AF4B2D9-AAD1-4FA2-BD2A-E8108DBB59E4}" dt="2024-09-12T07:00:27.022" v="891" actId="14100"/>
          <ac:picMkLst>
            <pc:docMk/>
            <pc:sldMk cId="96083491" sldId="2146848052"/>
            <ac:picMk id="355" creationId="{0282A58F-B8ED-EEA8-8AEC-330CDB2F4333}"/>
          </ac:picMkLst>
        </pc:picChg>
        <pc:picChg chg="del">
          <ac:chgData name="Dhawan, Shubham" userId="e457b5f3-1f3d-4d58-917e-9019c3073c41" providerId="ADAL" clId="{8AF4B2D9-AAD1-4FA2-BD2A-E8108DBB59E4}" dt="2024-09-12T06:27:56.033" v="503" actId="478"/>
          <ac:picMkLst>
            <pc:docMk/>
            <pc:sldMk cId="96083491" sldId="2146848052"/>
            <ac:picMk id="367" creationId="{77F3D753-DFED-366B-6314-2DB78499AF52}"/>
          </ac:picMkLst>
        </pc:picChg>
        <pc:cxnChg chg="del">
          <ac:chgData name="Dhawan, Shubham" userId="e457b5f3-1f3d-4d58-917e-9019c3073c41" providerId="ADAL" clId="{8AF4B2D9-AAD1-4FA2-BD2A-E8108DBB59E4}" dt="2024-09-12T06:27:52.059" v="502" actId="478"/>
          <ac:cxnSpMkLst>
            <pc:docMk/>
            <pc:sldMk cId="96083491" sldId="2146848052"/>
            <ac:cxnSpMk id="4" creationId="{EAF612A2-B4B9-ECE8-FAE7-07D25247575E}"/>
          </ac:cxnSpMkLst>
        </pc:cxnChg>
      </pc:sldChg>
      <pc:sldChg chg="del">
        <pc:chgData name="Dhawan, Shubham" userId="e457b5f3-1f3d-4d58-917e-9019c3073c41" providerId="ADAL" clId="{8AF4B2D9-AAD1-4FA2-BD2A-E8108DBB59E4}" dt="2024-09-12T06:38:30.841" v="733" actId="47"/>
        <pc:sldMkLst>
          <pc:docMk/>
          <pc:sldMk cId="3131812130" sldId="2146848053"/>
        </pc:sldMkLst>
      </pc:sldChg>
      <pc:sldChg chg="del">
        <pc:chgData name="Dhawan, Shubham" userId="e457b5f3-1f3d-4d58-917e-9019c3073c41" providerId="ADAL" clId="{8AF4B2D9-AAD1-4FA2-BD2A-E8108DBB59E4}" dt="2024-09-12T06:59:34.482" v="865" actId="47"/>
        <pc:sldMkLst>
          <pc:docMk/>
          <pc:sldMk cId="2228978677" sldId="2146848055"/>
        </pc:sldMkLst>
      </pc:sldChg>
      <pc:sldChg chg="del">
        <pc:chgData name="Dhawan, Shubham" userId="e457b5f3-1f3d-4d58-917e-9019c3073c41" providerId="ADAL" clId="{8AF4B2D9-AAD1-4FA2-BD2A-E8108DBB59E4}" dt="2024-09-12T06:38:27.680" v="730" actId="47"/>
        <pc:sldMkLst>
          <pc:docMk/>
          <pc:sldMk cId="2431510216" sldId="2146848056"/>
        </pc:sldMkLst>
      </pc:sldChg>
      <pc:sldChg chg="del">
        <pc:chgData name="Dhawan, Shubham" userId="e457b5f3-1f3d-4d58-917e-9019c3073c41" providerId="ADAL" clId="{8AF4B2D9-AAD1-4FA2-BD2A-E8108DBB59E4}" dt="2024-09-12T06:38:28.872" v="731" actId="47"/>
        <pc:sldMkLst>
          <pc:docMk/>
          <pc:sldMk cId="2308395332" sldId="2146848057"/>
        </pc:sldMkLst>
      </pc:sldChg>
      <pc:sldChg chg="del">
        <pc:chgData name="Dhawan, Shubham" userId="e457b5f3-1f3d-4d58-917e-9019c3073c41" providerId="ADAL" clId="{8AF4B2D9-AAD1-4FA2-BD2A-E8108DBB59E4}" dt="2024-09-12T06:38:26.438" v="729" actId="47"/>
        <pc:sldMkLst>
          <pc:docMk/>
          <pc:sldMk cId="593587377" sldId="2146848059"/>
        </pc:sldMkLst>
      </pc:sldChg>
      <pc:sldChg chg="del">
        <pc:chgData name="Dhawan, Shubham" userId="e457b5f3-1f3d-4d58-917e-9019c3073c41" providerId="ADAL" clId="{8AF4B2D9-AAD1-4FA2-BD2A-E8108DBB59E4}" dt="2024-09-12T06:38:24.577" v="727" actId="47"/>
        <pc:sldMkLst>
          <pc:docMk/>
          <pc:sldMk cId="1959325756" sldId="2146848060"/>
        </pc:sldMkLst>
      </pc:sldChg>
      <pc:sldChg chg="del">
        <pc:chgData name="Dhawan, Shubham" userId="e457b5f3-1f3d-4d58-917e-9019c3073c41" providerId="ADAL" clId="{8AF4B2D9-AAD1-4FA2-BD2A-E8108DBB59E4}" dt="2024-09-12T06:38:23.029" v="726" actId="47"/>
        <pc:sldMkLst>
          <pc:docMk/>
          <pc:sldMk cId="3573169813" sldId="2146848061"/>
        </pc:sldMkLst>
      </pc:sldChg>
      <pc:sldChg chg="del">
        <pc:chgData name="Dhawan, Shubham" userId="e457b5f3-1f3d-4d58-917e-9019c3073c41" providerId="ADAL" clId="{8AF4B2D9-AAD1-4FA2-BD2A-E8108DBB59E4}" dt="2024-09-12T06:38:25.584" v="728" actId="47"/>
        <pc:sldMkLst>
          <pc:docMk/>
          <pc:sldMk cId="1989773588" sldId="2146848062"/>
        </pc:sldMkLst>
      </pc:sldChg>
      <pc:sldChg chg="del">
        <pc:chgData name="Dhawan, Shubham" userId="e457b5f3-1f3d-4d58-917e-9019c3073c41" providerId="ADAL" clId="{8AF4B2D9-AAD1-4FA2-BD2A-E8108DBB59E4}" dt="2024-09-12T07:08:45.187" v="1297" actId="47"/>
        <pc:sldMkLst>
          <pc:docMk/>
          <pc:sldMk cId="840928155" sldId="2146848063"/>
        </pc:sldMkLst>
      </pc:sldChg>
      <pc:sldChg chg="del">
        <pc:chgData name="Dhawan, Shubham" userId="e457b5f3-1f3d-4d58-917e-9019c3073c41" providerId="ADAL" clId="{8AF4B2D9-AAD1-4FA2-BD2A-E8108DBB59E4}" dt="2024-09-12T06:40:26.513" v="740" actId="47"/>
        <pc:sldMkLst>
          <pc:docMk/>
          <pc:sldMk cId="3902235573" sldId="2146848064"/>
        </pc:sldMkLst>
      </pc:sldChg>
      <pc:sldChg chg="del">
        <pc:chgData name="Dhawan, Shubham" userId="e457b5f3-1f3d-4d58-917e-9019c3073c41" providerId="ADAL" clId="{8AF4B2D9-AAD1-4FA2-BD2A-E8108DBB59E4}" dt="2024-09-12T06:38:23.029" v="726" actId="47"/>
        <pc:sldMkLst>
          <pc:docMk/>
          <pc:sldMk cId="3972567629" sldId="2146848065"/>
        </pc:sldMkLst>
      </pc:sldChg>
      <pc:sldChg chg="del">
        <pc:chgData name="Dhawan, Shubham" userId="e457b5f3-1f3d-4d58-917e-9019c3073c41" providerId="ADAL" clId="{8AF4B2D9-AAD1-4FA2-BD2A-E8108DBB59E4}" dt="2024-09-12T06:38:23.029" v="726" actId="47"/>
        <pc:sldMkLst>
          <pc:docMk/>
          <pc:sldMk cId="2255688416" sldId="2146848066"/>
        </pc:sldMkLst>
      </pc:sldChg>
      <pc:sldChg chg="del">
        <pc:chgData name="Dhawan, Shubham" userId="e457b5f3-1f3d-4d58-917e-9019c3073c41" providerId="ADAL" clId="{8AF4B2D9-AAD1-4FA2-BD2A-E8108DBB59E4}" dt="2024-09-12T06:38:23.029" v="726" actId="47"/>
        <pc:sldMkLst>
          <pc:docMk/>
          <pc:sldMk cId="2921248507" sldId="2146848067"/>
        </pc:sldMkLst>
      </pc:sldChg>
      <pc:sldChg chg="del">
        <pc:chgData name="Dhawan, Shubham" userId="e457b5f3-1f3d-4d58-917e-9019c3073c41" providerId="ADAL" clId="{8AF4B2D9-AAD1-4FA2-BD2A-E8108DBB59E4}" dt="2024-09-12T06:38:23.029" v="726" actId="47"/>
        <pc:sldMkLst>
          <pc:docMk/>
          <pc:sldMk cId="947191460" sldId="2146848068"/>
        </pc:sldMkLst>
      </pc:sldChg>
      <pc:sldChg chg="del">
        <pc:chgData name="Dhawan, Shubham" userId="e457b5f3-1f3d-4d58-917e-9019c3073c41" providerId="ADAL" clId="{8AF4B2D9-AAD1-4FA2-BD2A-E8108DBB59E4}" dt="2024-09-12T06:38:29.678" v="732" actId="47"/>
        <pc:sldMkLst>
          <pc:docMk/>
          <pc:sldMk cId="1975845945" sldId="2146848069"/>
        </pc:sldMkLst>
      </pc:sldChg>
      <pc:sldChg chg="del">
        <pc:chgData name="Dhawan, Shubham" userId="e457b5f3-1f3d-4d58-917e-9019c3073c41" providerId="ADAL" clId="{8AF4B2D9-AAD1-4FA2-BD2A-E8108DBB59E4}" dt="2024-09-12T06:38:34.224" v="734" actId="47"/>
        <pc:sldMkLst>
          <pc:docMk/>
          <pc:sldMk cId="760066076" sldId="2146848073"/>
        </pc:sldMkLst>
      </pc:sldChg>
      <pc:sldChg chg="modSp del mod">
        <pc:chgData name="Dhawan, Shubham" userId="e457b5f3-1f3d-4d58-917e-9019c3073c41" providerId="ADAL" clId="{8AF4B2D9-AAD1-4FA2-BD2A-E8108DBB59E4}" dt="2024-09-12T06:59:17.856" v="859" actId="47"/>
        <pc:sldMkLst>
          <pc:docMk/>
          <pc:sldMk cId="283115423" sldId="2146848074"/>
        </pc:sldMkLst>
        <pc:graphicFrameChg chg="mod modGraphic">
          <ac:chgData name="Dhawan, Shubham" userId="e457b5f3-1f3d-4d58-917e-9019c3073c41" providerId="ADAL" clId="{8AF4B2D9-AAD1-4FA2-BD2A-E8108DBB59E4}" dt="2024-09-12T06:28:53.597" v="535" actId="108"/>
          <ac:graphicFrameMkLst>
            <pc:docMk/>
            <pc:sldMk cId="283115423" sldId="2146848074"/>
            <ac:graphicFrameMk id="5" creationId="{EC955B6D-9E2E-44A0-A0A9-8BEF02287B3A}"/>
          </ac:graphicFrameMkLst>
        </pc:graphicFrameChg>
      </pc:sldChg>
      <pc:sldChg chg="addSp delSp modSp mod">
        <pc:chgData name="Dhawan, Shubham" userId="e457b5f3-1f3d-4d58-917e-9019c3073c41" providerId="ADAL" clId="{8AF4B2D9-AAD1-4FA2-BD2A-E8108DBB59E4}" dt="2024-09-12T07:12:11.675" v="1444" actId="108"/>
        <pc:sldMkLst>
          <pc:docMk/>
          <pc:sldMk cId="3419643555" sldId="2146848075"/>
        </pc:sldMkLst>
        <pc:spChg chg="del">
          <ac:chgData name="Dhawan, Shubham" userId="e457b5f3-1f3d-4d58-917e-9019c3073c41" providerId="ADAL" clId="{8AF4B2D9-AAD1-4FA2-BD2A-E8108DBB59E4}" dt="2024-09-12T06:59:40.016" v="866" actId="478"/>
          <ac:spMkLst>
            <pc:docMk/>
            <pc:sldMk cId="3419643555" sldId="2146848075"/>
            <ac:spMk id="3" creationId="{88D0870E-9C5B-B413-8248-3AB0EA91006F}"/>
          </ac:spMkLst>
        </pc:spChg>
        <pc:spChg chg="add del mod">
          <ac:chgData name="Dhawan, Shubham" userId="e457b5f3-1f3d-4d58-917e-9019c3073c41" providerId="ADAL" clId="{8AF4B2D9-AAD1-4FA2-BD2A-E8108DBB59E4}" dt="2024-09-12T07:03:54.308" v="1069" actId="21"/>
          <ac:spMkLst>
            <pc:docMk/>
            <pc:sldMk cId="3419643555" sldId="2146848075"/>
            <ac:spMk id="5" creationId="{CDCEF9E3-0385-B3A7-7E8E-D8485F9A9D7A}"/>
          </ac:spMkLst>
        </pc:spChg>
        <pc:spChg chg="mod">
          <ac:chgData name="Dhawan, Shubham" userId="e457b5f3-1f3d-4d58-917e-9019c3073c41" providerId="ADAL" clId="{8AF4B2D9-AAD1-4FA2-BD2A-E8108DBB59E4}" dt="2024-09-12T07:12:11.675" v="1444" actId="108"/>
          <ac:spMkLst>
            <pc:docMk/>
            <pc:sldMk cId="3419643555" sldId="2146848075"/>
            <ac:spMk id="11" creationId="{09E5F9FD-CF4E-4608-9B95-8BBC6E87A63B}"/>
          </ac:spMkLst>
        </pc:spChg>
        <pc:spChg chg="del">
          <ac:chgData name="Dhawan, Shubham" userId="e457b5f3-1f3d-4d58-917e-9019c3073c41" providerId="ADAL" clId="{8AF4B2D9-AAD1-4FA2-BD2A-E8108DBB59E4}" dt="2024-09-12T06:59:40.016" v="866" actId="478"/>
          <ac:spMkLst>
            <pc:docMk/>
            <pc:sldMk cId="3419643555" sldId="2146848075"/>
            <ac:spMk id="356" creationId="{88A1A221-5FC7-2F4E-8ED7-8A333F4585CA}"/>
          </ac:spMkLst>
        </pc:spChg>
        <pc:spChg chg="del">
          <ac:chgData name="Dhawan, Shubham" userId="e457b5f3-1f3d-4d58-917e-9019c3073c41" providerId="ADAL" clId="{8AF4B2D9-AAD1-4FA2-BD2A-E8108DBB59E4}" dt="2024-09-12T06:59:40.016" v="866" actId="478"/>
          <ac:spMkLst>
            <pc:docMk/>
            <pc:sldMk cId="3419643555" sldId="2146848075"/>
            <ac:spMk id="361" creationId="{0CBEC839-75E1-FFA6-8307-4DB9A54D2C5B}"/>
          </ac:spMkLst>
        </pc:spChg>
        <pc:picChg chg="del">
          <ac:chgData name="Dhawan, Shubham" userId="e457b5f3-1f3d-4d58-917e-9019c3073c41" providerId="ADAL" clId="{8AF4B2D9-AAD1-4FA2-BD2A-E8108DBB59E4}" dt="2024-09-12T06:59:40.016" v="866" actId="478"/>
          <ac:picMkLst>
            <pc:docMk/>
            <pc:sldMk cId="3419643555" sldId="2146848075"/>
            <ac:picMk id="355" creationId="{0282A58F-B8ED-EEA8-8AEC-330CDB2F4333}"/>
          </ac:picMkLst>
        </pc:picChg>
      </pc:sldChg>
      <pc:sldChg chg="modSp del mod">
        <pc:chgData name="Dhawan, Shubham" userId="e457b5f3-1f3d-4d58-917e-9019c3073c41" providerId="ADAL" clId="{8AF4B2D9-AAD1-4FA2-BD2A-E8108DBB59E4}" dt="2024-09-12T06:59:33.600" v="864" actId="47"/>
        <pc:sldMkLst>
          <pc:docMk/>
          <pc:sldMk cId="4077417338" sldId="2146848076"/>
        </pc:sldMkLst>
        <pc:graphicFrameChg chg="mod modGraphic">
          <ac:chgData name="Dhawan, Shubham" userId="e457b5f3-1f3d-4d58-917e-9019c3073c41" providerId="ADAL" clId="{8AF4B2D9-AAD1-4FA2-BD2A-E8108DBB59E4}" dt="2024-09-12T06:39:30.061" v="738" actId="108"/>
          <ac:graphicFrameMkLst>
            <pc:docMk/>
            <pc:sldMk cId="4077417338" sldId="2146848076"/>
            <ac:graphicFrameMk id="5" creationId="{EC955B6D-9E2E-44A0-A0A9-8BEF02287B3A}"/>
          </ac:graphicFrameMkLst>
        </pc:graphicFrameChg>
      </pc:sldChg>
      <pc:sldChg chg="modSp mod">
        <pc:chgData name="Dhawan, Shubham" userId="e457b5f3-1f3d-4d58-917e-9019c3073c41" providerId="ADAL" clId="{8AF4B2D9-AAD1-4FA2-BD2A-E8108DBB59E4}" dt="2024-09-12T07:01:28.792" v="909"/>
        <pc:sldMkLst>
          <pc:docMk/>
          <pc:sldMk cId="2256011556" sldId="2146848077"/>
        </pc:sldMkLst>
        <pc:graphicFrameChg chg="mod modGraphic">
          <ac:chgData name="Dhawan, Shubham" userId="e457b5f3-1f3d-4d58-917e-9019c3073c41" providerId="ADAL" clId="{8AF4B2D9-AAD1-4FA2-BD2A-E8108DBB59E4}" dt="2024-09-12T07:01:28.792" v="909"/>
          <ac:graphicFrameMkLst>
            <pc:docMk/>
            <pc:sldMk cId="2256011556" sldId="2146848077"/>
            <ac:graphicFrameMk id="5" creationId="{EC955B6D-9E2E-44A0-A0A9-8BEF02287B3A}"/>
          </ac:graphicFrameMkLst>
        </pc:graphicFrameChg>
      </pc:sldChg>
      <pc:sldChg chg="modSp mod">
        <pc:chgData name="Dhawan, Shubham" userId="e457b5f3-1f3d-4d58-917e-9019c3073c41" providerId="ADAL" clId="{8AF4B2D9-AAD1-4FA2-BD2A-E8108DBB59E4}" dt="2024-09-12T07:01:44.303" v="913" actId="108"/>
        <pc:sldMkLst>
          <pc:docMk/>
          <pc:sldMk cId="2627416408" sldId="2146848078"/>
        </pc:sldMkLst>
        <pc:graphicFrameChg chg="mod modGraphic">
          <ac:chgData name="Dhawan, Shubham" userId="e457b5f3-1f3d-4d58-917e-9019c3073c41" providerId="ADAL" clId="{8AF4B2D9-AAD1-4FA2-BD2A-E8108DBB59E4}" dt="2024-09-12T07:01:44.303" v="913" actId="108"/>
          <ac:graphicFrameMkLst>
            <pc:docMk/>
            <pc:sldMk cId="2627416408" sldId="2146848078"/>
            <ac:graphicFrameMk id="5" creationId="{EC955B6D-9E2E-44A0-A0A9-8BEF02287B3A}"/>
          </ac:graphicFrameMkLst>
        </pc:graphicFrameChg>
      </pc:sldChg>
      <pc:sldChg chg="addSp modSp mod">
        <pc:chgData name="Dhawan, Shubham" userId="e457b5f3-1f3d-4d58-917e-9019c3073c41" providerId="ADAL" clId="{8AF4B2D9-AAD1-4FA2-BD2A-E8108DBB59E4}" dt="2024-09-12T07:15:10.056" v="1560" actId="20577"/>
        <pc:sldMkLst>
          <pc:docMk/>
          <pc:sldMk cId="2910985429" sldId="2146848079"/>
        </pc:sldMkLst>
        <pc:spChg chg="add mod">
          <ac:chgData name="Dhawan, Shubham" userId="e457b5f3-1f3d-4d58-917e-9019c3073c41" providerId="ADAL" clId="{8AF4B2D9-AAD1-4FA2-BD2A-E8108DBB59E4}" dt="2024-09-12T07:15:10.056" v="1560" actId="20577"/>
          <ac:spMkLst>
            <pc:docMk/>
            <pc:sldMk cId="2910985429" sldId="2146848079"/>
            <ac:spMk id="3" creationId="{CF8249B7-D870-FF5A-668E-7EF1690F4CC8}"/>
          </ac:spMkLst>
        </pc:spChg>
        <pc:spChg chg="add mod">
          <ac:chgData name="Dhawan, Shubham" userId="e457b5f3-1f3d-4d58-917e-9019c3073c41" providerId="ADAL" clId="{8AF4B2D9-AAD1-4FA2-BD2A-E8108DBB59E4}" dt="2024-09-12T07:13:29.411" v="1451" actId="14100"/>
          <ac:spMkLst>
            <pc:docMk/>
            <pc:sldMk cId="2910985429" sldId="2146848079"/>
            <ac:spMk id="4" creationId="{80C350A6-6E4D-3D72-9380-95819E89E2E9}"/>
          </ac:spMkLst>
        </pc:spChg>
        <pc:spChg chg="mod">
          <ac:chgData name="Dhawan, Shubham" userId="e457b5f3-1f3d-4d58-917e-9019c3073c41" providerId="ADAL" clId="{8AF4B2D9-AAD1-4FA2-BD2A-E8108DBB59E4}" dt="2024-09-12T07:04:51.912" v="1109" actId="20577"/>
          <ac:spMkLst>
            <pc:docMk/>
            <pc:sldMk cId="2910985429" sldId="2146848079"/>
            <ac:spMk id="6" creationId="{7B752F00-1A2B-1B61-8AAC-A91A371050B3}"/>
          </ac:spMkLst>
        </pc:spChg>
        <pc:spChg chg="mod">
          <ac:chgData name="Dhawan, Shubham" userId="e457b5f3-1f3d-4d58-917e-9019c3073c41" providerId="ADAL" clId="{8AF4B2D9-AAD1-4FA2-BD2A-E8108DBB59E4}" dt="2024-09-12T07:04:23.929" v="1076"/>
          <ac:spMkLst>
            <pc:docMk/>
            <pc:sldMk cId="2910985429" sldId="2146848079"/>
            <ac:spMk id="7" creationId="{8159A152-60E0-F603-0128-4DD083923AF3}"/>
          </ac:spMkLst>
        </pc:spChg>
        <pc:spChg chg="mod">
          <ac:chgData name="Dhawan, Shubham" userId="e457b5f3-1f3d-4d58-917e-9019c3073c41" providerId="ADAL" clId="{8AF4B2D9-AAD1-4FA2-BD2A-E8108DBB59E4}" dt="2024-09-12T07:05:05.393" v="1158" actId="20577"/>
          <ac:spMkLst>
            <pc:docMk/>
            <pc:sldMk cId="2910985429" sldId="2146848079"/>
            <ac:spMk id="8" creationId="{5DFD4298-65B9-E68C-08E3-9E57891D8EF2}"/>
          </ac:spMkLst>
        </pc:spChg>
        <pc:spChg chg="mod">
          <ac:chgData name="Dhawan, Shubham" userId="e457b5f3-1f3d-4d58-917e-9019c3073c41" providerId="ADAL" clId="{8AF4B2D9-AAD1-4FA2-BD2A-E8108DBB59E4}" dt="2024-09-12T07:02:29.785" v="951" actId="20577"/>
          <ac:spMkLst>
            <pc:docMk/>
            <pc:sldMk cId="2910985429" sldId="2146848079"/>
            <ac:spMk id="11" creationId="{09E5F9FD-CF4E-4608-9B95-8BBC6E87A63B}"/>
          </ac:spMkLst>
        </pc:spChg>
        <pc:spChg chg="mod">
          <ac:chgData name="Dhawan, Shubham" userId="e457b5f3-1f3d-4d58-917e-9019c3073c41" providerId="ADAL" clId="{8AF4B2D9-AAD1-4FA2-BD2A-E8108DBB59E4}" dt="2024-09-12T07:06:03.889" v="1201" actId="20577"/>
          <ac:spMkLst>
            <pc:docMk/>
            <pc:sldMk cId="2910985429" sldId="2146848079"/>
            <ac:spMk id="13" creationId="{2A51230B-8E1B-5E70-21B7-81C1FB71503A}"/>
          </ac:spMkLst>
        </pc:spChg>
        <pc:spChg chg="mod">
          <ac:chgData name="Dhawan, Shubham" userId="e457b5f3-1f3d-4d58-917e-9019c3073c41" providerId="ADAL" clId="{8AF4B2D9-AAD1-4FA2-BD2A-E8108DBB59E4}" dt="2024-09-12T07:05:12.409" v="1160"/>
          <ac:spMkLst>
            <pc:docMk/>
            <pc:sldMk cId="2910985429" sldId="2146848079"/>
            <ac:spMk id="14" creationId="{21869BDB-642F-DC5C-A460-3AACE6EC4F26}"/>
          </ac:spMkLst>
        </pc:spChg>
        <pc:spChg chg="mod">
          <ac:chgData name="Dhawan, Shubham" userId="e457b5f3-1f3d-4d58-917e-9019c3073c41" providerId="ADAL" clId="{8AF4B2D9-AAD1-4FA2-BD2A-E8108DBB59E4}" dt="2024-09-12T07:05:12.409" v="1160"/>
          <ac:spMkLst>
            <pc:docMk/>
            <pc:sldMk cId="2910985429" sldId="2146848079"/>
            <ac:spMk id="15" creationId="{06A342F6-C3DA-6FC4-D8D6-E605675712CB}"/>
          </ac:spMkLst>
        </pc:spChg>
        <pc:spChg chg="mod">
          <ac:chgData name="Dhawan, Shubham" userId="e457b5f3-1f3d-4d58-917e-9019c3073c41" providerId="ADAL" clId="{8AF4B2D9-AAD1-4FA2-BD2A-E8108DBB59E4}" dt="2024-09-12T07:05:57.256" v="1185" actId="20577"/>
          <ac:spMkLst>
            <pc:docMk/>
            <pc:sldMk cId="2910985429" sldId="2146848079"/>
            <ac:spMk id="18" creationId="{AF97D17C-E4A6-882D-8DC5-BFEDAAC1EF61}"/>
          </ac:spMkLst>
        </pc:spChg>
        <pc:spChg chg="mod">
          <ac:chgData name="Dhawan, Shubham" userId="e457b5f3-1f3d-4d58-917e-9019c3073c41" providerId="ADAL" clId="{8AF4B2D9-AAD1-4FA2-BD2A-E8108DBB59E4}" dt="2024-09-12T07:05:16.593" v="1162"/>
          <ac:spMkLst>
            <pc:docMk/>
            <pc:sldMk cId="2910985429" sldId="2146848079"/>
            <ac:spMk id="19" creationId="{544196F8-42DE-BA83-4DF8-54A318ECAA88}"/>
          </ac:spMkLst>
        </pc:spChg>
        <pc:spChg chg="mod">
          <ac:chgData name="Dhawan, Shubham" userId="e457b5f3-1f3d-4d58-917e-9019c3073c41" providerId="ADAL" clId="{8AF4B2D9-AAD1-4FA2-BD2A-E8108DBB59E4}" dt="2024-09-12T07:05:16.593" v="1162"/>
          <ac:spMkLst>
            <pc:docMk/>
            <pc:sldMk cId="2910985429" sldId="2146848079"/>
            <ac:spMk id="20" creationId="{6C782E1D-F21D-9DD1-878A-89E5AF01FA3D}"/>
          </ac:spMkLst>
        </pc:spChg>
        <pc:spChg chg="mod">
          <ac:chgData name="Dhawan, Shubham" userId="e457b5f3-1f3d-4d58-917e-9019c3073c41" providerId="ADAL" clId="{8AF4B2D9-AAD1-4FA2-BD2A-E8108DBB59E4}" dt="2024-09-12T07:06:21.889" v="1234" actId="20577"/>
          <ac:spMkLst>
            <pc:docMk/>
            <pc:sldMk cId="2910985429" sldId="2146848079"/>
            <ac:spMk id="23" creationId="{96BDF8D6-5552-8159-E298-0ADB2A3BAB3C}"/>
          </ac:spMkLst>
        </pc:spChg>
        <pc:spChg chg="mod">
          <ac:chgData name="Dhawan, Shubham" userId="e457b5f3-1f3d-4d58-917e-9019c3073c41" providerId="ADAL" clId="{8AF4B2D9-AAD1-4FA2-BD2A-E8108DBB59E4}" dt="2024-09-12T07:05:48.577" v="1174"/>
          <ac:spMkLst>
            <pc:docMk/>
            <pc:sldMk cId="2910985429" sldId="2146848079"/>
            <ac:spMk id="24" creationId="{315A958D-34E2-9472-8530-0D5806CFC39E}"/>
          </ac:spMkLst>
        </pc:spChg>
        <pc:spChg chg="mod">
          <ac:chgData name="Dhawan, Shubham" userId="e457b5f3-1f3d-4d58-917e-9019c3073c41" providerId="ADAL" clId="{8AF4B2D9-AAD1-4FA2-BD2A-E8108DBB59E4}" dt="2024-09-12T07:05:48.577" v="1174"/>
          <ac:spMkLst>
            <pc:docMk/>
            <pc:sldMk cId="2910985429" sldId="2146848079"/>
            <ac:spMk id="25" creationId="{8B1F48B4-3207-37C6-84D4-B07D40B20DF1}"/>
          </ac:spMkLst>
        </pc:spChg>
        <pc:spChg chg="mod">
          <ac:chgData name="Dhawan, Shubham" userId="e457b5f3-1f3d-4d58-917e-9019c3073c41" providerId="ADAL" clId="{8AF4B2D9-AAD1-4FA2-BD2A-E8108DBB59E4}" dt="2024-09-12T07:07:03.608" v="1257" actId="20577"/>
          <ac:spMkLst>
            <pc:docMk/>
            <pc:sldMk cId="2910985429" sldId="2146848079"/>
            <ac:spMk id="28" creationId="{199EF5D6-C778-E0B0-6DB3-88DABBFE3139}"/>
          </ac:spMkLst>
        </pc:spChg>
        <pc:spChg chg="mod">
          <ac:chgData name="Dhawan, Shubham" userId="e457b5f3-1f3d-4d58-917e-9019c3073c41" providerId="ADAL" clId="{8AF4B2D9-AAD1-4FA2-BD2A-E8108DBB59E4}" dt="2024-09-12T07:05:48.577" v="1174"/>
          <ac:spMkLst>
            <pc:docMk/>
            <pc:sldMk cId="2910985429" sldId="2146848079"/>
            <ac:spMk id="29" creationId="{181E9446-9B6C-A129-E550-88FB63C20940}"/>
          </ac:spMkLst>
        </pc:spChg>
        <pc:spChg chg="mod">
          <ac:chgData name="Dhawan, Shubham" userId="e457b5f3-1f3d-4d58-917e-9019c3073c41" providerId="ADAL" clId="{8AF4B2D9-AAD1-4FA2-BD2A-E8108DBB59E4}" dt="2024-09-12T07:05:48.577" v="1174"/>
          <ac:spMkLst>
            <pc:docMk/>
            <pc:sldMk cId="2910985429" sldId="2146848079"/>
            <ac:spMk id="30" creationId="{6E8A285E-6225-F23D-A42E-5F417638477F}"/>
          </ac:spMkLst>
        </pc:spChg>
        <pc:spChg chg="mod">
          <ac:chgData name="Dhawan, Shubham" userId="e457b5f3-1f3d-4d58-917e-9019c3073c41" providerId="ADAL" clId="{8AF4B2D9-AAD1-4FA2-BD2A-E8108DBB59E4}" dt="2024-09-12T07:06:11.008" v="1214" actId="20577"/>
          <ac:spMkLst>
            <pc:docMk/>
            <pc:sldMk cId="2910985429" sldId="2146848079"/>
            <ac:spMk id="33" creationId="{EEF243A0-5963-2521-8A12-9370FB69A51C}"/>
          </ac:spMkLst>
        </pc:spChg>
        <pc:spChg chg="mod">
          <ac:chgData name="Dhawan, Shubham" userId="e457b5f3-1f3d-4d58-917e-9019c3073c41" providerId="ADAL" clId="{8AF4B2D9-AAD1-4FA2-BD2A-E8108DBB59E4}" dt="2024-09-12T07:05:48.577" v="1174"/>
          <ac:spMkLst>
            <pc:docMk/>
            <pc:sldMk cId="2910985429" sldId="2146848079"/>
            <ac:spMk id="34" creationId="{3FD826BD-4902-74DC-DE33-4D918D6F5AE3}"/>
          </ac:spMkLst>
        </pc:spChg>
        <pc:spChg chg="mod">
          <ac:chgData name="Dhawan, Shubham" userId="e457b5f3-1f3d-4d58-917e-9019c3073c41" providerId="ADAL" clId="{8AF4B2D9-AAD1-4FA2-BD2A-E8108DBB59E4}" dt="2024-09-12T07:05:48.577" v="1174"/>
          <ac:spMkLst>
            <pc:docMk/>
            <pc:sldMk cId="2910985429" sldId="2146848079"/>
            <ac:spMk id="35" creationId="{00C9AD0B-8E39-B68C-D67D-36D19F552245}"/>
          </ac:spMkLst>
        </pc:spChg>
        <pc:spChg chg="mod">
          <ac:chgData name="Dhawan, Shubham" userId="e457b5f3-1f3d-4d58-917e-9019c3073c41" providerId="ADAL" clId="{8AF4B2D9-AAD1-4FA2-BD2A-E8108DBB59E4}" dt="2024-09-12T07:07:23.424" v="1274" actId="20577"/>
          <ac:spMkLst>
            <pc:docMk/>
            <pc:sldMk cId="2910985429" sldId="2146848079"/>
            <ac:spMk id="38" creationId="{2022702D-5824-222A-88D7-EB2C5519A2CF}"/>
          </ac:spMkLst>
        </pc:spChg>
        <pc:spChg chg="mod">
          <ac:chgData name="Dhawan, Shubham" userId="e457b5f3-1f3d-4d58-917e-9019c3073c41" providerId="ADAL" clId="{8AF4B2D9-AAD1-4FA2-BD2A-E8108DBB59E4}" dt="2024-09-12T07:07:12.529" v="1258"/>
          <ac:spMkLst>
            <pc:docMk/>
            <pc:sldMk cId="2910985429" sldId="2146848079"/>
            <ac:spMk id="39" creationId="{99D27154-82A9-F460-B7D6-A519CBECBA7F}"/>
          </ac:spMkLst>
        </pc:spChg>
        <pc:spChg chg="mod">
          <ac:chgData name="Dhawan, Shubham" userId="e457b5f3-1f3d-4d58-917e-9019c3073c41" providerId="ADAL" clId="{8AF4B2D9-AAD1-4FA2-BD2A-E8108DBB59E4}" dt="2024-09-12T07:07:12.529" v="1258"/>
          <ac:spMkLst>
            <pc:docMk/>
            <pc:sldMk cId="2910985429" sldId="2146848079"/>
            <ac:spMk id="40" creationId="{D4D0C3C1-90FE-B14C-9F86-4E440AF35072}"/>
          </ac:spMkLst>
        </pc:spChg>
        <pc:grpChg chg="add mod">
          <ac:chgData name="Dhawan, Shubham" userId="e457b5f3-1f3d-4d58-917e-9019c3073c41" providerId="ADAL" clId="{8AF4B2D9-AAD1-4FA2-BD2A-E8108DBB59E4}" dt="2024-09-12T07:13:34.098" v="1459" actId="1035"/>
          <ac:grpSpMkLst>
            <pc:docMk/>
            <pc:sldMk cId="2910985429" sldId="2146848079"/>
            <ac:grpSpMk id="5" creationId="{E68B4689-354E-690F-3AB8-AFE19BAF0231}"/>
          </ac:grpSpMkLst>
        </pc:grpChg>
        <pc:grpChg chg="add mod">
          <ac:chgData name="Dhawan, Shubham" userId="e457b5f3-1f3d-4d58-917e-9019c3073c41" providerId="ADAL" clId="{8AF4B2D9-AAD1-4FA2-BD2A-E8108DBB59E4}" dt="2024-09-12T07:13:34.098" v="1459" actId="1035"/>
          <ac:grpSpMkLst>
            <pc:docMk/>
            <pc:sldMk cId="2910985429" sldId="2146848079"/>
            <ac:grpSpMk id="12" creationId="{20AFE085-AD8B-AB66-B5C0-5A2BD539EA04}"/>
          </ac:grpSpMkLst>
        </pc:grpChg>
        <pc:grpChg chg="add mod">
          <ac:chgData name="Dhawan, Shubham" userId="e457b5f3-1f3d-4d58-917e-9019c3073c41" providerId="ADAL" clId="{8AF4B2D9-AAD1-4FA2-BD2A-E8108DBB59E4}" dt="2024-09-12T07:13:34.098" v="1459" actId="1035"/>
          <ac:grpSpMkLst>
            <pc:docMk/>
            <pc:sldMk cId="2910985429" sldId="2146848079"/>
            <ac:grpSpMk id="17" creationId="{7C9C7F15-6CC0-05A9-0FF8-63169C7A94F3}"/>
          </ac:grpSpMkLst>
        </pc:grpChg>
        <pc:grpChg chg="add mod">
          <ac:chgData name="Dhawan, Shubham" userId="e457b5f3-1f3d-4d58-917e-9019c3073c41" providerId="ADAL" clId="{8AF4B2D9-AAD1-4FA2-BD2A-E8108DBB59E4}" dt="2024-09-12T07:13:34.098" v="1459" actId="1035"/>
          <ac:grpSpMkLst>
            <pc:docMk/>
            <pc:sldMk cId="2910985429" sldId="2146848079"/>
            <ac:grpSpMk id="22" creationId="{F9F67B92-D0F0-762C-D5F3-36B47CB43D4E}"/>
          </ac:grpSpMkLst>
        </pc:grpChg>
        <pc:grpChg chg="add mod">
          <ac:chgData name="Dhawan, Shubham" userId="e457b5f3-1f3d-4d58-917e-9019c3073c41" providerId="ADAL" clId="{8AF4B2D9-AAD1-4FA2-BD2A-E8108DBB59E4}" dt="2024-09-12T07:13:34.098" v="1459" actId="1035"/>
          <ac:grpSpMkLst>
            <pc:docMk/>
            <pc:sldMk cId="2910985429" sldId="2146848079"/>
            <ac:grpSpMk id="27" creationId="{FAEC5A2B-FC5F-8EAD-D6B6-5E32CF531461}"/>
          </ac:grpSpMkLst>
        </pc:grpChg>
        <pc:grpChg chg="add mod">
          <ac:chgData name="Dhawan, Shubham" userId="e457b5f3-1f3d-4d58-917e-9019c3073c41" providerId="ADAL" clId="{8AF4B2D9-AAD1-4FA2-BD2A-E8108DBB59E4}" dt="2024-09-12T07:13:34.098" v="1459" actId="1035"/>
          <ac:grpSpMkLst>
            <pc:docMk/>
            <pc:sldMk cId="2910985429" sldId="2146848079"/>
            <ac:grpSpMk id="32" creationId="{FDFB9F9E-5C18-BF5A-68D1-BB646B149F44}"/>
          </ac:grpSpMkLst>
        </pc:grpChg>
        <pc:grpChg chg="add mod">
          <ac:chgData name="Dhawan, Shubham" userId="e457b5f3-1f3d-4d58-917e-9019c3073c41" providerId="ADAL" clId="{8AF4B2D9-AAD1-4FA2-BD2A-E8108DBB59E4}" dt="2024-09-12T07:13:34.098" v="1459" actId="1035"/>
          <ac:grpSpMkLst>
            <pc:docMk/>
            <pc:sldMk cId="2910985429" sldId="2146848079"/>
            <ac:grpSpMk id="37" creationId="{BFF4F582-1E6C-4140-E2F3-D15BF79B3DE6}"/>
          </ac:grpSpMkLst>
        </pc:grpChg>
        <pc:picChg chg="add mod">
          <ac:chgData name="Dhawan, Shubham" userId="e457b5f3-1f3d-4d58-917e-9019c3073c41" providerId="ADAL" clId="{8AF4B2D9-AAD1-4FA2-BD2A-E8108DBB59E4}" dt="2024-09-12T07:13:34.098" v="1459" actId="1035"/>
          <ac:picMkLst>
            <pc:docMk/>
            <pc:sldMk cId="2910985429" sldId="2146848079"/>
            <ac:picMk id="9" creationId="{B01818AD-DEDD-8B9F-780D-0CCC55B94549}"/>
          </ac:picMkLst>
        </pc:picChg>
        <pc:picChg chg="add mod">
          <ac:chgData name="Dhawan, Shubham" userId="e457b5f3-1f3d-4d58-917e-9019c3073c41" providerId="ADAL" clId="{8AF4B2D9-AAD1-4FA2-BD2A-E8108DBB59E4}" dt="2024-09-12T07:13:34.098" v="1459" actId="1035"/>
          <ac:picMkLst>
            <pc:docMk/>
            <pc:sldMk cId="2910985429" sldId="2146848079"/>
            <ac:picMk id="16" creationId="{C8C1A3A1-7D4C-3595-72D5-B75C3A37E0D1}"/>
          </ac:picMkLst>
        </pc:picChg>
        <pc:picChg chg="add mod">
          <ac:chgData name="Dhawan, Shubham" userId="e457b5f3-1f3d-4d58-917e-9019c3073c41" providerId="ADAL" clId="{8AF4B2D9-AAD1-4FA2-BD2A-E8108DBB59E4}" dt="2024-09-12T07:13:34.098" v="1459" actId="1035"/>
          <ac:picMkLst>
            <pc:docMk/>
            <pc:sldMk cId="2910985429" sldId="2146848079"/>
            <ac:picMk id="21" creationId="{EA0B8257-0199-584A-7900-1345EEC5A717}"/>
          </ac:picMkLst>
        </pc:picChg>
        <pc:picChg chg="add mod">
          <ac:chgData name="Dhawan, Shubham" userId="e457b5f3-1f3d-4d58-917e-9019c3073c41" providerId="ADAL" clId="{8AF4B2D9-AAD1-4FA2-BD2A-E8108DBB59E4}" dt="2024-09-12T07:13:34.098" v="1459" actId="1035"/>
          <ac:picMkLst>
            <pc:docMk/>
            <pc:sldMk cId="2910985429" sldId="2146848079"/>
            <ac:picMk id="26" creationId="{CCEA11FF-90C4-70A0-C509-2DAD33D1A736}"/>
          </ac:picMkLst>
        </pc:picChg>
        <pc:picChg chg="add mod">
          <ac:chgData name="Dhawan, Shubham" userId="e457b5f3-1f3d-4d58-917e-9019c3073c41" providerId="ADAL" clId="{8AF4B2D9-AAD1-4FA2-BD2A-E8108DBB59E4}" dt="2024-09-12T07:13:34.098" v="1459" actId="1035"/>
          <ac:picMkLst>
            <pc:docMk/>
            <pc:sldMk cId="2910985429" sldId="2146848079"/>
            <ac:picMk id="31" creationId="{6685B8D8-C514-484D-6D3B-DE0AF4F995B3}"/>
          </ac:picMkLst>
        </pc:picChg>
        <pc:picChg chg="add mod">
          <ac:chgData name="Dhawan, Shubham" userId="e457b5f3-1f3d-4d58-917e-9019c3073c41" providerId="ADAL" clId="{8AF4B2D9-AAD1-4FA2-BD2A-E8108DBB59E4}" dt="2024-09-12T07:13:34.098" v="1459" actId="1035"/>
          <ac:picMkLst>
            <pc:docMk/>
            <pc:sldMk cId="2910985429" sldId="2146848079"/>
            <ac:picMk id="36" creationId="{DD776D15-B3DF-ACE2-EF18-D5529F0CFD2F}"/>
          </ac:picMkLst>
        </pc:picChg>
        <pc:picChg chg="add mod">
          <ac:chgData name="Dhawan, Shubham" userId="e457b5f3-1f3d-4d58-917e-9019c3073c41" providerId="ADAL" clId="{8AF4B2D9-AAD1-4FA2-BD2A-E8108DBB59E4}" dt="2024-09-12T07:13:34.098" v="1459" actId="1035"/>
          <ac:picMkLst>
            <pc:docMk/>
            <pc:sldMk cId="2910985429" sldId="2146848079"/>
            <ac:picMk id="41" creationId="{C69BDD84-78A9-864D-DAB8-A38B24CFA44A}"/>
          </ac:picMkLst>
        </pc:picChg>
      </pc:sldChg>
      <pc:sldChg chg="addSp delSp modSp mod">
        <pc:chgData name="Dhawan, Shubham" userId="e457b5f3-1f3d-4d58-917e-9019c3073c41" providerId="ADAL" clId="{8AF4B2D9-AAD1-4FA2-BD2A-E8108DBB59E4}" dt="2024-09-12T07:13:44.872" v="1460" actId="14100"/>
        <pc:sldMkLst>
          <pc:docMk/>
          <pc:sldMk cId="2712165014" sldId="2146848080"/>
        </pc:sldMkLst>
        <pc:spChg chg="del">
          <ac:chgData name="Dhawan, Shubham" userId="e457b5f3-1f3d-4d58-917e-9019c3073c41" providerId="ADAL" clId="{8AF4B2D9-AAD1-4FA2-BD2A-E8108DBB59E4}" dt="2024-09-12T07:09:04.368" v="1317" actId="478"/>
          <ac:spMkLst>
            <pc:docMk/>
            <pc:sldMk cId="2712165014" sldId="2146848080"/>
            <ac:spMk id="3" creationId="{CF8249B7-D870-FF5A-668E-7EF1690F4CC8}"/>
          </ac:spMkLst>
        </pc:spChg>
        <pc:spChg chg="del">
          <ac:chgData name="Dhawan, Shubham" userId="e457b5f3-1f3d-4d58-917e-9019c3073c41" providerId="ADAL" clId="{8AF4B2D9-AAD1-4FA2-BD2A-E8108DBB59E4}" dt="2024-09-12T07:09:00.576" v="1315" actId="478"/>
          <ac:spMkLst>
            <pc:docMk/>
            <pc:sldMk cId="2712165014" sldId="2146848080"/>
            <ac:spMk id="4" creationId="{80C350A6-6E4D-3D72-9380-95819E89E2E9}"/>
          </ac:spMkLst>
        </pc:spChg>
        <pc:spChg chg="mod">
          <ac:chgData name="Dhawan, Shubham" userId="e457b5f3-1f3d-4d58-917e-9019c3073c41" providerId="ADAL" clId="{8AF4B2D9-AAD1-4FA2-BD2A-E8108DBB59E4}" dt="2024-09-12T07:11:20.929" v="1419" actId="20577"/>
          <ac:spMkLst>
            <pc:docMk/>
            <pc:sldMk cId="2712165014" sldId="2146848080"/>
            <ac:spMk id="11" creationId="{09E5F9FD-CF4E-4608-9B95-8BBC6E87A63B}"/>
          </ac:spMkLst>
        </pc:spChg>
        <pc:grpChg chg="del">
          <ac:chgData name="Dhawan, Shubham" userId="e457b5f3-1f3d-4d58-917e-9019c3073c41" providerId="ADAL" clId="{8AF4B2D9-AAD1-4FA2-BD2A-E8108DBB59E4}" dt="2024-09-12T07:09:02.052" v="1316" actId="478"/>
          <ac:grpSpMkLst>
            <pc:docMk/>
            <pc:sldMk cId="2712165014" sldId="2146848080"/>
            <ac:grpSpMk id="5" creationId="{E68B4689-354E-690F-3AB8-AFE19BAF0231}"/>
          </ac:grpSpMkLst>
        </pc:grpChg>
        <pc:grpChg chg="del">
          <ac:chgData name="Dhawan, Shubham" userId="e457b5f3-1f3d-4d58-917e-9019c3073c41" providerId="ADAL" clId="{8AF4B2D9-AAD1-4FA2-BD2A-E8108DBB59E4}" dt="2024-09-12T07:09:02.052" v="1316" actId="478"/>
          <ac:grpSpMkLst>
            <pc:docMk/>
            <pc:sldMk cId="2712165014" sldId="2146848080"/>
            <ac:grpSpMk id="12" creationId="{20AFE085-AD8B-AB66-B5C0-5A2BD539EA04}"/>
          </ac:grpSpMkLst>
        </pc:grpChg>
        <pc:grpChg chg="del">
          <ac:chgData name="Dhawan, Shubham" userId="e457b5f3-1f3d-4d58-917e-9019c3073c41" providerId="ADAL" clId="{8AF4B2D9-AAD1-4FA2-BD2A-E8108DBB59E4}" dt="2024-09-12T07:09:02.052" v="1316" actId="478"/>
          <ac:grpSpMkLst>
            <pc:docMk/>
            <pc:sldMk cId="2712165014" sldId="2146848080"/>
            <ac:grpSpMk id="17" creationId="{7C9C7F15-6CC0-05A9-0FF8-63169C7A94F3}"/>
          </ac:grpSpMkLst>
        </pc:grpChg>
        <pc:grpChg chg="del">
          <ac:chgData name="Dhawan, Shubham" userId="e457b5f3-1f3d-4d58-917e-9019c3073c41" providerId="ADAL" clId="{8AF4B2D9-AAD1-4FA2-BD2A-E8108DBB59E4}" dt="2024-09-12T07:09:02.052" v="1316" actId="478"/>
          <ac:grpSpMkLst>
            <pc:docMk/>
            <pc:sldMk cId="2712165014" sldId="2146848080"/>
            <ac:grpSpMk id="22" creationId="{F9F67B92-D0F0-762C-D5F3-36B47CB43D4E}"/>
          </ac:grpSpMkLst>
        </pc:grpChg>
        <pc:grpChg chg="del">
          <ac:chgData name="Dhawan, Shubham" userId="e457b5f3-1f3d-4d58-917e-9019c3073c41" providerId="ADAL" clId="{8AF4B2D9-AAD1-4FA2-BD2A-E8108DBB59E4}" dt="2024-09-12T07:09:02.052" v="1316" actId="478"/>
          <ac:grpSpMkLst>
            <pc:docMk/>
            <pc:sldMk cId="2712165014" sldId="2146848080"/>
            <ac:grpSpMk id="27" creationId="{FAEC5A2B-FC5F-8EAD-D6B6-5E32CF531461}"/>
          </ac:grpSpMkLst>
        </pc:grpChg>
        <pc:grpChg chg="del">
          <ac:chgData name="Dhawan, Shubham" userId="e457b5f3-1f3d-4d58-917e-9019c3073c41" providerId="ADAL" clId="{8AF4B2D9-AAD1-4FA2-BD2A-E8108DBB59E4}" dt="2024-09-12T07:09:02.052" v="1316" actId="478"/>
          <ac:grpSpMkLst>
            <pc:docMk/>
            <pc:sldMk cId="2712165014" sldId="2146848080"/>
            <ac:grpSpMk id="32" creationId="{FDFB9F9E-5C18-BF5A-68D1-BB646B149F44}"/>
          </ac:grpSpMkLst>
        </pc:grpChg>
        <pc:grpChg chg="del">
          <ac:chgData name="Dhawan, Shubham" userId="e457b5f3-1f3d-4d58-917e-9019c3073c41" providerId="ADAL" clId="{8AF4B2D9-AAD1-4FA2-BD2A-E8108DBB59E4}" dt="2024-09-12T07:09:02.052" v="1316" actId="478"/>
          <ac:grpSpMkLst>
            <pc:docMk/>
            <pc:sldMk cId="2712165014" sldId="2146848080"/>
            <ac:grpSpMk id="37" creationId="{BFF4F582-1E6C-4140-E2F3-D15BF79B3DE6}"/>
          </ac:grpSpMkLst>
        </pc:grpChg>
        <pc:graphicFrameChg chg="add mod modGraphic">
          <ac:chgData name="Dhawan, Shubham" userId="e457b5f3-1f3d-4d58-917e-9019c3073c41" providerId="ADAL" clId="{8AF4B2D9-AAD1-4FA2-BD2A-E8108DBB59E4}" dt="2024-09-12T07:11:09.033" v="1397" actId="14734"/>
          <ac:graphicFrameMkLst>
            <pc:docMk/>
            <pc:sldMk cId="2712165014" sldId="2146848080"/>
            <ac:graphicFrameMk id="42" creationId="{23505455-799A-4BAE-CA79-699A1DC150B5}"/>
          </ac:graphicFrameMkLst>
        </pc:graphicFrameChg>
        <pc:picChg chg="del">
          <ac:chgData name="Dhawan, Shubham" userId="e457b5f3-1f3d-4d58-917e-9019c3073c41" providerId="ADAL" clId="{8AF4B2D9-AAD1-4FA2-BD2A-E8108DBB59E4}" dt="2024-09-12T07:09:02.052" v="1316" actId="478"/>
          <ac:picMkLst>
            <pc:docMk/>
            <pc:sldMk cId="2712165014" sldId="2146848080"/>
            <ac:picMk id="9" creationId="{B01818AD-DEDD-8B9F-780D-0CCC55B94549}"/>
          </ac:picMkLst>
        </pc:picChg>
        <pc:picChg chg="del">
          <ac:chgData name="Dhawan, Shubham" userId="e457b5f3-1f3d-4d58-917e-9019c3073c41" providerId="ADAL" clId="{8AF4B2D9-AAD1-4FA2-BD2A-E8108DBB59E4}" dt="2024-09-12T07:09:02.052" v="1316" actId="478"/>
          <ac:picMkLst>
            <pc:docMk/>
            <pc:sldMk cId="2712165014" sldId="2146848080"/>
            <ac:picMk id="16" creationId="{C8C1A3A1-7D4C-3595-72D5-B75C3A37E0D1}"/>
          </ac:picMkLst>
        </pc:picChg>
        <pc:picChg chg="del">
          <ac:chgData name="Dhawan, Shubham" userId="e457b5f3-1f3d-4d58-917e-9019c3073c41" providerId="ADAL" clId="{8AF4B2D9-AAD1-4FA2-BD2A-E8108DBB59E4}" dt="2024-09-12T07:09:02.052" v="1316" actId="478"/>
          <ac:picMkLst>
            <pc:docMk/>
            <pc:sldMk cId="2712165014" sldId="2146848080"/>
            <ac:picMk id="21" creationId="{EA0B8257-0199-584A-7900-1345EEC5A717}"/>
          </ac:picMkLst>
        </pc:picChg>
        <pc:picChg chg="del">
          <ac:chgData name="Dhawan, Shubham" userId="e457b5f3-1f3d-4d58-917e-9019c3073c41" providerId="ADAL" clId="{8AF4B2D9-AAD1-4FA2-BD2A-E8108DBB59E4}" dt="2024-09-12T07:09:02.052" v="1316" actId="478"/>
          <ac:picMkLst>
            <pc:docMk/>
            <pc:sldMk cId="2712165014" sldId="2146848080"/>
            <ac:picMk id="26" creationId="{CCEA11FF-90C4-70A0-C509-2DAD33D1A736}"/>
          </ac:picMkLst>
        </pc:picChg>
        <pc:picChg chg="del">
          <ac:chgData name="Dhawan, Shubham" userId="e457b5f3-1f3d-4d58-917e-9019c3073c41" providerId="ADAL" clId="{8AF4B2D9-AAD1-4FA2-BD2A-E8108DBB59E4}" dt="2024-09-12T07:09:02.052" v="1316" actId="478"/>
          <ac:picMkLst>
            <pc:docMk/>
            <pc:sldMk cId="2712165014" sldId="2146848080"/>
            <ac:picMk id="31" creationId="{6685B8D8-C514-484D-6D3B-DE0AF4F995B3}"/>
          </ac:picMkLst>
        </pc:picChg>
        <pc:picChg chg="del">
          <ac:chgData name="Dhawan, Shubham" userId="e457b5f3-1f3d-4d58-917e-9019c3073c41" providerId="ADAL" clId="{8AF4B2D9-AAD1-4FA2-BD2A-E8108DBB59E4}" dt="2024-09-12T07:09:02.052" v="1316" actId="478"/>
          <ac:picMkLst>
            <pc:docMk/>
            <pc:sldMk cId="2712165014" sldId="2146848080"/>
            <ac:picMk id="36" creationId="{DD776D15-B3DF-ACE2-EF18-D5529F0CFD2F}"/>
          </ac:picMkLst>
        </pc:picChg>
        <pc:picChg chg="del">
          <ac:chgData name="Dhawan, Shubham" userId="e457b5f3-1f3d-4d58-917e-9019c3073c41" providerId="ADAL" clId="{8AF4B2D9-AAD1-4FA2-BD2A-E8108DBB59E4}" dt="2024-09-12T07:09:02.052" v="1316" actId="478"/>
          <ac:picMkLst>
            <pc:docMk/>
            <pc:sldMk cId="2712165014" sldId="2146848080"/>
            <ac:picMk id="41" creationId="{C69BDD84-78A9-864D-DAB8-A38B24CFA44A}"/>
          </ac:picMkLst>
        </pc:picChg>
        <pc:picChg chg="add mod">
          <ac:chgData name="Dhawan, Shubham" userId="e457b5f3-1f3d-4d58-917e-9019c3073c41" providerId="ADAL" clId="{8AF4B2D9-AAD1-4FA2-BD2A-E8108DBB59E4}" dt="2024-09-12T07:13:44.872" v="1460" actId="14100"/>
          <ac:picMkLst>
            <pc:docMk/>
            <pc:sldMk cId="2712165014" sldId="2146848080"/>
            <ac:picMk id="43" creationId="{81F8CF68-F8D2-12D4-AB27-665B8B009A5D}"/>
          </ac:picMkLst>
        </pc:picChg>
      </pc:sldChg>
      <pc:sldChg chg="modSp mod">
        <pc:chgData name="Dhawan, Shubham" userId="e457b5f3-1f3d-4d58-917e-9019c3073c41" providerId="ADAL" clId="{8AF4B2D9-AAD1-4FA2-BD2A-E8108DBB59E4}" dt="2024-09-12T07:12:26.562" v="1445"/>
        <pc:sldMkLst>
          <pc:docMk/>
          <pc:sldMk cId="3686302970" sldId="2146848081"/>
        </pc:sldMkLst>
        <pc:spChg chg="mod">
          <ac:chgData name="Dhawan, Shubham" userId="e457b5f3-1f3d-4d58-917e-9019c3073c41" providerId="ADAL" clId="{8AF4B2D9-AAD1-4FA2-BD2A-E8108DBB59E4}" dt="2024-09-12T07:12:26.562" v="1445"/>
          <ac:spMkLst>
            <pc:docMk/>
            <pc:sldMk cId="3686302970" sldId="2146848081"/>
            <ac:spMk id="11" creationId="{09E5F9FD-CF4E-4608-9B95-8BBC6E87A63B}"/>
          </ac:spMkLst>
        </pc:spChg>
      </pc:sldChg>
      <pc:sldChg chg="modSp mod">
        <pc:chgData name="Dhawan, Shubham" userId="e457b5f3-1f3d-4d58-917e-9019c3073c41" providerId="ADAL" clId="{8AF4B2D9-AAD1-4FA2-BD2A-E8108DBB59E4}" dt="2024-09-12T07:12:46.310" v="1446"/>
        <pc:sldMkLst>
          <pc:docMk/>
          <pc:sldMk cId="3737621995" sldId="2146848082"/>
        </pc:sldMkLst>
        <pc:spChg chg="mod">
          <ac:chgData name="Dhawan, Shubham" userId="e457b5f3-1f3d-4d58-917e-9019c3073c41" providerId="ADAL" clId="{8AF4B2D9-AAD1-4FA2-BD2A-E8108DBB59E4}" dt="2024-09-12T07:12:46.310" v="1446"/>
          <ac:spMkLst>
            <pc:docMk/>
            <pc:sldMk cId="3737621995" sldId="2146848082"/>
            <ac:spMk id="11" creationId="{09E5F9FD-CF4E-4608-9B95-8BBC6E87A63B}"/>
          </ac:spMkLst>
        </pc:spChg>
      </pc:sldChg>
      <pc:sldChg chg="modSp mod">
        <pc:chgData name="Dhawan, Shubham" userId="e457b5f3-1f3d-4d58-917e-9019c3073c41" providerId="ADAL" clId="{8AF4B2D9-AAD1-4FA2-BD2A-E8108DBB59E4}" dt="2024-09-12T07:13:08.701" v="1447"/>
        <pc:sldMkLst>
          <pc:docMk/>
          <pc:sldMk cId="1280099175" sldId="2146848083"/>
        </pc:sldMkLst>
        <pc:spChg chg="mod">
          <ac:chgData name="Dhawan, Shubham" userId="e457b5f3-1f3d-4d58-917e-9019c3073c41" providerId="ADAL" clId="{8AF4B2D9-AAD1-4FA2-BD2A-E8108DBB59E4}" dt="2024-09-12T07:13:08.701" v="1447"/>
          <ac:spMkLst>
            <pc:docMk/>
            <pc:sldMk cId="1280099175" sldId="2146848083"/>
            <ac:spMk id="11" creationId="{09E5F9FD-CF4E-4608-9B95-8BBC6E87A63B}"/>
          </ac:spMkLst>
        </pc:spChg>
      </pc:sldChg>
      <pc:sldMasterChg chg="modSp mod delSldLayout">
        <pc:chgData name="Dhawan, Shubham" userId="e457b5f3-1f3d-4d58-917e-9019c3073c41" providerId="ADAL" clId="{8AF4B2D9-AAD1-4FA2-BD2A-E8108DBB59E4}" dt="2024-09-12T06:40:25.643" v="739" actId="47"/>
        <pc:sldMasterMkLst>
          <pc:docMk/>
          <pc:sldMasterMk cId="1063007271" sldId="2147483660"/>
        </pc:sldMasterMkLst>
        <pc:spChg chg="mod">
          <ac:chgData name="Dhawan, Shubham" userId="e457b5f3-1f3d-4d58-917e-9019c3073c41" providerId="ADAL" clId="{8AF4B2D9-AAD1-4FA2-BD2A-E8108DBB59E4}" dt="2024-09-12T06:16:50.453" v="215" actId="20577"/>
          <ac:spMkLst>
            <pc:docMk/>
            <pc:sldMasterMk cId="1063007271" sldId="2147483660"/>
            <ac:spMk id="18" creationId="{00000000-0000-0000-0000-000000000000}"/>
          </ac:spMkLst>
        </pc:spChg>
        <pc:sldLayoutChg chg="del">
          <pc:chgData name="Dhawan, Shubham" userId="e457b5f3-1f3d-4d58-917e-9019c3073c41" providerId="ADAL" clId="{8AF4B2D9-AAD1-4FA2-BD2A-E8108DBB59E4}" dt="2024-09-12T06:40:25.643" v="739" actId="47"/>
          <pc:sldLayoutMkLst>
            <pc:docMk/>
            <pc:sldMasterMk cId="1063007271" sldId="2147483660"/>
            <pc:sldLayoutMk cId="2704788554" sldId="2147483740"/>
          </pc:sldLayoutMkLst>
        </pc:sldLayoutChg>
      </pc:sldMasterChg>
      <pc:sldMasterChg chg="modSp mod">
        <pc:chgData name="Dhawan, Shubham" userId="e457b5f3-1f3d-4d58-917e-9019c3073c41" providerId="ADAL" clId="{8AF4B2D9-AAD1-4FA2-BD2A-E8108DBB59E4}" dt="2024-09-12T06:17:15.131" v="219" actId="20577"/>
        <pc:sldMasterMkLst>
          <pc:docMk/>
          <pc:sldMasterMk cId="4261039479" sldId="2147483752"/>
        </pc:sldMasterMkLst>
        <pc:spChg chg="mod">
          <ac:chgData name="Dhawan, Shubham" userId="e457b5f3-1f3d-4d58-917e-9019c3073c41" providerId="ADAL" clId="{8AF4B2D9-AAD1-4FA2-BD2A-E8108DBB59E4}" dt="2024-09-12T06:17:15.131" v="219" actId="20577"/>
          <ac:spMkLst>
            <pc:docMk/>
            <pc:sldMasterMk cId="4261039479" sldId="2147483752"/>
            <ac:spMk id="18" creationId="{00000000-0000-0000-0000-000000000000}"/>
          </ac:spMkLst>
        </pc:spChg>
      </pc:sldMasterChg>
      <pc:sldMasterChg chg="del delSldLayout">
        <pc:chgData name="Dhawan, Shubham" userId="e457b5f3-1f3d-4d58-917e-9019c3073c41" providerId="ADAL" clId="{8AF4B2D9-AAD1-4FA2-BD2A-E8108DBB59E4}" dt="2024-09-12T06:16:24.857" v="210" actId="47"/>
        <pc:sldMasterMkLst>
          <pc:docMk/>
          <pc:sldMasterMk cId="480374128" sldId="2147483795"/>
        </pc:sldMasterMkLst>
        <pc:sldLayoutChg chg="del">
          <pc:chgData name="Dhawan, Shubham" userId="e457b5f3-1f3d-4d58-917e-9019c3073c41" providerId="ADAL" clId="{8AF4B2D9-AAD1-4FA2-BD2A-E8108DBB59E4}" dt="2024-09-12T06:16:24.857" v="210" actId="47"/>
          <pc:sldLayoutMkLst>
            <pc:docMk/>
            <pc:sldMasterMk cId="480374128" sldId="2147483795"/>
            <pc:sldLayoutMk cId="1123573868" sldId="2147483796"/>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996979716" sldId="2147483797"/>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32504897" sldId="2147483798"/>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27631420" sldId="2147483799"/>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719341536" sldId="2147483800"/>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630866940" sldId="2147483801"/>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175691382" sldId="2147483802"/>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802442429" sldId="2147483803"/>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099820566" sldId="2147483804"/>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031358609" sldId="2147483805"/>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799162270" sldId="2147483806"/>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235641988" sldId="2147483807"/>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682214994" sldId="2147483808"/>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85735643" sldId="2147483809"/>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606794234" sldId="2147483810"/>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020286272" sldId="2147483811"/>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665626817" sldId="2147483812"/>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892245981" sldId="2147483813"/>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542586628" sldId="2147483814"/>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475534505" sldId="2147483815"/>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382386820" sldId="2147483816"/>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55000823" sldId="2147483817"/>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607701206" sldId="2147483818"/>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806746237" sldId="2147483819"/>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625103771" sldId="2147483820"/>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872408249" sldId="2147483821"/>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847863625" sldId="2147483822"/>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469174675" sldId="2147483823"/>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525001822" sldId="2147483824"/>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296474298" sldId="2147483825"/>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206896265" sldId="2147483826"/>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242207443" sldId="2147483827"/>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2074031" sldId="2147483828"/>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507125394" sldId="2147483829"/>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857331182" sldId="2147483830"/>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588526154" sldId="2147483831"/>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872507380" sldId="2147483832"/>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648158139" sldId="2147483833"/>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2011589754" sldId="2147483834"/>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549801075" sldId="2147483835"/>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187630227" sldId="2147483836"/>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286534098" sldId="2147483837"/>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547080432" sldId="2147483838"/>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313816240" sldId="2147483839"/>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796068864" sldId="2147483840"/>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486454762" sldId="2147483841"/>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225556318" sldId="2147483842"/>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4269037160" sldId="2147483843"/>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168665137" sldId="2147483844"/>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196256072" sldId="2147483845"/>
          </pc:sldLayoutMkLst>
        </pc:sldLayoutChg>
        <pc:sldLayoutChg chg="del">
          <pc:chgData name="Dhawan, Shubham" userId="e457b5f3-1f3d-4d58-917e-9019c3073c41" providerId="ADAL" clId="{8AF4B2D9-AAD1-4FA2-BD2A-E8108DBB59E4}" dt="2024-09-12T06:16:24.857" v="210" actId="47"/>
          <pc:sldLayoutMkLst>
            <pc:docMk/>
            <pc:sldMasterMk cId="480374128" sldId="2147483795"/>
            <pc:sldLayoutMk cId="3697175330" sldId="2147483846"/>
          </pc:sldLayoutMkLst>
        </pc:sldLayoutChg>
      </pc:sldMasterChg>
    </pc:docChg>
  </pc:docChgLst>
  <pc:docChgLst>
    <pc:chgData name="Dhawan, Shubham" userId="e457b5f3-1f3d-4d58-917e-9019c3073c41" providerId="ADAL" clId="{6189556E-3962-4168-85E4-740FCD1C2F93}"/>
    <pc:docChg chg="undo custSel modSld sldOrd replTag">
      <pc:chgData name="Dhawan, Shubham" userId="e457b5f3-1f3d-4d58-917e-9019c3073c41" providerId="ADAL" clId="{6189556E-3962-4168-85E4-740FCD1C2F93}" dt="2024-09-12T16:29:44.725" v="1973" actId="14100"/>
      <pc:docMkLst>
        <pc:docMk/>
      </pc:docMkLst>
      <pc:sldChg chg="addSp modSp mod">
        <pc:chgData name="Dhawan, Shubham" userId="e457b5f3-1f3d-4d58-917e-9019c3073c41" providerId="ADAL" clId="{6189556E-3962-4168-85E4-740FCD1C2F93}" dt="2024-09-12T16:22:20.439" v="1963"/>
        <pc:sldMkLst>
          <pc:docMk/>
          <pc:sldMk cId="2466310545" sldId="343"/>
        </pc:sldMkLst>
        <pc:spChg chg="add mod">
          <ac:chgData name="Dhawan, Shubham" userId="e457b5f3-1f3d-4d58-917e-9019c3073c41" providerId="ADAL" clId="{6189556E-3962-4168-85E4-740FCD1C2F93}" dt="2024-09-12T16:22:20.439" v="1963"/>
          <ac:spMkLst>
            <pc:docMk/>
            <pc:sldMk cId="2466310545" sldId="343"/>
            <ac:spMk id="3" creationId="{5232FF8E-1A7D-4FEE-EFBB-0A9CC2C8F9D4}"/>
          </ac:spMkLst>
        </pc:spChg>
        <pc:spChg chg="mod">
          <ac:chgData name="Dhawan, Shubham" userId="e457b5f3-1f3d-4d58-917e-9019c3073c41" providerId="ADAL" clId="{6189556E-3962-4168-85E4-740FCD1C2F93}" dt="2024-09-12T16:21:42.142" v="1929" actId="1076"/>
          <ac:spMkLst>
            <pc:docMk/>
            <pc:sldMk cId="2466310545" sldId="343"/>
            <ac:spMk id="5" creationId="{59F7243B-80F2-44F8-8D03-35AA84E994CF}"/>
          </ac:spMkLst>
        </pc:spChg>
        <pc:spChg chg="mod">
          <ac:chgData name="Dhawan, Shubham" userId="e457b5f3-1f3d-4d58-917e-9019c3073c41" providerId="ADAL" clId="{6189556E-3962-4168-85E4-740FCD1C2F93}" dt="2024-09-12T16:21:44.183" v="1930" actId="1076"/>
          <ac:spMkLst>
            <pc:docMk/>
            <pc:sldMk cId="2466310545" sldId="343"/>
            <ac:spMk id="7" creationId="{EDAC9A58-F419-493B-A5B6-32E711FB80BA}"/>
          </ac:spMkLst>
        </pc:spChg>
      </pc:sldChg>
      <pc:sldChg chg="modSp mod">
        <pc:chgData name="Dhawan, Shubham" userId="e457b5f3-1f3d-4d58-917e-9019c3073c41" providerId="ADAL" clId="{6189556E-3962-4168-85E4-740FCD1C2F93}" dt="2024-09-12T12:25:10.392" v="226" actId="1076"/>
        <pc:sldMkLst>
          <pc:docMk/>
          <pc:sldMk cId="2279039601" sldId="2146848049"/>
        </pc:sldMkLst>
        <pc:spChg chg="mod">
          <ac:chgData name="Dhawan, Shubham" userId="e457b5f3-1f3d-4d58-917e-9019c3073c41" providerId="ADAL" clId="{6189556E-3962-4168-85E4-740FCD1C2F93}" dt="2024-09-12T12:25:10.392" v="226" actId="1076"/>
          <ac:spMkLst>
            <pc:docMk/>
            <pc:sldMk cId="2279039601" sldId="2146848049"/>
            <ac:spMk id="30" creationId="{B8F56017-D729-BF4C-9201-F34940C90AAB}"/>
          </ac:spMkLst>
        </pc:spChg>
      </pc:sldChg>
      <pc:sldChg chg="addSp delSp modSp mod">
        <pc:chgData name="Dhawan, Shubham" userId="e457b5f3-1f3d-4d58-917e-9019c3073c41" providerId="ADAL" clId="{6189556E-3962-4168-85E4-740FCD1C2F93}" dt="2024-09-12T12:25:22.564" v="228" actId="14100"/>
        <pc:sldMkLst>
          <pc:docMk/>
          <pc:sldMk cId="35364392" sldId="2146848051"/>
        </pc:sldMkLst>
        <pc:spChg chg="mod">
          <ac:chgData name="Dhawan, Shubham" userId="e457b5f3-1f3d-4d58-917e-9019c3073c41" providerId="ADAL" clId="{6189556E-3962-4168-85E4-740FCD1C2F93}" dt="2024-09-12T08:57:36.810" v="140" actId="1076"/>
          <ac:spMkLst>
            <pc:docMk/>
            <pc:sldMk cId="35364392" sldId="2146848051"/>
            <ac:spMk id="4" creationId="{048F1429-CDA1-03DD-2164-C79AB97F7802}"/>
          </ac:spMkLst>
        </pc:spChg>
        <pc:spChg chg="mod">
          <ac:chgData name="Dhawan, Shubham" userId="e457b5f3-1f3d-4d58-917e-9019c3073c41" providerId="ADAL" clId="{6189556E-3962-4168-85E4-740FCD1C2F93}" dt="2024-09-12T08:57:36.810" v="140" actId="1076"/>
          <ac:spMkLst>
            <pc:docMk/>
            <pc:sldMk cId="35364392" sldId="2146848051"/>
            <ac:spMk id="5" creationId="{9A85B7F8-75F7-7EA3-0CC8-B8EF58D74AB2}"/>
          </ac:spMkLst>
        </pc:spChg>
        <pc:spChg chg="mod">
          <ac:chgData name="Dhawan, Shubham" userId="e457b5f3-1f3d-4d58-917e-9019c3073c41" providerId="ADAL" clId="{6189556E-3962-4168-85E4-740FCD1C2F93}" dt="2024-09-12T08:57:36.810" v="140" actId="1076"/>
          <ac:spMkLst>
            <pc:docMk/>
            <pc:sldMk cId="35364392" sldId="2146848051"/>
            <ac:spMk id="34" creationId="{2291EB90-617A-8794-6A00-A6BB94FA7D7D}"/>
          </ac:spMkLst>
        </pc:spChg>
        <pc:spChg chg="del">
          <ac:chgData name="Dhawan, Shubham" userId="e457b5f3-1f3d-4d58-917e-9019c3073c41" providerId="ADAL" clId="{6189556E-3962-4168-85E4-740FCD1C2F93}" dt="2024-09-12T08:55:52.060" v="118" actId="478"/>
          <ac:spMkLst>
            <pc:docMk/>
            <pc:sldMk cId="35364392" sldId="2146848051"/>
            <ac:spMk id="35" creationId="{337345CE-66E9-E49E-8009-AF66CA6CE5ED}"/>
          </ac:spMkLst>
        </pc:spChg>
        <pc:grpChg chg="del">
          <ac:chgData name="Dhawan, Shubham" userId="e457b5f3-1f3d-4d58-917e-9019c3073c41" providerId="ADAL" clId="{6189556E-3962-4168-85E4-740FCD1C2F93}" dt="2024-09-12T08:55:52.060" v="118" actId="478"/>
          <ac:grpSpMkLst>
            <pc:docMk/>
            <pc:sldMk cId="35364392" sldId="2146848051"/>
            <ac:grpSpMk id="36" creationId="{33B40B59-2C56-AFC8-F63A-73DFECAAEE4B}"/>
          </ac:grpSpMkLst>
        </pc:grpChg>
        <pc:grpChg chg="mod">
          <ac:chgData name="Dhawan, Shubham" userId="e457b5f3-1f3d-4d58-917e-9019c3073c41" providerId="ADAL" clId="{6189556E-3962-4168-85E4-740FCD1C2F93}" dt="2024-09-12T08:57:36.810" v="140" actId="1076"/>
          <ac:grpSpMkLst>
            <pc:docMk/>
            <pc:sldMk cId="35364392" sldId="2146848051"/>
            <ac:grpSpMk id="133" creationId="{37748040-AA10-C2D5-FA88-82FD8C1AB6EC}"/>
          </ac:grpSpMkLst>
        </pc:grpChg>
        <pc:grpChg chg="mod">
          <ac:chgData name="Dhawan, Shubham" userId="e457b5f3-1f3d-4d58-917e-9019c3073c41" providerId="ADAL" clId="{6189556E-3962-4168-85E4-740FCD1C2F93}" dt="2024-09-12T08:57:36.810" v="140" actId="1076"/>
          <ac:grpSpMkLst>
            <pc:docMk/>
            <pc:sldMk cId="35364392" sldId="2146848051"/>
            <ac:grpSpMk id="160" creationId="{3B59DABF-EE1D-8888-B368-089116C6F561}"/>
          </ac:grpSpMkLst>
        </pc:grpChg>
        <pc:grpChg chg="mod">
          <ac:chgData name="Dhawan, Shubham" userId="e457b5f3-1f3d-4d58-917e-9019c3073c41" providerId="ADAL" clId="{6189556E-3962-4168-85E4-740FCD1C2F93}" dt="2024-09-12T08:57:36.810" v="140" actId="1076"/>
          <ac:grpSpMkLst>
            <pc:docMk/>
            <pc:sldMk cId="35364392" sldId="2146848051"/>
            <ac:grpSpMk id="225" creationId="{3F89F25C-44FD-1F1E-9462-D464768A2CFF}"/>
          </ac:grpSpMkLst>
        </pc:grpChg>
        <pc:grpChg chg="mod">
          <ac:chgData name="Dhawan, Shubham" userId="e457b5f3-1f3d-4d58-917e-9019c3073c41" providerId="ADAL" clId="{6189556E-3962-4168-85E4-740FCD1C2F93}" dt="2024-09-12T08:57:36.810" v="140" actId="1076"/>
          <ac:grpSpMkLst>
            <pc:docMk/>
            <pc:sldMk cId="35364392" sldId="2146848051"/>
            <ac:grpSpMk id="286" creationId="{6F7D583E-6AD2-25F2-D12A-23B3DCDC9332}"/>
          </ac:grpSpMkLst>
        </pc:grpChg>
        <pc:grpChg chg="mod">
          <ac:chgData name="Dhawan, Shubham" userId="e457b5f3-1f3d-4d58-917e-9019c3073c41" providerId="ADAL" clId="{6189556E-3962-4168-85E4-740FCD1C2F93}" dt="2024-09-12T08:57:36.810" v="140" actId="1076"/>
          <ac:grpSpMkLst>
            <pc:docMk/>
            <pc:sldMk cId="35364392" sldId="2146848051"/>
            <ac:grpSpMk id="347" creationId="{726CF20E-A965-D481-1ED8-4AD8DC274C11}"/>
          </ac:grpSpMkLst>
        </pc:grpChg>
        <pc:grpChg chg="mod">
          <ac:chgData name="Dhawan, Shubham" userId="e457b5f3-1f3d-4d58-917e-9019c3073c41" providerId="ADAL" clId="{6189556E-3962-4168-85E4-740FCD1C2F93}" dt="2024-09-12T08:57:36.810" v="140" actId="1076"/>
          <ac:grpSpMkLst>
            <pc:docMk/>
            <pc:sldMk cId="35364392" sldId="2146848051"/>
            <ac:grpSpMk id="350" creationId="{46369E88-6BCA-F3A8-6E86-A4AB62C957CB}"/>
          </ac:grpSpMkLst>
        </pc:grpChg>
        <pc:picChg chg="add mod">
          <ac:chgData name="Dhawan, Shubham" userId="e457b5f3-1f3d-4d58-917e-9019c3073c41" providerId="ADAL" clId="{6189556E-3962-4168-85E4-740FCD1C2F93}" dt="2024-09-12T08:57:36.810" v="140" actId="1076"/>
          <ac:picMkLst>
            <pc:docMk/>
            <pc:sldMk cId="35364392" sldId="2146848051"/>
            <ac:picMk id="6" creationId="{2FE4DE39-57E9-6515-0B9C-5C6CB02FD8CB}"/>
          </ac:picMkLst>
        </pc:picChg>
        <pc:picChg chg="add mod">
          <ac:chgData name="Dhawan, Shubham" userId="e457b5f3-1f3d-4d58-917e-9019c3073c41" providerId="ADAL" clId="{6189556E-3962-4168-85E4-740FCD1C2F93}" dt="2024-09-12T12:25:22.564" v="228" actId="14100"/>
          <ac:picMkLst>
            <pc:docMk/>
            <pc:sldMk cId="35364392" sldId="2146848051"/>
            <ac:picMk id="8" creationId="{8EBC77CF-2F93-FAE6-F410-DEE1343A5447}"/>
          </ac:picMkLst>
        </pc:picChg>
      </pc:sldChg>
      <pc:sldChg chg="addSp delSp modSp mod">
        <pc:chgData name="Dhawan, Shubham" userId="e457b5f3-1f3d-4d58-917e-9019c3073c41" providerId="ADAL" clId="{6189556E-3962-4168-85E4-740FCD1C2F93}" dt="2024-09-12T16:01:03.741" v="1734" actId="1076"/>
        <pc:sldMkLst>
          <pc:docMk/>
          <pc:sldMk cId="96083491" sldId="2146848052"/>
        </pc:sldMkLst>
        <pc:spChg chg="mod ord">
          <ac:chgData name="Dhawan, Shubham" userId="e457b5f3-1f3d-4d58-917e-9019c3073c41" providerId="ADAL" clId="{6189556E-3962-4168-85E4-740FCD1C2F93}" dt="2024-09-12T16:00:43.658" v="1690"/>
          <ac:spMkLst>
            <pc:docMk/>
            <pc:sldMk cId="96083491" sldId="2146848052"/>
            <ac:spMk id="3" creationId="{88D0870E-9C5B-B413-8248-3AB0EA91006F}"/>
          </ac:spMkLst>
        </pc:spChg>
        <pc:spChg chg="add mod ord">
          <ac:chgData name="Dhawan, Shubham" userId="e457b5f3-1f3d-4d58-917e-9019c3073c41" providerId="ADAL" clId="{6189556E-3962-4168-85E4-740FCD1C2F93}" dt="2024-09-12T16:01:03.741" v="1734" actId="1076"/>
          <ac:spMkLst>
            <pc:docMk/>
            <pc:sldMk cId="96083491" sldId="2146848052"/>
            <ac:spMk id="4" creationId="{7360FF50-801C-9F33-DC90-E97CA7163E34}"/>
          </ac:spMkLst>
        </pc:spChg>
        <pc:spChg chg="mod">
          <ac:chgData name="Dhawan, Shubham" userId="e457b5f3-1f3d-4d58-917e-9019c3073c41" providerId="ADAL" clId="{6189556E-3962-4168-85E4-740FCD1C2F93}" dt="2024-09-12T12:27:25.453" v="261"/>
          <ac:spMkLst>
            <pc:docMk/>
            <pc:sldMk cId="96083491" sldId="2146848052"/>
            <ac:spMk id="6" creationId="{5AF3F467-D8D3-4DDC-3DD7-59EADD102FD7}"/>
          </ac:spMkLst>
        </pc:spChg>
        <pc:spChg chg="mod">
          <ac:chgData name="Dhawan, Shubham" userId="e457b5f3-1f3d-4d58-917e-9019c3073c41" providerId="ADAL" clId="{6189556E-3962-4168-85E4-740FCD1C2F93}" dt="2024-09-12T12:27:25.453" v="261"/>
          <ac:spMkLst>
            <pc:docMk/>
            <pc:sldMk cId="96083491" sldId="2146848052"/>
            <ac:spMk id="7" creationId="{06C119CC-7A57-E543-867E-2A025ABC75E6}"/>
          </ac:spMkLst>
        </pc:spChg>
        <pc:spChg chg="mod">
          <ac:chgData name="Dhawan, Shubham" userId="e457b5f3-1f3d-4d58-917e-9019c3073c41" providerId="ADAL" clId="{6189556E-3962-4168-85E4-740FCD1C2F93}" dt="2024-09-12T12:27:25.453" v="261"/>
          <ac:spMkLst>
            <pc:docMk/>
            <pc:sldMk cId="96083491" sldId="2146848052"/>
            <ac:spMk id="8" creationId="{E69C9754-BBA8-3C93-47D5-4505A906DE57}"/>
          </ac:spMkLst>
        </pc:spChg>
        <pc:spChg chg="mod ord">
          <ac:chgData name="Dhawan, Shubham" userId="e457b5f3-1f3d-4d58-917e-9019c3073c41" providerId="ADAL" clId="{6189556E-3962-4168-85E4-740FCD1C2F93}" dt="2024-09-12T16:00:43.657" v="1684"/>
          <ac:spMkLst>
            <pc:docMk/>
            <pc:sldMk cId="96083491" sldId="2146848052"/>
            <ac:spMk id="10" creationId="{AAC10C14-1755-48E2-82C6-FC69041FECE4}"/>
          </ac:spMkLst>
        </pc:spChg>
        <pc:spChg chg="mod ord">
          <ac:chgData name="Dhawan, Shubham" userId="e457b5f3-1f3d-4d58-917e-9019c3073c41" providerId="ADAL" clId="{6189556E-3962-4168-85E4-740FCD1C2F93}" dt="2024-09-12T16:00:43.657" v="1686"/>
          <ac:spMkLst>
            <pc:docMk/>
            <pc:sldMk cId="96083491" sldId="2146848052"/>
            <ac:spMk id="11" creationId="{09E5F9FD-CF4E-4608-9B95-8BBC6E87A63B}"/>
          </ac:spMkLst>
        </pc:spChg>
        <pc:spChg chg="add mod ord">
          <ac:chgData name="Dhawan, Shubham" userId="e457b5f3-1f3d-4d58-917e-9019c3073c41" providerId="ADAL" clId="{6189556E-3962-4168-85E4-740FCD1C2F93}" dt="2024-09-12T16:00:43.661" v="1702"/>
          <ac:spMkLst>
            <pc:docMk/>
            <pc:sldMk cId="96083491" sldId="2146848052"/>
            <ac:spMk id="12" creationId="{FFF853FD-8235-CF0C-109C-E6246D42FD36}"/>
          </ac:spMkLst>
        </pc:spChg>
        <pc:spChg chg="mod">
          <ac:chgData name="Dhawan, Shubham" userId="e457b5f3-1f3d-4d58-917e-9019c3073c41" providerId="ADAL" clId="{6189556E-3962-4168-85E4-740FCD1C2F93}" dt="2024-09-12T12:28:46.817" v="292"/>
          <ac:spMkLst>
            <pc:docMk/>
            <pc:sldMk cId="96083491" sldId="2146848052"/>
            <ac:spMk id="14" creationId="{988B1EF0-A5D9-F195-077D-6E183180916E}"/>
          </ac:spMkLst>
        </pc:spChg>
        <pc:spChg chg="mod">
          <ac:chgData name="Dhawan, Shubham" userId="e457b5f3-1f3d-4d58-917e-9019c3073c41" providerId="ADAL" clId="{6189556E-3962-4168-85E4-740FCD1C2F93}" dt="2024-09-12T12:28:46.817" v="292"/>
          <ac:spMkLst>
            <pc:docMk/>
            <pc:sldMk cId="96083491" sldId="2146848052"/>
            <ac:spMk id="15" creationId="{3D414430-F914-FC7F-982E-28280905D231}"/>
          </ac:spMkLst>
        </pc:spChg>
        <pc:spChg chg="mod">
          <ac:chgData name="Dhawan, Shubham" userId="e457b5f3-1f3d-4d58-917e-9019c3073c41" providerId="ADAL" clId="{6189556E-3962-4168-85E4-740FCD1C2F93}" dt="2024-09-12T12:28:46.817" v="292"/>
          <ac:spMkLst>
            <pc:docMk/>
            <pc:sldMk cId="96083491" sldId="2146848052"/>
            <ac:spMk id="16" creationId="{B771846D-471C-9AFC-E9DB-52A9D5A5D3F8}"/>
          </ac:spMkLst>
        </pc:spChg>
        <pc:spChg chg="mod">
          <ac:chgData name="Dhawan, Shubham" userId="e457b5f3-1f3d-4d58-917e-9019c3073c41" providerId="ADAL" clId="{6189556E-3962-4168-85E4-740FCD1C2F93}" dt="2024-09-12T12:28:46.817" v="292"/>
          <ac:spMkLst>
            <pc:docMk/>
            <pc:sldMk cId="96083491" sldId="2146848052"/>
            <ac:spMk id="17" creationId="{D98D793F-CBD0-AF33-7F5F-CA122F6D3C4A}"/>
          </ac:spMkLst>
        </pc:spChg>
        <pc:spChg chg="mod">
          <ac:chgData name="Dhawan, Shubham" userId="e457b5f3-1f3d-4d58-917e-9019c3073c41" providerId="ADAL" clId="{6189556E-3962-4168-85E4-740FCD1C2F93}" dt="2024-09-12T12:28:46.817" v="292"/>
          <ac:spMkLst>
            <pc:docMk/>
            <pc:sldMk cId="96083491" sldId="2146848052"/>
            <ac:spMk id="18" creationId="{F73D89FD-3067-A0F8-9A40-55324953BDB2}"/>
          </ac:spMkLst>
        </pc:spChg>
        <pc:spChg chg="add mod ord">
          <ac:chgData name="Dhawan, Shubham" userId="e457b5f3-1f3d-4d58-917e-9019c3073c41" providerId="ADAL" clId="{6189556E-3962-4168-85E4-740FCD1C2F93}" dt="2024-09-12T16:00:43.662" v="1706"/>
          <ac:spMkLst>
            <pc:docMk/>
            <pc:sldMk cId="96083491" sldId="2146848052"/>
            <ac:spMk id="19" creationId="{336D7831-4D40-5CB3-102E-B2E8E31C94AD}"/>
          </ac:spMkLst>
        </pc:spChg>
        <pc:spChg chg="mod">
          <ac:chgData name="Dhawan, Shubham" userId="e457b5f3-1f3d-4d58-917e-9019c3073c41" providerId="ADAL" clId="{6189556E-3962-4168-85E4-740FCD1C2F93}" dt="2024-09-12T12:33:33.161" v="332"/>
          <ac:spMkLst>
            <pc:docMk/>
            <pc:sldMk cId="96083491" sldId="2146848052"/>
            <ac:spMk id="21" creationId="{0D53C92D-9D13-2AF0-10D6-8B02E1062D07}"/>
          </ac:spMkLst>
        </pc:spChg>
        <pc:spChg chg="mod">
          <ac:chgData name="Dhawan, Shubham" userId="e457b5f3-1f3d-4d58-917e-9019c3073c41" providerId="ADAL" clId="{6189556E-3962-4168-85E4-740FCD1C2F93}" dt="2024-09-12T12:33:33.161" v="332"/>
          <ac:spMkLst>
            <pc:docMk/>
            <pc:sldMk cId="96083491" sldId="2146848052"/>
            <ac:spMk id="22" creationId="{1AB48AA2-7A04-A85B-2472-CBB032F60E66}"/>
          </ac:spMkLst>
        </pc:spChg>
        <pc:spChg chg="mod">
          <ac:chgData name="Dhawan, Shubham" userId="e457b5f3-1f3d-4d58-917e-9019c3073c41" providerId="ADAL" clId="{6189556E-3962-4168-85E4-740FCD1C2F93}" dt="2024-09-12T12:33:33.161" v="332"/>
          <ac:spMkLst>
            <pc:docMk/>
            <pc:sldMk cId="96083491" sldId="2146848052"/>
            <ac:spMk id="23" creationId="{76751CE8-06EB-0E8B-E312-68430A6D958E}"/>
          </ac:spMkLst>
        </pc:spChg>
        <pc:spChg chg="add mod ord">
          <ac:chgData name="Dhawan, Shubham" userId="e457b5f3-1f3d-4d58-917e-9019c3073c41" providerId="ADAL" clId="{6189556E-3962-4168-85E4-740FCD1C2F93}" dt="2024-09-12T16:00:43.662" v="1710"/>
          <ac:spMkLst>
            <pc:docMk/>
            <pc:sldMk cId="96083491" sldId="2146848052"/>
            <ac:spMk id="24" creationId="{936FCFBF-A195-A9DC-BABE-3F8289226588}"/>
          </ac:spMkLst>
        </pc:spChg>
        <pc:spChg chg="mod">
          <ac:chgData name="Dhawan, Shubham" userId="e457b5f3-1f3d-4d58-917e-9019c3073c41" providerId="ADAL" clId="{6189556E-3962-4168-85E4-740FCD1C2F93}" dt="2024-09-12T15:11:43.990" v="603" actId="207"/>
          <ac:spMkLst>
            <pc:docMk/>
            <pc:sldMk cId="96083491" sldId="2146848052"/>
            <ac:spMk id="26" creationId="{D3D6D2C3-F532-3B78-EEF1-3FB0EF92D75E}"/>
          </ac:spMkLst>
        </pc:spChg>
        <pc:spChg chg="mod">
          <ac:chgData name="Dhawan, Shubham" userId="e457b5f3-1f3d-4d58-917e-9019c3073c41" providerId="ADAL" clId="{6189556E-3962-4168-85E4-740FCD1C2F93}" dt="2024-09-12T15:11:43.990" v="603" actId="207"/>
          <ac:spMkLst>
            <pc:docMk/>
            <pc:sldMk cId="96083491" sldId="2146848052"/>
            <ac:spMk id="27" creationId="{7F0912FC-1645-85E3-F8F7-2258C06C790E}"/>
          </ac:spMkLst>
        </pc:spChg>
        <pc:spChg chg="mod">
          <ac:chgData name="Dhawan, Shubham" userId="e457b5f3-1f3d-4d58-917e-9019c3073c41" providerId="ADAL" clId="{6189556E-3962-4168-85E4-740FCD1C2F93}" dt="2024-09-12T15:11:43.990" v="603" actId="207"/>
          <ac:spMkLst>
            <pc:docMk/>
            <pc:sldMk cId="96083491" sldId="2146848052"/>
            <ac:spMk id="28" creationId="{A1C7C25E-3190-737A-4EDA-124D1698465C}"/>
          </ac:spMkLst>
        </pc:spChg>
        <pc:spChg chg="add mod ord">
          <ac:chgData name="Dhawan, Shubham" userId="e457b5f3-1f3d-4d58-917e-9019c3073c41" providerId="ADAL" clId="{6189556E-3962-4168-85E4-740FCD1C2F93}" dt="2024-09-12T16:00:43.663" v="1714"/>
          <ac:spMkLst>
            <pc:docMk/>
            <pc:sldMk cId="96083491" sldId="2146848052"/>
            <ac:spMk id="29" creationId="{43AD33D4-81A1-B754-A75F-D6F49E65B17C}"/>
          </ac:spMkLst>
        </pc:spChg>
        <pc:spChg chg="del">
          <ac:chgData name="Dhawan, Shubham" userId="e457b5f3-1f3d-4d58-917e-9019c3073c41" providerId="ADAL" clId="{6189556E-3962-4168-85E4-740FCD1C2F93}" dt="2024-09-12T12:25:32.331" v="229" actId="478"/>
          <ac:spMkLst>
            <pc:docMk/>
            <pc:sldMk cId="96083491" sldId="2146848052"/>
            <ac:spMk id="33" creationId="{5A2B0691-6C10-0FEA-841C-E872EDCBA2F7}"/>
          </ac:spMkLst>
        </pc:spChg>
        <pc:spChg chg="mod ord">
          <ac:chgData name="Dhawan, Shubham" userId="e457b5f3-1f3d-4d58-917e-9019c3073c41" providerId="ADAL" clId="{6189556E-3962-4168-85E4-740FCD1C2F93}" dt="2024-09-12T16:00:43.659" v="1694"/>
          <ac:spMkLst>
            <pc:docMk/>
            <pc:sldMk cId="96083491" sldId="2146848052"/>
            <ac:spMk id="356" creationId="{88A1A221-5FC7-2F4E-8ED7-8A333F4585CA}"/>
          </ac:spMkLst>
        </pc:spChg>
        <pc:spChg chg="mod ord">
          <ac:chgData name="Dhawan, Shubham" userId="e457b5f3-1f3d-4d58-917e-9019c3073c41" providerId="ADAL" clId="{6189556E-3962-4168-85E4-740FCD1C2F93}" dt="2024-09-12T16:00:43.660" v="1696"/>
          <ac:spMkLst>
            <pc:docMk/>
            <pc:sldMk cId="96083491" sldId="2146848052"/>
            <ac:spMk id="361" creationId="{0CBEC839-75E1-FFA6-8307-4DB9A54D2C5B}"/>
          </ac:spMkLst>
        </pc:spChg>
        <pc:grpChg chg="add mod ord">
          <ac:chgData name="Dhawan, Shubham" userId="e457b5f3-1f3d-4d58-917e-9019c3073c41" providerId="ADAL" clId="{6189556E-3962-4168-85E4-740FCD1C2F93}" dt="2024-09-12T16:00:43.660" v="1700"/>
          <ac:grpSpMkLst>
            <pc:docMk/>
            <pc:sldMk cId="96083491" sldId="2146848052"/>
            <ac:grpSpMk id="5" creationId="{5684A9D0-0232-868A-7150-7C89EAACA4F7}"/>
          </ac:grpSpMkLst>
        </pc:grpChg>
        <pc:grpChg chg="add mod ord">
          <ac:chgData name="Dhawan, Shubham" userId="e457b5f3-1f3d-4d58-917e-9019c3073c41" providerId="ADAL" clId="{6189556E-3962-4168-85E4-740FCD1C2F93}" dt="2024-09-12T16:00:43.661" v="1704"/>
          <ac:grpSpMkLst>
            <pc:docMk/>
            <pc:sldMk cId="96083491" sldId="2146848052"/>
            <ac:grpSpMk id="13" creationId="{EF11D520-CF0A-43A4-F651-FC242ACBB6D2}"/>
          </ac:grpSpMkLst>
        </pc:grpChg>
        <pc:grpChg chg="add mod ord">
          <ac:chgData name="Dhawan, Shubham" userId="e457b5f3-1f3d-4d58-917e-9019c3073c41" providerId="ADAL" clId="{6189556E-3962-4168-85E4-740FCD1C2F93}" dt="2024-09-12T16:00:43.662" v="1708"/>
          <ac:grpSpMkLst>
            <pc:docMk/>
            <pc:sldMk cId="96083491" sldId="2146848052"/>
            <ac:grpSpMk id="20" creationId="{C1B29C08-D7B6-56B4-5E46-4A8DFB647C61}"/>
          </ac:grpSpMkLst>
        </pc:grpChg>
        <pc:grpChg chg="add mod ord">
          <ac:chgData name="Dhawan, Shubham" userId="e457b5f3-1f3d-4d58-917e-9019c3073c41" providerId="ADAL" clId="{6189556E-3962-4168-85E4-740FCD1C2F93}" dt="2024-09-12T16:00:43.663" v="1712"/>
          <ac:grpSpMkLst>
            <pc:docMk/>
            <pc:sldMk cId="96083491" sldId="2146848052"/>
            <ac:grpSpMk id="25" creationId="{61011258-020E-3430-0752-44699E0C2B68}"/>
          </ac:grpSpMkLst>
        </pc:grpChg>
        <pc:graphicFrameChg chg="add mod ord modVis replST">
          <ac:chgData name="Dhawan, Shubham" userId="e457b5f3-1f3d-4d58-917e-9019c3073c41" providerId="ADAL" clId="{6189556E-3962-4168-85E4-740FCD1C2F93}" dt="2024-09-12T16:00:43.694" v="1731"/>
          <ac:graphicFrameMkLst>
            <pc:docMk/>
            <pc:sldMk cId="96083491" sldId="2146848052"/>
            <ac:graphicFrameMk id="32" creationId="{6D8F70FA-9095-E905-3C4A-B691DA09FD0D}"/>
          </ac:graphicFrameMkLst>
        </pc:graphicFrameChg>
        <pc:picChg chg="mod ord">
          <ac:chgData name="Dhawan, Shubham" userId="e457b5f3-1f3d-4d58-917e-9019c3073c41" providerId="ADAL" clId="{6189556E-3962-4168-85E4-740FCD1C2F93}" dt="2024-09-12T16:00:43.659" v="1692"/>
          <ac:picMkLst>
            <pc:docMk/>
            <pc:sldMk cId="96083491" sldId="2146848052"/>
            <ac:picMk id="355" creationId="{0282A58F-B8ED-EEA8-8AEC-330CDB2F4333}"/>
          </ac:picMkLst>
        </pc:picChg>
        <pc:cxnChg chg="mod ord">
          <ac:chgData name="Dhawan, Shubham" userId="e457b5f3-1f3d-4d58-917e-9019c3073c41" providerId="ADAL" clId="{6189556E-3962-4168-85E4-740FCD1C2F93}" dt="2024-09-12T16:00:43.658" v="1688"/>
          <ac:cxnSpMkLst>
            <pc:docMk/>
            <pc:sldMk cId="96083491" sldId="2146848052"/>
            <ac:cxnSpMk id="2" creationId="{CB87506B-ADED-DF7A-ED7C-B3D450CA60BF}"/>
          </ac:cxnSpMkLst>
        </pc:cxnChg>
        <pc:cxnChg chg="add mod ord">
          <ac:chgData name="Dhawan, Shubham" userId="e457b5f3-1f3d-4d58-917e-9019c3073c41" providerId="ADAL" clId="{6189556E-3962-4168-85E4-740FCD1C2F93}" dt="2024-09-12T16:00:59.098" v="1733"/>
          <ac:cxnSpMkLst>
            <pc:docMk/>
            <pc:sldMk cId="96083491" sldId="2146848052"/>
            <ac:cxnSpMk id="30" creationId="{D1D2EC1F-DEFE-9EBF-34E6-3298A1E7ECC4}"/>
          </ac:cxnSpMkLst>
        </pc:cxnChg>
      </pc:sldChg>
      <pc:sldChg chg="addSp delSp modSp mod">
        <pc:chgData name="Dhawan, Shubham" userId="e457b5f3-1f3d-4d58-917e-9019c3073c41" providerId="ADAL" clId="{6189556E-3962-4168-85E4-740FCD1C2F93}" dt="2024-09-12T16:20:01.771" v="1905" actId="207"/>
        <pc:sldMkLst>
          <pc:docMk/>
          <pc:sldMk cId="3419643555" sldId="2146848075"/>
        </pc:sldMkLst>
        <pc:spChg chg="add del mod">
          <ac:chgData name="Dhawan, Shubham" userId="e457b5f3-1f3d-4d58-917e-9019c3073c41" providerId="ADAL" clId="{6189556E-3962-4168-85E4-740FCD1C2F93}" dt="2024-09-12T13:28:19.879" v="462"/>
          <ac:spMkLst>
            <pc:docMk/>
            <pc:sldMk cId="3419643555" sldId="2146848075"/>
            <ac:spMk id="3" creationId="{73D28141-2CEC-BA11-1B51-4D6CC56C8652}"/>
          </ac:spMkLst>
        </pc:spChg>
        <pc:spChg chg="add del mod">
          <ac:chgData name="Dhawan, Shubham" userId="e457b5f3-1f3d-4d58-917e-9019c3073c41" providerId="ADAL" clId="{6189556E-3962-4168-85E4-740FCD1C2F93}" dt="2024-09-12T13:28:19.879" v="462"/>
          <ac:spMkLst>
            <pc:docMk/>
            <pc:sldMk cId="3419643555" sldId="2146848075"/>
            <ac:spMk id="4" creationId="{32F21B4D-0677-B38D-E464-65AEB4F920A6}"/>
          </ac:spMkLst>
        </pc:spChg>
        <pc:spChg chg="add del mod">
          <ac:chgData name="Dhawan, Shubham" userId="e457b5f3-1f3d-4d58-917e-9019c3073c41" providerId="ADAL" clId="{6189556E-3962-4168-85E4-740FCD1C2F93}" dt="2024-09-12T13:28:19.879" v="462"/>
          <ac:spMkLst>
            <pc:docMk/>
            <pc:sldMk cId="3419643555" sldId="2146848075"/>
            <ac:spMk id="5" creationId="{0CB33624-B24B-AA0D-9076-237AF21B0B3F}"/>
          </ac:spMkLst>
        </pc:spChg>
        <pc:spChg chg="add del mod">
          <ac:chgData name="Dhawan, Shubham" userId="e457b5f3-1f3d-4d58-917e-9019c3073c41" providerId="ADAL" clId="{6189556E-3962-4168-85E4-740FCD1C2F93}" dt="2024-09-12T13:28:19.879" v="462"/>
          <ac:spMkLst>
            <pc:docMk/>
            <pc:sldMk cId="3419643555" sldId="2146848075"/>
            <ac:spMk id="6" creationId="{1FAD5F7B-3770-BCEF-0F01-024D7279E6B1}"/>
          </ac:spMkLst>
        </pc:spChg>
        <pc:spChg chg="add del mod">
          <ac:chgData name="Dhawan, Shubham" userId="e457b5f3-1f3d-4d58-917e-9019c3073c41" providerId="ADAL" clId="{6189556E-3962-4168-85E4-740FCD1C2F93}" dt="2024-09-12T13:28:19.879" v="462"/>
          <ac:spMkLst>
            <pc:docMk/>
            <pc:sldMk cId="3419643555" sldId="2146848075"/>
            <ac:spMk id="7" creationId="{6BB4AC05-9D2A-BA35-222E-57CFA8D0536A}"/>
          </ac:spMkLst>
        </pc:spChg>
        <pc:spChg chg="add del mod">
          <ac:chgData name="Dhawan, Shubham" userId="e457b5f3-1f3d-4d58-917e-9019c3073c41" providerId="ADAL" clId="{6189556E-3962-4168-85E4-740FCD1C2F93}" dt="2024-09-12T13:28:19.879" v="462"/>
          <ac:spMkLst>
            <pc:docMk/>
            <pc:sldMk cId="3419643555" sldId="2146848075"/>
            <ac:spMk id="8" creationId="{A03967EB-388F-FDCD-D58E-CD0F0FEE3A6B}"/>
          </ac:spMkLst>
        </pc:spChg>
        <pc:spChg chg="add del mod">
          <ac:chgData name="Dhawan, Shubham" userId="e457b5f3-1f3d-4d58-917e-9019c3073c41" providerId="ADAL" clId="{6189556E-3962-4168-85E4-740FCD1C2F93}" dt="2024-09-12T13:28:19.879" v="462"/>
          <ac:spMkLst>
            <pc:docMk/>
            <pc:sldMk cId="3419643555" sldId="2146848075"/>
            <ac:spMk id="9" creationId="{BA5C4C5C-3EFE-17B0-30C1-912789146891}"/>
          </ac:spMkLst>
        </pc:spChg>
        <pc:spChg chg="add del mod">
          <ac:chgData name="Dhawan, Shubham" userId="e457b5f3-1f3d-4d58-917e-9019c3073c41" providerId="ADAL" clId="{6189556E-3962-4168-85E4-740FCD1C2F93}" dt="2024-09-12T13:28:19.879" v="462"/>
          <ac:spMkLst>
            <pc:docMk/>
            <pc:sldMk cId="3419643555" sldId="2146848075"/>
            <ac:spMk id="12" creationId="{F5DE50AA-7FF0-A432-1B4E-D1E6FE17E20C}"/>
          </ac:spMkLst>
        </pc:spChg>
        <pc:spChg chg="add del mod">
          <ac:chgData name="Dhawan, Shubham" userId="e457b5f3-1f3d-4d58-917e-9019c3073c41" providerId="ADAL" clId="{6189556E-3962-4168-85E4-740FCD1C2F93}" dt="2024-09-12T13:28:19.879" v="462"/>
          <ac:spMkLst>
            <pc:docMk/>
            <pc:sldMk cId="3419643555" sldId="2146848075"/>
            <ac:spMk id="13" creationId="{041EA41E-699F-D4DD-51B2-FB5873F99619}"/>
          </ac:spMkLst>
        </pc:spChg>
        <pc:spChg chg="add del mod">
          <ac:chgData name="Dhawan, Shubham" userId="e457b5f3-1f3d-4d58-917e-9019c3073c41" providerId="ADAL" clId="{6189556E-3962-4168-85E4-740FCD1C2F93}" dt="2024-09-12T13:28:19.879" v="462"/>
          <ac:spMkLst>
            <pc:docMk/>
            <pc:sldMk cId="3419643555" sldId="2146848075"/>
            <ac:spMk id="14" creationId="{6DA65677-C92B-505C-C32E-FF964A6C57C1}"/>
          </ac:spMkLst>
        </pc:spChg>
        <pc:spChg chg="add del mod">
          <ac:chgData name="Dhawan, Shubham" userId="e457b5f3-1f3d-4d58-917e-9019c3073c41" providerId="ADAL" clId="{6189556E-3962-4168-85E4-740FCD1C2F93}" dt="2024-09-12T13:28:19.879" v="462"/>
          <ac:spMkLst>
            <pc:docMk/>
            <pc:sldMk cId="3419643555" sldId="2146848075"/>
            <ac:spMk id="15" creationId="{B0FC168E-4949-EF16-8BE2-F3B38E8D72AA}"/>
          </ac:spMkLst>
        </pc:spChg>
        <pc:spChg chg="mod">
          <ac:chgData name="Dhawan, Shubham" userId="e457b5f3-1f3d-4d58-917e-9019c3073c41" providerId="ADAL" clId="{6189556E-3962-4168-85E4-740FCD1C2F93}" dt="2024-09-12T13:28:19.243" v="461" actId="1076"/>
          <ac:spMkLst>
            <pc:docMk/>
            <pc:sldMk cId="3419643555" sldId="2146848075"/>
            <ac:spMk id="17" creationId="{9D7B9210-B5BA-A74A-0FC8-6CDB89C44679}"/>
          </ac:spMkLst>
        </pc:spChg>
        <pc:spChg chg="mod">
          <ac:chgData name="Dhawan, Shubham" userId="e457b5f3-1f3d-4d58-917e-9019c3073c41" providerId="ADAL" clId="{6189556E-3962-4168-85E4-740FCD1C2F93}" dt="2024-09-12T13:28:19.243" v="461" actId="1076"/>
          <ac:spMkLst>
            <pc:docMk/>
            <pc:sldMk cId="3419643555" sldId="2146848075"/>
            <ac:spMk id="18" creationId="{9AAD90AE-557F-8F08-3670-F68A3E10C1C8}"/>
          </ac:spMkLst>
        </pc:spChg>
        <pc:spChg chg="mod">
          <ac:chgData name="Dhawan, Shubham" userId="e457b5f3-1f3d-4d58-917e-9019c3073c41" providerId="ADAL" clId="{6189556E-3962-4168-85E4-740FCD1C2F93}" dt="2024-09-12T13:28:19.243" v="461" actId="1076"/>
          <ac:spMkLst>
            <pc:docMk/>
            <pc:sldMk cId="3419643555" sldId="2146848075"/>
            <ac:spMk id="20" creationId="{66594344-F512-E8A0-B0B3-4FB195FC9862}"/>
          </ac:spMkLst>
        </pc:spChg>
        <pc:spChg chg="mod">
          <ac:chgData name="Dhawan, Shubham" userId="e457b5f3-1f3d-4d58-917e-9019c3073c41" providerId="ADAL" clId="{6189556E-3962-4168-85E4-740FCD1C2F93}" dt="2024-09-12T13:28:19.243" v="461" actId="1076"/>
          <ac:spMkLst>
            <pc:docMk/>
            <pc:sldMk cId="3419643555" sldId="2146848075"/>
            <ac:spMk id="21" creationId="{6F15D126-B156-1667-A751-EBFA1ECE4483}"/>
          </ac:spMkLst>
        </pc:spChg>
        <pc:spChg chg="mod">
          <ac:chgData name="Dhawan, Shubham" userId="e457b5f3-1f3d-4d58-917e-9019c3073c41" providerId="ADAL" clId="{6189556E-3962-4168-85E4-740FCD1C2F93}" dt="2024-09-12T13:28:19.243" v="461" actId="1076"/>
          <ac:spMkLst>
            <pc:docMk/>
            <pc:sldMk cId="3419643555" sldId="2146848075"/>
            <ac:spMk id="22" creationId="{5F9C268A-45F1-2101-D27D-94C8AE59D32B}"/>
          </ac:spMkLst>
        </pc:spChg>
        <pc:spChg chg="mod">
          <ac:chgData name="Dhawan, Shubham" userId="e457b5f3-1f3d-4d58-917e-9019c3073c41" providerId="ADAL" clId="{6189556E-3962-4168-85E4-740FCD1C2F93}" dt="2024-09-12T13:28:19.243" v="461" actId="1076"/>
          <ac:spMkLst>
            <pc:docMk/>
            <pc:sldMk cId="3419643555" sldId="2146848075"/>
            <ac:spMk id="23" creationId="{D943DA33-EBDA-49BE-E7E2-A90092EBA259}"/>
          </ac:spMkLst>
        </pc:spChg>
        <pc:spChg chg="mod">
          <ac:chgData name="Dhawan, Shubham" userId="e457b5f3-1f3d-4d58-917e-9019c3073c41" providerId="ADAL" clId="{6189556E-3962-4168-85E4-740FCD1C2F93}" dt="2024-09-12T13:28:19.243" v="461" actId="1076"/>
          <ac:spMkLst>
            <pc:docMk/>
            <pc:sldMk cId="3419643555" sldId="2146848075"/>
            <ac:spMk id="24" creationId="{62A7739E-270D-DABA-2856-19A6641BD8EE}"/>
          </ac:spMkLst>
        </pc:spChg>
        <pc:spChg chg="mod">
          <ac:chgData name="Dhawan, Shubham" userId="e457b5f3-1f3d-4d58-917e-9019c3073c41" providerId="ADAL" clId="{6189556E-3962-4168-85E4-740FCD1C2F93}" dt="2024-09-12T13:28:19.243" v="461" actId="1076"/>
          <ac:spMkLst>
            <pc:docMk/>
            <pc:sldMk cId="3419643555" sldId="2146848075"/>
            <ac:spMk id="25" creationId="{9B509A52-8D8C-394D-80BB-5C3351DDA71B}"/>
          </ac:spMkLst>
        </pc:spChg>
        <pc:spChg chg="mod">
          <ac:chgData name="Dhawan, Shubham" userId="e457b5f3-1f3d-4d58-917e-9019c3073c41" providerId="ADAL" clId="{6189556E-3962-4168-85E4-740FCD1C2F93}" dt="2024-09-12T13:28:19.243" v="461" actId="1076"/>
          <ac:spMkLst>
            <pc:docMk/>
            <pc:sldMk cId="3419643555" sldId="2146848075"/>
            <ac:spMk id="26" creationId="{1C7A8E09-35EE-915E-4D5D-A498BE4CEB0A}"/>
          </ac:spMkLst>
        </pc:spChg>
        <pc:spChg chg="mod">
          <ac:chgData name="Dhawan, Shubham" userId="e457b5f3-1f3d-4d58-917e-9019c3073c41" providerId="ADAL" clId="{6189556E-3962-4168-85E4-740FCD1C2F93}" dt="2024-09-12T13:28:19.243" v="461" actId="1076"/>
          <ac:spMkLst>
            <pc:docMk/>
            <pc:sldMk cId="3419643555" sldId="2146848075"/>
            <ac:spMk id="27" creationId="{7715C58D-791C-A601-E70E-F88ABC72E130}"/>
          </ac:spMkLst>
        </pc:spChg>
        <pc:spChg chg="mod">
          <ac:chgData name="Dhawan, Shubham" userId="e457b5f3-1f3d-4d58-917e-9019c3073c41" providerId="ADAL" clId="{6189556E-3962-4168-85E4-740FCD1C2F93}" dt="2024-09-12T13:28:19.243" v="461" actId="1076"/>
          <ac:spMkLst>
            <pc:docMk/>
            <pc:sldMk cId="3419643555" sldId="2146848075"/>
            <ac:spMk id="28" creationId="{D24C43E1-F26C-F637-EDF8-D1D7C4441C7D}"/>
          </ac:spMkLst>
        </pc:spChg>
        <pc:spChg chg="add del mod">
          <ac:chgData name="Dhawan, Shubham" userId="e457b5f3-1f3d-4d58-917e-9019c3073c41" providerId="ADAL" clId="{6189556E-3962-4168-85E4-740FCD1C2F93}" dt="2024-09-12T13:28:19.879" v="462"/>
          <ac:spMkLst>
            <pc:docMk/>
            <pc:sldMk cId="3419643555" sldId="2146848075"/>
            <ac:spMk id="29" creationId="{0A0D8F40-1933-8796-722A-F7B53B7D70E7}"/>
          </ac:spMkLst>
        </pc:spChg>
        <pc:spChg chg="mod">
          <ac:chgData name="Dhawan, Shubham" userId="e457b5f3-1f3d-4d58-917e-9019c3073c41" providerId="ADAL" clId="{6189556E-3962-4168-85E4-740FCD1C2F93}" dt="2024-09-12T13:28:19.243" v="461" actId="1076"/>
          <ac:spMkLst>
            <pc:docMk/>
            <pc:sldMk cId="3419643555" sldId="2146848075"/>
            <ac:spMk id="31" creationId="{E21EF263-6DA6-180E-3335-0522D4CE95F8}"/>
          </ac:spMkLst>
        </pc:spChg>
        <pc:spChg chg="mod">
          <ac:chgData name="Dhawan, Shubham" userId="e457b5f3-1f3d-4d58-917e-9019c3073c41" providerId="ADAL" clId="{6189556E-3962-4168-85E4-740FCD1C2F93}" dt="2024-09-12T13:28:19.243" v="461" actId="1076"/>
          <ac:spMkLst>
            <pc:docMk/>
            <pc:sldMk cId="3419643555" sldId="2146848075"/>
            <ac:spMk id="32" creationId="{21BF1AFA-003E-CECB-E741-AA082972B8BC}"/>
          </ac:spMkLst>
        </pc:spChg>
        <pc:spChg chg="add del mod">
          <ac:chgData name="Dhawan, Shubham" userId="e457b5f3-1f3d-4d58-917e-9019c3073c41" providerId="ADAL" clId="{6189556E-3962-4168-85E4-740FCD1C2F93}" dt="2024-09-12T13:28:19.879" v="462"/>
          <ac:spMkLst>
            <pc:docMk/>
            <pc:sldMk cId="3419643555" sldId="2146848075"/>
            <ac:spMk id="33" creationId="{6150C51F-ADA7-63F4-CFFC-52907F58C898}"/>
          </ac:spMkLst>
        </pc:spChg>
        <pc:spChg chg="add del mod">
          <ac:chgData name="Dhawan, Shubham" userId="e457b5f3-1f3d-4d58-917e-9019c3073c41" providerId="ADAL" clId="{6189556E-3962-4168-85E4-740FCD1C2F93}" dt="2024-09-12T13:28:19.879" v="462"/>
          <ac:spMkLst>
            <pc:docMk/>
            <pc:sldMk cId="3419643555" sldId="2146848075"/>
            <ac:spMk id="34" creationId="{132D2EE7-8DFE-B882-2142-DE605136C72B}"/>
          </ac:spMkLst>
        </pc:spChg>
        <pc:spChg chg="mod">
          <ac:chgData name="Dhawan, Shubham" userId="e457b5f3-1f3d-4d58-917e-9019c3073c41" providerId="ADAL" clId="{6189556E-3962-4168-85E4-740FCD1C2F93}" dt="2024-09-12T13:28:19.243" v="461" actId="1076"/>
          <ac:spMkLst>
            <pc:docMk/>
            <pc:sldMk cId="3419643555" sldId="2146848075"/>
            <ac:spMk id="36" creationId="{175D8F51-CF4A-98DF-E8F4-1A21823B1156}"/>
          </ac:spMkLst>
        </pc:spChg>
        <pc:spChg chg="mod">
          <ac:chgData name="Dhawan, Shubham" userId="e457b5f3-1f3d-4d58-917e-9019c3073c41" providerId="ADAL" clId="{6189556E-3962-4168-85E4-740FCD1C2F93}" dt="2024-09-12T13:28:19.243" v="461" actId="1076"/>
          <ac:spMkLst>
            <pc:docMk/>
            <pc:sldMk cId="3419643555" sldId="2146848075"/>
            <ac:spMk id="37" creationId="{54C662AD-6A36-5C22-522F-E08D2D29E042}"/>
          </ac:spMkLst>
        </pc:spChg>
        <pc:spChg chg="mod">
          <ac:chgData name="Dhawan, Shubham" userId="e457b5f3-1f3d-4d58-917e-9019c3073c41" providerId="ADAL" clId="{6189556E-3962-4168-85E4-740FCD1C2F93}" dt="2024-09-12T13:28:19.243" v="461" actId="1076"/>
          <ac:spMkLst>
            <pc:docMk/>
            <pc:sldMk cId="3419643555" sldId="2146848075"/>
            <ac:spMk id="38" creationId="{4661DA15-5845-EF51-1E71-E2867C290A7F}"/>
          </ac:spMkLst>
        </pc:spChg>
        <pc:spChg chg="mod">
          <ac:chgData name="Dhawan, Shubham" userId="e457b5f3-1f3d-4d58-917e-9019c3073c41" providerId="ADAL" clId="{6189556E-3962-4168-85E4-740FCD1C2F93}" dt="2024-09-12T13:28:19.243" v="461" actId="1076"/>
          <ac:spMkLst>
            <pc:docMk/>
            <pc:sldMk cId="3419643555" sldId="2146848075"/>
            <ac:spMk id="39" creationId="{1B84225A-1A2C-BCED-C2B7-7CE2421D6BB7}"/>
          </ac:spMkLst>
        </pc:spChg>
        <pc:spChg chg="mod">
          <ac:chgData name="Dhawan, Shubham" userId="e457b5f3-1f3d-4d58-917e-9019c3073c41" providerId="ADAL" clId="{6189556E-3962-4168-85E4-740FCD1C2F93}" dt="2024-09-12T13:28:19.243" v="461" actId="1076"/>
          <ac:spMkLst>
            <pc:docMk/>
            <pc:sldMk cId="3419643555" sldId="2146848075"/>
            <ac:spMk id="40" creationId="{34C52778-1F7F-B4F9-4AE8-260F13D2E184}"/>
          </ac:spMkLst>
        </pc:spChg>
        <pc:spChg chg="mod">
          <ac:chgData name="Dhawan, Shubham" userId="e457b5f3-1f3d-4d58-917e-9019c3073c41" providerId="ADAL" clId="{6189556E-3962-4168-85E4-740FCD1C2F93}" dt="2024-09-12T13:28:19.243" v="461" actId="1076"/>
          <ac:spMkLst>
            <pc:docMk/>
            <pc:sldMk cId="3419643555" sldId="2146848075"/>
            <ac:spMk id="41" creationId="{6013A933-D903-14C3-C8C6-F76788D3D98D}"/>
          </ac:spMkLst>
        </pc:spChg>
        <pc:spChg chg="add del mod">
          <ac:chgData name="Dhawan, Shubham" userId="e457b5f3-1f3d-4d58-917e-9019c3073c41" providerId="ADAL" clId="{6189556E-3962-4168-85E4-740FCD1C2F93}" dt="2024-09-12T13:28:19.879" v="462"/>
          <ac:spMkLst>
            <pc:docMk/>
            <pc:sldMk cId="3419643555" sldId="2146848075"/>
            <ac:spMk id="42" creationId="{BDA0B6FA-1C27-9480-D585-B6B42B8C2B9E}"/>
          </ac:spMkLst>
        </pc:spChg>
        <pc:spChg chg="add del mod">
          <ac:chgData name="Dhawan, Shubham" userId="e457b5f3-1f3d-4d58-917e-9019c3073c41" providerId="ADAL" clId="{6189556E-3962-4168-85E4-740FCD1C2F93}" dt="2024-09-12T13:28:19.879" v="462"/>
          <ac:spMkLst>
            <pc:docMk/>
            <pc:sldMk cId="3419643555" sldId="2146848075"/>
            <ac:spMk id="43" creationId="{14A8696E-0686-1851-6482-F16987906278}"/>
          </ac:spMkLst>
        </pc:spChg>
        <pc:spChg chg="add del mod">
          <ac:chgData name="Dhawan, Shubham" userId="e457b5f3-1f3d-4d58-917e-9019c3073c41" providerId="ADAL" clId="{6189556E-3962-4168-85E4-740FCD1C2F93}" dt="2024-09-12T13:28:19.879" v="462"/>
          <ac:spMkLst>
            <pc:docMk/>
            <pc:sldMk cId="3419643555" sldId="2146848075"/>
            <ac:spMk id="44" creationId="{EB7809C4-E085-4100-D64F-9B816DAFBF30}"/>
          </ac:spMkLst>
        </pc:spChg>
        <pc:spChg chg="mod">
          <ac:chgData name="Dhawan, Shubham" userId="e457b5f3-1f3d-4d58-917e-9019c3073c41" providerId="ADAL" clId="{6189556E-3962-4168-85E4-740FCD1C2F93}" dt="2024-09-12T13:28:19.243" v="461" actId="1076"/>
          <ac:spMkLst>
            <pc:docMk/>
            <pc:sldMk cId="3419643555" sldId="2146848075"/>
            <ac:spMk id="46" creationId="{BCD6CC06-7241-65A8-0E3E-7ED87758902E}"/>
          </ac:spMkLst>
        </pc:spChg>
        <pc:spChg chg="mod">
          <ac:chgData name="Dhawan, Shubham" userId="e457b5f3-1f3d-4d58-917e-9019c3073c41" providerId="ADAL" clId="{6189556E-3962-4168-85E4-740FCD1C2F93}" dt="2024-09-12T13:28:19.243" v="461" actId="1076"/>
          <ac:spMkLst>
            <pc:docMk/>
            <pc:sldMk cId="3419643555" sldId="2146848075"/>
            <ac:spMk id="47" creationId="{A19D39E2-155C-0818-7D9F-93A72685E9AB}"/>
          </ac:spMkLst>
        </pc:spChg>
        <pc:spChg chg="add del mod">
          <ac:chgData name="Dhawan, Shubham" userId="e457b5f3-1f3d-4d58-917e-9019c3073c41" providerId="ADAL" clId="{6189556E-3962-4168-85E4-740FCD1C2F93}" dt="2024-09-12T13:28:19.879" v="462"/>
          <ac:spMkLst>
            <pc:docMk/>
            <pc:sldMk cId="3419643555" sldId="2146848075"/>
            <ac:spMk id="48" creationId="{132BA15F-596C-15C7-8B19-106AD6CD268F}"/>
          </ac:spMkLst>
        </pc:spChg>
        <pc:spChg chg="add del mod">
          <ac:chgData name="Dhawan, Shubham" userId="e457b5f3-1f3d-4d58-917e-9019c3073c41" providerId="ADAL" clId="{6189556E-3962-4168-85E4-740FCD1C2F93}" dt="2024-09-12T13:28:19.879" v="462"/>
          <ac:spMkLst>
            <pc:docMk/>
            <pc:sldMk cId="3419643555" sldId="2146848075"/>
            <ac:spMk id="49" creationId="{6C386A63-57C9-72DA-C313-14689894CFF2}"/>
          </ac:spMkLst>
        </pc:spChg>
        <pc:spChg chg="mod">
          <ac:chgData name="Dhawan, Shubham" userId="e457b5f3-1f3d-4d58-917e-9019c3073c41" providerId="ADAL" clId="{6189556E-3962-4168-85E4-740FCD1C2F93}" dt="2024-09-12T13:28:19.243" v="461" actId="1076"/>
          <ac:spMkLst>
            <pc:docMk/>
            <pc:sldMk cId="3419643555" sldId="2146848075"/>
            <ac:spMk id="51" creationId="{D51035BC-E256-5F11-D061-63411FD59786}"/>
          </ac:spMkLst>
        </pc:spChg>
        <pc:spChg chg="mod">
          <ac:chgData name="Dhawan, Shubham" userId="e457b5f3-1f3d-4d58-917e-9019c3073c41" providerId="ADAL" clId="{6189556E-3962-4168-85E4-740FCD1C2F93}" dt="2024-09-12T13:28:19.243" v="461" actId="1076"/>
          <ac:spMkLst>
            <pc:docMk/>
            <pc:sldMk cId="3419643555" sldId="2146848075"/>
            <ac:spMk id="52" creationId="{10A1833D-0F03-F53C-B8DA-1C0DA88E0F46}"/>
          </ac:spMkLst>
        </pc:spChg>
        <pc:spChg chg="mod">
          <ac:chgData name="Dhawan, Shubham" userId="e457b5f3-1f3d-4d58-917e-9019c3073c41" providerId="ADAL" clId="{6189556E-3962-4168-85E4-740FCD1C2F93}" dt="2024-09-12T13:28:19.243" v="461" actId="1076"/>
          <ac:spMkLst>
            <pc:docMk/>
            <pc:sldMk cId="3419643555" sldId="2146848075"/>
            <ac:spMk id="53" creationId="{5D8CB0B1-CFB9-9447-4BDB-1FDEF00BA835}"/>
          </ac:spMkLst>
        </pc:spChg>
        <pc:spChg chg="mod">
          <ac:chgData name="Dhawan, Shubham" userId="e457b5f3-1f3d-4d58-917e-9019c3073c41" providerId="ADAL" clId="{6189556E-3962-4168-85E4-740FCD1C2F93}" dt="2024-09-12T13:28:19.243" v="461" actId="1076"/>
          <ac:spMkLst>
            <pc:docMk/>
            <pc:sldMk cId="3419643555" sldId="2146848075"/>
            <ac:spMk id="54" creationId="{47C8DD7E-7C03-AFD0-6E92-6DAD1508B898}"/>
          </ac:spMkLst>
        </pc:spChg>
        <pc:spChg chg="add del mod">
          <ac:chgData name="Dhawan, Shubham" userId="e457b5f3-1f3d-4d58-917e-9019c3073c41" providerId="ADAL" clId="{6189556E-3962-4168-85E4-740FCD1C2F93}" dt="2024-09-12T13:28:19.879" v="462"/>
          <ac:spMkLst>
            <pc:docMk/>
            <pc:sldMk cId="3419643555" sldId="2146848075"/>
            <ac:spMk id="55" creationId="{303A66B9-954F-1A2D-BBB7-AC8000F6894B}"/>
          </ac:spMkLst>
        </pc:spChg>
        <pc:spChg chg="mod">
          <ac:chgData name="Dhawan, Shubham" userId="e457b5f3-1f3d-4d58-917e-9019c3073c41" providerId="ADAL" clId="{6189556E-3962-4168-85E4-740FCD1C2F93}" dt="2024-09-12T13:28:19.243" v="461" actId="1076"/>
          <ac:spMkLst>
            <pc:docMk/>
            <pc:sldMk cId="3419643555" sldId="2146848075"/>
            <ac:spMk id="57" creationId="{194EE2C4-271C-0091-6C99-E083C192384A}"/>
          </ac:spMkLst>
        </pc:spChg>
        <pc:spChg chg="mod">
          <ac:chgData name="Dhawan, Shubham" userId="e457b5f3-1f3d-4d58-917e-9019c3073c41" providerId="ADAL" clId="{6189556E-3962-4168-85E4-740FCD1C2F93}" dt="2024-09-12T13:28:19.243" v="461" actId="1076"/>
          <ac:spMkLst>
            <pc:docMk/>
            <pc:sldMk cId="3419643555" sldId="2146848075"/>
            <ac:spMk id="58" creationId="{52407EAD-4ED2-80CF-1E56-6F0BFA2B5DE7}"/>
          </ac:spMkLst>
        </pc:spChg>
        <pc:spChg chg="add del mod">
          <ac:chgData name="Dhawan, Shubham" userId="e457b5f3-1f3d-4d58-917e-9019c3073c41" providerId="ADAL" clId="{6189556E-3962-4168-85E4-740FCD1C2F93}" dt="2024-09-12T13:28:19.879" v="462"/>
          <ac:spMkLst>
            <pc:docMk/>
            <pc:sldMk cId="3419643555" sldId="2146848075"/>
            <ac:spMk id="59" creationId="{44639ED1-8C1F-44EC-C8C7-45279780F5C2}"/>
          </ac:spMkLst>
        </pc:spChg>
        <pc:spChg chg="add del mod">
          <ac:chgData name="Dhawan, Shubham" userId="e457b5f3-1f3d-4d58-917e-9019c3073c41" providerId="ADAL" clId="{6189556E-3962-4168-85E4-740FCD1C2F93}" dt="2024-09-12T13:28:19.879" v="462"/>
          <ac:spMkLst>
            <pc:docMk/>
            <pc:sldMk cId="3419643555" sldId="2146848075"/>
            <ac:spMk id="60" creationId="{06DADEEA-F608-702B-1F2B-DDE9E48CE5F5}"/>
          </ac:spMkLst>
        </pc:spChg>
        <pc:spChg chg="add del mod">
          <ac:chgData name="Dhawan, Shubham" userId="e457b5f3-1f3d-4d58-917e-9019c3073c41" providerId="ADAL" clId="{6189556E-3962-4168-85E4-740FCD1C2F93}" dt="2024-09-12T13:28:19.879" v="462"/>
          <ac:spMkLst>
            <pc:docMk/>
            <pc:sldMk cId="3419643555" sldId="2146848075"/>
            <ac:spMk id="61" creationId="{50AFEA5A-0F2F-B32F-B118-19A973DCDD26}"/>
          </ac:spMkLst>
        </pc:spChg>
        <pc:spChg chg="mod">
          <ac:chgData name="Dhawan, Shubham" userId="e457b5f3-1f3d-4d58-917e-9019c3073c41" providerId="ADAL" clId="{6189556E-3962-4168-85E4-740FCD1C2F93}" dt="2024-09-12T13:28:19.243" v="461" actId="1076"/>
          <ac:spMkLst>
            <pc:docMk/>
            <pc:sldMk cId="3419643555" sldId="2146848075"/>
            <ac:spMk id="63" creationId="{4AA38673-227C-06F2-DA30-85FB66847690}"/>
          </ac:spMkLst>
        </pc:spChg>
        <pc:spChg chg="mod">
          <ac:chgData name="Dhawan, Shubham" userId="e457b5f3-1f3d-4d58-917e-9019c3073c41" providerId="ADAL" clId="{6189556E-3962-4168-85E4-740FCD1C2F93}" dt="2024-09-12T13:28:19.243" v="461" actId="1076"/>
          <ac:spMkLst>
            <pc:docMk/>
            <pc:sldMk cId="3419643555" sldId="2146848075"/>
            <ac:spMk id="64" creationId="{14F1B1F0-0482-6826-F57C-CDE0ACE4C96C}"/>
          </ac:spMkLst>
        </pc:spChg>
        <pc:spChg chg="mod">
          <ac:chgData name="Dhawan, Shubham" userId="e457b5f3-1f3d-4d58-917e-9019c3073c41" providerId="ADAL" clId="{6189556E-3962-4168-85E4-740FCD1C2F93}" dt="2024-09-12T13:28:19.243" v="461" actId="1076"/>
          <ac:spMkLst>
            <pc:docMk/>
            <pc:sldMk cId="3419643555" sldId="2146848075"/>
            <ac:spMk id="65" creationId="{AF418D7A-0EE1-5FBF-DE50-0F8F33ACF652}"/>
          </ac:spMkLst>
        </pc:spChg>
        <pc:spChg chg="mod">
          <ac:chgData name="Dhawan, Shubham" userId="e457b5f3-1f3d-4d58-917e-9019c3073c41" providerId="ADAL" clId="{6189556E-3962-4168-85E4-740FCD1C2F93}" dt="2024-09-12T13:28:19.243" v="461" actId="1076"/>
          <ac:spMkLst>
            <pc:docMk/>
            <pc:sldMk cId="3419643555" sldId="2146848075"/>
            <ac:spMk id="66" creationId="{FBC6B745-33BA-A2BD-1545-2B6EAD8B05C3}"/>
          </ac:spMkLst>
        </pc:spChg>
        <pc:spChg chg="mod">
          <ac:chgData name="Dhawan, Shubham" userId="e457b5f3-1f3d-4d58-917e-9019c3073c41" providerId="ADAL" clId="{6189556E-3962-4168-85E4-740FCD1C2F93}" dt="2024-09-12T13:28:19.243" v="461" actId="1076"/>
          <ac:spMkLst>
            <pc:docMk/>
            <pc:sldMk cId="3419643555" sldId="2146848075"/>
            <ac:spMk id="67" creationId="{82D18173-CEAE-3784-BD66-6F6912D8FC70}"/>
          </ac:spMkLst>
        </pc:spChg>
        <pc:spChg chg="mod">
          <ac:chgData name="Dhawan, Shubham" userId="e457b5f3-1f3d-4d58-917e-9019c3073c41" providerId="ADAL" clId="{6189556E-3962-4168-85E4-740FCD1C2F93}" dt="2024-09-12T13:28:19.243" v="461" actId="1076"/>
          <ac:spMkLst>
            <pc:docMk/>
            <pc:sldMk cId="3419643555" sldId="2146848075"/>
            <ac:spMk id="68" creationId="{8002C670-03A2-28C9-D463-376106B25D59}"/>
          </ac:spMkLst>
        </pc:spChg>
        <pc:spChg chg="add del mod">
          <ac:chgData name="Dhawan, Shubham" userId="e457b5f3-1f3d-4d58-917e-9019c3073c41" providerId="ADAL" clId="{6189556E-3962-4168-85E4-740FCD1C2F93}" dt="2024-09-12T13:28:19.879" v="462"/>
          <ac:spMkLst>
            <pc:docMk/>
            <pc:sldMk cId="3419643555" sldId="2146848075"/>
            <ac:spMk id="69" creationId="{3C725796-E9B7-F948-CD06-7BDBE8E6000E}"/>
          </ac:spMkLst>
        </pc:spChg>
        <pc:spChg chg="add del mod">
          <ac:chgData name="Dhawan, Shubham" userId="e457b5f3-1f3d-4d58-917e-9019c3073c41" providerId="ADAL" clId="{6189556E-3962-4168-85E4-740FCD1C2F93}" dt="2024-09-12T13:28:19.879" v="462"/>
          <ac:spMkLst>
            <pc:docMk/>
            <pc:sldMk cId="3419643555" sldId="2146848075"/>
            <ac:spMk id="70" creationId="{FFCDAF4C-845B-AB3D-4334-EF30E9FEC079}"/>
          </ac:spMkLst>
        </pc:spChg>
        <pc:spChg chg="add del mod">
          <ac:chgData name="Dhawan, Shubham" userId="e457b5f3-1f3d-4d58-917e-9019c3073c41" providerId="ADAL" clId="{6189556E-3962-4168-85E4-740FCD1C2F93}" dt="2024-09-12T13:28:19.879" v="462"/>
          <ac:spMkLst>
            <pc:docMk/>
            <pc:sldMk cId="3419643555" sldId="2146848075"/>
            <ac:spMk id="71" creationId="{68BF42FD-6126-E88B-0CBF-8C2BA183477D}"/>
          </ac:spMkLst>
        </pc:spChg>
        <pc:spChg chg="mod">
          <ac:chgData name="Dhawan, Shubham" userId="e457b5f3-1f3d-4d58-917e-9019c3073c41" providerId="ADAL" clId="{6189556E-3962-4168-85E4-740FCD1C2F93}" dt="2024-09-12T13:28:19.243" v="461" actId="1076"/>
          <ac:spMkLst>
            <pc:docMk/>
            <pc:sldMk cId="3419643555" sldId="2146848075"/>
            <ac:spMk id="73" creationId="{2A8A5FCA-DC7E-65F7-9992-B82FC7A0AFF9}"/>
          </ac:spMkLst>
        </pc:spChg>
        <pc:spChg chg="mod">
          <ac:chgData name="Dhawan, Shubham" userId="e457b5f3-1f3d-4d58-917e-9019c3073c41" providerId="ADAL" clId="{6189556E-3962-4168-85E4-740FCD1C2F93}" dt="2024-09-12T13:28:19.243" v="461" actId="1076"/>
          <ac:spMkLst>
            <pc:docMk/>
            <pc:sldMk cId="3419643555" sldId="2146848075"/>
            <ac:spMk id="74" creationId="{2CCB9FF5-1BA4-96A2-EA4E-4B206CD1DA6D}"/>
          </ac:spMkLst>
        </pc:spChg>
        <pc:spChg chg="add del mod">
          <ac:chgData name="Dhawan, Shubham" userId="e457b5f3-1f3d-4d58-917e-9019c3073c41" providerId="ADAL" clId="{6189556E-3962-4168-85E4-740FCD1C2F93}" dt="2024-09-12T13:28:19.879" v="462"/>
          <ac:spMkLst>
            <pc:docMk/>
            <pc:sldMk cId="3419643555" sldId="2146848075"/>
            <ac:spMk id="75" creationId="{CD2E7F3D-1676-6CFF-9D9E-C5E734B08E6B}"/>
          </ac:spMkLst>
        </pc:spChg>
        <pc:spChg chg="mod">
          <ac:chgData name="Dhawan, Shubham" userId="e457b5f3-1f3d-4d58-917e-9019c3073c41" providerId="ADAL" clId="{6189556E-3962-4168-85E4-740FCD1C2F93}" dt="2024-09-12T13:28:19.243" v="461" actId="1076"/>
          <ac:spMkLst>
            <pc:docMk/>
            <pc:sldMk cId="3419643555" sldId="2146848075"/>
            <ac:spMk id="77" creationId="{E7111B3E-0C4D-0D79-A85E-9DE748DF524C}"/>
          </ac:spMkLst>
        </pc:spChg>
        <pc:spChg chg="mod">
          <ac:chgData name="Dhawan, Shubham" userId="e457b5f3-1f3d-4d58-917e-9019c3073c41" providerId="ADAL" clId="{6189556E-3962-4168-85E4-740FCD1C2F93}" dt="2024-09-12T13:28:19.243" v="461" actId="1076"/>
          <ac:spMkLst>
            <pc:docMk/>
            <pc:sldMk cId="3419643555" sldId="2146848075"/>
            <ac:spMk id="78" creationId="{98A7F688-58A1-85F3-E513-537FA364D6F8}"/>
          </ac:spMkLst>
        </pc:spChg>
        <pc:spChg chg="mod">
          <ac:chgData name="Dhawan, Shubham" userId="e457b5f3-1f3d-4d58-917e-9019c3073c41" providerId="ADAL" clId="{6189556E-3962-4168-85E4-740FCD1C2F93}" dt="2024-09-12T13:28:19.243" v="461" actId="1076"/>
          <ac:spMkLst>
            <pc:docMk/>
            <pc:sldMk cId="3419643555" sldId="2146848075"/>
            <ac:spMk id="79" creationId="{452B0BD7-9027-7C00-A29A-1A4CD310C931}"/>
          </ac:spMkLst>
        </pc:spChg>
        <pc:spChg chg="mod">
          <ac:chgData name="Dhawan, Shubham" userId="e457b5f3-1f3d-4d58-917e-9019c3073c41" providerId="ADAL" clId="{6189556E-3962-4168-85E4-740FCD1C2F93}" dt="2024-09-12T13:28:19.243" v="461" actId="1076"/>
          <ac:spMkLst>
            <pc:docMk/>
            <pc:sldMk cId="3419643555" sldId="2146848075"/>
            <ac:spMk id="80" creationId="{99B28786-67ED-74EA-0E4D-9F2D998B3D6A}"/>
          </ac:spMkLst>
        </pc:spChg>
        <pc:spChg chg="add del mod">
          <ac:chgData name="Dhawan, Shubham" userId="e457b5f3-1f3d-4d58-917e-9019c3073c41" providerId="ADAL" clId="{6189556E-3962-4168-85E4-740FCD1C2F93}" dt="2024-09-12T13:28:19.879" v="462"/>
          <ac:spMkLst>
            <pc:docMk/>
            <pc:sldMk cId="3419643555" sldId="2146848075"/>
            <ac:spMk id="81" creationId="{64F9F899-74A0-FE9F-6EE4-C7E7D0E9F978}"/>
          </ac:spMkLst>
        </pc:spChg>
        <pc:spChg chg="add del mod">
          <ac:chgData name="Dhawan, Shubham" userId="e457b5f3-1f3d-4d58-917e-9019c3073c41" providerId="ADAL" clId="{6189556E-3962-4168-85E4-740FCD1C2F93}" dt="2024-09-12T13:28:19.879" v="462"/>
          <ac:spMkLst>
            <pc:docMk/>
            <pc:sldMk cId="3419643555" sldId="2146848075"/>
            <ac:spMk id="82" creationId="{C54BFF6B-1DF0-2EF3-70CC-10F82BA5D520}"/>
          </ac:spMkLst>
        </pc:spChg>
        <pc:spChg chg="add del mod">
          <ac:chgData name="Dhawan, Shubham" userId="e457b5f3-1f3d-4d58-917e-9019c3073c41" providerId="ADAL" clId="{6189556E-3962-4168-85E4-740FCD1C2F93}" dt="2024-09-12T13:28:19.879" v="462"/>
          <ac:spMkLst>
            <pc:docMk/>
            <pc:sldMk cId="3419643555" sldId="2146848075"/>
            <ac:spMk id="83" creationId="{C8EF97E9-62C4-5205-5248-162023D0698F}"/>
          </ac:spMkLst>
        </pc:spChg>
        <pc:spChg chg="mod">
          <ac:chgData name="Dhawan, Shubham" userId="e457b5f3-1f3d-4d58-917e-9019c3073c41" providerId="ADAL" clId="{6189556E-3962-4168-85E4-740FCD1C2F93}" dt="2024-09-12T13:28:19.243" v="461" actId="1076"/>
          <ac:spMkLst>
            <pc:docMk/>
            <pc:sldMk cId="3419643555" sldId="2146848075"/>
            <ac:spMk id="85" creationId="{361FEE11-ECE0-5201-D080-BFA35055583B}"/>
          </ac:spMkLst>
        </pc:spChg>
        <pc:spChg chg="mod">
          <ac:chgData name="Dhawan, Shubham" userId="e457b5f3-1f3d-4d58-917e-9019c3073c41" providerId="ADAL" clId="{6189556E-3962-4168-85E4-740FCD1C2F93}" dt="2024-09-12T13:28:19.243" v="461" actId="1076"/>
          <ac:spMkLst>
            <pc:docMk/>
            <pc:sldMk cId="3419643555" sldId="2146848075"/>
            <ac:spMk id="86" creationId="{DB6E05FD-953A-8256-AC7D-F0093787866A}"/>
          </ac:spMkLst>
        </pc:spChg>
        <pc:spChg chg="mod">
          <ac:chgData name="Dhawan, Shubham" userId="e457b5f3-1f3d-4d58-917e-9019c3073c41" providerId="ADAL" clId="{6189556E-3962-4168-85E4-740FCD1C2F93}" dt="2024-09-12T13:28:19.243" v="461" actId="1076"/>
          <ac:spMkLst>
            <pc:docMk/>
            <pc:sldMk cId="3419643555" sldId="2146848075"/>
            <ac:spMk id="87" creationId="{1A89F252-0CB7-BB3D-B239-A1244AB3F9DA}"/>
          </ac:spMkLst>
        </pc:spChg>
        <pc:spChg chg="mod">
          <ac:chgData name="Dhawan, Shubham" userId="e457b5f3-1f3d-4d58-917e-9019c3073c41" providerId="ADAL" clId="{6189556E-3962-4168-85E4-740FCD1C2F93}" dt="2024-09-12T13:28:19.243" v="461" actId="1076"/>
          <ac:spMkLst>
            <pc:docMk/>
            <pc:sldMk cId="3419643555" sldId="2146848075"/>
            <ac:spMk id="89" creationId="{F1764723-AC5F-6AA7-F677-0E41A601600B}"/>
          </ac:spMkLst>
        </pc:spChg>
        <pc:spChg chg="mod">
          <ac:chgData name="Dhawan, Shubham" userId="e457b5f3-1f3d-4d58-917e-9019c3073c41" providerId="ADAL" clId="{6189556E-3962-4168-85E4-740FCD1C2F93}" dt="2024-09-12T13:28:19.243" v="461" actId="1076"/>
          <ac:spMkLst>
            <pc:docMk/>
            <pc:sldMk cId="3419643555" sldId="2146848075"/>
            <ac:spMk id="90" creationId="{B55B7AB1-6BC2-FC09-A13B-871B9D8624A6}"/>
          </ac:spMkLst>
        </pc:spChg>
        <pc:spChg chg="mod">
          <ac:chgData name="Dhawan, Shubham" userId="e457b5f3-1f3d-4d58-917e-9019c3073c41" providerId="ADAL" clId="{6189556E-3962-4168-85E4-740FCD1C2F93}" dt="2024-09-12T13:28:19.243" v="461" actId="1076"/>
          <ac:spMkLst>
            <pc:docMk/>
            <pc:sldMk cId="3419643555" sldId="2146848075"/>
            <ac:spMk id="91" creationId="{C00BD9B9-1EB5-8EA3-5BF5-1C5DBF1CDEC9}"/>
          </ac:spMkLst>
        </pc:spChg>
        <pc:spChg chg="mod">
          <ac:chgData name="Dhawan, Shubham" userId="e457b5f3-1f3d-4d58-917e-9019c3073c41" providerId="ADAL" clId="{6189556E-3962-4168-85E4-740FCD1C2F93}" dt="2024-09-12T13:28:19.243" v="461" actId="1076"/>
          <ac:spMkLst>
            <pc:docMk/>
            <pc:sldMk cId="3419643555" sldId="2146848075"/>
            <ac:spMk id="92" creationId="{4FB32AC9-3EA5-B7B7-9A16-9142B4BE6E3A}"/>
          </ac:spMkLst>
        </pc:spChg>
        <pc:spChg chg="mod">
          <ac:chgData name="Dhawan, Shubham" userId="e457b5f3-1f3d-4d58-917e-9019c3073c41" providerId="ADAL" clId="{6189556E-3962-4168-85E4-740FCD1C2F93}" dt="2024-09-12T13:28:19.243" v="461" actId="1076"/>
          <ac:spMkLst>
            <pc:docMk/>
            <pc:sldMk cId="3419643555" sldId="2146848075"/>
            <ac:spMk id="93" creationId="{BF18A61C-C72E-CA24-F2BE-9CE2CFC6997A}"/>
          </ac:spMkLst>
        </pc:spChg>
        <pc:spChg chg="mod">
          <ac:chgData name="Dhawan, Shubham" userId="e457b5f3-1f3d-4d58-917e-9019c3073c41" providerId="ADAL" clId="{6189556E-3962-4168-85E4-740FCD1C2F93}" dt="2024-09-12T13:28:19.243" v="461" actId="1076"/>
          <ac:spMkLst>
            <pc:docMk/>
            <pc:sldMk cId="3419643555" sldId="2146848075"/>
            <ac:spMk id="94" creationId="{183B85E9-CED8-9072-837E-8D5E20C6C1E2}"/>
          </ac:spMkLst>
        </pc:spChg>
        <pc:spChg chg="mod">
          <ac:chgData name="Dhawan, Shubham" userId="e457b5f3-1f3d-4d58-917e-9019c3073c41" providerId="ADAL" clId="{6189556E-3962-4168-85E4-740FCD1C2F93}" dt="2024-09-12T13:28:19.243" v="461" actId="1076"/>
          <ac:spMkLst>
            <pc:docMk/>
            <pc:sldMk cId="3419643555" sldId="2146848075"/>
            <ac:spMk id="95" creationId="{A9E08740-239B-912B-FE2E-A64D0DCEDF8F}"/>
          </ac:spMkLst>
        </pc:spChg>
        <pc:spChg chg="mod">
          <ac:chgData name="Dhawan, Shubham" userId="e457b5f3-1f3d-4d58-917e-9019c3073c41" providerId="ADAL" clId="{6189556E-3962-4168-85E4-740FCD1C2F93}" dt="2024-09-12T13:28:19.243" v="461" actId="1076"/>
          <ac:spMkLst>
            <pc:docMk/>
            <pc:sldMk cId="3419643555" sldId="2146848075"/>
            <ac:spMk id="96" creationId="{B9964B1E-A118-0587-BF2F-AC385BC98731}"/>
          </ac:spMkLst>
        </pc:spChg>
        <pc:spChg chg="mod">
          <ac:chgData name="Dhawan, Shubham" userId="e457b5f3-1f3d-4d58-917e-9019c3073c41" providerId="ADAL" clId="{6189556E-3962-4168-85E4-740FCD1C2F93}" dt="2024-09-12T13:28:19.243" v="461" actId="1076"/>
          <ac:spMkLst>
            <pc:docMk/>
            <pc:sldMk cId="3419643555" sldId="2146848075"/>
            <ac:spMk id="97" creationId="{0ED095B3-4ABD-84D2-4E69-4A30D5660482}"/>
          </ac:spMkLst>
        </pc:spChg>
        <pc:spChg chg="add del mod">
          <ac:chgData name="Dhawan, Shubham" userId="e457b5f3-1f3d-4d58-917e-9019c3073c41" providerId="ADAL" clId="{6189556E-3962-4168-85E4-740FCD1C2F93}" dt="2024-09-12T13:28:19.879" v="462"/>
          <ac:spMkLst>
            <pc:docMk/>
            <pc:sldMk cId="3419643555" sldId="2146848075"/>
            <ac:spMk id="98" creationId="{EDEA59F4-A582-DEF9-84B9-E49A54917B1B}"/>
          </ac:spMkLst>
        </pc:spChg>
        <pc:spChg chg="add del mod">
          <ac:chgData name="Dhawan, Shubham" userId="e457b5f3-1f3d-4d58-917e-9019c3073c41" providerId="ADAL" clId="{6189556E-3962-4168-85E4-740FCD1C2F93}" dt="2024-09-12T13:28:19.879" v="462"/>
          <ac:spMkLst>
            <pc:docMk/>
            <pc:sldMk cId="3419643555" sldId="2146848075"/>
            <ac:spMk id="99" creationId="{4D210D53-F6A8-7ABB-8080-1317CF25173D}"/>
          </ac:spMkLst>
        </pc:spChg>
        <pc:spChg chg="add del mod">
          <ac:chgData name="Dhawan, Shubham" userId="e457b5f3-1f3d-4d58-917e-9019c3073c41" providerId="ADAL" clId="{6189556E-3962-4168-85E4-740FCD1C2F93}" dt="2024-09-12T13:28:19.879" v="462"/>
          <ac:spMkLst>
            <pc:docMk/>
            <pc:sldMk cId="3419643555" sldId="2146848075"/>
            <ac:spMk id="100" creationId="{FB1F77B5-27E1-BCB1-89B3-59A3EB401146}"/>
          </ac:spMkLst>
        </pc:spChg>
        <pc:spChg chg="add del mod">
          <ac:chgData name="Dhawan, Shubham" userId="e457b5f3-1f3d-4d58-917e-9019c3073c41" providerId="ADAL" clId="{6189556E-3962-4168-85E4-740FCD1C2F93}" dt="2024-09-12T13:28:19.879" v="462"/>
          <ac:spMkLst>
            <pc:docMk/>
            <pc:sldMk cId="3419643555" sldId="2146848075"/>
            <ac:spMk id="101" creationId="{92B4C40C-9399-262E-5FC9-AFF5E051690D}"/>
          </ac:spMkLst>
        </pc:spChg>
        <pc:spChg chg="add del mod">
          <ac:chgData name="Dhawan, Shubham" userId="e457b5f3-1f3d-4d58-917e-9019c3073c41" providerId="ADAL" clId="{6189556E-3962-4168-85E4-740FCD1C2F93}" dt="2024-09-12T13:28:19.879" v="462"/>
          <ac:spMkLst>
            <pc:docMk/>
            <pc:sldMk cId="3419643555" sldId="2146848075"/>
            <ac:spMk id="102" creationId="{38B41596-7C74-3CC3-473B-99C2E4270E06}"/>
          </ac:spMkLst>
        </pc:spChg>
        <pc:spChg chg="add del mod">
          <ac:chgData name="Dhawan, Shubham" userId="e457b5f3-1f3d-4d58-917e-9019c3073c41" providerId="ADAL" clId="{6189556E-3962-4168-85E4-740FCD1C2F93}" dt="2024-09-12T13:28:19.879" v="462"/>
          <ac:spMkLst>
            <pc:docMk/>
            <pc:sldMk cId="3419643555" sldId="2146848075"/>
            <ac:spMk id="103" creationId="{434525D6-3206-4995-0071-96E5EF6E0B13}"/>
          </ac:spMkLst>
        </pc:spChg>
        <pc:spChg chg="add del mod">
          <ac:chgData name="Dhawan, Shubham" userId="e457b5f3-1f3d-4d58-917e-9019c3073c41" providerId="ADAL" clId="{6189556E-3962-4168-85E4-740FCD1C2F93}" dt="2024-09-12T13:28:19.879" v="462"/>
          <ac:spMkLst>
            <pc:docMk/>
            <pc:sldMk cId="3419643555" sldId="2146848075"/>
            <ac:spMk id="104" creationId="{73A83A9C-6C3D-A0FE-F405-1AE16610C5BE}"/>
          </ac:spMkLst>
        </pc:spChg>
        <pc:spChg chg="add del mod">
          <ac:chgData name="Dhawan, Shubham" userId="e457b5f3-1f3d-4d58-917e-9019c3073c41" providerId="ADAL" clId="{6189556E-3962-4168-85E4-740FCD1C2F93}" dt="2024-09-12T13:28:19.879" v="462"/>
          <ac:spMkLst>
            <pc:docMk/>
            <pc:sldMk cId="3419643555" sldId="2146848075"/>
            <ac:spMk id="105" creationId="{8DA475D8-09A3-097C-13C6-1F6640ABD340}"/>
          </ac:spMkLst>
        </pc:spChg>
        <pc:spChg chg="add del mod">
          <ac:chgData name="Dhawan, Shubham" userId="e457b5f3-1f3d-4d58-917e-9019c3073c41" providerId="ADAL" clId="{6189556E-3962-4168-85E4-740FCD1C2F93}" dt="2024-09-12T13:28:19.879" v="462"/>
          <ac:spMkLst>
            <pc:docMk/>
            <pc:sldMk cId="3419643555" sldId="2146848075"/>
            <ac:spMk id="106" creationId="{C5D4AB6B-2DB2-DAB7-F605-09F4313CB9AD}"/>
          </ac:spMkLst>
        </pc:spChg>
        <pc:spChg chg="add del mod">
          <ac:chgData name="Dhawan, Shubham" userId="e457b5f3-1f3d-4d58-917e-9019c3073c41" providerId="ADAL" clId="{6189556E-3962-4168-85E4-740FCD1C2F93}" dt="2024-09-12T13:28:19.879" v="462"/>
          <ac:spMkLst>
            <pc:docMk/>
            <pc:sldMk cId="3419643555" sldId="2146848075"/>
            <ac:spMk id="107" creationId="{0A8FAE06-4A6E-C410-EA8E-1C315CCDDAEF}"/>
          </ac:spMkLst>
        </pc:spChg>
        <pc:spChg chg="add del mod">
          <ac:chgData name="Dhawan, Shubham" userId="e457b5f3-1f3d-4d58-917e-9019c3073c41" providerId="ADAL" clId="{6189556E-3962-4168-85E4-740FCD1C2F93}" dt="2024-09-12T13:28:19.879" v="462"/>
          <ac:spMkLst>
            <pc:docMk/>
            <pc:sldMk cId="3419643555" sldId="2146848075"/>
            <ac:spMk id="108" creationId="{053CA8BC-4A9C-2AF4-D55A-B97B71D49F49}"/>
          </ac:spMkLst>
        </pc:spChg>
        <pc:spChg chg="add del mod">
          <ac:chgData name="Dhawan, Shubham" userId="e457b5f3-1f3d-4d58-917e-9019c3073c41" providerId="ADAL" clId="{6189556E-3962-4168-85E4-740FCD1C2F93}" dt="2024-09-12T13:28:19.879" v="462"/>
          <ac:spMkLst>
            <pc:docMk/>
            <pc:sldMk cId="3419643555" sldId="2146848075"/>
            <ac:spMk id="109" creationId="{90ECA9E3-EAFF-9A52-FF3E-DD69ED401268}"/>
          </ac:spMkLst>
        </pc:spChg>
        <pc:spChg chg="add del mod">
          <ac:chgData name="Dhawan, Shubham" userId="e457b5f3-1f3d-4d58-917e-9019c3073c41" providerId="ADAL" clId="{6189556E-3962-4168-85E4-740FCD1C2F93}" dt="2024-09-12T13:28:19.879" v="462"/>
          <ac:spMkLst>
            <pc:docMk/>
            <pc:sldMk cId="3419643555" sldId="2146848075"/>
            <ac:spMk id="110" creationId="{3106FADB-E67A-FA09-DD3D-446155EFEF42}"/>
          </ac:spMkLst>
        </pc:spChg>
        <pc:spChg chg="add del mod">
          <ac:chgData name="Dhawan, Shubham" userId="e457b5f3-1f3d-4d58-917e-9019c3073c41" providerId="ADAL" clId="{6189556E-3962-4168-85E4-740FCD1C2F93}" dt="2024-09-12T13:28:19.879" v="462"/>
          <ac:spMkLst>
            <pc:docMk/>
            <pc:sldMk cId="3419643555" sldId="2146848075"/>
            <ac:spMk id="111" creationId="{81F4FDB1-D168-6051-CE95-03E8AD0DCD13}"/>
          </ac:spMkLst>
        </pc:spChg>
        <pc:spChg chg="add del mod">
          <ac:chgData name="Dhawan, Shubham" userId="e457b5f3-1f3d-4d58-917e-9019c3073c41" providerId="ADAL" clId="{6189556E-3962-4168-85E4-740FCD1C2F93}" dt="2024-09-12T13:28:19.879" v="462"/>
          <ac:spMkLst>
            <pc:docMk/>
            <pc:sldMk cId="3419643555" sldId="2146848075"/>
            <ac:spMk id="112" creationId="{A855B473-1381-215B-BF39-6DEA576156C7}"/>
          </ac:spMkLst>
        </pc:spChg>
        <pc:spChg chg="add del mod">
          <ac:chgData name="Dhawan, Shubham" userId="e457b5f3-1f3d-4d58-917e-9019c3073c41" providerId="ADAL" clId="{6189556E-3962-4168-85E4-740FCD1C2F93}" dt="2024-09-12T13:28:19.879" v="462"/>
          <ac:spMkLst>
            <pc:docMk/>
            <pc:sldMk cId="3419643555" sldId="2146848075"/>
            <ac:spMk id="113" creationId="{846BE5D9-E431-BEE9-59E0-9575FC8B6EB9}"/>
          </ac:spMkLst>
        </pc:spChg>
        <pc:spChg chg="add del mod">
          <ac:chgData name="Dhawan, Shubham" userId="e457b5f3-1f3d-4d58-917e-9019c3073c41" providerId="ADAL" clId="{6189556E-3962-4168-85E4-740FCD1C2F93}" dt="2024-09-12T13:28:19.879" v="462"/>
          <ac:spMkLst>
            <pc:docMk/>
            <pc:sldMk cId="3419643555" sldId="2146848075"/>
            <ac:spMk id="114" creationId="{0110C369-E877-6AA8-58CE-AE6D46125C56}"/>
          </ac:spMkLst>
        </pc:spChg>
        <pc:spChg chg="mod">
          <ac:chgData name="Dhawan, Shubham" userId="e457b5f3-1f3d-4d58-917e-9019c3073c41" providerId="ADAL" clId="{6189556E-3962-4168-85E4-740FCD1C2F93}" dt="2024-09-12T13:28:19.243" v="461" actId="1076"/>
          <ac:spMkLst>
            <pc:docMk/>
            <pc:sldMk cId="3419643555" sldId="2146848075"/>
            <ac:spMk id="116" creationId="{3AE91F99-829F-5C69-EA27-E56DCB2DBC11}"/>
          </ac:spMkLst>
        </pc:spChg>
        <pc:spChg chg="mod">
          <ac:chgData name="Dhawan, Shubham" userId="e457b5f3-1f3d-4d58-917e-9019c3073c41" providerId="ADAL" clId="{6189556E-3962-4168-85E4-740FCD1C2F93}" dt="2024-09-12T13:28:19.243" v="461" actId="1076"/>
          <ac:spMkLst>
            <pc:docMk/>
            <pc:sldMk cId="3419643555" sldId="2146848075"/>
            <ac:spMk id="117" creationId="{864C6377-60CF-E51A-801A-FB951D88D8B0}"/>
          </ac:spMkLst>
        </pc:spChg>
        <pc:spChg chg="mod">
          <ac:chgData name="Dhawan, Shubham" userId="e457b5f3-1f3d-4d58-917e-9019c3073c41" providerId="ADAL" clId="{6189556E-3962-4168-85E4-740FCD1C2F93}" dt="2024-09-12T13:28:19.243" v="461" actId="1076"/>
          <ac:spMkLst>
            <pc:docMk/>
            <pc:sldMk cId="3419643555" sldId="2146848075"/>
            <ac:spMk id="119" creationId="{E674C395-E804-459A-5D78-ABEE45AD0536}"/>
          </ac:spMkLst>
        </pc:spChg>
        <pc:spChg chg="mod">
          <ac:chgData name="Dhawan, Shubham" userId="e457b5f3-1f3d-4d58-917e-9019c3073c41" providerId="ADAL" clId="{6189556E-3962-4168-85E4-740FCD1C2F93}" dt="2024-09-12T13:28:19.243" v="461" actId="1076"/>
          <ac:spMkLst>
            <pc:docMk/>
            <pc:sldMk cId="3419643555" sldId="2146848075"/>
            <ac:spMk id="120" creationId="{D286B8BF-0F93-6FD3-B214-2968F2A4828A}"/>
          </ac:spMkLst>
        </pc:spChg>
        <pc:spChg chg="mod">
          <ac:chgData name="Dhawan, Shubham" userId="e457b5f3-1f3d-4d58-917e-9019c3073c41" providerId="ADAL" clId="{6189556E-3962-4168-85E4-740FCD1C2F93}" dt="2024-09-12T13:28:19.243" v="461" actId="1076"/>
          <ac:spMkLst>
            <pc:docMk/>
            <pc:sldMk cId="3419643555" sldId="2146848075"/>
            <ac:spMk id="122" creationId="{C0811DD6-A5A8-3F53-E16D-9F14D04C2A7D}"/>
          </ac:spMkLst>
        </pc:spChg>
        <pc:spChg chg="mod">
          <ac:chgData name="Dhawan, Shubham" userId="e457b5f3-1f3d-4d58-917e-9019c3073c41" providerId="ADAL" clId="{6189556E-3962-4168-85E4-740FCD1C2F93}" dt="2024-09-12T13:28:19.243" v="461" actId="1076"/>
          <ac:spMkLst>
            <pc:docMk/>
            <pc:sldMk cId="3419643555" sldId="2146848075"/>
            <ac:spMk id="123" creationId="{A5A0426E-6ED2-B643-7190-C09A85975B0D}"/>
          </ac:spMkLst>
        </pc:spChg>
        <pc:spChg chg="add del mod">
          <ac:chgData name="Dhawan, Shubham" userId="e457b5f3-1f3d-4d58-917e-9019c3073c41" providerId="ADAL" clId="{6189556E-3962-4168-85E4-740FCD1C2F93}" dt="2024-09-12T13:28:19.879" v="462"/>
          <ac:spMkLst>
            <pc:docMk/>
            <pc:sldMk cId="3419643555" sldId="2146848075"/>
            <ac:spMk id="124" creationId="{B08A41D4-A494-CF5A-1CAA-C2E3DFD07D53}"/>
          </ac:spMkLst>
        </pc:spChg>
        <pc:spChg chg="add del mod">
          <ac:chgData name="Dhawan, Shubham" userId="e457b5f3-1f3d-4d58-917e-9019c3073c41" providerId="ADAL" clId="{6189556E-3962-4168-85E4-740FCD1C2F93}" dt="2024-09-12T13:28:19.879" v="462"/>
          <ac:spMkLst>
            <pc:docMk/>
            <pc:sldMk cId="3419643555" sldId="2146848075"/>
            <ac:spMk id="125" creationId="{2B8863C8-F09A-EA8A-7059-FCBCF2342255}"/>
          </ac:spMkLst>
        </pc:spChg>
        <pc:spChg chg="add del mod">
          <ac:chgData name="Dhawan, Shubham" userId="e457b5f3-1f3d-4d58-917e-9019c3073c41" providerId="ADAL" clId="{6189556E-3962-4168-85E4-740FCD1C2F93}" dt="2024-09-12T13:28:19.879" v="462"/>
          <ac:spMkLst>
            <pc:docMk/>
            <pc:sldMk cId="3419643555" sldId="2146848075"/>
            <ac:spMk id="126" creationId="{4C80D3B5-EFDE-33F7-F2E5-B1EE51DA4A93}"/>
          </ac:spMkLst>
        </pc:spChg>
        <pc:spChg chg="add del mod">
          <ac:chgData name="Dhawan, Shubham" userId="e457b5f3-1f3d-4d58-917e-9019c3073c41" providerId="ADAL" clId="{6189556E-3962-4168-85E4-740FCD1C2F93}" dt="2024-09-12T13:28:19.879" v="462"/>
          <ac:spMkLst>
            <pc:docMk/>
            <pc:sldMk cId="3419643555" sldId="2146848075"/>
            <ac:spMk id="127" creationId="{9CCBBABF-6CDF-6A22-E53A-FFB258A6ABBA}"/>
          </ac:spMkLst>
        </pc:spChg>
        <pc:spChg chg="add del mod">
          <ac:chgData name="Dhawan, Shubham" userId="e457b5f3-1f3d-4d58-917e-9019c3073c41" providerId="ADAL" clId="{6189556E-3962-4168-85E4-740FCD1C2F93}" dt="2024-09-12T13:28:19.879" v="462"/>
          <ac:spMkLst>
            <pc:docMk/>
            <pc:sldMk cId="3419643555" sldId="2146848075"/>
            <ac:spMk id="128" creationId="{7ABDEC65-34BF-3F9F-3593-B5C07C190F52}"/>
          </ac:spMkLst>
        </pc:spChg>
        <pc:spChg chg="add del mod">
          <ac:chgData name="Dhawan, Shubham" userId="e457b5f3-1f3d-4d58-917e-9019c3073c41" providerId="ADAL" clId="{6189556E-3962-4168-85E4-740FCD1C2F93}" dt="2024-09-12T13:28:19.879" v="462"/>
          <ac:spMkLst>
            <pc:docMk/>
            <pc:sldMk cId="3419643555" sldId="2146848075"/>
            <ac:spMk id="129" creationId="{1C2E065B-03F9-C98C-27D8-FB5B12C35DC3}"/>
          </ac:spMkLst>
        </pc:spChg>
        <pc:spChg chg="add del mod">
          <ac:chgData name="Dhawan, Shubham" userId="e457b5f3-1f3d-4d58-917e-9019c3073c41" providerId="ADAL" clId="{6189556E-3962-4168-85E4-740FCD1C2F93}" dt="2024-09-12T13:28:19.879" v="462"/>
          <ac:spMkLst>
            <pc:docMk/>
            <pc:sldMk cId="3419643555" sldId="2146848075"/>
            <ac:spMk id="130" creationId="{FF588A7A-4FC8-D4A4-E133-4D95D512BB0A}"/>
          </ac:spMkLst>
        </pc:spChg>
        <pc:spChg chg="add del mod">
          <ac:chgData name="Dhawan, Shubham" userId="e457b5f3-1f3d-4d58-917e-9019c3073c41" providerId="ADAL" clId="{6189556E-3962-4168-85E4-740FCD1C2F93}" dt="2024-09-12T13:28:19.879" v="462"/>
          <ac:spMkLst>
            <pc:docMk/>
            <pc:sldMk cId="3419643555" sldId="2146848075"/>
            <ac:spMk id="131" creationId="{0274371D-40BD-1C38-45AF-6F76F7BC4D39}"/>
          </ac:spMkLst>
        </pc:spChg>
        <pc:spChg chg="mod">
          <ac:chgData name="Dhawan, Shubham" userId="e457b5f3-1f3d-4d58-917e-9019c3073c41" providerId="ADAL" clId="{6189556E-3962-4168-85E4-740FCD1C2F93}" dt="2024-09-12T13:28:19.243" v="461" actId="1076"/>
          <ac:spMkLst>
            <pc:docMk/>
            <pc:sldMk cId="3419643555" sldId="2146848075"/>
            <ac:spMk id="133" creationId="{FFDF0766-A344-C5E0-AD05-F6E19AB93F7D}"/>
          </ac:spMkLst>
        </pc:spChg>
        <pc:spChg chg="mod">
          <ac:chgData name="Dhawan, Shubham" userId="e457b5f3-1f3d-4d58-917e-9019c3073c41" providerId="ADAL" clId="{6189556E-3962-4168-85E4-740FCD1C2F93}" dt="2024-09-12T13:28:19.243" v="461" actId="1076"/>
          <ac:spMkLst>
            <pc:docMk/>
            <pc:sldMk cId="3419643555" sldId="2146848075"/>
            <ac:spMk id="134" creationId="{3ED67D3A-532B-D812-8981-87E975290FA9}"/>
          </ac:spMkLst>
        </pc:spChg>
        <pc:spChg chg="mod">
          <ac:chgData name="Dhawan, Shubham" userId="e457b5f3-1f3d-4d58-917e-9019c3073c41" providerId="ADAL" clId="{6189556E-3962-4168-85E4-740FCD1C2F93}" dt="2024-09-12T13:28:19.243" v="461" actId="1076"/>
          <ac:spMkLst>
            <pc:docMk/>
            <pc:sldMk cId="3419643555" sldId="2146848075"/>
            <ac:spMk id="135" creationId="{A83A2A1D-0D82-C8A1-E891-276FFDD64FA4}"/>
          </ac:spMkLst>
        </pc:spChg>
        <pc:spChg chg="mod">
          <ac:chgData name="Dhawan, Shubham" userId="e457b5f3-1f3d-4d58-917e-9019c3073c41" providerId="ADAL" clId="{6189556E-3962-4168-85E4-740FCD1C2F93}" dt="2024-09-12T13:28:19.243" v="461" actId="1076"/>
          <ac:spMkLst>
            <pc:docMk/>
            <pc:sldMk cId="3419643555" sldId="2146848075"/>
            <ac:spMk id="136" creationId="{D8FF2C39-0649-4349-B81C-C377687707E6}"/>
          </ac:spMkLst>
        </pc:spChg>
        <pc:spChg chg="add del mod">
          <ac:chgData name="Dhawan, Shubham" userId="e457b5f3-1f3d-4d58-917e-9019c3073c41" providerId="ADAL" clId="{6189556E-3962-4168-85E4-740FCD1C2F93}" dt="2024-09-12T13:28:19.879" v="462"/>
          <ac:spMkLst>
            <pc:docMk/>
            <pc:sldMk cId="3419643555" sldId="2146848075"/>
            <ac:spMk id="138" creationId="{D49C5767-7DF3-1C47-3E4A-A9A4C088A6A0}"/>
          </ac:spMkLst>
        </pc:spChg>
        <pc:spChg chg="add del mod">
          <ac:chgData name="Dhawan, Shubham" userId="e457b5f3-1f3d-4d58-917e-9019c3073c41" providerId="ADAL" clId="{6189556E-3962-4168-85E4-740FCD1C2F93}" dt="2024-09-12T13:28:19.879" v="462"/>
          <ac:spMkLst>
            <pc:docMk/>
            <pc:sldMk cId="3419643555" sldId="2146848075"/>
            <ac:spMk id="139" creationId="{D6FA814F-FAE1-B496-F61C-D7348D24FB26}"/>
          </ac:spMkLst>
        </pc:spChg>
        <pc:spChg chg="add del mod">
          <ac:chgData name="Dhawan, Shubham" userId="e457b5f3-1f3d-4d58-917e-9019c3073c41" providerId="ADAL" clId="{6189556E-3962-4168-85E4-740FCD1C2F93}" dt="2024-09-12T13:28:19.879" v="462"/>
          <ac:spMkLst>
            <pc:docMk/>
            <pc:sldMk cId="3419643555" sldId="2146848075"/>
            <ac:spMk id="140" creationId="{96C7C669-2689-A4B3-C608-1C07989C34AA}"/>
          </ac:spMkLst>
        </pc:spChg>
        <pc:spChg chg="add del mod">
          <ac:chgData name="Dhawan, Shubham" userId="e457b5f3-1f3d-4d58-917e-9019c3073c41" providerId="ADAL" clId="{6189556E-3962-4168-85E4-740FCD1C2F93}" dt="2024-09-12T13:28:19.879" v="462"/>
          <ac:spMkLst>
            <pc:docMk/>
            <pc:sldMk cId="3419643555" sldId="2146848075"/>
            <ac:spMk id="141" creationId="{1CDE9984-F688-86D2-7647-562597974DE9}"/>
          </ac:spMkLst>
        </pc:spChg>
        <pc:spChg chg="add del mod">
          <ac:chgData name="Dhawan, Shubham" userId="e457b5f3-1f3d-4d58-917e-9019c3073c41" providerId="ADAL" clId="{6189556E-3962-4168-85E4-740FCD1C2F93}" dt="2024-09-12T13:28:19.879" v="462"/>
          <ac:spMkLst>
            <pc:docMk/>
            <pc:sldMk cId="3419643555" sldId="2146848075"/>
            <ac:spMk id="142" creationId="{9E6E46C7-E1AC-9CF8-0680-BCD1277DBF99}"/>
          </ac:spMkLst>
        </pc:spChg>
        <pc:spChg chg="add del mod">
          <ac:chgData name="Dhawan, Shubham" userId="e457b5f3-1f3d-4d58-917e-9019c3073c41" providerId="ADAL" clId="{6189556E-3962-4168-85E4-740FCD1C2F93}" dt="2024-09-12T13:28:19.879" v="462"/>
          <ac:spMkLst>
            <pc:docMk/>
            <pc:sldMk cId="3419643555" sldId="2146848075"/>
            <ac:spMk id="143" creationId="{3831DF89-C5CF-45AC-D87B-A26A9B2B1266}"/>
          </ac:spMkLst>
        </pc:spChg>
        <pc:spChg chg="add del mod">
          <ac:chgData name="Dhawan, Shubham" userId="e457b5f3-1f3d-4d58-917e-9019c3073c41" providerId="ADAL" clId="{6189556E-3962-4168-85E4-740FCD1C2F93}" dt="2024-09-12T13:28:19.879" v="462"/>
          <ac:spMkLst>
            <pc:docMk/>
            <pc:sldMk cId="3419643555" sldId="2146848075"/>
            <ac:spMk id="144" creationId="{8542AB3E-EA5E-8B2D-B9E6-F2D06BFF8D2C}"/>
          </ac:spMkLst>
        </pc:spChg>
        <pc:spChg chg="add del mod">
          <ac:chgData name="Dhawan, Shubham" userId="e457b5f3-1f3d-4d58-917e-9019c3073c41" providerId="ADAL" clId="{6189556E-3962-4168-85E4-740FCD1C2F93}" dt="2024-09-12T13:28:19.879" v="462"/>
          <ac:spMkLst>
            <pc:docMk/>
            <pc:sldMk cId="3419643555" sldId="2146848075"/>
            <ac:spMk id="145" creationId="{FD4DBBA2-EF44-0D3F-8FFC-5354BC99654B}"/>
          </ac:spMkLst>
        </pc:spChg>
        <pc:spChg chg="add del mod">
          <ac:chgData name="Dhawan, Shubham" userId="e457b5f3-1f3d-4d58-917e-9019c3073c41" providerId="ADAL" clId="{6189556E-3962-4168-85E4-740FCD1C2F93}" dt="2024-09-12T13:28:19.879" v="462"/>
          <ac:spMkLst>
            <pc:docMk/>
            <pc:sldMk cId="3419643555" sldId="2146848075"/>
            <ac:spMk id="147" creationId="{C62F1CD0-4A40-CA0A-AA70-3BBCF25EB11A}"/>
          </ac:spMkLst>
        </pc:spChg>
        <pc:spChg chg="add del mod">
          <ac:chgData name="Dhawan, Shubham" userId="e457b5f3-1f3d-4d58-917e-9019c3073c41" providerId="ADAL" clId="{6189556E-3962-4168-85E4-740FCD1C2F93}" dt="2024-09-12T13:28:19.879" v="462"/>
          <ac:spMkLst>
            <pc:docMk/>
            <pc:sldMk cId="3419643555" sldId="2146848075"/>
            <ac:spMk id="148" creationId="{FDDDDB65-0B2C-33D4-E441-18259B2EB694}"/>
          </ac:spMkLst>
        </pc:spChg>
        <pc:spChg chg="add del mod">
          <ac:chgData name="Dhawan, Shubham" userId="e457b5f3-1f3d-4d58-917e-9019c3073c41" providerId="ADAL" clId="{6189556E-3962-4168-85E4-740FCD1C2F93}" dt="2024-09-12T13:28:19.879" v="462"/>
          <ac:spMkLst>
            <pc:docMk/>
            <pc:sldMk cId="3419643555" sldId="2146848075"/>
            <ac:spMk id="149" creationId="{26A005AC-B5BD-27E5-C9FD-CE88C01FD757}"/>
          </ac:spMkLst>
        </pc:spChg>
        <pc:spChg chg="add del mod">
          <ac:chgData name="Dhawan, Shubham" userId="e457b5f3-1f3d-4d58-917e-9019c3073c41" providerId="ADAL" clId="{6189556E-3962-4168-85E4-740FCD1C2F93}" dt="2024-09-12T13:28:19.879" v="462"/>
          <ac:spMkLst>
            <pc:docMk/>
            <pc:sldMk cId="3419643555" sldId="2146848075"/>
            <ac:spMk id="150" creationId="{59217F68-8243-C848-9DA3-76E26904E476}"/>
          </ac:spMkLst>
        </pc:spChg>
        <pc:spChg chg="add del mod">
          <ac:chgData name="Dhawan, Shubham" userId="e457b5f3-1f3d-4d58-917e-9019c3073c41" providerId="ADAL" clId="{6189556E-3962-4168-85E4-740FCD1C2F93}" dt="2024-09-12T13:28:19.879" v="462"/>
          <ac:spMkLst>
            <pc:docMk/>
            <pc:sldMk cId="3419643555" sldId="2146848075"/>
            <ac:spMk id="151" creationId="{71162305-995C-80C9-635A-AF76F929A2D6}"/>
          </ac:spMkLst>
        </pc:spChg>
        <pc:spChg chg="add del mod">
          <ac:chgData name="Dhawan, Shubham" userId="e457b5f3-1f3d-4d58-917e-9019c3073c41" providerId="ADAL" clId="{6189556E-3962-4168-85E4-740FCD1C2F93}" dt="2024-09-12T13:28:19.879" v="462"/>
          <ac:spMkLst>
            <pc:docMk/>
            <pc:sldMk cId="3419643555" sldId="2146848075"/>
            <ac:spMk id="152" creationId="{B15D9DA8-1993-3B02-161C-942B8CB3755D}"/>
          </ac:spMkLst>
        </pc:spChg>
        <pc:spChg chg="add del mod">
          <ac:chgData name="Dhawan, Shubham" userId="e457b5f3-1f3d-4d58-917e-9019c3073c41" providerId="ADAL" clId="{6189556E-3962-4168-85E4-740FCD1C2F93}" dt="2024-09-12T13:28:19.879" v="462"/>
          <ac:spMkLst>
            <pc:docMk/>
            <pc:sldMk cId="3419643555" sldId="2146848075"/>
            <ac:spMk id="153" creationId="{1C284889-BC22-8C52-9577-148253C75C5D}"/>
          </ac:spMkLst>
        </pc:spChg>
        <pc:spChg chg="add del mod">
          <ac:chgData name="Dhawan, Shubham" userId="e457b5f3-1f3d-4d58-917e-9019c3073c41" providerId="ADAL" clId="{6189556E-3962-4168-85E4-740FCD1C2F93}" dt="2024-09-12T13:28:19.879" v="462"/>
          <ac:spMkLst>
            <pc:docMk/>
            <pc:sldMk cId="3419643555" sldId="2146848075"/>
            <ac:spMk id="155" creationId="{354716BF-F501-6B9B-0FCB-B33D29173975}"/>
          </ac:spMkLst>
        </pc:spChg>
        <pc:spChg chg="add del mod">
          <ac:chgData name="Dhawan, Shubham" userId="e457b5f3-1f3d-4d58-917e-9019c3073c41" providerId="ADAL" clId="{6189556E-3962-4168-85E4-740FCD1C2F93}" dt="2024-09-12T13:28:19.879" v="462"/>
          <ac:spMkLst>
            <pc:docMk/>
            <pc:sldMk cId="3419643555" sldId="2146848075"/>
            <ac:spMk id="160" creationId="{DC56D4D1-8876-3828-B349-5A23C635B498}"/>
          </ac:spMkLst>
        </pc:spChg>
        <pc:spChg chg="add del mod">
          <ac:chgData name="Dhawan, Shubham" userId="e457b5f3-1f3d-4d58-917e-9019c3073c41" providerId="ADAL" clId="{6189556E-3962-4168-85E4-740FCD1C2F93}" dt="2024-09-12T13:28:19.879" v="462"/>
          <ac:spMkLst>
            <pc:docMk/>
            <pc:sldMk cId="3419643555" sldId="2146848075"/>
            <ac:spMk id="161" creationId="{BE359409-B865-4411-4909-58CB5EBBC4C2}"/>
          </ac:spMkLst>
        </pc:spChg>
        <pc:spChg chg="add del mod">
          <ac:chgData name="Dhawan, Shubham" userId="e457b5f3-1f3d-4d58-917e-9019c3073c41" providerId="ADAL" clId="{6189556E-3962-4168-85E4-740FCD1C2F93}" dt="2024-09-12T13:28:19.879" v="462"/>
          <ac:spMkLst>
            <pc:docMk/>
            <pc:sldMk cId="3419643555" sldId="2146848075"/>
            <ac:spMk id="162" creationId="{A9EAF76E-F33E-7B01-87B4-AF983F393F1C}"/>
          </ac:spMkLst>
        </pc:spChg>
        <pc:spChg chg="add del mod">
          <ac:chgData name="Dhawan, Shubham" userId="e457b5f3-1f3d-4d58-917e-9019c3073c41" providerId="ADAL" clId="{6189556E-3962-4168-85E4-740FCD1C2F93}" dt="2024-09-12T13:28:19.879" v="462"/>
          <ac:spMkLst>
            <pc:docMk/>
            <pc:sldMk cId="3419643555" sldId="2146848075"/>
            <ac:spMk id="163" creationId="{047D78CB-A772-D0AF-1732-D748E63D2168}"/>
          </ac:spMkLst>
        </pc:spChg>
        <pc:spChg chg="add del mod">
          <ac:chgData name="Dhawan, Shubham" userId="e457b5f3-1f3d-4d58-917e-9019c3073c41" providerId="ADAL" clId="{6189556E-3962-4168-85E4-740FCD1C2F93}" dt="2024-09-12T13:28:19.879" v="462"/>
          <ac:spMkLst>
            <pc:docMk/>
            <pc:sldMk cId="3419643555" sldId="2146848075"/>
            <ac:spMk id="164" creationId="{013FD8F3-8773-68AD-F962-DC5D10C0DE9C}"/>
          </ac:spMkLst>
        </pc:spChg>
        <pc:spChg chg="add mod">
          <ac:chgData name="Dhawan, Shubham" userId="e457b5f3-1f3d-4d58-917e-9019c3073c41" providerId="ADAL" clId="{6189556E-3962-4168-85E4-740FCD1C2F93}" dt="2024-09-12T16:20:01.771" v="1905" actId="207"/>
          <ac:spMkLst>
            <pc:docMk/>
            <pc:sldMk cId="3419643555" sldId="2146848075"/>
            <ac:spMk id="166" creationId="{23F314CA-3001-ED4B-65E5-DF115DF3A369}"/>
          </ac:spMkLst>
        </pc:spChg>
        <pc:spChg chg="add mod">
          <ac:chgData name="Dhawan, Shubham" userId="e457b5f3-1f3d-4d58-917e-9019c3073c41" providerId="ADAL" clId="{6189556E-3962-4168-85E4-740FCD1C2F93}" dt="2024-09-12T16:18:49.810" v="1887" actId="1076"/>
          <ac:spMkLst>
            <pc:docMk/>
            <pc:sldMk cId="3419643555" sldId="2146848075"/>
            <ac:spMk id="167" creationId="{A57A54D4-792F-55E5-FE1C-104BEEA7FD3B}"/>
          </ac:spMkLst>
        </pc:spChg>
        <pc:spChg chg="add mod">
          <ac:chgData name="Dhawan, Shubham" userId="e457b5f3-1f3d-4d58-917e-9019c3073c41" providerId="ADAL" clId="{6189556E-3962-4168-85E4-740FCD1C2F93}" dt="2024-09-12T16:18:40.828" v="1885" actId="404"/>
          <ac:spMkLst>
            <pc:docMk/>
            <pc:sldMk cId="3419643555" sldId="2146848075"/>
            <ac:spMk id="168" creationId="{712905E1-6009-2274-618B-E40B37BDDD70}"/>
          </ac:spMkLst>
        </pc:spChg>
        <pc:spChg chg="add mod">
          <ac:chgData name="Dhawan, Shubham" userId="e457b5f3-1f3d-4d58-917e-9019c3073c41" providerId="ADAL" clId="{6189556E-3962-4168-85E4-740FCD1C2F93}" dt="2024-09-12T16:18:40.828" v="1885" actId="404"/>
          <ac:spMkLst>
            <pc:docMk/>
            <pc:sldMk cId="3419643555" sldId="2146848075"/>
            <ac:spMk id="169" creationId="{73CB3CC9-3751-E30A-A898-C21377F5DCAC}"/>
          </ac:spMkLst>
        </pc:spChg>
        <pc:spChg chg="add mod">
          <ac:chgData name="Dhawan, Shubham" userId="e457b5f3-1f3d-4d58-917e-9019c3073c41" providerId="ADAL" clId="{6189556E-3962-4168-85E4-740FCD1C2F93}" dt="2024-09-12T16:18:40.828" v="1885" actId="404"/>
          <ac:spMkLst>
            <pc:docMk/>
            <pc:sldMk cId="3419643555" sldId="2146848075"/>
            <ac:spMk id="170" creationId="{C172882C-0FC5-7570-8637-B8E9D1868556}"/>
          </ac:spMkLst>
        </pc:spChg>
        <pc:spChg chg="add mod">
          <ac:chgData name="Dhawan, Shubham" userId="e457b5f3-1f3d-4d58-917e-9019c3073c41" providerId="ADAL" clId="{6189556E-3962-4168-85E4-740FCD1C2F93}" dt="2024-09-12T16:18:40.828" v="1885" actId="404"/>
          <ac:spMkLst>
            <pc:docMk/>
            <pc:sldMk cId="3419643555" sldId="2146848075"/>
            <ac:spMk id="171" creationId="{72EF1740-33F1-3BD6-D29C-A25BE4B30868}"/>
          </ac:spMkLst>
        </pc:spChg>
        <pc:spChg chg="add mod">
          <ac:chgData name="Dhawan, Shubham" userId="e457b5f3-1f3d-4d58-917e-9019c3073c41" providerId="ADAL" clId="{6189556E-3962-4168-85E4-740FCD1C2F93}" dt="2024-09-12T16:18:40.828" v="1885" actId="404"/>
          <ac:spMkLst>
            <pc:docMk/>
            <pc:sldMk cId="3419643555" sldId="2146848075"/>
            <ac:spMk id="172" creationId="{F286C1EA-8DB4-4AA4-EF41-71B2E49795B4}"/>
          </ac:spMkLst>
        </pc:spChg>
        <pc:spChg chg="add mod">
          <ac:chgData name="Dhawan, Shubham" userId="e457b5f3-1f3d-4d58-917e-9019c3073c41" providerId="ADAL" clId="{6189556E-3962-4168-85E4-740FCD1C2F93}" dt="2024-09-12T16:18:40.828" v="1885" actId="404"/>
          <ac:spMkLst>
            <pc:docMk/>
            <pc:sldMk cId="3419643555" sldId="2146848075"/>
            <ac:spMk id="173" creationId="{62EA1D99-E9FC-938B-3AA5-6E4F0E70C1B7}"/>
          </ac:spMkLst>
        </pc:spChg>
        <pc:spChg chg="add mod">
          <ac:chgData name="Dhawan, Shubham" userId="e457b5f3-1f3d-4d58-917e-9019c3073c41" providerId="ADAL" clId="{6189556E-3962-4168-85E4-740FCD1C2F93}" dt="2024-09-12T13:28:29.082" v="466" actId="1076"/>
          <ac:spMkLst>
            <pc:docMk/>
            <pc:sldMk cId="3419643555" sldId="2146848075"/>
            <ac:spMk id="174" creationId="{1C17DF9D-CF84-9660-5F2B-7694D1529875}"/>
          </ac:spMkLst>
        </pc:spChg>
        <pc:spChg chg="add mod">
          <ac:chgData name="Dhawan, Shubham" userId="e457b5f3-1f3d-4d58-917e-9019c3073c41" providerId="ADAL" clId="{6189556E-3962-4168-85E4-740FCD1C2F93}" dt="2024-09-12T16:18:40.828" v="1885" actId="404"/>
          <ac:spMkLst>
            <pc:docMk/>
            <pc:sldMk cId="3419643555" sldId="2146848075"/>
            <ac:spMk id="175" creationId="{4B4C62EA-6D34-48C9-B895-5C73F1A559B6}"/>
          </ac:spMkLst>
        </pc:spChg>
        <pc:spChg chg="add mod">
          <ac:chgData name="Dhawan, Shubham" userId="e457b5f3-1f3d-4d58-917e-9019c3073c41" providerId="ADAL" clId="{6189556E-3962-4168-85E4-740FCD1C2F93}" dt="2024-09-12T16:18:40.828" v="1885" actId="404"/>
          <ac:spMkLst>
            <pc:docMk/>
            <pc:sldMk cId="3419643555" sldId="2146848075"/>
            <ac:spMk id="176" creationId="{F2F64D64-3038-C282-8D1B-7420792EE250}"/>
          </ac:spMkLst>
        </pc:spChg>
        <pc:spChg chg="mod">
          <ac:chgData name="Dhawan, Shubham" userId="e457b5f3-1f3d-4d58-917e-9019c3073c41" providerId="ADAL" clId="{6189556E-3962-4168-85E4-740FCD1C2F93}" dt="2024-09-12T13:28:29.082" v="466" actId="1076"/>
          <ac:spMkLst>
            <pc:docMk/>
            <pc:sldMk cId="3419643555" sldId="2146848075"/>
            <ac:spMk id="178" creationId="{B5EF01E1-6ED5-5D51-6A12-28389611C155}"/>
          </ac:spMkLst>
        </pc:spChg>
        <pc:spChg chg="mod">
          <ac:chgData name="Dhawan, Shubham" userId="e457b5f3-1f3d-4d58-917e-9019c3073c41" providerId="ADAL" clId="{6189556E-3962-4168-85E4-740FCD1C2F93}" dt="2024-09-12T13:28:29.082" v="466" actId="1076"/>
          <ac:spMkLst>
            <pc:docMk/>
            <pc:sldMk cId="3419643555" sldId="2146848075"/>
            <ac:spMk id="179" creationId="{7B3A9CF3-1C75-C2C4-6CB3-82B553886F81}"/>
          </ac:spMkLst>
        </pc:spChg>
        <pc:spChg chg="mod">
          <ac:chgData name="Dhawan, Shubham" userId="e457b5f3-1f3d-4d58-917e-9019c3073c41" providerId="ADAL" clId="{6189556E-3962-4168-85E4-740FCD1C2F93}" dt="2024-09-12T13:28:29.082" v="466" actId="1076"/>
          <ac:spMkLst>
            <pc:docMk/>
            <pc:sldMk cId="3419643555" sldId="2146848075"/>
            <ac:spMk id="181" creationId="{E7B91FE5-25B0-3885-95F7-030D4E06B064}"/>
          </ac:spMkLst>
        </pc:spChg>
        <pc:spChg chg="mod">
          <ac:chgData name="Dhawan, Shubham" userId="e457b5f3-1f3d-4d58-917e-9019c3073c41" providerId="ADAL" clId="{6189556E-3962-4168-85E4-740FCD1C2F93}" dt="2024-09-12T13:28:29.082" v="466" actId="1076"/>
          <ac:spMkLst>
            <pc:docMk/>
            <pc:sldMk cId="3419643555" sldId="2146848075"/>
            <ac:spMk id="182" creationId="{5E296908-7F3A-483E-9653-F8B5558A949D}"/>
          </ac:spMkLst>
        </pc:spChg>
        <pc:spChg chg="mod">
          <ac:chgData name="Dhawan, Shubham" userId="e457b5f3-1f3d-4d58-917e-9019c3073c41" providerId="ADAL" clId="{6189556E-3962-4168-85E4-740FCD1C2F93}" dt="2024-09-12T13:28:29.082" v="466" actId="1076"/>
          <ac:spMkLst>
            <pc:docMk/>
            <pc:sldMk cId="3419643555" sldId="2146848075"/>
            <ac:spMk id="183" creationId="{48282311-FE46-6267-053F-115A149F370D}"/>
          </ac:spMkLst>
        </pc:spChg>
        <pc:spChg chg="mod">
          <ac:chgData name="Dhawan, Shubham" userId="e457b5f3-1f3d-4d58-917e-9019c3073c41" providerId="ADAL" clId="{6189556E-3962-4168-85E4-740FCD1C2F93}" dt="2024-09-12T13:28:29.082" v="466" actId="1076"/>
          <ac:spMkLst>
            <pc:docMk/>
            <pc:sldMk cId="3419643555" sldId="2146848075"/>
            <ac:spMk id="184" creationId="{70D3661E-C00D-8521-4FEE-6D8DB59ED4AC}"/>
          </ac:spMkLst>
        </pc:spChg>
        <pc:spChg chg="mod">
          <ac:chgData name="Dhawan, Shubham" userId="e457b5f3-1f3d-4d58-917e-9019c3073c41" providerId="ADAL" clId="{6189556E-3962-4168-85E4-740FCD1C2F93}" dt="2024-09-12T13:28:29.082" v="466" actId="1076"/>
          <ac:spMkLst>
            <pc:docMk/>
            <pc:sldMk cId="3419643555" sldId="2146848075"/>
            <ac:spMk id="185" creationId="{75070136-C268-1CFE-C515-1031BBE767F6}"/>
          </ac:spMkLst>
        </pc:spChg>
        <pc:spChg chg="mod">
          <ac:chgData name="Dhawan, Shubham" userId="e457b5f3-1f3d-4d58-917e-9019c3073c41" providerId="ADAL" clId="{6189556E-3962-4168-85E4-740FCD1C2F93}" dt="2024-09-12T13:28:29.082" v="466" actId="1076"/>
          <ac:spMkLst>
            <pc:docMk/>
            <pc:sldMk cId="3419643555" sldId="2146848075"/>
            <ac:spMk id="186" creationId="{22638AE5-3146-CF2A-A34A-3C6CD5A49D7E}"/>
          </ac:spMkLst>
        </pc:spChg>
        <pc:spChg chg="mod">
          <ac:chgData name="Dhawan, Shubham" userId="e457b5f3-1f3d-4d58-917e-9019c3073c41" providerId="ADAL" clId="{6189556E-3962-4168-85E4-740FCD1C2F93}" dt="2024-09-12T13:28:29.082" v="466" actId="1076"/>
          <ac:spMkLst>
            <pc:docMk/>
            <pc:sldMk cId="3419643555" sldId="2146848075"/>
            <ac:spMk id="187" creationId="{F273C023-ED6C-A8E8-DB26-FF8DCFB97802}"/>
          </ac:spMkLst>
        </pc:spChg>
        <pc:spChg chg="mod">
          <ac:chgData name="Dhawan, Shubham" userId="e457b5f3-1f3d-4d58-917e-9019c3073c41" providerId="ADAL" clId="{6189556E-3962-4168-85E4-740FCD1C2F93}" dt="2024-09-12T13:28:29.082" v="466" actId="1076"/>
          <ac:spMkLst>
            <pc:docMk/>
            <pc:sldMk cId="3419643555" sldId="2146848075"/>
            <ac:spMk id="188" creationId="{0E9CC3C5-4810-96C7-5EB0-9AF725EA8F24}"/>
          </ac:spMkLst>
        </pc:spChg>
        <pc:spChg chg="mod">
          <ac:chgData name="Dhawan, Shubham" userId="e457b5f3-1f3d-4d58-917e-9019c3073c41" providerId="ADAL" clId="{6189556E-3962-4168-85E4-740FCD1C2F93}" dt="2024-09-12T13:28:29.082" v="466" actId="1076"/>
          <ac:spMkLst>
            <pc:docMk/>
            <pc:sldMk cId="3419643555" sldId="2146848075"/>
            <ac:spMk id="189" creationId="{8845DB6A-C2DD-20B6-5DB9-68A01363047E}"/>
          </ac:spMkLst>
        </pc:spChg>
        <pc:spChg chg="add mod">
          <ac:chgData name="Dhawan, Shubham" userId="e457b5f3-1f3d-4d58-917e-9019c3073c41" providerId="ADAL" clId="{6189556E-3962-4168-85E4-740FCD1C2F93}" dt="2024-09-12T16:18:40.828" v="1885" actId="404"/>
          <ac:spMkLst>
            <pc:docMk/>
            <pc:sldMk cId="3419643555" sldId="2146848075"/>
            <ac:spMk id="190" creationId="{934C4011-E85F-48B2-83B8-1DC83513F1BA}"/>
          </ac:spMkLst>
        </pc:spChg>
        <pc:spChg chg="mod">
          <ac:chgData name="Dhawan, Shubham" userId="e457b5f3-1f3d-4d58-917e-9019c3073c41" providerId="ADAL" clId="{6189556E-3962-4168-85E4-740FCD1C2F93}" dt="2024-09-12T13:28:29.082" v="466" actId="1076"/>
          <ac:spMkLst>
            <pc:docMk/>
            <pc:sldMk cId="3419643555" sldId="2146848075"/>
            <ac:spMk id="192" creationId="{76F70E05-8E49-288A-63BF-2D96452F5FFD}"/>
          </ac:spMkLst>
        </pc:spChg>
        <pc:spChg chg="mod">
          <ac:chgData name="Dhawan, Shubham" userId="e457b5f3-1f3d-4d58-917e-9019c3073c41" providerId="ADAL" clId="{6189556E-3962-4168-85E4-740FCD1C2F93}" dt="2024-09-12T13:28:29.082" v="466" actId="1076"/>
          <ac:spMkLst>
            <pc:docMk/>
            <pc:sldMk cId="3419643555" sldId="2146848075"/>
            <ac:spMk id="193" creationId="{6848D05F-E3F4-B733-5D22-72D4DE575EEC}"/>
          </ac:spMkLst>
        </pc:spChg>
        <pc:spChg chg="add mod">
          <ac:chgData name="Dhawan, Shubham" userId="e457b5f3-1f3d-4d58-917e-9019c3073c41" providerId="ADAL" clId="{6189556E-3962-4168-85E4-740FCD1C2F93}" dt="2024-09-12T16:18:40.828" v="1885" actId="404"/>
          <ac:spMkLst>
            <pc:docMk/>
            <pc:sldMk cId="3419643555" sldId="2146848075"/>
            <ac:spMk id="194" creationId="{07126EB4-6837-FAD4-2D6A-51C11165FFF9}"/>
          </ac:spMkLst>
        </pc:spChg>
        <pc:spChg chg="add mod">
          <ac:chgData name="Dhawan, Shubham" userId="e457b5f3-1f3d-4d58-917e-9019c3073c41" providerId="ADAL" clId="{6189556E-3962-4168-85E4-740FCD1C2F93}" dt="2024-09-12T16:18:40.828" v="1885" actId="404"/>
          <ac:spMkLst>
            <pc:docMk/>
            <pc:sldMk cId="3419643555" sldId="2146848075"/>
            <ac:spMk id="195" creationId="{510BE1ED-2947-833E-4A05-F0A1BB0A26B4}"/>
          </ac:spMkLst>
        </pc:spChg>
        <pc:spChg chg="mod">
          <ac:chgData name="Dhawan, Shubham" userId="e457b5f3-1f3d-4d58-917e-9019c3073c41" providerId="ADAL" clId="{6189556E-3962-4168-85E4-740FCD1C2F93}" dt="2024-09-12T13:28:29.082" v="466" actId="1076"/>
          <ac:spMkLst>
            <pc:docMk/>
            <pc:sldMk cId="3419643555" sldId="2146848075"/>
            <ac:spMk id="197" creationId="{86A0C304-CC6C-E855-C12D-F359B439AA48}"/>
          </ac:spMkLst>
        </pc:spChg>
        <pc:spChg chg="mod">
          <ac:chgData name="Dhawan, Shubham" userId="e457b5f3-1f3d-4d58-917e-9019c3073c41" providerId="ADAL" clId="{6189556E-3962-4168-85E4-740FCD1C2F93}" dt="2024-09-12T13:28:29.082" v="466" actId="1076"/>
          <ac:spMkLst>
            <pc:docMk/>
            <pc:sldMk cId="3419643555" sldId="2146848075"/>
            <ac:spMk id="198" creationId="{0EE9EA72-2630-2046-1F99-A0E1EC554547}"/>
          </ac:spMkLst>
        </pc:spChg>
        <pc:spChg chg="mod">
          <ac:chgData name="Dhawan, Shubham" userId="e457b5f3-1f3d-4d58-917e-9019c3073c41" providerId="ADAL" clId="{6189556E-3962-4168-85E4-740FCD1C2F93}" dt="2024-09-12T13:28:29.082" v="466" actId="1076"/>
          <ac:spMkLst>
            <pc:docMk/>
            <pc:sldMk cId="3419643555" sldId="2146848075"/>
            <ac:spMk id="199" creationId="{E72923A4-272E-1D39-156D-E0B820CB9542}"/>
          </ac:spMkLst>
        </pc:spChg>
        <pc:spChg chg="mod">
          <ac:chgData name="Dhawan, Shubham" userId="e457b5f3-1f3d-4d58-917e-9019c3073c41" providerId="ADAL" clId="{6189556E-3962-4168-85E4-740FCD1C2F93}" dt="2024-09-12T13:28:29.082" v="466" actId="1076"/>
          <ac:spMkLst>
            <pc:docMk/>
            <pc:sldMk cId="3419643555" sldId="2146848075"/>
            <ac:spMk id="200" creationId="{3DEAE175-743D-1B5E-184A-0B8C8AB66893}"/>
          </ac:spMkLst>
        </pc:spChg>
        <pc:spChg chg="mod">
          <ac:chgData name="Dhawan, Shubham" userId="e457b5f3-1f3d-4d58-917e-9019c3073c41" providerId="ADAL" clId="{6189556E-3962-4168-85E4-740FCD1C2F93}" dt="2024-09-12T13:28:29.082" v="466" actId="1076"/>
          <ac:spMkLst>
            <pc:docMk/>
            <pc:sldMk cId="3419643555" sldId="2146848075"/>
            <ac:spMk id="201" creationId="{CF925E93-7079-173E-96D4-0F06824B647C}"/>
          </ac:spMkLst>
        </pc:spChg>
        <pc:spChg chg="mod">
          <ac:chgData name="Dhawan, Shubham" userId="e457b5f3-1f3d-4d58-917e-9019c3073c41" providerId="ADAL" clId="{6189556E-3962-4168-85E4-740FCD1C2F93}" dt="2024-09-12T13:28:29.082" v="466" actId="1076"/>
          <ac:spMkLst>
            <pc:docMk/>
            <pc:sldMk cId="3419643555" sldId="2146848075"/>
            <ac:spMk id="202" creationId="{4BF62B33-98F4-3517-24EB-7DEA8BBA6CC7}"/>
          </ac:spMkLst>
        </pc:spChg>
        <pc:spChg chg="add mod">
          <ac:chgData name="Dhawan, Shubham" userId="e457b5f3-1f3d-4d58-917e-9019c3073c41" providerId="ADAL" clId="{6189556E-3962-4168-85E4-740FCD1C2F93}" dt="2024-09-12T13:28:29.082" v="466" actId="1076"/>
          <ac:spMkLst>
            <pc:docMk/>
            <pc:sldMk cId="3419643555" sldId="2146848075"/>
            <ac:spMk id="203" creationId="{5C62456C-20A1-8684-A19C-2575470AFBCD}"/>
          </ac:spMkLst>
        </pc:spChg>
        <pc:spChg chg="add mod">
          <ac:chgData name="Dhawan, Shubham" userId="e457b5f3-1f3d-4d58-917e-9019c3073c41" providerId="ADAL" clId="{6189556E-3962-4168-85E4-740FCD1C2F93}" dt="2024-09-12T13:28:29.082" v="466" actId="1076"/>
          <ac:spMkLst>
            <pc:docMk/>
            <pc:sldMk cId="3419643555" sldId="2146848075"/>
            <ac:spMk id="204" creationId="{6D78C8D6-528A-D001-161C-68A7F9186366}"/>
          </ac:spMkLst>
        </pc:spChg>
        <pc:spChg chg="add mod">
          <ac:chgData name="Dhawan, Shubham" userId="e457b5f3-1f3d-4d58-917e-9019c3073c41" providerId="ADAL" clId="{6189556E-3962-4168-85E4-740FCD1C2F93}" dt="2024-09-12T16:18:40.828" v="1885" actId="404"/>
          <ac:spMkLst>
            <pc:docMk/>
            <pc:sldMk cId="3419643555" sldId="2146848075"/>
            <ac:spMk id="205" creationId="{650467B0-F9BC-DCDF-1B34-C55304733413}"/>
          </ac:spMkLst>
        </pc:spChg>
        <pc:spChg chg="mod">
          <ac:chgData name="Dhawan, Shubham" userId="e457b5f3-1f3d-4d58-917e-9019c3073c41" providerId="ADAL" clId="{6189556E-3962-4168-85E4-740FCD1C2F93}" dt="2024-09-12T13:28:29.082" v="466" actId="1076"/>
          <ac:spMkLst>
            <pc:docMk/>
            <pc:sldMk cId="3419643555" sldId="2146848075"/>
            <ac:spMk id="207" creationId="{441966E3-128B-7243-1B86-68344096FD89}"/>
          </ac:spMkLst>
        </pc:spChg>
        <pc:spChg chg="mod">
          <ac:chgData name="Dhawan, Shubham" userId="e457b5f3-1f3d-4d58-917e-9019c3073c41" providerId="ADAL" clId="{6189556E-3962-4168-85E4-740FCD1C2F93}" dt="2024-09-12T13:28:29.082" v="466" actId="1076"/>
          <ac:spMkLst>
            <pc:docMk/>
            <pc:sldMk cId="3419643555" sldId="2146848075"/>
            <ac:spMk id="208" creationId="{E6A3E70C-DBF6-93E0-CE28-CD95FC4C456C}"/>
          </ac:spMkLst>
        </pc:spChg>
        <pc:spChg chg="add mod">
          <ac:chgData name="Dhawan, Shubham" userId="e457b5f3-1f3d-4d58-917e-9019c3073c41" providerId="ADAL" clId="{6189556E-3962-4168-85E4-740FCD1C2F93}" dt="2024-09-12T16:18:40.828" v="1885" actId="404"/>
          <ac:spMkLst>
            <pc:docMk/>
            <pc:sldMk cId="3419643555" sldId="2146848075"/>
            <ac:spMk id="209" creationId="{FE4B9760-9DD0-1A93-1E12-F9BA102185EA}"/>
          </ac:spMkLst>
        </pc:spChg>
        <pc:spChg chg="add mod">
          <ac:chgData name="Dhawan, Shubham" userId="e457b5f3-1f3d-4d58-917e-9019c3073c41" providerId="ADAL" clId="{6189556E-3962-4168-85E4-740FCD1C2F93}" dt="2024-09-12T16:18:40.828" v="1885" actId="404"/>
          <ac:spMkLst>
            <pc:docMk/>
            <pc:sldMk cId="3419643555" sldId="2146848075"/>
            <ac:spMk id="210" creationId="{58939914-412A-1748-DC0E-0EA389AF6C6C}"/>
          </ac:spMkLst>
        </pc:spChg>
        <pc:spChg chg="mod">
          <ac:chgData name="Dhawan, Shubham" userId="e457b5f3-1f3d-4d58-917e-9019c3073c41" providerId="ADAL" clId="{6189556E-3962-4168-85E4-740FCD1C2F93}" dt="2024-09-12T13:28:29.082" v="466" actId="1076"/>
          <ac:spMkLst>
            <pc:docMk/>
            <pc:sldMk cId="3419643555" sldId="2146848075"/>
            <ac:spMk id="212" creationId="{8938EAC1-6088-2BE6-AFEE-8AD9F5A9C550}"/>
          </ac:spMkLst>
        </pc:spChg>
        <pc:spChg chg="mod">
          <ac:chgData name="Dhawan, Shubham" userId="e457b5f3-1f3d-4d58-917e-9019c3073c41" providerId="ADAL" clId="{6189556E-3962-4168-85E4-740FCD1C2F93}" dt="2024-09-12T13:28:29.082" v="466" actId="1076"/>
          <ac:spMkLst>
            <pc:docMk/>
            <pc:sldMk cId="3419643555" sldId="2146848075"/>
            <ac:spMk id="213" creationId="{21202279-4CD0-FB7A-4FD0-31D5CCA206D0}"/>
          </ac:spMkLst>
        </pc:spChg>
        <pc:spChg chg="mod">
          <ac:chgData name="Dhawan, Shubham" userId="e457b5f3-1f3d-4d58-917e-9019c3073c41" providerId="ADAL" clId="{6189556E-3962-4168-85E4-740FCD1C2F93}" dt="2024-09-12T13:28:29.082" v="466" actId="1076"/>
          <ac:spMkLst>
            <pc:docMk/>
            <pc:sldMk cId="3419643555" sldId="2146848075"/>
            <ac:spMk id="214" creationId="{2DD9ED5B-769E-2D06-C4B5-C6FE25A38201}"/>
          </ac:spMkLst>
        </pc:spChg>
        <pc:spChg chg="mod">
          <ac:chgData name="Dhawan, Shubham" userId="e457b5f3-1f3d-4d58-917e-9019c3073c41" providerId="ADAL" clId="{6189556E-3962-4168-85E4-740FCD1C2F93}" dt="2024-09-12T13:28:29.082" v="466" actId="1076"/>
          <ac:spMkLst>
            <pc:docMk/>
            <pc:sldMk cId="3419643555" sldId="2146848075"/>
            <ac:spMk id="215" creationId="{7EBC5181-30AC-36F9-8A25-D414831ED367}"/>
          </ac:spMkLst>
        </pc:spChg>
        <pc:spChg chg="add mod">
          <ac:chgData name="Dhawan, Shubham" userId="e457b5f3-1f3d-4d58-917e-9019c3073c41" providerId="ADAL" clId="{6189556E-3962-4168-85E4-740FCD1C2F93}" dt="2024-09-12T16:18:40.828" v="1885" actId="404"/>
          <ac:spMkLst>
            <pc:docMk/>
            <pc:sldMk cId="3419643555" sldId="2146848075"/>
            <ac:spMk id="216" creationId="{A2595C48-1E99-165B-CB02-745F8C8FD27C}"/>
          </ac:spMkLst>
        </pc:spChg>
        <pc:spChg chg="mod">
          <ac:chgData name="Dhawan, Shubham" userId="e457b5f3-1f3d-4d58-917e-9019c3073c41" providerId="ADAL" clId="{6189556E-3962-4168-85E4-740FCD1C2F93}" dt="2024-09-12T13:28:29.082" v="466" actId="1076"/>
          <ac:spMkLst>
            <pc:docMk/>
            <pc:sldMk cId="3419643555" sldId="2146848075"/>
            <ac:spMk id="218" creationId="{8E72D56D-165B-5E84-84D7-E0BFEBA96D83}"/>
          </ac:spMkLst>
        </pc:spChg>
        <pc:spChg chg="mod">
          <ac:chgData name="Dhawan, Shubham" userId="e457b5f3-1f3d-4d58-917e-9019c3073c41" providerId="ADAL" clId="{6189556E-3962-4168-85E4-740FCD1C2F93}" dt="2024-09-12T13:28:29.082" v="466" actId="1076"/>
          <ac:spMkLst>
            <pc:docMk/>
            <pc:sldMk cId="3419643555" sldId="2146848075"/>
            <ac:spMk id="219" creationId="{5D39BB45-D75E-21C3-177E-AD8B4C575257}"/>
          </ac:spMkLst>
        </pc:spChg>
        <pc:spChg chg="add mod">
          <ac:chgData name="Dhawan, Shubham" userId="e457b5f3-1f3d-4d58-917e-9019c3073c41" providerId="ADAL" clId="{6189556E-3962-4168-85E4-740FCD1C2F93}" dt="2024-09-12T16:18:40.828" v="1885" actId="404"/>
          <ac:spMkLst>
            <pc:docMk/>
            <pc:sldMk cId="3419643555" sldId="2146848075"/>
            <ac:spMk id="220" creationId="{75DFFD16-4267-35AA-797D-64E44B5FF5F0}"/>
          </ac:spMkLst>
        </pc:spChg>
        <pc:spChg chg="add mod">
          <ac:chgData name="Dhawan, Shubham" userId="e457b5f3-1f3d-4d58-917e-9019c3073c41" providerId="ADAL" clId="{6189556E-3962-4168-85E4-740FCD1C2F93}" dt="2024-09-12T16:18:40.828" v="1885" actId="404"/>
          <ac:spMkLst>
            <pc:docMk/>
            <pc:sldMk cId="3419643555" sldId="2146848075"/>
            <ac:spMk id="221" creationId="{7EB0B5A2-ED2C-74D0-12DB-AD1FA0FC4CA3}"/>
          </ac:spMkLst>
        </pc:spChg>
        <pc:spChg chg="add mod">
          <ac:chgData name="Dhawan, Shubham" userId="e457b5f3-1f3d-4d58-917e-9019c3073c41" providerId="ADAL" clId="{6189556E-3962-4168-85E4-740FCD1C2F93}" dt="2024-09-12T16:18:40.828" v="1885" actId="404"/>
          <ac:spMkLst>
            <pc:docMk/>
            <pc:sldMk cId="3419643555" sldId="2146848075"/>
            <ac:spMk id="222" creationId="{76553BFB-CAC0-FC47-9D33-D2234DB91FB9}"/>
          </ac:spMkLst>
        </pc:spChg>
        <pc:spChg chg="mod">
          <ac:chgData name="Dhawan, Shubham" userId="e457b5f3-1f3d-4d58-917e-9019c3073c41" providerId="ADAL" clId="{6189556E-3962-4168-85E4-740FCD1C2F93}" dt="2024-09-12T13:28:29.082" v="466" actId="1076"/>
          <ac:spMkLst>
            <pc:docMk/>
            <pc:sldMk cId="3419643555" sldId="2146848075"/>
            <ac:spMk id="224" creationId="{49536E6A-DA2B-AFFA-AF92-67618A8F9E78}"/>
          </ac:spMkLst>
        </pc:spChg>
        <pc:spChg chg="mod">
          <ac:chgData name="Dhawan, Shubham" userId="e457b5f3-1f3d-4d58-917e-9019c3073c41" providerId="ADAL" clId="{6189556E-3962-4168-85E4-740FCD1C2F93}" dt="2024-09-12T13:28:29.082" v="466" actId="1076"/>
          <ac:spMkLst>
            <pc:docMk/>
            <pc:sldMk cId="3419643555" sldId="2146848075"/>
            <ac:spMk id="225" creationId="{C68730B2-39A5-C3AB-5A4B-C8B86A66DB82}"/>
          </ac:spMkLst>
        </pc:spChg>
        <pc:spChg chg="mod">
          <ac:chgData name="Dhawan, Shubham" userId="e457b5f3-1f3d-4d58-917e-9019c3073c41" providerId="ADAL" clId="{6189556E-3962-4168-85E4-740FCD1C2F93}" dt="2024-09-12T13:28:29.082" v="466" actId="1076"/>
          <ac:spMkLst>
            <pc:docMk/>
            <pc:sldMk cId="3419643555" sldId="2146848075"/>
            <ac:spMk id="226" creationId="{748B1186-8D28-5925-6574-39AD0073744A}"/>
          </ac:spMkLst>
        </pc:spChg>
        <pc:spChg chg="mod">
          <ac:chgData name="Dhawan, Shubham" userId="e457b5f3-1f3d-4d58-917e-9019c3073c41" providerId="ADAL" clId="{6189556E-3962-4168-85E4-740FCD1C2F93}" dt="2024-09-12T13:28:29.082" v="466" actId="1076"/>
          <ac:spMkLst>
            <pc:docMk/>
            <pc:sldMk cId="3419643555" sldId="2146848075"/>
            <ac:spMk id="227" creationId="{6CADA6BA-7308-D466-ABFC-8B164B6D9468}"/>
          </ac:spMkLst>
        </pc:spChg>
        <pc:spChg chg="mod">
          <ac:chgData name="Dhawan, Shubham" userId="e457b5f3-1f3d-4d58-917e-9019c3073c41" providerId="ADAL" clId="{6189556E-3962-4168-85E4-740FCD1C2F93}" dt="2024-09-12T13:28:29.082" v="466" actId="1076"/>
          <ac:spMkLst>
            <pc:docMk/>
            <pc:sldMk cId="3419643555" sldId="2146848075"/>
            <ac:spMk id="228" creationId="{8B9C8CA2-F0AE-C7F7-9177-F12F1EF41042}"/>
          </ac:spMkLst>
        </pc:spChg>
        <pc:spChg chg="mod">
          <ac:chgData name="Dhawan, Shubham" userId="e457b5f3-1f3d-4d58-917e-9019c3073c41" providerId="ADAL" clId="{6189556E-3962-4168-85E4-740FCD1C2F93}" dt="2024-09-12T13:28:29.082" v="466" actId="1076"/>
          <ac:spMkLst>
            <pc:docMk/>
            <pc:sldMk cId="3419643555" sldId="2146848075"/>
            <ac:spMk id="229" creationId="{EA5E0B09-C1E4-0EA5-A6D3-95602103D85C}"/>
          </ac:spMkLst>
        </pc:spChg>
        <pc:spChg chg="add mod">
          <ac:chgData name="Dhawan, Shubham" userId="e457b5f3-1f3d-4d58-917e-9019c3073c41" providerId="ADAL" clId="{6189556E-3962-4168-85E4-740FCD1C2F93}" dt="2024-09-12T13:28:29.082" v="466" actId="1076"/>
          <ac:spMkLst>
            <pc:docMk/>
            <pc:sldMk cId="3419643555" sldId="2146848075"/>
            <ac:spMk id="230" creationId="{F66AAAC1-4731-770C-BCE0-FD690253D800}"/>
          </ac:spMkLst>
        </pc:spChg>
        <pc:spChg chg="add mod">
          <ac:chgData name="Dhawan, Shubham" userId="e457b5f3-1f3d-4d58-917e-9019c3073c41" providerId="ADAL" clId="{6189556E-3962-4168-85E4-740FCD1C2F93}" dt="2024-09-12T13:28:29.082" v="466" actId="1076"/>
          <ac:spMkLst>
            <pc:docMk/>
            <pc:sldMk cId="3419643555" sldId="2146848075"/>
            <ac:spMk id="231" creationId="{2CCAD3E7-F16F-BFA5-78F9-F38C981CD1C3}"/>
          </ac:spMkLst>
        </pc:spChg>
        <pc:spChg chg="add mod">
          <ac:chgData name="Dhawan, Shubham" userId="e457b5f3-1f3d-4d58-917e-9019c3073c41" providerId="ADAL" clId="{6189556E-3962-4168-85E4-740FCD1C2F93}" dt="2024-09-12T16:18:40.828" v="1885" actId="404"/>
          <ac:spMkLst>
            <pc:docMk/>
            <pc:sldMk cId="3419643555" sldId="2146848075"/>
            <ac:spMk id="232" creationId="{E4B962C6-CC0A-16E1-43B4-EB446BC4DE68}"/>
          </ac:spMkLst>
        </pc:spChg>
        <pc:spChg chg="mod">
          <ac:chgData name="Dhawan, Shubham" userId="e457b5f3-1f3d-4d58-917e-9019c3073c41" providerId="ADAL" clId="{6189556E-3962-4168-85E4-740FCD1C2F93}" dt="2024-09-12T13:28:29.082" v="466" actId="1076"/>
          <ac:spMkLst>
            <pc:docMk/>
            <pc:sldMk cId="3419643555" sldId="2146848075"/>
            <ac:spMk id="234" creationId="{1765FA01-1CA8-C9D2-B7DF-872F3A7ABD91}"/>
          </ac:spMkLst>
        </pc:spChg>
        <pc:spChg chg="mod">
          <ac:chgData name="Dhawan, Shubham" userId="e457b5f3-1f3d-4d58-917e-9019c3073c41" providerId="ADAL" clId="{6189556E-3962-4168-85E4-740FCD1C2F93}" dt="2024-09-12T13:28:29.082" v="466" actId="1076"/>
          <ac:spMkLst>
            <pc:docMk/>
            <pc:sldMk cId="3419643555" sldId="2146848075"/>
            <ac:spMk id="235" creationId="{1F0E8DF0-5296-CF45-A3B0-0C7E8AE7568E}"/>
          </ac:spMkLst>
        </pc:spChg>
        <pc:spChg chg="add mod">
          <ac:chgData name="Dhawan, Shubham" userId="e457b5f3-1f3d-4d58-917e-9019c3073c41" providerId="ADAL" clId="{6189556E-3962-4168-85E4-740FCD1C2F93}" dt="2024-09-12T16:18:40.828" v="1885" actId="404"/>
          <ac:spMkLst>
            <pc:docMk/>
            <pc:sldMk cId="3419643555" sldId="2146848075"/>
            <ac:spMk id="236" creationId="{2E53F5B8-4763-0520-4220-6B074F25ACD6}"/>
          </ac:spMkLst>
        </pc:spChg>
        <pc:spChg chg="mod">
          <ac:chgData name="Dhawan, Shubham" userId="e457b5f3-1f3d-4d58-917e-9019c3073c41" providerId="ADAL" clId="{6189556E-3962-4168-85E4-740FCD1C2F93}" dt="2024-09-12T13:28:29.082" v="466" actId="1076"/>
          <ac:spMkLst>
            <pc:docMk/>
            <pc:sldMk cId="3419643555" sldId="2146848075"/>
            <ac:spMk id="238" creationId="{BAECD383-FB7D-350A-8391-FCE4C8A5303B}"/>
          </ac:spMkLst>
        </pc:spChg>
        <pc:spChg chg="mod">
          <ac:chgData name="Dhawan, Shubham" userId="e457b5f3-1f3d-4d58-917e-9019c3073c41" providerId="ADAL" clId="{6189556E-3962-4168-85E4-740FCD1C2F93}" dt="2024-09-12T13:28:29.082" v="466" actId="1076"/>
          <ac:spMkLst>
            <pc:docMk/>
            <pc:sldMk cId="3419643555" sldId="2146848075"/>
            <ac:spMk id="239" creationId="{1EB3FF37-7A01-BE72-EFF5-B6276B98E286}"/>
          </ac:spMkLst>
        </pc:spChg>
        <pc:spChg chg="mod">
          <ac:chgData name="Dhawan, Shubham" userId="e457b5f3-1f3d-4d58-917e-9019c3073c41" providerId="ADAL" clId="{6189556E-3962-4168-85E4-740FCD1C2F93}" dt="2024-09-12T13:28:29.082" v="466" actId="1076"/>
          <ac:spMkLst>
            <pc:docMk/>
            <pc:sldMk cId="3419643555" sldId="2146848075"/>
            <ac:spMk id="240" creationId="{A74FE0E2-7F39-9617-A48A-FFC57E5AF705}"/>
          </ac:spMkLst>
        </pc:spChg>
        <pc:spChg chg="mod">
          <ac:chgData name="Dhawan, Shubham" userId="e457b5f3-1f3d-4d58-917e-9019c3073c41" providerId="ADAL" clId="{6189556E-3962-4168-85E4-740FCD1C2F93}" dt="2024-09-12T13:28:29.082" v="466" actId="1076"/>
          <ac:spMkLst>
            <pc:docMk/>
            <pc:sldMk cId="3419643555" sldId="2146848075"/>
            <ac:spMk id="241" creationId="{966B7D52-2FE2-6255-81CC-2390F0E0696B}"/>
          </ac:spMkLst>
        </pc:spChg>
        <pc:spChg chg="add mod">
          <ac:chgData name="Dhawan, Shubham" userId="e457b5f3-1f3d-4d58-917e-9019c3073c41" providerId="ADAL" clId="{6189556E-3962-4168-85E4-740FCD1C2F93}" dt="2024-09-12T13:28:29.082" v="466" actId="1076"/>
          <ac:spMkLst>
            <pc:docMk/>
            <pc:sldMk cId="3419643555" sldId="2146848075"/>
            <ac:spMk id="242" creationId="{FBE0FE7C-1E0F-A6BE-6FAC-A89B72B4C999}"/>
          </ac:spMkLst>
        </pc:spChg>
        <pc:spChg chg="add mod">
          <ac:chgData name="Dhawan, Shubham" userId="e457b5f3-1f3d-4d58-917e-9019c3073c41" providerId="ADAL" clId="{6189556E-3962-4168-85E4-740FCD1C2F93}" dt="2024-09-12T16:18:40.828" v="1885" actId="404"/>
          <ac:spMkLst>
            <pc:docMk/>
            <pc:sldMk cId="3419643555" sldId="2146848075"/>
            <ac:spMk id="243" creationId="{D0EBE764-332A-E02B-75E3-4B918BEF6B99}"/>
          </ac:spMkLst>
        </pc:spChg>
        <pc:spChg chg="add mod">
          <ac:chgData name="Dhawan, Shubham" userId="e457b5f3-1f3d-4d58-917e-9019c3073c41" providerId="ADAL" clId="{6189556E-3962-4168-85E4-740FCD1C2F93}" dt="2024-09-12T16:18:40.828" v="1885" actId="404"/>
          <ac:spMkLst>
            <pc:docMk/>
            <pc:sldMk cId="3419643555" sldId="2146848075"/>
            <ac:spMk id="244" creationId="{19DCBFF9-8382-2301-E5C0-DE239B630C02}"/>
          </ac:spMkLst>
        </pc:spChg>
        <pc:spChg chg="mod">
          <ac:chgData name="Dhawan, Shubham" userId="e457b5f3-1f3d-4d58-917e-9019c3073c41" providerId="ADAL" clId="{6189556E-3962-4168-85E4-740FCD1C2F93}" dt="2024-09-12T13:28:29.082" v="466" actId="1076"/>
          <ac:spMkLst>
            <pc:docMk/>
            <pc:sldMk cId="3419643555" sldId="2146848075"/>
            <ac:spMk id="246" creationId="{7FD4AD8E-5589-F0B0-31E2-12368052DD5D}"/>
          </ac:spMkLst>
        </pc:spChg>
        <pc:spChg chg="mod">
          <ac:chgData name="Dhawan, Shubham" userId="e457b5f3-1f3d-4d58-917e-9019c3073c41" providerId="ADAL" clId="{6189556E-3962-4168-85E4-740FCD1C2F93}" dt="2024-09-12T13:28:29.082" v="466" actId="1076"/>
          <ac:spMkLst>
            <pc:docMk/>
            <pc:sldMk cId="3419643555" sldId="2146848075"/>
            <ac:spMk id="247" creationId="{CDF7F114-98C4-87DC-2FDC-6BBF7601A57E}"/>
          </ac:spMkLst>
        </pc:spChg>
        <pc:spChg chg="mod">
          <ac:chgData name="Dhawan, Shubham" userId="e457b5f3-1f3d-4d58-917e-9019c3073c41" providerId="ADAL" clId="{6189556E-3962-4168-85E4-740FCD1C2F93}" dt="2024-09-12T13:28:29.082" v="466" actId="1076"/>
          <ac:spMkLst>
            <pc:docMk/>
            <pc:sldMk cId="3419643555" sldId="2146848075"/>
            <ac:spMk id="248" creationId="{406EC8B5-B7F9-900C-5369-9D0A37B2374A}"/>
          </ac:spMkLst>
        </pc:spChg>
        <pc:spChg chg="mod">
          <ac:chgData name="Dhawan, Shubham" userId="e457b5f3-1f3d-4d58-917e-9019c3073c41" providerId="ADAL" clId="{6189556E-3962-4168-85E4-740FCD1C2F93}" dt="2024-09-12T13:28:29.082" v="466" actId="1076"/>
          <ac:spMkLst>
            <pc:docMk/>
            <pc:sldMk cId="3419643555" sldId="2146848075"/>
            <ac:spMk id="250" creationId="{5E23A542-C50C-0C82-2049-26890BC789BF}"/>
          </ac:spMkLst>
        </pc:spChg>
        <pc:spChg chg="mod">
          <ac:chgData name="Dhawan, Shubham" userId="e457b5f3-1f3d-4d58-917e-9019c3073c41" providerId="ADAL" clId="{6189556E-3962-4168-85E4-740FCD1C2F93}" dt="2024-09-12T13:28:29.082" v="466" actId="1076"/>
          <ac:spMkLst>
            <pc:docMk/>
            <pc:sldMk cId="3419643555" sldId="2146848075"/>
            <ac:spMk id="251" creationId="{615840F4-E9B6-4FD7-A331-AE9744BB48B3}"/>
          </ac:spMkLst>
        </pc:spChg>
        <pc:spChg chg="mod">
          <ac:chgData name="Dhawan, Shubham" userId="e457b5f3-1f3d-4d58-917e-9019c3073c41" providerId="ADAL" clId="{6189556E-3962-4168-85E4-740FCD1C2F93}" dt="2024-09-12T13:28:29.082" v="466" actId="1076"/>
          <ac:spMkLst>
            <pc:docMk/>
            <pc:sldMk cId="3419643555" sldId="2146848075"/>
            <ac:spMk id="252" creationId="{7B76F4B4-78EE-7DD7-2A2C-AF6C5691B376}"/>
          </ac:spMkLst>
        </pc:spChg>
        <pc:spChg chg="mod">
          <ac:chgData name="Dhawan, Shubham" userId="e457b5f3-1f3d-4d58-917e-9019c3073c41" providerId="ADAL" clId="{6189556E-3962-4168-85E4-740FCD1C2F93}" dt="2024-09-12T13:28:29.082" v="466" actId="1076"/>
          <ac:spMkLst>
            <pc:docMk/>
            <pc:sldMk cId="3419643555" sldId="2146848075"/>
            <ac:spMk id="253" creationId="{478A6EA3-D02A-7FDF-E75F-64367976EE5E}"/>
          </ac:spMkLst>
        </pc:spChg>
        <pc:spChg chg="mod">
          <ac:chgData name="Dhawan, Shubham" userId="e457b5f3-1f3d-4d58-917e-9019c3073c41" providerId="ADAL" clId="{6189556E-3962-4168-85E4-740FCD1C2F93}" dt="2024-09-12T13:28:29.082" v="466" actId="1076"/>
          <ac:spMkLst>
            <pc:docMk/>
            <pc:sldMk cId="3419643555" sldId="2146848075"/>
            <ac:spMk id="254" creationId="{854E0F45-8679-55BC-6356-C25ADD65CA77}"/>
          </ac:spMkLst>
        </pc:spChg>
        <pc:spChg chg="mod">
          <ac:chgData name="Dhawan, Shubham" userId="e457b5f3-1f3d-4d58-917e-9019c3073c41" providerId="ADAL" clId="{6189556E-3962-4168-85E4-740FCD1C2F93}" dt="2024-09-12T13:28:29.082" v="466" actId="1076"/>
          <ac:spMkLst>
            <pc:docMk/>
            <pc:sldMk cId="3419643555" sldId="2146848075"/>
            <ac:spMk id="255" creationId="{04A2F2B8-6EE8-6335-34D2-8D53ED83B45C}"/>
          </ac:spMkLst>
        </pc:spChg>
        <pc:spChg chg="mod">
          <ac:chgData name="Dhawan, Shubham" userId="e457b5f3-1f3d-4d58-917e-9019c3073c41" providerId="ADAL" clId="{6189556E-3962-4168-85E4-740FCD1C2F93}" dt="2024-09-12T13:28:29.082" v="466" actId="1076"/>
          <ac:spMkLst>
            <pc:docMk/>
            <pc:sldMk cId="3419643555" sldId="2146848075"/>
            <ac:spMk id="256" creationId="{7F8EE3EA-6EB5-32B5-2489-C61BE79DD6FB}"/>
          </ac:spMkLst>
        </pc:spChg>
        <pc:spChg chg="mod">
          <ac:chgData name="Dhawan, Shubham" userId="e457b5f3-1f3d-4d58-917e-9019c3073c41" providerId="ADAL" clId="{6189556E-3962-4168-85E4-740FCD1C2F93}" dt="2024-09-12T13:28:29.082" v="466" actId="1076"/>
          <ac:spMkLst>
            <pc:docMk/>
            <pc:sldMk cId="3419643555" sldId="2146848075"/>
            <ac:spMk id="257" creationId="{4EB56C83-0B77-B2E3-5364-92C456EFE758}"/>
          </ac:spMkLst>
        </pc:spChg>
        <pc:spChg chg="mod">
          <ac:chgData name="Dhawan, Shubham" userId="e457b5f3-1f3d-4d58-917e-9019c3073c41" providerId="ADAL" clId="{6189556E-3962-4168-85E4-740FCD1C2F93}" dt="2024-09-12T13:28:29.082" v="466" actId="1076"/>
          <ac:spMkLst>
            <pc:docMk/>
            <pc:sldMk cId="3419643555" sldId="2146848075"/>
            <ac:spMk id="258" creationId="{A2C00445-D2B5-9CE6-1AB1-CC6CE1DB908F}"/>
          </ac:spMkLst>
        </pc:spChg>
        <pc:spChg chg="add mod">
          <ac:chgData name="Dhawan, Shubham" userId="e457b5f3-1f3d-4d58-917e-9019c3073c41" providerId="ADAL" clId="{6189556E-3962-4168-85E4-740FCD1C2F93}" dt="2024-09-12T13:28:29.082" v="466" actId="1076"/>
          <ac:spMkLst>
            <pc:docMk/>
            <pc:sldMk cId="3419643555" sldId="2146848075"/>
            <ac:spMk id="259" creationId="{2BF4B96E-3D1E-9D8D-9AAE-792B76816A73}"/>
          </ac:spMkLst>
        </pc:spChg>
        <pc:spChg chg="add mod">
          <ac:chgData name="Dhawan, Shubham" userId="e457b5f3-1f3d-4d58-917e-9019c3073c41" providerId="ADAL" clId="{6189556E-3962-4168-85E4-740FCD1C2F93}" dt="2024-09-12T16:18:40.828" v="1885" actId="404"/>
          <ac:spMkLst>
            <pc:docMk/>
            <pc:sldMk cId="3419643555" sldId="2146848075"/>
            <ac:spMk id="260" creationId="{1C68BAB1-7CF4-AE4E-2E53-A45C0A041137}"/>
          </ac:spMkLst>
        </pc:spChg>
        <pc:spChg chg="add mod">
          <ac:chgData name="Dhawan, Shubham" userId="e457b5f3-1f3d-4d58-917e-9019c3073c41" providerId="ADAL" clId="{6189556E-3962-4168-85E4-740FCD1C2F93}" dt="2024-09-12T16:18:40.828" v="1885" actId="404"/>
          <ac:spMkLst>
            <pc:docMk/>
            <pc:sldMk cId="3419643555" sldId="2146848075"/>
            <ac:spMk id="261" creationId="{87D67F22-838D-8D8A-8642-33771E83A635}"/>
          </ac:spMkLst>
        </pc:spChg>
        <pc:spChg chg="add mod">
          <ac:chgData name="Dhawan, Shubham" userId="e457b5f3-1f3d-4d58-917e-9019c3073c41" providerId="ADAL" clId="{6189556E-3962-4168-85E4-740FCD1C2F93}" dt="2024-09-12T16:18:52.941" v="1888" actId="403"/>
          <ac:spMkLst>
            <pc:docMk/>
            <pc:sldMk cId="3419643555" sldId="2146848075"/>
            <ac:spMk id="262" creationId="{132F90E5-EA28-2525-2804-235200BA9F08}"/>
          </ac:spMkLst>
        </pc:spChg>
        <pc:spChg chg="add mod">
          <ac:chgData name="Dhawan, Shubham" userId="e457b5f3-1f3d-4d58-917e-9019c3073c41" providerId="ADAL" clId="{6189556E-3962-4168-85E4-740FCD1C2F93}" dt="2024-09-12T16:18:40.828" v="1885" actId="404"/>
          <ac:spMkLst>
            <pc:docMk/>
            <pc:sldMk cId="3419643555" sldId="2146848075"/>
            <ac:spMk id="263" creationId="{34287B40-2D39-9395-82FA-2CE4CE41BC8B}"/>
          </ac:spMkLst>
        </pc:spChg>
        <pc:spChg chg="add mod">
          <ac:chgData name="Dhawan, Shubham" userId="e457b5f3-1f3d-4d58-917e-9019c3073c41" providerId="ADAL" clId="{6189556E-3962-4168-85E4-740FCD1C2F93}" dt="2024-09-12T16:18:58.146" v="1891" actId="403"/>
          <ac:spMkLst>
            <pc:docMk/>
            <pc:sldMk cId="3419643555" sldId="2146848075"/>
            <ac:spMk id="264" creationId="{F671E52E-024A-3CED-C8F8-A3EB1F1A22E9}"/>
          </ac:spMkLst>
        </pc:spChg>
        <pc:spChg chg="add mod">
          <ac:chgData name="Dhawan, Shubham" userId="e457b5f3-1f3d-4d58-917e-9019c3073c41" providerId="ADAL" clId="{6189556E-3962-4168-85E4-740FCD1C2F93}" dt="2024-09-12T16:18:40.828" v="1885" actId="404"/>
          <ac:spMkLst>
            <pc:docMk/>
            <pc:sldMk cId="3419643555" sldId="2146848075"/>
            <ac:spMk id="265" creationId="{617D8641-BBD0-5151-F258-CC0E2794A8C5}"/>
          </ac:spMkLst>
        </pc:spChg>
        <pc:spChg chg="add mod">
          <ac:chgData name="Dhawan, Shubham" userId="e457b5f3-1f3d-4d58-917e-9019c3073c41" providerId="ADAL" clId="{6189556E-3962-4168-85E4-740FCD1C2F93}" dt="2024-09-12T16:19:04.384" v="1893" actId="404"/>
          <ac:spMkLst>
            <pc:docMk/>
            <pc:sldMk cId="3419643555" sldId="2146848075"/>
            <ac:spMk id="266" creationId="{3A8EF300-C976-0564-6317-E82F8AE7C777}"/>
          </ac:spMkLst>
        </pc:spChg>
        <pc:spChg chg="add mod">
          <ac:chgData name="Dhawan, Shubham" userId="e457b5f3-1f3d-4d58-917e-9019c3073c41" providerId="ADAL" clId="{6189556E-3962-4168-85E4-740FCD1C2F93}" dt="2024-09-12T16:18:40.828" v="1885" actId="404"/>
          <ac:spMkLst>
            <pc:docMk/>
            <pc:sldMk cId="3419643555" sldId="2146848075"/>
            <ac:spMk id="267" creationId="{F1E9B4AE-6B85-C7BA-10BD-4B276502FD5A}"/>
          </ac:spMkLst>
        </pc:spChg>
        <pc:spChg chg="add mod">
          <ac:chgData name="Dhawan, Shubham" userId="e457b5f3-1f3d-4d58-917e-9019c3073c41" providerId="ADAL" clId="{6189556E-3962-4168-85E4-740FCD1C2F93}" dt="2024-09-12T16:18:40.828" v="1885" actId="404"/>
          <ac:spMkLst>
            <pc:docMk/>
            <pc:sldMk cId="3419643555" sldId="2146848075"/>
            <ac:spMk id="268" creationId="{96EDBAF4-33A3-7244-307D-28F92E13A5B1}"/>
          </ac:spMkLst>
        </pc:spChg>
        <pc:spChg chg="add mod">
          <ac:chgData name="Dhawan, Shubham" userId="e457b5f3-1f3d-4d58-917e-9019c3073c41" providerId="ADAL" clId="{6189556E-3962-4168-85E4-740FCD1C2F93}" dt="2024-09-12T16:18:40.828" v="1885" actId="404"/>
          <ac:spMkLst>
            <pc:docMk/>
            <pc:sldMk cId="3419643555" sldId="2146848075"/>
            <ac:spMk id="269" creationId="{59C829B1-7410-1AE4-04C3-EAC56D8A605E}"/>
          </ac:spMkLst>
        </pc:spChg>
        <pc:spChg chg="add mod">
          <ac:chgData name="Dhawan, Shubham" userId="e457b5f3-1f3d-4d58-917e-9019c3073c41" providerId="ADAL" clId="{6189556E-3962-4168-85E4-740FCD1C2F93}" dt="2024-09-12T16:18:40.828" v="1885" actId="404"/>
          <ac:spMkLst>
            <pc:docMk/>
            <pc:sldMk cId="3419643555" sldId="2146848075"/>
            <ac:spMk id="270" creationId="{CF776B0F-2359-BC84-0719-59205E7155AC}"/>
          </ac:spMkLst>
        </pc:spChg>
        <pc:spChg chg="add mod">
          <ac:chgData name="Dhawan, Shubham" userId="e457b5f3-1f3d-4d58-917e-9019c3073c41" providerId="ADAL" clId="{6189556E-3962-4168-85E4-740FCD1C2F93}" dt="2024-09-12T16:18:40.828" v="1885" actId="404"/>
          <ac:spMkLst>
            <pc:docMk/>
            <pc:sldMk cId="3419643555" sldId="2146848075"/>
            <ac:spMk id="271" creationId="{ED44D882-87ED-64B5-1B23-1F625ECD60D9}"/>
          </ac:spMkLst>
        </pc:spChg>
        <pc:spChg chg="add mod">
          <ac:chgData name="Dhawan, Shubham" userId="e457b5f3-1f3d-4d58-917e-9019c3073c41" providerId="ADAL" clId="{6189556E-3962-4168-85E4-740FCD1C2F93}" dt="2024-09-12T16:18:40.828" v="1885" actId="404"/>
          <ac:spMkLst>
            <pc:docMk/>
            <pc:sldMk cId="3419643555" sldId="2146848075"/>
            <ac:spMk id="272" creationId="{7C96922A-FECC-5FEC-E5B4-55EE96CBFEE9}"/>
          </ac:spMkLst>
        </pc:spChg>
        <pc:spChg chg="add mod">
          <ac:chgData name="Dhawan, Shubham" userId="e457b5f3-1f3d-4d58-917e-9019c3073c41" providerId="ADAL" clId="{6189556E-3962-4168-85E4-740FCD1C2F93}" dt="2024-09-12T16:18:40.828" v="1885" actId="404"/>
          <ac:spMkLst>
            <pc:docMk/>
            <pc:sldMk cId="3419643555" sldId="2146848075"/>
            <ac:spMk id="273" creationId="{36A7D790-D4E7-1A40-C59F-EB39A99F93A5}"/>
          </ac:spMkLst>
        </pc:spChg>
        <pc:spChg chg="add mod">
          <ac:chgData name="Dhawan, Shubham" userId="e457b5f3-1f3d-4d58-917e-9019c3073c41" providerId="ADAL" clId="{6189556E-3962-4168-85E4-740FCD1C2F93}" dt="2024-09-12T16:18:40.828" v="1885" actId="404"/>
          <ac:spMkLst>
            <pc:docMk/>
            <pc:sldMk cId="3419643555" sldId="2146848075"/>
            <ac:spMk id="274" creationId="{F0D6C4CF-84EE-CAEC-6C72-226D47AC2604}"/>
          </ac:spMkLst>
        </pc:spChg>
        <pc:spChg chg="add mod">
          <ac:chgData name="Dhawan, Shubham" userId="e457b5f3-1f3d-4d58-917e-9019c3073c41" providerId="ADAL" clId="{6189556E-3962-4168-85E4-740FCD1C2F93}" dt="2024-09-12T16:18:40.828" v="1885" actId="404"/>
          <ac:spMkLst>
            <pc:docMk/>
            <pc:sldMk cId="3419643555" sldId="2146848075"/>
            <ac:spMk id="275" creationId="{F27D68D3-58C9-0AFE-4851-6F0F6D25D02D}"/>
          </ac:spMkLst>
        </pc:spChg>
        <pc:spChg chg="mod">
          <ac:chgData name="Dhawan, Shubham" userId="e457b5f3-1f3d-4d58-917e-9019c3073c41" providerId="ADAL" clId="{6189556E-3962-4168-85E4-740FCD1C2F93}" dt="2024-09-12T13:28:29.082" v="466" actId="1076"/>
          <ac:spMkLst>
            <pc:docMk/>
            <pc:sldMk cId="3419643555" sldId="2146848075"/>
            <ac:spMk id="277" creationId="{D371EB2D-6923-942F-0AE1-0FEDD9AB030C}"/>
          </ac:spMkLst>
        </pc:spChg>
        <pc:spChg chg="mod">
          <ac:chgData name="Dhawan, Shubham" userId="e457b5f3-1f3d-4d58-917e-9019c3073c41" providerId="ADAL" clId="{6189556E-3962-4168-85E4-740FCD1C2F93}" dt="2024-09-12T13:28:29.082" v="466" actId="1076"/>
          <ac:spMkLst>
            <pc:docMk/>
            <pc:sldMk cId="3419643555" sldId="2146848075"/>
            <ac:spMk id="278" creationId="{D986DFCE-399C-78EB-9BFF-8DCF4E9A0883}"/>
          </ac:spMkLst>
        </pc:spChg>
        <pc:spChg chg="mod">
          <ac:chgData name="Dhawan, Shubham" userId="e457b5f3-1f3d-4d58-917e-9019c3073c41" providerId="ADAL" clId="{6189556E-3962-4168-85E4-740FCD1C2F93}" dt="2024-09-12T13:28:29.082" v="466" actId="1076"/>
          <ac:spMkLst>
            <pc:docMk/>
            <pc:sldMk cId="3419643555" sldId="2146848075"/>
            <ac:spMk id="280" creationId="{D1EC49F2-513B-F740-F54F-4D2395519320}"/>
          </ac:spMkLst>
        </pc:spChg>
        <pc:spChg chg="mod">
          <ac:chgData name="Dhawan, Shubham" userId="e457b5f3-1f3d-4d58-917e-9019c3073c41" providerId="ADAL" clId="{6189556E-3962-4168-85E4-740FCD1C2F93}" dt="2024-09-12T13:28:29.082" v="466" actId="1076"/>
          <ac:spMkLst>
            <pc:docMk/>
            <pc:sldMk cId="3419643555" sldId="2146848075"/>
            <ac:spMk id="281" creationId="{FBEB1E9E-A646-6C57-0AB9-94FE47B92FFE}"/>
          </ac:spMkLst>
        </pc:spChg>
        <pc:spChg chg="mod">
          <ac:chgData name="Dhawan, Shubham" userId="e457b5f3-1f3d-4d58-917e-9019c3073c41" providerId="ADAL" clId="{6189556E-3962-4168-85E4-740FCD1C2F93}" dt="2024-09-12T13:28:29.082" v="466" actId="1076"/>
          <ac:spMkLst>
            <pc:docMk/>
            <pc:sldMk cId="3419643555" sldId="2146848075"/>
            <ac:spMk id="283" creationId="{2927E71A-34DC-74B0-9939-13837FEE1A4D}"/>
          </ac:spMkLst>
        </pc:spChg>
        <pc:spChg chg="mod">
          <ac:chgData name="Dhawan, Shubham" userId="e457b5f3-1f3d-4d58-917e-9019c3073c41" providerId="ADAL" clId="{6189556E-3962-4168-85E4-740FCD1C2F93}" dt="2024-09-12T13:28:29.082" v="466" actId="1076"/>
          <ac:spMkLst>
            <pc:docMk/>
            <pc:sldMk cId="3419643555" sldId="2146848075"/>
            <ac:spMk id="284" creationId="{BC20EEDD-5ADC-7B48-153B-B37DF79E4430}"/>
          </ac:spMkLst>
        </pc:spChg>
        <pc:spChg chg="add del mod">
          <ac:chgData name="Dhawan, Shubham" userId="e457b5f3-1f3d-4d58-917e-9019c3073c41" providerId="ADAL" clId="{6189556E-3962-4168-85E4-740FCD1C2F93}" dt="2024-09-12T15:12:16.948" v="608" actId="478"/>
          <ac:spMkLst>
            <pc:docMk/>
            <pc:sldMk cId="3419643555" sldId="2146848075"/>
            <ac:spMk id="285" creationId="{3E6F9963-5B2E-7B1F-5194-47D84AFBED97}"/>
          </ac:spMkLst>
        </pc:spChg>
        <pc:spChg chg="add del mod">
          <ac:chgData name="Dhawan, Shubham" userId="e457b5f3-1f3d-4d58-917e-9019c3073c41" providerId="ADAL" clId="{6189556E-3962-4168-85E4-740FCD1C2F93}" dt="2024-09-12T15:12:16.948" v="608" actId="478"/>
          <ac:spMkLst>
            <pc:docMk/>
            <pc:sldMk cId="3419643555" sldId="2146848075"/>
            <ac:spMk id="286" creationId="{34AF7D2B-4633-E11D-BEBA-222B6CECD39C}"/>
          </ac:spMkLst>
        </pc:spChg>
        <pc:spChg chg="add del mod">
          <ac:chgData name="Dhawan, Shubham" userId="e457b5f3-1f3d-4d58-917e-9019c3073c41" providerId="ADAL" clId="{6189556E-3962-4168-85E4-740FCD1C2F93}" dt="2024-09-12T15:12:16.948" v="608" actId="478"/>
          <ac:spMkLst>
            <pc:docMk/>
            <pc:sldMk cId="3419643555" sldId="2146848075"/>
            <ac:spMk id="287" creationId="{20B3EB58-79E3-EDB4-D39F-A1193101FC6C}"/>
          </ac:spMkLst>
        </pc:spChg>
        <pc:spChg chg="add del mod">
          <ac:chgData name="Dhawan, Shubham" userId="e457b5f3-1f3d-4d58-917e-9019c3073c41" providerId="ADAL" clId="{6189556E-3962-4168-85E4-740FCD1C2F93}" dt="2024-09-12T15:12:16.948" v="608" actId="478"/>
          <ac:spMkLst>
            <pc:docMk/>
            <pc:sldMk cId="3419643555" sldId="2146848075"/>
            <ac:spMk id="288" creationId="{5B7F5D2B-68B3-F380-705D-9BDC3ACADFD7}"/>
          </ac:spMkLst>
        </pc:spChg>
        <pc:spChg chg="add del mod">
          <ac:chgData name="Dhawan, Shubham" userId="e457b5f3-1f3d-4d58-917e-9019c3073c41" providerId="ADAL" clId="{6189556E-3962-4168-85E4-740FCD1C2F93}" dt="2024-09-12T15:12:09.541" v="605" actId="478"/>
          <ac:spMkLst>
            <pc:docMk/>
            <pc:sldMk cId="3419643555" sldId="2146848075"/>
            <ac:spMk id="289" creationId="{2583CC1F-B543-B16F-AB1F-A27C2BF41F9F}"/>
          </ac:spMkLst>
        </pc:spChg>
        <pc:spChg chg="add del mod">
          <ac:chgData name="Dhawan, Shubham" userId="e457b5f3-1f3d-4d58-917e-9019c3073c41" providerId="ADAL" clId="{6189556E-3962-4168-85E4-740FCD1C2F93}" dt="2024-09-12T15:12:09.541" v="605" actId="478"/>
          <ac:spMkLst>
            <pc:docMk/>
            <pc:sldMk cId="3419643555" sldId="2146848075"/>
            <ac:spMk id="290" creationId="{D40EF5B6-A194-F54B-0422-89C4867D2A07}"/>
          </ac:spMkLst>
        </pc:spChg>
        <pc:spChg chg="add del mod">
          <ac:chgData name="Dhawan, Shubham" userId="e457b5f3-1f3d-4d58-917e-9019c3073c41" providerId="ADAL" clId="{6189556E-3962-4168-85E4-740FCD1C2F93}" dt="2024-09-12T15:12:09.541" v="605" actId="478"/>
          <ac:spMkLst>
            <pc:docMk/>
            <pc:sldMk cId="3419643555" sldId="2146848075"/>
            <ac:spMk id="291" creationId="{C4BF0226-8C8A-475E-C021-E842F48E7161}"/>
          </ac:spMkLst>
        </pc:spChg>
        <pc:spChg chg="add del mod">
          <ac:chgData name="Dhawan, Shubham" userId="e457b5f3-1f3d-4d58-917e-9019c3073c41" providerId="ADAL" clId="{6189556E-3962-4168-85E4-740FCD1C2F93}" dt="2024-09-12T15:12:09.541" v="605" actId="478"/>
          <ac:spMkLst>
            <pc:docMk/>
            <pc:sldMk cId="3419643555" sldId="2146848075"/>
            <ac:spMk id="292" creationId="{1F552315-9FB5-63B7-A20C-202523462C0B}"/>
          </ac:spMkLst>
        </pc:spChg>
        <pc:spChg chg="mod">
          <ac:chgData name="Dhawan, Shubham" userId="e457b5f3-1f3d-4d58-917e-9019c3073c41" providerId="ADAL" clId="{6189556E-3962-4168-85E4-740FCD1C2F93}" dt="2024-09-12T13:28:29.082" v="466" actId="1076"/>
          <ac:spMkLst>
            <pc:docMk/>
            <pc:sldMk cId="3419643555" sldId="2146848075"/>
            <ac:spMk id="294" creationId="{FB5B2609-28A3-02DF-BDF3-DB2E81BF11BE}"/>
          </ac:spMkLst>
        </pc:spChg>
        <pc:spChg chg="mod">
          <ac:chgData name="Dhawan, Shubham" userId="e457b5f3-1f3d-4d58-917e-9019c3073c41" providerId="ADAL" clId="{6189556E-3962-4168-85E4-740FCD1C2F93}" dt="2024-09-12T13:28:29.082" v="466" actId="1076"/>
          <ac:spMkLst>
            <pc:docMk/>
            <pc:sldMk cId="3419643555" sldId="2146848075"/>
            <ac:spMk id="295" creationId="{3FBE4E86-9348-1303-64F8-54AFCDEEF7D9}"/>
          </ac:spMkLst>
        </pc:spChg>
        <pc:spChg chg="mod">
          <ac:chgData name="Dhawan, Shubham" userId="e457b5f3-1f3d-4d58-917e-9019c3073c41" providerId="ADAL" clId="{6189556E-3962-4168-85E4-740FCD1C2F93}" dt="2024-09-12T13:28:29.082" v="466" actId="1076"/>
          <ac:spMkLst>
            <pc:docMk/>
            <pc:sldMk cId="3419643555" sldId="2146848075"/>
            <ac:spMk id="296" creationId="{18A54226-CBFF-E871-BD55-A25FE875F085}"/>
          </ac:spMkLst>
        </pc:spChg>
        <pc:spChg chg="mod">
          <ac:chgData name="Dhawan, Shubham" userId="e457b5f3-1f3d-4d58-917e-9019c3073c41" providerId="ADAL" clId="{6189556E-3962-4168-85E4-740FCD1C2F93}" dt="2024-09-12T13:28:29.082" v="466" actId="1076"/>
          <ac:spMkLst>
            <pc:docMk/>
            <pc:sldMk cId="3419643555" sldId="2146848075"/>
            <ac:spMk id="297" creationId="{48B56BDF-2F1B-9094-3CE5-BF580E1F082A}"/>
          </ac:spMkLst>
        </pc:spChg>
        <pc:spChg chg="add mod">
          <ac:chgData name="Dhawan, Shubham" userId="e457b5f3-1f3d-4d58-917e-9019c3073c41" providerId="ADAL" clId="{6189556E-3962-4168-85E4-740FCD1C2F93}" dt="2024-09-12T16:08:06.650" v="1799" actId="1076"/>
          <ac:spMkLst>
            <pc:docMk/>
            <pc:sldMk cId="3419643555" sldId="2146848075"/>
            <ac:spMk id="299" creationId="{6515A740-84DB-EE08-CA3E-6F28A7A84C82}"/>
          </ac:spMkLst>
        </pc:spChg>
        <pc:spChg chg="add mod">
          <ac:chgData name="Dhawan, Shubham" userId="e457b5f3-1f3d-4d58-917e-9019c3073c41" providerId="ADAL" clId="{6189556E-3962-4168-85E4-740FCD1C2F93}" dt="2024-09-12T16:08:06.650" v="1799" actId="1076"/>
          <ac:spMkLst>
            <pc:docMk/>
            <pc:sldMk cId="3419643555" sldId="2146848075"/>
            <ac:spMk id="300" creationId="{EF08DDBC-4760-377A-F7BC-AD02D5F6DB7E}"/>
          </ac:spMkLst>
        </pc:spChg>
        <pc:spChg chg="add mod">
          <ac:chgData name="Dhawan, Shubham" userId="e457b5f3-1f3d-4d58-917e-9019c3073c41" providerId="ADAL" clId="{6189556E-3962-4168-85E4-740FCD1C2F93}" dt="2024-09-12T16:08:06.650" v="1799" actId="1076"/>
          <ac:spMkLst>
            <pc:docMk/>
            <pc:sldMk cId="3419643555" sldId="2146848075"/>
            <ac:spMk id="301" creationId="{4F6621EF-119E-3DDE-1264-1ED1522D1D1D}"/>
          </ac:spMkLst>
        </pc:spChg>
        <pc:spChg chg="add mod">
          <ac:chgData name="Dhawan, Shubham" userId="e457b5f3-1f3d-4d58-917e-9019c3073c41" providerId="ADAL" clId="{6189556E-3962-4168-85E4-740FCD1C2F93}" dt="2024-09-12T16:08:06.650" v="1799" actId="1076"/>
          <ac:spMkLst>
            <pc:docMk/>
            <pc:sldMk cId="3419643555" sldId="2146848075"/>
            <ac:spMk id="302" creationId="{3E52B34B-FC19-4DDC-DBB4-8951A48D5C04}"/>
          </ac:spMkLst>
        </pc:spChg>
        <pc:spChg chg="add del mod">
          <ac:chgData name="Dhawan, Shubham" userId="e457b5f3-1f3d-4d58-917e-9019c3073c41" providerId="ADAL" clId="{6189556E-3962-4168-85E4-740FCD1C2F93}" dt="2024-09-12T15:12:14.069" v="607" actId="478"/>
          <ac:spMkLst>
            <pc:docMk/>
            <pc:sldMk cId="3419643555" sldId="2146848075"/>
            <ac:spMk id="303" creationId="{764BDE8D-DCA1-5E41-3462-8254273418C5}"/>
          </ac:spMkLst>
        </pc:spChg>
        <pc:spChg chg="add del mod">
          <ac:chgData name="Dhawan, Shubham" userId="e457b5f3-1f3d-4d58-917e-9019c3073c41" providerId="ADAL" clId="{6189556E-3962-4168-85E4-740FCD1C2F93}" dt="2024-09-12T15:12:14.069" v="607" actId="478"/>
          <ac:spMkLst>
            <pc:docMk/>
            <pc:sldMk cId="3419643555" sldId="2146848075"/>
            <ac:spMk id="304" creationId="{4F2C0E7A-7AF7-582D-9B04-C78C72716D3E}"/>
          </ac:spMkLst>
        </pc:spChg>
        <pc:spChg chg="add del mod">
          <ac:chgData name="Dhawan, Shubham" userId="e457b5f3-1f3d-4d58-917e-9019c3073c41" providerId="ADAL" clId="{6189556E-3962-4168-85E4-740FCD1C2F93}" dt="2024-09-12T15:12:14.069" v="607" actId="478"/>
          <ac:spMkLst>
            <pc:docMk/>
            <pc:sldMk cId="3419643555" sldId="2146848075"/>
            <ac:spMk id="305" creationId="{8DDABB88-D720-AC91-F335-F4B261E58895}"/>
          </ac:spMkLst>
        </pc:spChg>
        <pc:spChg chg="add del mod">
          <ac:chgData name="Dhawan, Shubham" userId="e457b5f3-1f3d-4d58-917e-9019c3073c41" providerId="ADAL" clId="{6189556E-3962-4168-85E4-740FCD1C2F93}" dt="2024-09-12T15:12:14.069" v="607" actId="478"/>
          <ac:spMkLst>
            <pc:docMk/>
            <pc:sldMk cId="3419643555" sldId="2146848075"/>
            <ac:spMk id="306" creationId="{73B5CD80-7D7D-5832-EB94-E55BD2A1CED0}"/>
          </ac:spMkLst>
        </pc:spChg>
        <pc:spChg chg="add mod">
          <ac:chgData name="Dhawan, Shubham" userId="e457b5f3-1f3d-4d58-917e-9019c3073c41" providerId="ADAL" clId="{6189556E-3962-4168-85E4-740FCD1C2F93}" dt="2024-09-12T13:28:29.082" v="466" actId="1076"/>
          <ac:spMkLst>
            <pc:docMk/>
            <pc:sldMk cId="3419643555" sldId="2146848075"/>
            <ac:spMk id="308" creationId="{ABB61A86-2B28-73EF-1E1B-85893DB3098E}"/>
          </ac:spMkLst>
        </pc:spChg>
        <pc:spChg chg="add mod">
          <ac:chgData name="Dhawan, Shubham" userId="e457b5f3-1f3d-4d58-917e-9019c3073c41" providerId="ADAL" clId="{6189556E-3962-4168-85E4-740FCD1C2F93}" dt="2024-09-12T13:28:29.082" v="466" actId="1076"/>
          <ac:spMkLst>
            <pc:docMk/>
            <pc:sldMk cId="3419643555" sldId="2146848075"/>
            <ac:spMk id="309" creationId="{D076B3F2-A8EE-D4ED-BD3E-B3E8A4AA5A2D}"/>
          </ac:spMkLst>
        </pc:spChg>
        <pc:spChg chg="add mod">
          <ac:chgData name="Dhawan, Shubham" userId="e457b5f3-1f3d-4d58-917e-9019c3073c41" providerId="ADAL" clId="{6189556E-3962-4168-85E4-740FCD1C2F93}" dt="2024-09-12T13:28:29.082" v="466" actId="1076"/>
          <ac:spMkLst>
            <pc:docMk/>
            <pc:sldMk cId="3419643555" sldId="2146848075"/>
            <ac:spMk id="310" creationId="{15F379B4-1F84-8F77-5A56-F2D45D3C0773}"/>
          </ac:spMkLst>
        </pc:spChg>
        <pc:spChg chg="add del mod">
          <ac:chgData name="Dhawan, Shubham" userId="e457b5f3-1f3d-4d58-917e-9019c3073c41" providerId="ADAL" clId="{6189556E-3962-4168-85E4-740FCD1C2F93}" dt="2024-09-12T15:12:11.700" v="606" actId="478"/>
          <ac:spMkLst>
            <pc:docMk/>
            <pc:sldMk cId="3419643555" sldId="2146848075"/>
            <ac:spMk id="311" creationId="{4BDC7963-973F-DC48-1ACC-63F33D16BD93}"/>
          </ac:spMkLst>
        </pc:spChg>
        <pc:spChg chg="add del mod">
          <ac:chgData name="Dhawan, Shubham" userId="e457b5f3-1f3d-4d58-917e-9019c3073c41" providerId="ADAL" clId="{6189556E-3962-4168-85E4-740FCD1C2F93}" dt="2024-09-12T15:12:11.700" v="606" actId="478"/>
          <ac:spMkLst>
            <pc:docMk/>
            <pc:sldMk cId="3419643555" sldId="2146848075"/>
            <ac:spMk id="312" creationId="{D6D87173-94A5-55A4-E4F3-3D062C7054A4}"/>
          </ac:spMkLst>
        </pc:spChg>
        <pc:spChg chg="add del mod">
          <ac:chgData name="Dhawan, Shubham" userId="e457b5f3-1f3d-4d58-917e-9019c3073c41" providerId="ADAL" clId="{6189556E-3962-4168-85E4-740FCD1C2F93}" dt="2024-09-12T15:12:11.700" v="606" actId="478"/>
          <ac:spMkLst>
            <pc:docMk/>
            <pc:sldMk cId="3419643555" sldId="2146848075"/>
            <ac:spMk id="313" creationId="{BFBEDF24-EF5F-8F90-7554-F8BD8B580B14}"/>
          </ac:spMkLst>
        </pc:spChg>
        <pc:spChg chg="add del mod">
          <ac:chgData name="Dhawan, Shubham" userId="e457b5f3-1f3d-4d58-917e-9019c3073c41" providerId="ADAL" clId="{6189556E-3962-4168-85E4-740FCD1C2F93}" dt="2024-09-12T15:12:11.700" v="606" actId="478"/>
          <ac:spMkLst>
            <pc:docMk/>
            <pc:sldMk cId="3419643555" sldId="2146848075"/>
            <ac:spMk id="314" creationId="{EA466DD8-69AD-2FED-926A-C2075212D0D6}"/>
          </ac:spMkLst>
        </pc:spChg>
        <pc:spChg chg="add mod">
          <ac:chgData name="Dhawan, Shubham" userId="e457b5f3-1f3d-4d58-917e-9019c3073c41" providerId="ADAL" clId="{6189556E-3962-4168-85E4-740FCD1C2F93}" dt="2024-09-12T13:28:29.082" v="466" actId="1076"/>
          <ac:spMkLst>
            <pc:docMk/>
            <pc:sldMk cId="3419643555" sldId="2146848075"/>
            <ac:spMk id="316" creationId="{4C86FB85-F4F4-E807-13A3-9729911EF2E7}"/>
          </ac:spMkLst>
        </pc:spChg>
        <pc:spChg chg="add mod">
          <ac:chgData name="Dhawan, Shubham" userId="e457b5f3-1f3d-4d58-917e-9019c3073c41" providerId="ADAL" clId="{6189556E-3962-4168-85E4-740FCD1C2F93}" dt="2024-09-12T15:12:34.269" v="610" actId="1076"/>
          <ac:spMkLst>
            <pc:docMk/>
            <pc:sldMk cId="3419643555" sldId="2146848075"/>
            <ac:spMk id="321" creationId="{778BF4A6-E828-D2C5-DE18-4B8C3718E5CA}"/>
          </ac:spMkLst>
        </pc:spChg>
        <pc:spChg chg="add mod">
          <ac:chgData name="Dhawan, Shubham" userId="e457b5f3-1f3d-4d58-917e-9019c3073c41" providerId="ADAL" clId="{6189556E-3962-4168-85E4-740FCD1C2F93}" dt="2024-09-12T15:17:39.276" v="732" actId="20577"/>
          <ac:spMkLst>
            <pc:docMk/>
            <pc:sldMk cId="3419643555" sldId="2146848075"/>
            <ac:spMk id="322" creationId="{5FE12D86-340E-3916-ED2F-8BEF5DB07C1D}"/>
          </ac:spMkLst>
        </pc:spChg>
        <pc:spChg chg="add mod">
          <ac:chgData name="Dhawan, Shubham" userId="e457b5f3-1f3d-4d58-917e-9019c3073c41" providerId="ADAL" clId="{6189556E-3962-4168-85E4-740FCD1C2F93}" dt="2024-09-12T15:16:20.946" v="706"/>
          <ac:spMkLst>
            <pc:docMk/>
            <pc:sldMk cId="3419643555" sldId="2146848075"/>
            <ac:spMk id="323" creationId="{5EA8E987-ADA5-852E-ECA9-72A4A7E74325}"/>
          </ac:spMkLst>
        </pc:spChg>
        <pc:spChg chg="add mod">
          <ac:chgData name="Dhawan, Shubham" userId="e457b5f3-1f3d-4d58-917e-9019c3073c41" providerId="ADAL" clId="{6189556E-3962-4168-85E4-740FCD1C2F93}" dt="2024-09-12T15:12:34.269" v="610" actId="1076"/>
          <ac:spMkLst>
            <pc:docMk/>
            <pc:sldMk cId="3419643555" sldId="2146848075"/>
            <ac:spMk id="324" creationId="{8DA93A36-57E2-C163-1E0C-4CAE73A027CF}"/>
          </ac:spMkLst>
        </pc:spChg>
        <pc:spChg chg="add mod">
          <ac:chgData name="Dhawan, Shubham" userId="e457b5f3-1f3d-4d58-917e-9019c3073c41" providerId="ADAL" clId="{6189556E-3962-4168-85E4-740FCD1C2F93}" dt="2024-09-12T15:12:34.269" v="610" actId="1076"/>
          <ac:spMkLst>
            <pc:docMk/>
            <pc:sldMk cId="3419643555" sldId="2146848075"/>
            <ac:spMk id="325" creationId="{7889E75E-6036-AFFB-4B30-AE8E8464FD97}"/>
          </ac:spMkLst>
        </pc:spChg>
        <pc:spChg chg="add mod">
          <ac:chgData name="Dhawan, Shubham" userId="e457b5f3-1f3d-4d58-917e-9019c3073c41" providerId="ADAL" clId="{6189556E-3962-4168-85E4-740FCD1C2F93}" dt="2024-09-12T16:07:45.574" v="1796" actId="1076"/>
          <ac:spMkLst>
            <pc:docMk/>
            <pc:sldMk cId="3419643555" sldId="2146848075"/>
            <ac:spMk id="327" creationId="{4CD14C42-8EEA-76E0-DBBB-0884FD3E91FA}"/>
          </ac:spMkLst>
        </pc:spChg>
        <pc:spChg chg="add mod">
          <ac:chgData name="Dhawan, Shubham" userId="e457b5f3-1f3d-4d58-917e-9019c3073c41" providerId="ADAL" clId="{6189556E-3962-4168-85E4-740FCD1C2F93}" dt="2024-09-12T16:07:45.574" v="1796" actId="1076"/>
          <ac:spMkLst>
            <pc:docMk/>
            <pc:sldMk cId="3419643555" sldId="2146848075"/>
            <ac:spMk id="328" creationId="{FBB38553-42D9-2AAC-8E8A-4B5633B996C9}"/>
          </ac:spMkLst>
        </pc:spChg>
        <pc:spChg chg="add mod">
          <ac:chgData name="Dhawan, Shubham" userId="e457b5f3-1f3d-4d58-917e-9019c3073c41" providerId="ADAL" clId="{6189556E-3962-4168-85E4-740FCD1C2F93}" dt="2024-09-12T16:07:45.574" v="1796" actId="1076"/>
          <ac:spMkLst>
            <pc:docMk/>
            <pc:sldMk cId="3419643555" sldId="2146848075"/>
            <ac:spMk id="329" creationId="{0823921A-43D5-43D6-67A8-3302B79F9FB2}"/>
          </ac:spMkLst>
        </pc:spChg>
        <pc:spChg chg="add mod">
          <ac:chgData name="Dhawan, Shubham" userId="e457b5f3-1f3d-4d58-917e-9019c3073c41" providerId="ADAL" clId="{6189556E-3962-4168-85E4-740FCD1C2F93}" dt="2024-09-12T16:07:45.574" v="1796" actId="1076"/>
          <ac:spMkLst>
            <pc:docMk/>
            <pc:sldMk cId="3419643555" sldId="2146848075"/>
            <ac:spMk id="330" creationId="{EAB0CC1E-267A-7D27-EB12-E8B4DF02CEA5}"/>
          </ac:spMkLst>
        </pc:spChg>
        <pc:spChg chg="add mod">
          <ac:chgData name="Dhawan, Shubham" userId="e457b5f3-1f3d-4d58-917e-9019c3073c41" providerId="ADAL" clId="{6189556E-3962-4168-85E4-740FCD1C2F93}" dt="2024-09-12T15:12:56.301" v="614" actId="1076"/>
          <ac:spMkLst>
            <pc:docMk/>
            <pc:sldMk cId="3419643555" sldId="2146848075"/>
            <ac:spMk id="332" creationId="{20757A55-93AA-F456-938E-E111230DC7F9}"/>
          </ac:spMkLst>
        </pc:spChg>
        <pc:spChg chg="add mod">
          <ac:chgData name="Dhawan, Shubham" userId="e457b5f3-1f3d-4d58-917e-9019c3073c41" providerId="ADAL" clId="{6189556E-3962-4168-85E4-740FCD1C2F93}" dt="2024-09-12T16:07:25.283" v="1783" actId="20577"/>
          <ac:spMkLst>
            <pc:docMk/>
            <pc:sldMk cId="3419643555" sldId="2146848075"/>
            <ac:spMk id="333" creationId="{20DEAFAF-8DCA-1F6C-49A1-80B972C17A8C}"/>
          </ac:spMkLst>
        </pc:spChg>
        <pc:spChg chg="add mod">
          <ac:chgData name="Dhawan, Shubham" userId="e457b5f3-1f3d-4d58-917e-9019c3073c41" providerId="ADAL" clId="{6189556E-3962-4168-85E4-740FCD1C2F93}" dt="2024-09-12T15:19:13.429" v="741"/>
          <ac:spMkLst>
            <pc:docMk/>
            <pc:sldMk cId="3419643555" sldId="2146848075"/>
            <ac:spMk id="334" creationId="{E08208D1-0902-791E-61B1-36F8AC97AFD3}"/>
          </ac:spMkLst>
        </pc:spChg>
        <pc:spChg chg="add mod">
          <ac:chgData name="Dhawan, Shubham" userId="e457b5f3-1f3d-4d58-917e-9019c3073c41" providerId="ADAL" clId="{6189556E-3962-4168-85E4-740FCD1C2F93}" dt="2024-09-12T15:12:56.301" v="614" actId="1076"/>
          <ac:spMkLst>
            <pc:docMk/>
            <pc:sldMk cId="3419643555" sldId="2146848075"/>
            <ac:spMk id="335" creationId="{05F3543B-3CF4-87AD-0D5F-BFB0A2EA5FE1}"/>
          </ac:spMkLst>
        </pc:spChg>
        <pc:spChg chg="add mod">
          <ac:chgData name="Dhawan, Shubham" userId="e457b5f3-1f3d-4d58-917e-9019c3073c41" providerId="ADAL" clId="{6189556E-3962-4168-85E4-740FCD1C2F93}" dt="2024-09-12T15:12:56.301" v="614" actId="1076"/>
          <ac:spMkLst>
            <pc:docMk/>
            <pc:sldMk cId="3419643555" sldId="2146848075"/>
            <ac:spMk id="336" creationId="{CAEB98B9-B74F-A4E8-6BD2-B3DCA862748F}"/>
          </ac:spMkLst>
        </pc:spChg>
        <pc:spChg chg="add mod">
          <ac:chgData name="Dhawan, Shubham" userId="e457b5f3-1f3d-4d58-917e-9019c3073c41" providerId="ADAL" clId="{6189556E-3962-4168-85E4-740FCD1C2F93}" dt="2024-09-12T16:08:10.809" v="1801" actId="1038"/>
          <ac:spMkLst>
            <pc:docMk/>
            <pc:sldMk cId="3419643555" sldId="2146848075"/>
            <ac:spMk id="338" creationId="{BC96B4BD-0B07-BB61-F8AE-26B17FFD6332}"/>
          </ac:spMkLst>
        </pc:spChg>
        <pc:spChg chg="add mod">
          <ac:chgData name="Dhawan, Shubham" userId="e457b5f3-1f3d-4d58-917e-9019c3073c41" providerId="ADAL" clId="{6189556E-3962-4168-85E4-740FCD1C2F93}" dt="2024-09-12T16:08:10.809" v="1801" actId="1038"/>
          <ac:spMkLst>
            <pc:docMk/>
            <pc:sldMk cId="3419643555" sldId="2146848075"/>
            <ac:spMk id="339" creationId="{74B14D93-611A-63BC-656F-17418CDC0972}"/>
          </ac:spMkLst>
        </pc:spChg>
        <pc:spChg chg="add mod">
          <ac:chgData name="Dhawan, Shubham" userId="e457b5f3-1f3d-4d58-917e-9019c3073c41" providerId="ADAL" clId="{6189556E-3962-4168-85E4-740FCD1C2F93}" dt="2024-09-12T16:08:10.809" v="1801" actId="1038"/>
          <ac:spMkLst>
            <pc:docMk/>
            <pc:sldMk cId="3419643555" sldId="2146848075"/>
            <ac:spMk id="340" creationId="{045022EA-651B-72BE-8AE5-4C8934212E9F}"/>
          </ac:spMkLst>
        </pc:spChg>
        <pc:spChg chg="add mod">
          <ac:chgData name="Dhawan, Shubham" userId="e457b5f3-1f3d-4d58-917e-9019c3073c41" providerId="ADAL" clId="{6189556E-3962-4168-85E4-740FCD1C2F93}" dt="2024-09-12T16:08:10.809" v="1801" actId="1038"/>
          <ac:spMkLst>
            <pc:docMk/>
            <pc:sldMk cId="3419643555" sldId="2146848075"/>
            <ac:spMk id="341" creationId="{EC7409CA-3B59-633F-0952-8C814E1AC427}"/>
          </ac:spMkLst>
        </pc:spChg>
        <pc:spChg chg="add mod">
          <ac:chgData name="Dhawan, Shubham" userId="e457b5f3-1f3d-4d58-917e-9019c3073c41" providerId="ADAL" clId="{6189556E-3962-4168-85E4-740FCD1C2F93}" dt="2024-09-12T15:26:00.846" v="840" actId="20577"/>
          <ac:spMkLst>
            <pc:docMk/>
            <pc:sldMk cId="3419643555" sldId="2146848075"/>
            <ac:spMk id="343" creationId="{BD391ECC-905A-FB6A-B700-9ACB7EA13C17}"/>
          </ac:spMkLst>
        </pc:spChg>
        <pc:spChg chg="add mod">
          <ac:chgData name="Dhawan, Shubham" userId="e457b5f3-1f3d-4d58-917e-9019c3073c41" providerId="ADAL" clId="{6189556E-3962-4168-85E4-740FCD1C2F93}" dt="2024-09-12T15:24:29.037" v="792"/>
          <ac:spMkLst>
            <pc:docMk/>
            <pc:sldMk cId="3419643555" sldId="2146848075"/>
            <ac:spMk id="344" creationId="{C85BAB1B-3ACF-053D-584F-B050094C28C3}"/>
          </ac:spMkLst>
        </pc:spChg>
        <pc:spChg chg="add mod">
          <ac:chgData name="Dhawan, Shubham" userId="e457b5f3-1f3d-4d58-917e-9019c3073c41" providerId="ADAL" clId="{6189556E-3962-4168-85E4-740FCD1C2F93}" dt="2024-09-12T15:13:09.724" v="617" actId="1076"/>
          <ac:spMkLst>
            <pc:docMk/>
            <pc:sldMk cId="3419643555" sldId="2146848075"/>
            <ac:spMk id="345" creationId="{308318AE-85EC-58AA-CD60-5D841F446890}"/>
          </ac:spMkLst>
        </pc:spChg>
        <pc:spChg chg="add mod">
          <ac:chgData name="Dhawan, Shubham" userId="e457b5f3-1f3d-4d58-917e-9019c3073c41" providerId="ADAL" clId="{6189556E-3962-4168-85E4-740FCD1C2F93}" dt="2024-09-12T15:13:09.724" v="617" actId="1076"/>
          <ac:spMkLst>
            <pc:docMk/>
            <pc:sldMk cId="3419643555" sldId="2146848075"/>
            <ac:spMk id="346" creationId="{FEBFD040-5D52-4C78-A1D5-094B5AEF9C45}"/>
          </ac:spMkLst>
        </pc:spChg>
        <pc:spChg chg="add del">
          <ac:chgData name="Dhawan, Shubham" userId="e457b5f3-1f3d-4d58-917e-9019c3073c41" providerId="ADAL" clId="{6189556E-3962-4168-85E4-740FCD1C2F93}" dt="2024-09-12T15:16:35.754" v="708" actId="22"/>
          <ac:spMkLst>
            <pc:docMk/>
            <pc:sldMk cId="3419643555" sldId="2146848075"/>
            <ac:spMk id="349" creationId="{E0676512-BFF5-011B-4345-57359182952C}"/>
          </ac:spMkLst>
        </pc:spChg>
        <pc:grpChg chg="add del mod">
          <ac:chgData name="Dhawan, Shubham" userId="e457b5f3-1f3d-4d58-917e-9019c3073c41" providerId="ADAL" clId="{6189556E-3962-4168-85E4-740FCD1C2F93}" dt="2024-09-12T13:28:19.879" v="462"/>
          <ac:grpSpMkLst>
            <pc:docMk/>
            <pc:sldMk cId="3419643555" sldId="2146848075"/>
            <ac:grpSpMk id="16" creationId="{1A70A68C-76CF-2994-0EC2-D14954332835}"/>
          </ac:grpSpMkLst>
        </pc:grpChg>
        <pc:grpChg chg="add del mod">
          <ac:chgData name="Dhawan, Shubham" userId="e457b5f3-1f3d-4d58-917e-9019c3073c41" providerId="ADAL" clId="{6189556E-3962-4168-85E4-740FCD1C2F93}" dt="2024-09-12T13:28:19.879" v="462"/>
          <ac:grpSpMkLst>
            <pc:docMk/>
            <pc:sldMk cId="3419643555" sldId="2146848075"/>
            <ac:grpSpMk id="19" creationId="{006FE6CC-3770-8497-2876-3E3091EC4CC1}"/>
          </ac:grpSpMkLst>
        </pc:grpChg>
        <pc:grpChg chg="add del mod">
          <ac:chgData name="Dhawan, Shubham" userId="e457b5f3-1f3d-4d58-917e-9019c3073c41" providerId="ADAL" clId="{6189556E-3962-4168-85E4-740FCD1C2F93}" dt="2024-09-12T13:28:19.879" v="462"/>
          <ac:grpSpMkLst>
            <pc:docMk/>
            <pc:sldMk cId="3419643555" sldId="2146848075"/>
            <ac:grpSpMk id="30" creationId="{7E9A4EF5-F06C-D6E1-9136-888E694D3E81}"/>
          </ac:grpSpMkLst>
        </pc:grpChg>
        <pc:grpChg chg="add del mod">
          <ac:chgData name="Dhawan, Shubham" userId="e457b5f3-1f3d-4d58-917e-9019c3073c41" providerId="ADAL" clId="{6189556E-3962-4168-85E4-740FCD1C2F93}" dt="2024-09-12T13:28:19.879" v="462"/>
          <ac:grpSpMkLst>
            <pc:docMk/>
            <pc:sldMk cId="3419643555" sldId="2146848075"/>
            <ac:grpSpMk id="35" creationId="{C7D2D170-FD6E-2556-C41F-C6891F923F4B}"/>
          </ac:grpSpMkLst>
        </pc:grpChg>
        <pc:grpChg chg="add del mod">
          <ac:chgData name="Dhawan, Shubham" userId="e457b5f3-1f3d-4d58-917e-9019c3073c41" providerId="ADAL" clId="{6189556E-3962-4168-85E4-740FCD1C2F93}" dt="2024-09-12T13:28:19.879" v="462"/>
          <ac:grpSpMkLst>
            <pc:docMk/>
            <pc:sldMk cId="3419643555" sldId="2146848075"/>
            <ac:grpSpMk id="45" creationId="{C92F3B05-25E0-F7B1-8D5A-28235DAAB148}"/>
          </ac:grpSpMkLst>
        </pc:grpChg>
        <pc:grpChg chg="add del mod">
          <ac:chgData name="Dhawan, Shubham" userId="e457b5f3-1f3d-4d58-917e-9019c3073c41" providerId="ADAL" clId="{6189556E-3962-4168-85E4-740FCD1C2F93}" dt="2024-09-12T13:28:19.879" v="462"/>
          <ac:grpSpMkLst>
            <pc:docMk/>
            <pc:sldMk cId="3419643555" sldId="2146848075"/>
            <ac:grpSpMk id="50" creationId="{9214FC5D-56BD-1594-1DB5-752183DBFE19}"/>
          </ac:grpSpMkLst>
        </pc:grpChg>
        <pc:grpChg chg="add del mod">
          <ac:chgData name="Dhawan, Shubham" userId="e457b5f3-1f3d-4d58-917e-9019c3073c41" providerId="ADAL" clId="{6189556E-3962-4168-85E4-740FCD1C2F93}" dt="2024-09-12T13:28:19.879" v="462"/>
          <ac:grpSpMkLst>
            <pc:docMk/>
            <pc:sldMk cId="3419643555" sldId="2146848075"/>
            <ac:grpSpMk id="56" creationId="{055657C9-2B4F-9F7F-A172-692C24F9923D}"/>
          </ac:grpSpMkLst>
        </pc:grpChg>
        <pc:grpChg chg="add del mod">
          <ac:chgData name="Dhawan, Shubham" userId="e457b5f3-1f3d-4d58-917e-9019c3073c41" providerId="ADAL" clId="{6189556E-3962-4168-85E4-740FCD1C2F93}" dt="2024-09-12T13:28:19.879" v="462"/>
          <ac:grpSpMkLst>
            <pc:docMk/>
            <pc:sldMk cId="3419643555" sldId="2146848075"/>
            <ac:grpSpMk id="62" creationId="{DC8A780D-6999-2FEB-74B3-4E4C8615727B}"/>
          </ac:grpSpMkLst>
        </pc:grpChg>
        <pc:grpChg chg="add del mod">
          <ac:chgData name="Dhawan, Shubham" userId="e457b5f3-1f3d-4d58-917e-9019c3073c41" providerId="ADAL" clId="{6189556E-3962-4168-85E4-740FCD1C2F93}" dt="2024-09-12T13:28:19.879" v="462"/>
          <ac:grpSpMkLst>
            <pc:docMk/>
            <pc:sldMk cId="3419643555" sldId="2146848075"/>
            <ac:grpSpMk id="72" creationId="{45E132A1-D37D-6AFF-45F7-64CC9017FFC0}"/>
          </ac:grpSpMkLst>
        </pc:grpChg>
        <pc:grpChg chg="add del mod">
          <ac:chgData name="Dhawan, Shubham" userId="e457b5f3-1f3d-4d58-917e-9019c3073c41" providerId="ADAL" clId="{6189556E-3962-4168-85E4-740FCD1C2F93}" dt="2024-09-12T13:28:19.879" v="462"/>
          <ac:grpSpMkLst>
            <pc:docMk/>
            <pc:sldMk cId="3419643555" sldId="2146848075"/>
            <ac:grpSpMk id="76" creationId="{0F58EBD9-331F-69C6-26F0-65C86284C0D7}"/>
          </ac:grpSpMkLst>
        </pc:grpChg>
        <pc:grpChg chg="add del mod">
          <ac:chgData name="Dhawan, Shubham" userId="e457b5f3-1f3d-4d58-917e-9019c3073c41" providerId="ADAL" clId="{6189556E-3962-4168-85E4-740FCD1C2F93}" dt="2024-09-12T13:28:19.879" v="462"/>
          <ac:grpSpMkLst>
            <pc:docMk/>
            <pc:sldMk cId="3419643555" sldId="2146848075"/>
            <ac:grpSpMk id="84" creationId="{543ECD77-0117-39BF-6AF6-9139872BF9EB}"/>
          </ac:grpSpMkLst>
        </pc:grpChg>
        <pc:grpChg chg="add del mod">
          <ac:chgData name="Dhawan, Shubham" userId="e457b5f3-1f3d-4d58-917e-9019c3073c41" providerId="ADAL" clId="{6189556E-3962-4168-85E4-740FCD1C2F93}" dt="2024-09-12T13:28:19.879" v="462"/>
          <ac:grpSpMkLst>
            <pc:docMk/>
            <pc:sldMk cId="3419643555" sldId="2146848075"/>
            <ac:grpSpMk id="88" creationId="{05237E2D-BF2A-76B2-EB97-8982203A3B4D}"/>
          </ac:grpSpMkLst>
        </pc:grpChg>
        <pc:grpChg chg="add del mod">
          <ac:chgData name="Dhawan, Shubham" userId="e457b5f3-1f3d-4d58-917e-9019c3073c41" providerId="ADAL" clId="{6189556E-3962-4168-85E4-740FCD1C2F93}" dt="2024-09-12T13:28:19.879" v="462"/>
          <ac:grpSpMkLst>
            <pc:docMk/>
            <pc:sldMk cId="3419643555" sldId="2146848075"/>
            <ac:grpSpMk id="115" creationId="{5E69B528-D021-0A44-BD4A-7931A5B679BE}"/>
          </ac:grpSpMkLst>
        </pc:grpChg>
        <pc:grpChg chg="add del mod">
          <ac:chgData name="Dhawan, Shubham" userId="e457b5f3-1f3d-4d58-917e-9019c3073c41" providerId="ADAL" clId="{6189556E-3962-4168-85E4-740FCD1C2F93}" dt="2024-09-12T13:28:19.879" v="462"/>
          <ac:grpSpMkLst>
            <pc:docMk/>
            <pc:sldMk cId="3419643555" sldId="2146848075"/>
            <ac:grpSpMk id="118" creationId="{2CE4C33A-82E5-FEE2-96EC-B9335BBB5200}"/>
          </ac:grpSpMkLst>
        </pc:grpChg>
        <pc:grpChg chg="add del mod">
          <ac:chgData name="Dhawan, Shubham" userId="e457b5f3-1f3d-4d58-917e-9019c3073c41" providerId="ADAL" clId="{6189556E-3962-4168-85E4-740FCD1C2F93}" dt="2024-09-12T13:28:19.879" v="462"/>
          <ac:grpSpMkLst>
            <pc:docMk/>
            <pc:sldMk cId="3419643555" sldId="2146848075"/>
            <ac:grpSpMk id="121" creationId="{A70B3F51-2BC1-7852-E823-546318C3AC72}"/>
          </ac:grpSpMkLst>
        </pc:grpChg>
        <pc:grpChg chg="add del mod">
          <ac:chgData name="Dhawan, Shubham" userId="e457b5f3-1f3d-4d58-917e-9019c3073c41" providerId="ADAL" clId="{6189556E-3962-4168-85E4-740FCD1C2F93}" dt="2024-09-12T13:28:19.879" v="462"/>
          <ac:grpSpMkLst>
            <pc:docMk/>
            <pc:sldMk cId="3419643555" sldId="2146848075"/>
            <ac:grpSpMk id="132" creationId="{5D36A77E-2435-1198-0528-0714C92DBCE3}"/>
          </ac:grpSpMkLst>
        </pc:grpChg>
        <pc:grpChg chg="add mod">
          <ac:chgData name="Dhawan, Shubham" userId="e457b5f3-1f3d-4d58-917e-9019c3073c41" providerId="ADAL" clId="{6189556E-3962-4168-85E4-740FCD1C2F93}" dt="2024-09-12T16:18:40.828" v="1885" actId="404"/>
          <ac:grpSpMkLst>
            <pc:docMk/>
            <pc:sldMk cId="3419643555" sldId="2146848075"/>
            <ac:grpSpMk id="177" creationId="{9E8952F3-A019-7931-58AC-FBE385C5B8D3}"/>
          </ac:grpSpMkLst>
        </pc:grpChg>
        <pc:grpChg chg="add mod">
          <ac:chgData name="Dhawan, Shubham" userId="e457b5f3-1f3d-4d58-917e-9019c3073c41" providerId="ADAL" clId="{6189556E-3962-4168-85E4-740FCD1C2F93}" dt="2024-09-12T16:18:40.828" v="1885" actId="404"/>
          <ac:grpSpMkLst>
            <pc:docMk/>
            <pc:sldMk cId="3419643555" sldId="2146848075"/>
            <ac:grpSpMk id="180" creationId="{BB961115-7F76-5AF0-6AB4-32071BC5A4C0}"/>
          </ac:grpSpMkLst>
        </pc:grpChg>
        <pc:grpChg chg="add mod">
          <ac:chgData name="Dhawan, Shubham" userId="e457b5f3-1f3d-4d58-917e-9019c3073c41" providerId="ADAL" clId="{6189556E-3962-4168-85E4-740FCD1C2F93}" dt="2024-09-12T16:18:40.828" v="1885" actId="404"/>
          <ac:grpSpMkLst>
            <pc:docMk/>
            <pc:sldMk cId="3419643555" sldId="2146848075"/>
            <ac:grpSpMk id="191" creationId="{3EE7E50B-8DBE-4973-7D4B-76B199939A1D}"/>
          </ac:grpSpMkLst>
        </pc:grpChg>
        <pc:grpChg chg="add mod">
          <ac:chgData name="Dhawan, Shubham" userId="e457b5f3-1f3d-4d58-917e-9019c3073c41" providerId="ADAL" clId="{6189556E-3962-4168-85E4-740FCD1C2F93}" dt="2024-09-12T13:28:29.082" v="466" actId="1076"/>
          <ac:grpSpMkLst>
            <pc:docMk/>
            <pc:sldMk cId="3419643555" sldId="2146848075"/>
            <ac:grpSpMk id="196" creationId="{42EB68F9-60D4-EF19-B264-C0CB94D237DE}"/>
          </ac:grpSpMkLst>
        </pc:grpChg>
        <pc:grpChg chg="add mod">
          <ac:chgData name="Dhawan, Shubham" userId="e457b5f3-1f3d-4d58-917e-9019c3073c41" providerId="ADAL" clId="{6189556E-3962-4168-85E4-740FCD1C2F93}" dt="2024-09-12T13:28:29.082" v="466" actId="1076"/>
          <ac:grpSpMkLst>
            <pc:docMk/>
            <pc:sldMk cId="3419643555" sldId="2146848075"/>
            <ac:grpSpMk id="206" creationId="{E98375D1-2638-E7CC-2738-464E879B3FCC}"/>
          </ac:grpSpMkLst>
        </pc:grpChg>
        <pc:grpChg chg="add mod">
          <ac:chgData name="Dhawan, Shubham" userId="e457b5f3-1f3d-4d58-917e-9019c3073c41" providerId="ADAL" clId="{6189556E-3962-4168-85E4-740FCD1C2F93}" dt="2024-09-12T13:28:29.082" v="466" actId="1076"/>
          <ac:grpSpMkLst>
            <pc:docMk/>
            <pc:sldMk cId="3419643555" sldId="2146848075"/>
            <ac:grpSpMk id="211" creationId="{D9D38696-56A3-41ED-BBDB-B20DC02EC784}"/>
          </ac:grpSpMkLst>
        </pc:grpChg>
        <pc:grpChg chg="add mod">
          <ac:chgData name="Dhawan, Shubham" userId="e457b5f3-1f3d-4d58-917e-9019c3073c41" providerId="ADAL" clId="{6189556E-3962-4168-85E4-740FCD1C2F93}" dt="2024-09-12T16:18:40.828" v="1885" actId="404"/>
          <ac:grpSpMkLst>
            <pc:docMk/>
            <pc:sldMk cId="3419643555" sldId="2146848075"/>
            <ac:grpSpMk id="217" creationId="{CE9941B9-269B-7D1A-33EB-FBA974F1BF2F}"/>
          </ac:grpSpMkLst>
        </pc:grpChg>
        <pc:grpChg chg="add mod">
          <ac:chgData name="Dhawan, Shubham" userId="e457b5f3-1f3d-4d58-917e-9019c3073c41" providerId="ADAL" clId="{6189556E-3962-4168-85E4-740FCD1C2F93}" dt="2024-09-12T13:28:29.082" v="466" actId="1076"/>
          <ac:grpSpMkLst>
            <pc:docMk/>
            <pc:sldMk cId="3419643555" sldId="2146848075"/>
            <ac:grpSpMk id="223" creationId="{84EB6F49-CFD2-6764-E0EE-3F3F6DCB07B3}"/>
          </ac:grpSpMkLst>
        </pc:grpChg>
        <pc:grpChg chg="add mod">
          <ac:chgData name="Dhawan, Shubham" userId="e457b5f3-1f3d-4d58-917e-9019c3073c41" providerId="ADAL" clId="{6189556E-3962-4168-85E4-740FCD1C2F93}" dt="2024-09-12T13:28:29.082" v="466" actId="1076"/>
          <ac:grpSpMkLst>
            <pc:docMk/>
            <pc:sldMk cId="3419643555" sldId="2146848075"/>
            <ac:grpSpMk id="233" creationId="{054E14D6-0560-BBE3-8E42-639A8D299977}"/>
          </ac:grpSpMkLst>
        </pc:grpChg>
        <pc:grpChg chg="add mod">
          <ac:chgData name="Dhawan, Shubham" userId="e457b5f3-1f3d-4d58-917e-9019c3073c41" providerId="ADAL" clId="{6189556E-3962-4168-85E4-740FCD1C2F93}" dt="2024-09-12T13:28:29.082" v="466" actId="1076"/>
          <ac:grpSpMkLst>
            <pc:docMk/>
            <pc:sldMk cId="3419643555" sldId="2146848075"/>
            <ac:grpSpMk id="237" creationId="{E30CB40C-4219-D374-C4B3-374F984E840A}"/>
          </ac:grpSpMkLst>
        </pc:grpChg>
        <pc:grpChg chg="add mod">
          <ac:chgData name="Dhawan, Shubham" userId="e457b5f3-1f3d-4d58-917e-9019c3073c41" providerId="ADAL" clId="{6189556E-3962-4168-85E4-740FCD1C2F93}" dt="2024-09-12T13:28:29.082" v="466" actId="1076"/>
          <ac:grpSpMkLst>
            <pc:docMk/>
            <pc:sldMk cId="3419643555" sldId="2146848075"/>
            <ac:grpSpMk id="245" creationId="{8A85FF98-4575-009A-3776-0B2CE01349DC}"/>
          </ac:grpSpMkLst>
        </pc:grpChg>
        <pc:grpChg chg="add mod">
          <ac:chgData name="Dhawan, Shubham" userId="e457b5f3-1f3d-4d58-917e-9019c3073c41" providerId="ADAL" clId="{6189556E-3962-4168-85E4-740FCD1C2F93}" dt="2024-09-12T16:18:40.828" v="1885" actId="404"/>
          <ac:grpSpMkLst>
            <pc:docMk/>
            <pc:sldMk cId="3419643555" sldId="2146848075"/>
            <ac:grpSpMk id="249" creationId="{5C030C4A-C6D2-1BD2-93D5-70279E9261F1}"/>
          </ac:grpSpMkLst>
        </pc:grpChg>
        <pc:grpChg chg="add mod">
          <ac:chgData name="Dhawan, Shubham" userId="e457b5f3-1f3d-4d58-917e-9019c3073c41" providerId="ADAL" clId="{6189556E-3962-4168-85E4-740FCD1C2F93}" dt="2024-09-12T13:28:29.082" v="466" actId="1076"/>
          <ac:grpSpMkLst>
            <pc:docMk/>
            <pc:sldMk cId="3419643555" sldId="2146848075"/>
            <ac:grpSpMk id="276" creationId="{74C7989F-3164-99CE-127F-C095824DDB59}"/>
          </ac:grpSpMkLst>
        </pc:grpChg>
        <pc:grpChg chg="add mod">
          <ac:chgData name="Dhawan, Shubham" userId="e457b5f3-1f3d-4d58-917e-9019c3073c41" providerId="ADAL" clId="{6189556E-3962-4168-85E4-740FCD1C2F93}" dt="2024-09-12T13:28:29.082" v="466" actId="1076"/>
          <ac:grpSpMkLst>
            <pc:docMk/>
            <pc:sldMk cId="3419643555" sldId="2146848075"/>
            <ac:grpSpMk id="279" creationId="{C8811CE5-5154-EDFC-1737-D6F668D842DB}"/>
          </ac:grpSpMkLst>
        </pc:grpChg>
        <pc:grpChg chg="add mod">
          <ac:chgData name="Dhawan, Shubham" userId="e457b5f3-1f3d-4d58-917e-9019c3073c41" providerId="ADAL" clId="{6189556E-3962-4168-85E4-740FCD1C2F93}" dt="2024-09-12T16:18:40.828" v="1885" actId="404"/>
          <ac:grpSpMkLst>
            <pc:docMk/>
            <pc:sldMk cId="3419643555" sldId="2146848075"/>
            <ac:grpSpMk id="282" creationId="{60204024-0AD2-6293-89FD-A97402B3B41A}"/>
          </ac:grpSpMkLst>
        </pc:grpChg>
        <pc:grpChg chg="add mod">
          <ac:chgData name="Dhawan, Shubham" userId="e457b5f3-1f3d-4d58-917e-9019c3073c41" providerId="ADAL" clId="{6189556E-3962-4168-85E4-740FCD1C2F93}" dt="2024-09-12T13:28:29.082" v="466" actId="1076"/>
          <ac:grpSpMkLst>
            <pc:docMk/>
            <pc:sldMk cId="3419643555" sldId="2146848075"/>
            <ac:grpSpMk id="293" creationId="{E0857B9B-CFD1-7235-1D50-CAA5899B1E71}"/>
          </ac:grpSpMkLst>
        </pc:grpChg>
        <pc:picChg chg="add del mod">
          <ac:chgData name="Dhawan, Shubham" userId="e457b5f3-1f3d-4d58-917e-9019c3073c41" providerId="ADAL" clId="{6189556E-3962-4168-85E4-740FCD1C2F93}" dt="2024-09-12T13:28:19.879" v="462"/>
          <ac:picMkLst>
            <pc:docMk/>
            <pc:sldMk cId="3419643555" sldId="2146848075"/>
            <ac:picMk id="137" creationId="{AF69F44C-DA00-DDF5-5FD0-F0F495C210C6}"/>
          </ac:picMkLst>
        </pc:picChg>
        <pc:picChg chg="add del mod">
          <ac:chgData name="Dhawan, Shubham" userId="e457b5f3-1f3d-4d58-917e-9019c3073c41" providerId="ADAL" clId="{6189556E-3962-4168-85E4-740FCD1C2F93}" dt="2024-09-12T13:28:19.879" v="462"/>
          <ac:picMkLst>
            <pc:docMk/>
            <pc:sldMk cId="3419643555" sldId="2146848075"/>
            <ac:picMk id="146" creationId="{A0581E77-0662-B812-B422-E8C5FAF13E8E}"/>
          </ac:picMkLst>
        </pc:picChg>
        <pc:picChg chg="add del mod">
          <ac:chgData name="Dhawan, Shubham" userId="e457b5f3-1f3d-4d58-917e-9019c3073c41" providerId="ADAL" clId="{6189556E-3962-4168-85E4-740FCD1C2F93}" dt="2024-09-12T13:28:19.879" v="462"/>
          <ac:picMkLst>
            <pc:docMk/>
            <pc:sldMk cId="3419643555" sldId="2146848075"/>
            <ac:picMk id="154" creationId="{FCAAAD67-8D35-CB02-EA3E-736496D24780}"/>
          </ac:picMkLst>
        </pc:picChg>
        <pc:picChg chg="add del mod">
          <ac:chgData name="Dhawan, Shubham" userId="e457b5f3-1f3d-4d58-917e-9019c3073c41" providerId="ADAL" clId="{6189556E-3962-4168-85E4-740FCD1C2F93}" dt="2024-09-12T13:28:19.879" v="462"/>
          <ac:picMkLst>
            <pc:docMk/>
            <pc:sldMk cId="3419643555" sldId="2146848075"/>
            <ac:picMk id="156" creationId="{96508584-C3C3-5C0F-FC4B-FD4E75E0EABA}"/>
          </ac:picMkLst>
        </pc:picChg>
        <pc:picChg chg="add del mod">
          <ac:chgData name="Dhawan, Shubham" userId="e457b5f3-1f3d-4d58-917e-9019c3073c41" providerId="ADAL" clId="{6189556E-3962-4168-85E4-740FCD1C2F93}" dt="2024-09-12T13:28:19.879" v="462"/>
          <ac:picMkLst>
            <pc:docMk/>
            <pc:sldMk cId="3419643555" sldId="2146848075"/>
            <ac:picMk id="157" creationId="{7891A93E-C975-1784-A148-410CE5F8CB7C}"/>
          </ac:picMkLst>
        </pc:picChg>
        <pc:picChg chg="add del mod">
          <ac:chgData name="Dhawan, Shubham" userId="e457b5f3-1f3d-4d58-917e-9019c3073c41" providerId="ADAL" clId="{6189556E-3962-4168-85E4-740FCD1C2F93}" dt="2024-09-12T13:28:19.879" v="462"/>
          <ac:picMkLst>
            <pc:docMk/>
            <pc:sldMk cId="3419643555" sldId="2146848075"/>
            <ac:picMk id="158" creationId="{9E0E2AD0-A9FB-1ED4-FC11-C1DC5438290B}"/>
          </ac:picMkLst>
        </pc:picChg>
        <pc:picChg chg="add del mod">
          <ac:chgData name="Dhawan, Shubham" userId="e457b5f3-1f3d-4d58-917e-9019c3073c41" providerId="ADAL" clId="{6189556E-3962-4168-85E4-740FCD1C2F93}" dt="2024-09-12T13:28:19.879" v="462"/>
          <ac:picMkLst>
            <pc:docMk/>
            <pc:sldMk cId="3419643555" sldId="2146848075"/>
            <ac:picMk id="159" creationId="{35A8E728-BD4C-8D69-629D-F680F97023FD}"/>
          </ac:picMkLst>
        </pc:picChg>
        <pc:picChg chg="add del mod">
          <ac:chgData name="Dhawan, Shubham" userId="e457b5f3-1f3d-4d58-917e-9019c3073c41" providerId="ADAL" clId="{6189556E-3962-4168-85E4-740FCD1C2F93}" dt="2024-09-12T13:28:19.879" v="462"/>
          <ac:picMkLst>
            <pc:docMk/>
            <pc:sldMk cId="3419643555" sldId="2146848075"/>
            <ac:picMk id="165" creationId="{09C0A9DE-2F4A-E986-A729-B67EF20717E8}"/>
          </ac:picMkLst>
        </pc:picChg>
        <pc:picChg chg="add del mod">
          <ac:chgData name="Dhawan, Shubham" userId="e457b5f3-1f3d-4d58-917e-9019c3073c41" providerId="ADAL" clId="{6189556E-3962-4168-85E4-740FCD1C2F93}" dt="2024-09-12T15:12:09.541" v="605" actId="478"/>
          <ac:picMkLst>
            <pc:docMk/>
            <pc:sldMk cId="3419643555" sldId="2146848075"/>
            <ac:picMk id="298" creationId="{CA0160CD-C4AF-99C9-862F-168D5768BC08}"/>
          </ac:picMkLst>
        </pc:picChg>
        <pc:picChg chg="add del mod">
          <ac:chgData name="Dhawan, Shubham" userId="e457b5f3-1f3d-4d58-917e-9019c3073c41" providerId="ADAL" clId="{6189556E-3962-4168-85E4-740FCD1C2F93}" dt="2024-09-12T15:12:14.069" v="607" actId="478"/>
          <ac:picMkLst>
            <pc:docMk/>
            <pc:sldMk cId="3419643555" sldId="2146848075"/>
            <ac:picMk id="307" creationId="{2519D258-C606-6B69-8B82-F79E5D206F1F}"/>
          </ac:picMkLst>
        </pc:picChg>
        <pc:picChg chg="add mod">
          <ac:chgData name="Dhawan, Shubham" userId="e457b5f3-1f3d-4d58-917e-9019c3073c41" providerId="ADAL" clId="{6189556E-3962-4168-85E4-740FCD1C2F93}" dt="2024-09-12T13:28:29.082" v="466" actId="1076"/>
          <ac:picMkLst>
            <pc:docMk/>
            <pc:sldMk cId="3419643555" sldId="2146848075"/>
            <ac:picMk id="315" creationId="{FD24812C-E243-7BD2-DB52-010C3E89445B}"/>
          </ac:picMkLst>
        </pc:picChg>
        <pc:picChg chg="add del mod">
          <ac:chgData name="Dhawan, Shubham" userId="e457b5f3-1f3d-4d58-917e-9019c3073c41" providerId="ADAL" clId="{6189556E-3962-4168-85E4-740FCD1C2F93}" dt="2024-09-12T15:44:36.147" v="1274" actId="478"/>
          <ac:picMkLst>
            <pc:docMk/>
            <pc:sldMk cId="3419643555" sldId="2146848075"/>
            <ac:picMk id="317" creationId="{70BCF0F7-D7F9-C4E9-E843-AD764C280444}"/>
          </ac:picMkLst>
        </pc:picChg>
        <pc:picChg chg="add mod">
          <ac:chgData name="Dhawan, Shubham" userId="e457b5f3-1f3d-4d58-917e-9019c3073c41" providerId="ADAL" clId="{6189556E-3962-4168-85E4-740FCD1C2F93}" dt="2024-09-12T13:28:29.082" v="466" actId="1076"/>
          <ac:picMkLst>
            <pc:docMk/>
            <pc:sldMk cId="3419643555" sldId="2146848075"/>
            <ac:picMk id="318" creationId="{6772063F-9ADC-CFE1-CBBD-3C753E103B70}"/>
          </ac:picMkLst>
        </pc:picChg>
        <pc:picChg chg="add del mod">
          <ac:chgData name="Dhawan, Shubham" userId="e457b5f3-1f3d-4d58-917e-9019c3073c41" providerId="ADAL" clId="{6189556E-3962-4168-85E4-740FCD1C2F93}" dt="2024-09-12T15:12:16.948" v="608" actId="478"/>
          <ac:picMkLst>
            <pc:docMk/>
            <pc:sldMk cId="3419643555" sldId="2146848075"/>
            <ac:picMk id="319" creationId="{30521C91-3B04-6B72-BE81-D4B2AD96B8EE}"/>
          </ac:picMkLst>
        </pc:picChg>
        <pc:picChg chg="add del mod">
          <ac:chgData name="Dhawan, Shubham" userId="e457b5f3-1f3d-4d58-917e-9019c3073c41" providerId="ADAL" clId="{6189556E-3962-4168-85E4-740FCD1C2F93}" dt="2024-09-12T15:12:11.700" v="606" actId="478"/>
          <ac:picMkLst>
            <pc:docMk/>
            <pc:sldMk cId="3419643555" sldId="2146848075"/>
            <ac:picMk id="320" creationId="{3C98FCBC-BCA1-915E-42E3-42236A5F22CA}"/>
          </ac:picMkLst>
        </pc:picChg>
        <pc:picChg chg="add del mod">
          <ac:chgData name="Dhawan, Shubham" userId="e457b5f3-1f3d-4d58-917e-9019c3073c41" providerId="ADAL" clId="{6189556E-3962-4168-85E4-740FCD1C2F93}" dt="2024-09-12T15:16:55.428" v="709" actId="478"/>
          <ac:picMkLst>
            <pc:docMk/>
            <pc:sldMk cId="3419643555" sldId="2146848075"/>
            <ac:picMk id="326" creationId="{DCCF5704-6398-CAFB-CD9B-3031F18FD8F4}"/>
          </ac:picMkLst>
        </pc:picChg>
        <pc:picChg chg="add del mod">
          <ac:chgData name="Dhawan, Shubham" userId="e457b5f3-1f3d-4d58-917e-9019c3073c41" providerId="ADAL" clId="{6189556E-3962-4168-85E4-740FCD1C2F93}" dt="2024-09-12T15:17:24.076" v="723" actId="478"/>
          <ac:picMkLst>
            <pc:docMk/>
            <pc:sldMk cId="3419643555" sldId="2146848075"/>
            <ac:picMk id="331" creationId="{01F36DD4-F19D-DE12-411B-EE23B6CAAFF1}"/>
          </ac:picMkLst>
        </pc:picChg>
        <pc:picChg chg="add del mod">
          <ac:chgData name="Dhawan, Shubham" userId="e457b5f3-1f3d-4d58-917e-9019c3073c41" providerId="ADAL" clId="{6189556E-3962-4168-85E4-740FCD1C2F93}" dt="2024-09-12T15:19:26.108" v="754" actId="478"/>
          <ac:picMkLst>
            <pc:docMk/>
            <pc:sldMk cId="3419643555" sldId="2146848075"/>
            <ac:picMk id="337" creationId="{0590103B-695C-CE97-BB29-4C1535D01100}"/>
          </ac:picMkLst>
        </pc:picChg>
        <pc:picChg chg="add del mod">
          <ac:chgData name="Dhawan, Shubham" userId="e457b5f3-1f3d-4d58-917e-9019c3073c41" providerId="ADAL" clId="{6189556E-3962-4168-85E4-740FCD1C2F93}" dt="2024-09-12T15:19:27.027" v="755" actId="478"/>
          <ac:picMkLst>
            <pc:docMk/>
            <pc:sldMk cId="3419643555" sldId="2146848075"/>
            <ac:picMk id="342" creationId="{4D92C01B-17CA-B2A6-B5E0-A86DD72223A1}"/>
          </ac:picMkLst>
        </pc:picChg>
        <pc:picChg chg="add del mod">
          <ac:chgData name="Dhawan, Shubham" userId="e457b5f3-1f3d-4d58-917e-9019c3073c41" providerId="ADAL" clId="{6189556E-3962-4168-85E4-740FCD1C2F93}" dt="2024-09-12T15:19:27.699" v="756" actId="478"/>
          <ac:picMkLst>
            <pc:docMk/>
            <pc:sldMk cId="3419643555" sldId="2146848075"/>
            <ac:picMk id="347" creationId="{F8309BBA-E4B4-C09E-835F-FC4F4676D946}"/>
          </ac:picMkLst>
        </pc:picChg>
        <pc:picChg chg="add mod">
          <ac:chgData name="Dhawan, Shubham" userId="e457b5f3-1f3d-4d58-917e-9019c3073c41" providerId="ADAL" clId="{6189556E-3962-4168-85E4-740FCD1C2F93}" dt="2024-09-12T16:08:10.809" v="1801" actId="1038"/>
          <ac:picMkLst>
            <pc:docMk/>
            <pc:sldMk cId="3419643555" sldId="2146848075"/>
            <ac:picMk id="350" creationId="{72C4B3A5-84D6-16EF-8DDF-4209E1C447D2}"/>
          </ac:picMkLst>
        </pc:picChg>
        <pc:picChg chg="add mod">
          <ac:chgData name="Dhawan, Shubham" userId="e457b5f3-1f3d-4d58-917e-9019c3073c41" providerId="ADAL" clId="{6189556E-3962-4168-85E4-740FCD1C2F93}" dt="2024-09-12T15:26:22.329" v="846" actId="1076"/>
          <ac:picMkLst>
            <pc:docMk/>
            <pc:sldMk cId="3419643555" sldId="2146848075"/>
            <ac:picMk id="352" creationId="{356402B9-71E5-6740-8CFF-543778EC64EF}"/>
          </ac:picMkLst>
        </pc:picChg>
        <pc:picChg chg="add mod">
          <ac:chgData name="Dhawan, Shubham" userId="e457b5f3-1f3d-4d58-917e-9019c3073c41" providerId="ADAL" clId="{6189556E-3962-4168-85E4-740FCD1C2F93}" dt="2024-09-12T15:17:05.152" v="714" actId="1076"/>
          <ac:picMkLst>
            <pc:docMk/>
            <pc:sldMk cId="3419643555" sldId="2146848075"/>
            <ac:picMk id="5122" creationId="{BE8629BD-C953-BDE2-40B0-BD2DFE32FE20}"/>
          </ac:picMkLst>
        </pc:picChg>
        <pc:picChg chg="add mod">
          <ac:chgData name="Dhawan, Shubham" userId="e457b5f3-1f3d-4d58-917e-9019c3073c41" providerId="ADAL" clId="{6189556E-3962-4168-85E4-740FCD1C2F93}" dt="2024-09-12T16:07:45.574" v="1796" actId="1076"/>
          <ac:picMkLst>
            <pc:docMk/>
            <pc:sldMk cId="3419643555" sldId="2146848075"/>
            <ac:picMk id="5124" creationId="{E25D8D3B-C91A-18FE-71D3-19DC56D71B09}"/>
          </ac:picMkLst>
        </pc:picChg>
        <pc:picChg chg="add mod">
          <ac:chgData name="Dhawan, Shubham" userId="e457b5f3-1f3d-4d58-917e-9019c3073c41" providerId="ADAL" clId="{6189556E-3962-4168-85E4-740FCD1C2F93}" dt="2024-09-12T15:20:05.807" v="766" actId="1076"/>
          <ac:picMkLst>
            <pc:docMk/>
            <pc:sldMk cId="3419643555" sldId="2146848075"/>
            <ac:picMk id="5126" creationId="{34BEBECC-A339-4873-9095-3D5610A72603}"/>
          </ac:picMkLst>
        </pc:picChg>
        <pc:picChg chg="add del mod">
          <ac:chgData name="Dhawan, Shubham" userId="e457b5f3-1f3d-4d58-917e-9019c3073c41" providerId="ADAL" clId="{6189556E-3962-4168-85E4-740FCD1C2F93}" dt="2024-09-12T15:26:03.508" v="841" actId="478"/>
          <ac:picMkLst>
            <pc:docMk/>
            <pc:sldMk cId="3419643555" sldId="2146848075"/>
            <ac:picMk id="5128" creationId="{65CDE088-E85E-F5D7-827A-68EFE71D1F69}"/>
          </ac:picMkLst>
        </pc:picChg>
        <pc:picChg chg="add mod">
          <ac:chgData name="Dhawan, Shubham" userId="e457b5f3-1f3d-4d58-917e-9019c3073c41" providerId="ADAL" clId="{6189556E-3962-4168-85E4-740FCD1C2F93}" dt="2024-09-12T16:08:06.650" v="1799" actId="1076"/>
          <ac:picMkLst>
            <pc:docMk/>
            <pc:sldMk cId="3419643555" sldId="2146848075"/>
            <ac:picMk id="5130" creationId="{2CCDA27F-86A0-81DC-415E-836C1161416A}"/>
          </ac:picMkLst>
        </pc:picChg>
        <pc:cxnChg chg="add del mod">
          <ac:chgData name="Dhawan, Shubham" userId="e457b5f3-1f3d-4d58-917e-9019c3073c41" providerId="ADAL" clId="{6189556E-3962-4168-85E4-740FCD1C2F93}" dt="2024-09-12T16:12:13.265" v="1841" actId="21"/>
          <ac:cxnSpMkLst>
            <pc:docMk/>
            <pc:sldMk cId="3419643555" sldId="2146848075"/>
            <ac:cxnSpMk id="353" creationId="{599AF1BC-B44E-FBA0-BD6D-8F5CDEE3F429}"/>
          </ac:cxnSpMkLst>
        </pc:cxnChg>
      </pc:sldChg>
      <pc:sldChg chg="addSp delSp modSp mod">
        <pc:chgData name="Dhawan, Shubham" userId="e457b5f3-1f3d-4d58-917e-9019c3073c41" providerId="ADAL" clId="{6189556E-3962-4168-85E4-740FCD1C2F93}" dt="2024-09-12T16:29:44.725" v="1973" actId="14100"/>
        <pc:sldMkLst>
          <pc:docMk/>
          <pc:sldMk cId="2910985429" sldId="2146848079"/>
        </pc:sldMkLst>
        <pc:spChg chg="add del mod">
          <ac:chgData name="Dhawan, Shubham" userId="e457b5f3-1f3d-4d58-917e-9019c3073c41" providerId="ADAL" clId="{6189556E-3962-4168-85E4-740FCD1C2F93}" dt="2024-09-12T15:07:20.568" v="548" actId="1076"/>
          <ac:spMkLst>
            <pc:docMk/>
            <pc:sldMk cId="2910985429" sldId="2146848079"/>
            <ac:spMk id="4" creationId="{80C350A6-6E4D-3D72-9380-95819E89E2E9}"/>
          </ac:spMkLst>
        </pc:spChg>
        <pc:spChg chg="mod">
          <ac:chgData name="Dhawan, Shubham" userId="e457b5f3-1f3d-4d58-917e-9019c3073c41" providerId="ADAL" clId="{6189556E-3962-4168-85E4-740FCD1C2F93}" dt="2024-09-12T16:28:14.682" v="1969" actId="20577"/>
          <ac:spMkLst>
            <pc:docMk/>
            <pc:sldMk cId="2910985429" sldId="2146848079"/>
            <ac:spMk id="15" creationId="{06A342F6-C3DA-6FC4-D8D6-E605675712CB}"/>
          </ac:spMkLst>
        </pc:spChg>
        <pc:spChg chg="mod">
          <ac:chgData name="Dhawan, Shubham" userId="e457b5f3-1f3d-4d58-917e-9019c3073c41" providerId="ADAL" clId="{6189556E-3962-4168-85E4-740FCD1C2F93}" dt="2024-09-12T16:04:14.041" v="1774"/>
          <ac:spMkLst>
            <pc:docMk/>
            <pc:sldMk cId="2910985429" sldId="2146848079"/>
            <ac:spMk id="25" creationId="{8B1F48B4-3207-37C6-84D4-B07D40B20DF1}"/>
          </ac:spMkLst>
        </pc:spChg>
        <pc:spChg chg="mod">
          <ac:chgData name="Dhawan, Shubham" userId="e457b5f3-1f3d-4d58-917e-9019c3073c41" providerId="ADAL" clId="{6189556E-3962-4168-85E4-740FCD1C2F93}" dt="2024-09-12T16:04:01.204" v="1767" actId="20577"/>
          <ac:spMkLst>
            <pc:docMk/>
            <pc:sldMk cId="2910985429" sldId="2146848079"/>
            <ac:spMk id="30" creationId="{6E8A285E-6225-F23D-A42E-5F417638477F}"/>
          </ac:spMkLst>
        </pc:spChg>
        <pc:spChg chg="mod">
          <ac:chgData name="Dhawan, Shubham" userId="e457b5f3-1f3d-4d58-917e-9019c3073c41" providerId="ADAL" clId="{6189556E-3962-4168-85E4-740FCD1C2F93}" dt="2024-09-12T16:03:42.243" v="1756" actId="20577"/>
          <ac:spMkLst>
            <pc:docMk/>
            <pc:sldMk cId="2910985429" sldId="2146848079"/>
            <ac:spMk id="35" creationId="{00C9AD0B-8E39-B68C-D67D-36D19F552245}"/>
          </ac:spMkLst>
        </pc:spChg>
        <pc:spChg chg="mod">
          <ac:chgData name="Dhawan, Shubham" userId="e457b5f3-1f3d-4d58-917e-9019c3073c41" providerId="ADAL" clId="{6189556E-3962-4168-85E4-740FCD1C2F93}" dt="2024-09-12T16:04:08.764" v="1773" actId="20577"/>
          <ac:spMkLst>
            <pc:docMk/>
            <pc:sldMk cId="2910985429" sldId="2146848079"/>
            <ac:spMk id="40" creationId="{D4D0C3C1-90FE-B14C-9F86-4E440AF35072}"/>
          </ac:spMkLst>
        </pc:spChg>
        <pc:spChg chg="mod">
          <ac:chgData name="Dhawan, Shubham" userId="e457b5f3-1f3d-4d58-917e-9019c3073c41" providerId="ADAL" clId="{6189556E-3962-4168-85E4-740FCD1C2F93}" dt="2024-09-12T12:01:40.484" v="202" actId="20577"/>
          <ac:spMkLst>
            <pc:docMk/>
            <pc:sldMk cId="2910985429" sldId="2146848079"/>
            <ac:spMk id="43" creationId="{5806D5FF-C748-7E4B-7974-D3C6052BF4E0}"/>
          </ac:spMkLst>
        </pc:spChg>
        <pc:spChg chg="mod">
          <ac:chgData name="Dhawan, Shubham" userId="e457b5f3-1f3d-4d58-917e-9019c3073c41" providerId="ADAL" clId="{6189556E-3962-4168-85E4-740FCD1C2F93}" dt="2024-09-12T12:01:21.668" v="186"/>
          <ac:spMkLst>
            <pc:docMk/>
            <pc:sldMk cId="2910985429" sldId="2146848079"/>
            <ac:spMk id="44" creationId="{6C2CC54C-EA87-5A89-E41D-017D17028D27}"/>
          </ac:spMkLst>
        </pc:spChg>
        <pc:spChg chg="mod">
          <ac:chgData name="Dhawan, Shubham" userId="e457b5f3-1f3d-4d58-917e-9019c3073c41" providerId="ADAL" clId="{6189556E-3962-4168-85E4-740FCD1C2F93}" dt="2024-09-12T12:01:21.668" v="186"/>
          <ac:spMkLst>
            <pc:docMk/>
            <pc:sldMk cId="2910985429" sldId="2146848079"/>
            <ac:spMk id="45" creationId="{46D09C7A-371A-60B8-D237-FE782EA5C86F}"/>
          </ac:spMkLst>
        </pc:spChg>
        <pc:spChg chg="mod">
          <ac:chgData name="Dhawan, Shubham" userId="e457b5f3-1f3d-4d58-917e-9019c3073c41" providerId="ADAL" clId="{6189556E-3962-4168-85E4-740FCD1C2F93}" dt="2024-09-12T15:07:08.268" v="540"/>
          <ac:spMkLst>
            <pc:docMk/>
            <pc:sldMk cId="2910985429" sldId="2146848079"/>
            <ac:spMk id="48" creationId="{D4D1D56D-A2E3-A630-7D91-912F25861CC3}"/>
          </ac:spMkLst>
        </pc:spChg>
        <pc:spChg chg="mod">
          <ac:chgData name="Dhawan, Shubham" userId="e457b5f3-1f3d-4d58-917e-9019c3073c41" providerId="ADAL" clId="{6189556E-3962-4168-85E4-740FCD1C2F93}" dt="2024-09-12T15:07:08.268" v="540"/>
          <ac:spMkLst>
            <pc:docMk/>
            <pc:sldMk cId="2910985429" sldId="2146848079"/>
            <ac:spMk id="49" creationId="{FA16B5AF-98BC-D360-0DAD-B60E6D876AC7}"/>
          </ac:spMkLst>
        </pc:spChg>
        <pc:spChg chg="mod">
          <ac:chgData name="Dhawan, Shubham" userId="e457b5f3-1f3d-4d58-917e-9019c3073c41" providerId="ADAL" clId="{6189556E-3962-4168-85E4-740FCD1C2F93}" dt="2024-09-12T15:07:08.268" v="540"/>
          <ac:spMkLst>
            <pc:docMk/>
            <pc:sldMk cId="2910985429" sldId="2146848079"/>
            <ac:spMk id="50" creationId="{7256C1FF-B437-A687-7A3C-AEC72DF59E56}"/>
          </ac:spMkLst>
        </pc:spChg>
        <pc:spChg chg="mod">
          <ac:chgData name="Dhawan, Shubham" userId="e457b5f3-1f3d-4d58-917e-9019c3073c41" providerId="ADAL" clId="{6189556E-3962-4168-85E4-740FCD1C2F93}" dt="2024-09-12T15:07:13.595" v="544"/>
          <ac:spMkLst>
            <pc:docMk/>
            <pc:sldMk cId="2910985429" sldId="2146848079"/>
            <ac:spMk id="53" creationId="{0E41BE85-5788-66BC-A128-FEC0F260944C}"/>
          </ac:spMkLst>
        </pc:spChg>
        <pc:spChg chg="mod">
          <ac:chgData name="Dhawan, Shubham" userId="e457b5f3-1f3d-4d58-917e-9019c3073c41" providerId="ADAL" clId="{6189556E-3962-4168-85E4-740FCD1C2F93}" dt="2024-09-12T15:07:13.595" v="544"/>
          <ac:spMkLst>
            <pc:docMk/>
            <pc:sldMk cId="2910985429" sldId="2146848079"/>
            <ac:spMk id="54" creationId="{5F7262D0-2815-392F-0EAF-6DEB2C17AA42}"/>
          </ac:spMkLst>
        </pc:spChg>
        <pc:spChg chg="mod">
          <ac:chgData name="Dhawan, Shubham" userId="e457b5f3-1f3d-4d58-917e-9019c3073c41" providerId="ADAL" clId="{6189556E-3962-4168-85E4-740FCD1C2F93}" dt="2024-09-12T15:07:13.595" v="544"/>
          <ac:spMkLst>
            <pc:docMk/>
            <pc:sldMk cId="2910985429" sldId="2146848079"/>
            <ac:spMk id="55" creationId="{8D7BF53E-63A9-024C-FC18-CF9AF59D98C0}"/>
          </ac:spMkLst>
        </pc:spChg>
        <pc:spChg chg="mod">
          <ac:chgData name="Dhawan, Shubham" userId="e457b5f3-1f3d-4d58-917e-9019c3073c41" providerId="ADAL" clId="{6189556E-3962-4168-85E4-740FCD1C2F93}" dt="2024-09-12T15:08:03.277" v="574" actId="20577"/>
          <ac:spMkLst>
            <pc:docMk/>
            <pc:sldMk cId="2910985429" sldId="2146848079"/>
            <ac:spMk id="58" creationId="{9ACD5D73-826F-1A2E-F657-F96C71F15068}"/>
          </ac:spMkLst>
        </pc:spChg>
        <pc:spChg chg="mod">
          <ac:chgData name="Dhawan, Shubham" userId="e457b5f3-1f3d-4d58-917e-9019c3073c41" providerId="ADAL" clId="{6189556E-3962-4168-85E4-740FCD1C2F93}" dt="2024-09-12T15:07:32.003" v="551"/>
          <ac:spMkLst>
            <pc:docMk/>
            <pc:sldMk cId="2910985429" sldId="2146848079"/>
            <ac:spMk id="59" creationId="{E8E8A42A-167D-0FA7-469C-D18B9FC852A7}"/>
          </ac:spMkLst>
        </pc:spChg>
        <pc:spChg chg="mod">
          <ac:chgData name="Dhawan, Shubham" userId="e457b5f3-1f3d-4d58-917e-9019c3073c41" providerId="ADAL" clId="{6189556E-3962-4168-85E4-740FCD1C2F93}" dt="2024-09-12T16:03:55.956" v="1764" actId="20577"/>
          <ac:spMkLst>
            <pc:docMk/>
            <pc:sldMk cId="2910985429" sldId="2146848079"/>
            <ac:spMk id="60" creationId="{FD415381-EB35-8C66-7504-113139C4CA11}"/>
          </ac:spMkLst>
        </pc:spChg>
        <pc:grpChg chg="mod">
          <ac:chgData name="Dhawan, Shubham" userId="e457b5f3-1f3d-4d58-917e-9019c3073c41" providerId="ADAL" clId="{6189556E-3962-4168-85E4-740FCD1C2F93}" dt="2024-09-12T12:01:16.479" v="185" actId="1038"/>
          <ac:grpSpMkLst>
            <pc:docMk/>
            <pc:sldMk cId="2910985429" sldId="2146848079"/>
            <ac:grpSpMk id="5" creationId="{E68B4689-354E-690F-3AB8-AFE19BAF0231}"/>
          </ac:grpSpMkLst>
        </pc:grpChg>
        <pc:grpChg chg="mod">
          <ac:chgData name="Dhawan, Shubham" userId="e457b5f3-1f3d-4d58-917e-9019c3073c41" providerId="ADAL" clId="{6189556E-3962-4168-85E4-740FCD1C2F93}" dt="2024-09-12T16:02:55.102" v="1739" actId="1076"/>
          <ac:grpSpMkLst>
            <pc:docMk/>
            <pc:sldMk cId="2910985429" sldId="2146848079"/>
            <ac:grpSpMk id="12" creationId="{20AFE085-AD8B-AB66-B5C0-5A2BD539EA04}"/>
          </ac:grpSpMkLst>
        </pc:grpChg>
        <pc:grpChg chg="mod">
          <ac:chgData name="Dhawan, Shubham" userId="e457b5f3-1f3d-4d58-917e-9019c3073c41" providerId="ADAL" clId="{6189556E-3962-4168-85E4-740FCD1C2F93}" dt="2024-09-12T12:01:16.479" v="185" actId="1038"/>
          <ac:grpSpMkLst>
            <pc:docMk/>
            <pc:sldMk cId="2910985429" sldId="2146848079"/>
            <ac:grpSpMk id="17" creationId="{7C9C7F15-6CC0-05A9-0FF8-63169C7A94F3}"/>
          </ac:grpSpMkLst>
        </pc:grpChg>
        <pc:grpChg chg="mod">
          <ac:chgData name="Dhawan, Shubham" userId="e457b5f3-1f3d-4d58-917e-9019c3073c41" providerId="ADAL" clId="{6189556E-3962-4168-85E4-740FCD1C2F93}" dt="2024-09-12T16:03:23.654" v="1742" actId="1076"/>
          <ac:grpSpMkLst>
            <pc:docMk/>
            <pc:sldMk cId="2910985429" sldId="2146848079"/>
            <ac:grpSpMk id="22" creationId="{F9F67B92-D0F0-762C-D5F3-36B47CB43D4E}"/>
          </ac:grpSpMkLst>
        </pc:grpChg>
        <pc:grpChg chg="mod">
          <ac:chgData name="Dhawan, Shubham" userId="e457b5f3-1f3d-4d58-917e-9019c3073c41" providerId="ADAL" clId="{6189556E-3962-4168-85E4-740FCD1C2F93}" dt="2024-09-12T16:03:31.091" v="1743" actId="1076"/>
          <ac:grpSpMkLst>
            <pc:docMk/>
            <pc:sldMk cId="2910985429" sldId="2146848079"/>
            <ac:grpSpMk id="27" creationId="{FAEC5A2B-FC5F-8EAD-D6B6-5E32CF531461}"/>
          </ac:grpSpMkLst>
        </pc:grpChg>
        <pc:grpChg chg="mod">
          <ac:chgData name="Dhawan, Shubham" userId="e457b5f3-1f3d-4d58-917e-9019c3073c41" providerId="ADAL" clId="{6189556E-3962-4168-85E4-740FCD1C2F93}" dt="2024-09-12T12:01:51.078" v="206" actId="1035"/>
          <ac:grpSpMkLst>
            <pc:docMk/>
            <pc:sldMk cId="2910985429" sldId="2146848079"/>
            <ac:grpSpMk id="32" creationId="{FDFB9F9E-5C18-BF5A-68D1-BB646B149F44}"/>
          </ac:grpSpMkLst>
        </pc:grpChg>
        <pc:grpChg chg="mod">
          <ac:chgData name="Dhawan, Shubham" userId="e457b5f3-1f3d-4d58-917e-9019c3073c41" providerId="ADAL" clId="{6189556E-3962-4168-85E4-740FCD1C2F93}" dt="2024-09-12T16:03:16.707" v="1741" actId="1076"/>
          <ac:grpSpMkLst>
            <pc:docMk/>
            <pc:sldMk cId="2910985429" sldId="2146848079"/>
            <ac:grpSpMk id="37" creationId="{BFF4F582-1E6C-4140-E2F3-D15BF79B3DE6}"/>
          </ac:grpSpMkLst>
        </pc:grpChg>
        <pc:grpChg chg="add mod">
          <ac:chgData name="Dhawan, Shubham" userId="e457b5f3-1f3d-4d58-917e-9019c3073c41" providerId="ADAL" clId="{6189556E-3962-4168-85E4-740FCD1C2F93}" dt="2024-09-12T12:01:34.199" v="187" actId="1076"/>
          <ac:grpSpMkLst>
            <pc:docMk/>
            <pc:sldMk cId="2910985429" sldId="2146848079"/>
            <ac:grpSpMk id="42" creationId="{F362B97A-E26A-1AA3-6B8A-505D21A16F5D}"/>
          </ac:grpSpMkLst>
        </pc:grpChg>
        <pc:grpChg chg="add del mod">
          <ac:chgData name="Dhawan, Shubham" userId="e457b5f3-1f3d-4d58-917e-9019c3073c41" providerId="ADAL" clId="{6189556E-3962-4168-85E4-740FCD1C2F93}" dt="2024-09-12T15:07:12.224" v="543"/>
          <ac:grpSpMkLst>
            <pc:docMk/>
            <pc:sldMk cId="2910985429" sldId="2146848079"/>
            <ac:grpSpMk id="47" creationId="{6514EF15-BBFA-D8AF-8AA8-B523618968EC}"/>
          </ac:grpSpMkLst>
        </pc:grpChg>
        <pc:grpChg chg="add del mod">
          <ac:chgData name="Dhawan, Shubham" userId="e457b5f3-1f3d-4d58-917e-9019c3073c41" providerId="ADAL" clId="{6189556E-3962-4168-85E4-740FCD1C2F93}" dt="2024-09-12T15:07:22.040" v="549"/>
          <ac:grpSpMkLst>
            <pc:docMk/>
            <pc:sldMk cId="2910985429" sldId="2146848079"/>
            <ac:grpSpMk id="52" creationId="{CE62EE14-8327-A0D2-26E5-960DCE3783D3}"/>
          </ac:grpSpMkLst>
        </pc:grpChg>
        <pc:grpChg chg="add mod">
          <ac:chgData name="Dhawan, Shubham" userId="e457b5f3-1f3d-4d58-917e-9019c3073c41" providerId="ADAL" clId="{6189556E-3962-4168-85E4-740FCD1C2F93}" dt="2024-09-12T16:03:11.237" v="1740" actId="1076"/>
          <ac:grpSpMkLst>
            <pc:docMk/>
            <pc:sldMk cId="2910985429" sldId="2146848079"/>
            <ac:grpSpMk id="57" creationId="{36D2386B-958F-8562-4968-429ADB21664C}"/>
          </ac:grpSpMkLst>
        </pc:grpChg>
        <pc:picChg chg="mod">
          <ac:chgData name="Dhawan, Shubham" userId="e457b5f3-1f3d-4d58-917e-9019c3073c41" providerId="ADAL" clId="{6189556E-3962-4168-85E4-740FCD1C2F93}" dt="2024-09-12T12:01:16.479" v="185" actId="1038"/>
          <ac:picMkLst>
            <pc:docMk/>
            <pc:sldMk cId="2910985429" sldId="2146848079"/>
            <ac:picMk id="9" creationId="{B01818AD-DEDD-8B9F-780D-0CCC55B94549}"/>
          </ac:picMkLst>
        </pc:picChg>
        <pc:picChg chg="mod modCrop">
          <ac:chgData name="Dhawan, Shubham" userId="e457b5f3-1f3d-4d58-917e-9019c3073c41" providerId="ADAL" clId="{6189556E-3962-4168-85E4-740FCD1C2F93}" dt="2024-09-12T16:02:55.102" v="1739" actId="1076"/>
          <ac:picMkLst>
            <pc:docMk/>
            <pc:sldMk cId="2910985429" sldId="2146848079"/>
            <ac:picMk id="16" creationId="{C8C1A3A1-7D4C-3595-72D5-B75C3A37E0D1}"/>
          </ac:picMkLst>
        </pc:picChg>
        <pc:picChg chg="mod">
          <ac:chgData name="Dhawan, Shubham" userId="e457b5f3-1f3d-4d58-917e-9019c3073c41" providerId="ADAL" clId="{6189556E-3962-4168-85E4-740FCD1C2F93}" dt="2024-09-12T13:34:59.057" v="479" actId="1076"/>
          <ac:picMkLst>
            <pc:docMk/>
            <pc:sldMk cId="2910985429" sldId="2146848079"/>
            <ac:picMk id="21" creationId="{EA0B8257-0199-584A-7900-1345EEC5A717}"/>
          </ac:picMkLst>
        </pc:picChg>
        <pc:picChg chg="mod">
          <ac:chgData name="Dhawan, Shubham" userId="e457b5f3-1f3d-4d58-917e-9019c3073c41" providerId="ADAL" clId="{6189556E-3962-4168-85E4-740FCD1C2F93}" dt="2024-09-12T16:29:44.725" v="1973" actId="14100"/>
          <ac:picMkLst>
            <pc:docMk/>
            <pc:sldMk cId="2910985429" sldId="2146848079"/>
            <ac:picMk id="26" creationId="{CCEA11FF-90C4-70A0-C509-2DAD33D1A736}"/>
          </ac:picMkLst>
        </pc:picChg>
        <pc:picChg chg="mod">
          <ac:chgData name="Dhawan, Shubham" userId="e457b5f3-1f3d-4d58-917e-9019c3073c41" providerId="ADAL" clId="{6189556E-3962-4168-85E4-740FCD1C2F93}" dt="2024-09-12T16:03:31.091" v="1743" actId="1076"/>
          <ac:picMkLst>
            <pc:docMk/>
            <pc:sldMk cId="2910985429" sldId="2146848079"/>
            <ac:picMk id="31" creationId="{6685B8D8-C514-484D-6D3B-DE0AF4F995B3}"/>
          </ac:picMkLst>
        </pc:picChg>
        <pc:picChg chg="mod">
          <ac:chgData name="Dhawan, Shubham" userId="e457b5f3-1f3d-4d58-917e-9019c3073c41" providerId="ADAL" clId="{6189556E-3962-4168-85E4-740FCD1C2F93}" dt="2024-09-12T13:35:16.733" v="482" actId="14100"/>
          <ac:picMkLst>
            <pc:docMk/>
            <pc:sldMk cId="2910985429" sldId="2146848079"/>
            <ac:picMk id="36" creationId="{DD776D15-B3DF-ACE2-EF18-D5529F0CFD2F}"/>
          </ac:picMkLst>
        </pc:picChg>
        <pc:picChg chg="mod">
          <ac:chgData name="Dhawan, Shubham" userId="e457b5f3-1f3d-4d58-917e-9019c3073c41" providerId="ADAL" clId="{6189556E-3962-4168-85E4-740FCD1C2F93}" dt="2024-09-12T16:03:16.707" v="1741" actId="1076"/>
          <ac:picMkLst>
            <pc:docMk/>
            <pc:sldMk cId="2910985429" sldId="2146848079"/>
            <ac:picMk id="41" creationId="{C69BDD84-78A9-864D-DAB8-A38B24CFA44A}"/>
          </ac:picMkLst>
        </pc:picChg>
        <pc:picChg chg="add mod">
          <ac:chgData name="Dhawan, Shubham" userId="e457b5f3-1f3d-4d58-917e-9019c3073c41" providerId="ADAL" clId="{6189556E-3962-4168-85E4-740FCD1C2F93}" dt="2024-09-12T13:34:48.120" v="477" actId="14100"/>
          <ac:picMkLst>
            <pc:docMk/>
            <pc:sldMk cId="2910985429" sldId="2146848079"/>
            <ac:picMk id="46" creationId="{E4592239-D0D9-BE92-83AE-F0218E896FA1}"/>
          </ac:picMkLst>
        </pc:picChg>
        <pc:picChg chg="add del mod">
          <ac:chgData name="Dhawan, Shubham" userId="e457b5f3-1f3d-4d58-917e-9019c3073c41" providerId="ADAL" clId="{6189556E-3962-4168-85E4-740FCD1C2F93}" dt="2024-09-12T15:07:12.224" v="543"/>
          <ac:picMkLst>
            <pc:docMk/>
            <pc:sldMk cId="2910985429" sldId="2146848079"/>
            <ac:picMk id="51" creationId="{789248F6-2D9B-512D-EFBF-E777A3FE600D}"/>
          </ac:picMkLst>
        </pc:picChg>
        <pc:picChg chg="add del mod">
          <ac:chgData name="Dhawan, Shubham" userId="e457b5f3-1f3d-4d58-917e-9019c3073c41" providerId="ADAL" clId="{6189556E-3962-4168-85E4-740FCD1C2F93}" dt="2024-09-12T15:07:22.040" v="549"/>
          <ac:picMkLst>
            <pc:docMk/>
            <pc:sldMk cId="2910985429" sldId="2146848079"/>
            <ac:picMk id="56" creationId="{89CD675D-CD7E-E0C4-ADE5-DDFD49DE8C02}"/>
          </ac:picMkLst>
        </pc:picChg>
        <pc:picChg chg="add mod">
          <ac:chgData name="Dhawan, Shubham" userId="e457b5f3-1f3d-4d58-917e-9019c3073c41" providerId="ADAL" clId="{6189556E-3962-4168-85E4-740FCD1C2F93}" dt="2024-09-12T16:03:11.237" v="1740" actId="1076"/>
          <ac:picMkLst>
            <pc:docMk/>
            <pc:sldMk cId="2910985429" sldId="2146848079"/>
            <ac:picMk id="61" creationId="{A9EB3B1E-ED91-0578-1931-E305F8BF047C}"/>
          </ac:picMkLst>
        </pc:picChg>
        <pc:picChg chg="add del mod">
          <ac:chgData name="Dhawan, Shubham" userId="e457b5f3-1f3d-4d58-917e-9019c3073c41" providerId="ADAL" clId="{6189556E-3962-4168-85E4-740FCD1C2F93}" dt="2024-09-12T15:07:51.068" v="554" actId="478"/>
          <ac:picMkLst>
            <pc:docMk/>
            <pc:sldMk cId="2910985429" sldId="2146848079"/>
            <ac:picMk id="1026" creationId="{67C43030-401F-B4C4-A8F8-4235D8D12523}"/>
          </ac:picMkLst>
        </pc:picChg>
      </pc:sldChg>
      <pc:sldChg chg="modSp mod">
        <pc:chgData name="Dhawan, Shubham" userId="e457b5f3-1f3d-4d58-917e-9019c3073c41" providerId="ADAL" clId="{6189556E-3962-4168-85E4-740FCD1C2F93}" dt="2024-09-12T16:24:43.637" v="1965" actId="2062"/>
        <pc:sldMkLst>
          <pc:docMk/>
          <pc:sldMk cId="2712165014" sldId="2146848080"/>
        </pc:sldMkLst>
        <pc:graphicFrameChg chg="modGraphic">
          <ac:chgData name="Dhawan, Shubham" userId="e457b5f3-1f3d-4d58-917e-9019c3073c41" providerId="ADAL" clId="{6189556E-3962-4168-85E4-740FCD1C2F93}" dt="2024-09-12T16:24:43.637" v="1965" actId="2062"/>
          <ac:graphicFrameMkLst>
            <pc:docMk/>
            <pc:sldMk cId="2712165014" sldId="2146848080"/>
            <ac:graphicFrameMk id="42" creationId="{23505455-799A-4BAE-CA79-699A1DC150B5}"/>
          </ac:graphicFrameMkLst>
        </pc:graphicFrameChg>
        <pc:picChg chg="mod">
          <ac:chgData name="Dhawan, Shubham" userId="e457b5f3-1f3d-4d58-917e-9019c3073c41" providerId="ADAL" clId="{6189556E-3962-4168-85E4-740FCD1C2F93}" dt="2024-09-12T16:01:41.147" v="1737" actId="14100"/>
          <ac:picMkLst>
            <pc:docMk/>
            <pc:sldMk cId="2712165014" sldId="2146848080"/>
            <ac:picMk id="4" creationId="{0AB5A828-39A8-EEB5-9D3C-17CB1855A9C1}"/>
          </ac:picMkLst>
        </pc:picChg>
      </pc:sldChg>
      <pc:sldChg chg="addSp delSp modSp mod">
        <pc:chgData name="Dhawan, Shubham" userId="e457b5f3-1f3d-4d58-917e-9019c3073c41" providerId="ADAL" clId="{6189556E-3962-4168-85E4-740FCD1C2F93}" dt="2024-09-12T16:19:57.772" v="1904" actId="207"/>
        <pc:sldMkLst>
          <pc:docMk/>
          <pc:sldMk cId="3686302970" sldId="2146848081"/>
        </pc:sldMkLst>
        <pc:spChg chg="add mod">
          <ac:chgData name="Dhawan, Shubham" userId="e457b5f3-1f3d-4d58-917e-9019c3073c41" providerId="ADAL" clId="{6189556E-3962-4168-85E4-740FCD1C2F93}" dt="2024-09-12T16:19:57.772" v="1904" actId="207"/>
          <ac:spMkLst>
            <pc:docMk/>
            <pc:sldMk cId="3686302970" sldId="2146848081"/>
            <ac:spMk id="3" creationId="{8C27B762-F003-B99E-E2A9-067CB34F784C}"/>
          </ac:spMkLst>
        </pc:spChg>
        <pc:spChg chg="add mod">
          <ac:chgData name="Dhawan, Shubham" userId="e457b5f3-1f3d-4d58-917e-9019c3073c41" providerId="ADAL" clId="{6189556E-3962-4168-85E4-740FCD1C2F93}" dt="2024-09-12T16:12:35.649" v="1857" actId="1035"/>
          <ac:spMkLst>
            <pc:docMk/>
            <pc:sldMk cId="3686302970" sldId="2146848081"/>
            <ac:spMk id="4" creationId="{F32F20E1-4159-1125-C1DF-1A7449566D8E}"/>
          </ac:spMkLst>
        </pc:spChg>
        <pc:spChg chg="add mod">
          <ac:chgData name="Dhawan, Shubham" userId="e457b5f3-1f3d-4d58-917e-9019c3073c41" providerId="ADAL" clId="{6189556E-3962-4168-85E4-740FCD1C2F93}" dt="2024-09-12T16:12:35.649" v="1857" actId="1035"/>
          <ac:spMkLst>
            <pc:docMk/>
            <pc:sldMk cId="3686302970" sldId="2146848081"/>
            <ac:spMk id="5" creationId="{5F9C2C18-C4FE-9CA7-1B5E-8B1A11DFEB34}"/>
          </ac:spMkLst>
        </pc:spChg>
        <pc:spChg chg="add mod">
          <ac:chgData name="Dhawan, Shubham" userId="e457b5f3-1f3d-4d58-917e-9019c3073c41" providerId="ADAL" clId="{6189556E-3962-4168-85E4-740FCD1C2F93}" dt="2024-09-12T16:12:35.649" v="1857" actId="1035"/>
          <ac:spMkLst>
            <pc:docMk/>
            <pc:sldMk cId="3686302970" sldId="2146848081"/>
            <ac:spMk id="6" creationId="{6A6F636E-83AD-BE14-4890-DFFACCE9B4D1}"/>
          </ac:spMkLst>
        </pc:spChg>
        <pc:spChg chg="add mod">
          <ac:chgData name="Dhawan, Shubham" userId="e457b5f3-1f3d-4d58-917e-9019c3073c41" providerId="ADAL" clId="{6189556E-3962-4168-85E4-740FCD1C2F93}" dt="2024-09-12T16:12:35.649" v="1857" actId="1035"/>
          <ac:spMkLst>
            <pc:docMk/>
            <pc:sldMk cId="3686302970" sldId="2146848081"/>
            <ac:spMk id="7" creationId="{27733565-B471-6120-F996-4FC0232FA862}"/>
          </ac:spMkLst>
        </pc:spChg>
        <pc:spChg chg="add mod">
          <ac:chgData name="Dhawan, Shubham" userId="e457b5f3-1f3d-4d58-917e-9019c3073c41" providerId="ADAL" clId="{6189556E-3962-4168-85E4-740FCD1C2F93}" dt="2024-09-12T16:12:35.649" v="1857" actId="1035"/>
          <ac:spMkLst>
            <pc:docMk/>
            <pc:sldMk cId="3686302970" sldId="2146848081"/>
            <ac:spMk id="8" creationId="{648755C3-4BBE-DB51-928C-A081F37E3D3D}"/>
          </ac:spMkLst>
        </pc:spChg>
        <pc:spChg chg="add mod">
          <ac:chgData name="Dhawan, Shubham" userId="e457b5f3-1f3d-4d58-917e-9019c3073c41" providerId="ADAL" clId="{6189556E-3962-4168-85E4-740FCD1C2F93}" dt="2024-09-12T16:12:35.649" v="1857" actId="1035"/>
          <ac:spMkLst>
            <pc:docMk/>
            <pc:sldMk cId="3686302970" sldId="2146848081"/>
            <ac:spMk id="9" creationId="{D6553E91-10DB-4E52-4B34-A1F5B803329B}"/>
          </ac:spMkLst>
        </pc:spChg>
        <pc:spChg chg="add mod">
          <ac:chgData name="Dhawan, Shubham" userId="e457b5f3-1f3d-4d58-917e-9019c3073c41" providerId="ADAL" clId="{6189556E-3962-4168-85E4-740FCD1C2F93}" dt="2024-09-12T16:12:35.649" v="1857" actId="1035"/>
          <ac:spMkLst>
            <pc:docMk/>
            <pc:sldMk cId="3686302970" sldId="2146848081"/>
            <ac:spMk id="12" creationId="{3987885A-C9B9-600F-7A13-4D322BA5DEE7}"/>
          </ac:spMkLst>
        </pc:spChg>
        <pc:spChg chg="add mod">
          <ac:chgData name="Dhawan, Shubham" userId="e457b5f3-1f3d-4d58-917e-9019c3073c41" providerId="ADAL" clId="{6189556E-3962-4168-85E4-740FCD1C2F93}" dt="2024-09-12T16:12:35.649" v="1857" actId="1035"/>
          <ac:spMkLst>
            <pc:docMk/>
            <pc:sldMk cId="3686302970" sldId="2146848081"/>
            <ac:spMk id="13" creationId="{6889021F-DB8A-84C9-BFA2-C4AF73F85359}"/>
          </ac:spMkLst>
        </pc:spChg>
        <pc:spChg chg="add mod">
          <ac:chgData name="Dhawan, Shubham" userId="e457b5f3-1f3d-4d58-917e-9019c3073c41" providerId="ADAL" clId="{6189556E-3962-4168-85E4-740FCD1C2F93}" dt="2024-09-12T16:12:35.649" v="1857" actId="1035"/>
          <ac:spMkLst>
            <pc:docMk/>
            <pc:sldMk cId="3686302970" sldId="2146848081"/>
            <ac:spMk id="14" creationId="{3CA59AB3-881D-BB1D-ACEB-9E558AAABDDE}"/>
          </ac:spMkLst>
        </pc:spChg>
        <pc:spChg chg="add mod">
          <ac:chgData name="Dhawan, Shubham" userId="e457b5f3-1f3d-4d58-917e-9019c3073c41" providerId="ADAL" clId="{6189556E-3962-4168-85E4-740FCD1C2F93}" dt="2024-09-12T16:12:35.649" v="1857" actId="1035"/>
          <ac:spMkLst>
            <pc:docMk/>
            <pc:sldMk cId="3686302970" sldId="2146848081"/>
            <ac:spMk id="15" creationId="{A8681144-2CA7-88CE-2ABF-433301E9756D}"/>
          </ac:spMkLst>
        </pc:spChg>
        <pc:spChg chg="add mod">
          <ac:chgData name="Dhawan, Shubham" userId="e457b5f3-1f3d-4d58-917e-9019c3073c41" providerId="ADAL" clId="{6189556E-3962-4168-85E4-740FCD1C2F93}" dt="2024-09-12T16:12:35.649" v="1857" actId="1035"/>
          <ac:spMkLst>
            <pc:docMk/>
            <pc:sldMk cId="3686302970" sldId="2146848081"/>
            <ac:spMk id="16" creationId="{022FD9B4-CFAD-47A4-1F8A-A75F2890A0C9}"/>
          </ac:spMkLst>
        </pc:spChg>
        <pc:spChg chg="add mod">
          <ac:chgData name="Dhawan, Shubham" userId="e457b5f3-1f3d-4d58-917e-9019c3073c41" providerId="ADAL" clId="{6189556E-3962-4168-85E4-740FCD1C2F93}" dt="2024-09-12T16:12:35.649" v="1857" actId="1035"/>
          <ac:spMkLst>
            <pc:docMk/>
            <pc:sldMk cId="3686302970" sldId="2146848081"/>
            <ac:spMk id="17" creationId="{BF77E028-BC77-7B3E-2D14-C96A9A6A0ED4}"/>
          </ac:spMkLst>
        </pc:spChg>
        <pc:spChg chg="add mod">
          <ac:chgData name="Dhawan, Shubham" userId="e457b5f3-1f3d-4d58-917e-9019c3073c41" providerId="ADAL" clId="{6189556E-3962-4168-85E4-740FCD1C2F93}" dt="2024-09-12T16:12:35.649" v="1857" actId="1035"/>
          <ac:spMkLst>
            <pc:docMk/>
            <pc:sldMk cId="3686302970" sldId="2146848081"/>
            <ac:spMk id="18" creationId="{34805A82-84BE-9398-2EBA-1664A5FE9D14}"/>
          </ac:spMkLst>
        </pc:spChg>
        <pc:spChg chg="add mod">
          <ac:chgData name="Dhawan, Shubham" userId="e457b5f3-1f3d-4d58-917e-9019c3073c41" providerId="ADAL" clId="{6189556E-3962-4168-85E4-740FCD1C2F93}" dt="2024-09-12T16:12:35.649" v="1857" actId="1035"/>
          <ac:spMkLst>
            <pc:docMk/>
            <pc:sldMk cId="3686302970" sldId="2146848081"/>
            <ac:spMk id="19" creationId="{A7128CC2-0F11-1086-8B05-BAFC698449ED}"/>
          </ac:spMkLst>
        </pc:spChg>
        <pc:spChg chg="add mod">
          <ac:chgData name="Dhawan, Shubham" userId="e457b5f3-1f3d-4d58-917e-9019c3073c41" providerId="ADAL" clId="{6189556E-3962-4168-85E4-740FCD1C2F93}" dt="2024-09-12T16:12:35.649" v="1857" actId="1035"/>
          <ac:spMkLst>
            <pc:docMk/>
            <pc:sldMk cId="3686302970" sldId="2146848081"/>
            <ac:spMk id="20" creationId="{E63E299B-21B9-A235-1D6D-51DBFF99A37A}"/>
          </ac:spMkLst>
        </pc:spChg>
        <pc:spChg chg="add mod">
          <ac:chgData name="Dhawan, Shubham" userId="e457b5f3-1f3d-4d58-917e-9019c3073c41" providerId="ADAL" clId="{6189556E-3962-4168-85E4-740FCD1C2F93}" dt="2024-09-12T16:12:35.649" v="1857" actId="1035"/>
          <ac:spMkLst>
            <pc:docMk/>
            <pc:sldMk cId="3686302970" sldId="2146848081"/>
            <ac:spMk id="21" creationId="{AA925423-9B59-4D6B-8FD6-89011FDAD78A}"/>
          </ac:spMkLst>
        </pc:spChg>
        <pc:spChg chg="add mod">
          <ac:chgData name="Dhawan, Shubham" userId="e457b5f3-1f3d-4d58-917e-9019c3073c41" providerId="ADAL" clId="{6189556E-3962-4168-85E4-740FCD1C2F93}" dt="2024-09-12T16:12:35.649" v="1857" actId="1035"/>
          <ac:spMkLst>
            <pc:docMk/>
            <pc:sldMk cId="3686302970" sldId="2146848081"/>
            <ac:spMk id="22" creationId="{ADD71EEC-9127-58C1-62DE-C0D86570DCE0}"/>
          </ac:spMkLst>
        </pc:spChg>
        <pc:spChg chg="add mod">
          <ac:chgData name="Dhawan, Shubham" userId="e457b5f3-1f3d-4d58-917e-9019c3073c41" providerId="ADAL" clId="{6189556E-3962-4168-85E4-740FCD1C2F93}" dt="2024-09-12T16:12:35.649" v="1857" actId="1035"/>
          <ac:spMkLst>
            <pc:docMk/>
            <pc:sldMk cId="3686302970" sldId="2146848081"/>
            <ac:spMk id="23" creationId="{9235A257-9DDA-30AE-3DFF-09C968335863}"/>
          </ac:spMkLst>
        </pc:spChg>
        <pc:spChg chg="add mod">
          <ac:chgData name="Dhawan, Shubham" userId="e457b5f3-1f3d-4d58-917e-9019c3073c41" providerId="ADAL" clId="{6189556E-3962-4168-85E4-740FCD1C2F93}" dt="2024-09-12T16:12:35.649" v="1857" actId="1035"/>
          <ac:spMkLst>
            <pc:docMk/>
            <pc:sldMk cId="3686302970" sldId="2146848081"/>
            <ac:spMk id="24" creationId="{990C958E-5F3F-F8CA-DE09-FC9C4251EED1}"/>
          </ac:spMkLst>
        </pc:spChg>
        <pc:spChg chg="add mod">
          <ac:chgData name="Dhawan, Shubham" userId="e457b5f3-1f3d-4d58-917e-9019c3073c41" providerId="ADAL" clId="{6189556E-3962-4168-85E4-740FCD1C2F93}" dt="2024-09-12T16:12:35.649" v="1857" actId="1035"/>
          <ac:spMkLst>
            <pc:docMk/>
            <pc:sldMk cId="3686302970" sldId="2146848081"/>
            <ac:spMk id="25" creationId="{27B6EDF6-E30F-94F2-9BC3-AAE6BD3647DF}"/>
          </ac:spMkLst>
        </pc:spChg>
        <pc:spChg chg="add mod">
          <ac:chgData name="Dhawan, Shubham" userId="e457b5f3-1f3d-4d58-917e-9019c3073c41" providerId="ADAL" clId="{6189556E-3962-4168-85E4-740FCD1C2F93}" dt="2024-09-12T16:12:35.649" v="1857" actId="1035"/>
          <ac:spMkLst>
            <pc:docMk/>
            <pc:sldMk cId="3686302970" sldId="2146848081"/>
            <ac:spMk id="26" creationId="{18BEFFC7-4D05-715B-7310-E2ECE31836E9}"/>
          </ac:spMkLst>
        </pc:spChg>
        <pc:spChg chg="add mod">
          <ac:chgData name="Dhawan, Shubham" userId="e457b5f3-1f3d-4d58-917e-9019c3073c41" providerId="ADAL" clId="{6189556E-3962-4168-85E4-740FCD1C2F93}" dt="2024-09-12T16:12:35.649" v="1857" actId="1035"/>
          <ac:spMkLst>
            <pc:docMk/>
            <pc:sldMk cId="3686302970" sldId="2146848081"/>
            <ac:spMk id="27" creationId="{615EB3D8-D8FF-8A2A-F27B-07D8457A1D03}"/>
          </ac:spMkLst>
        </pc:spChg>
        <pc:spChg chg="add mod">
          <ac:chgData name="Dhawan, Shubham" userId="e457b5f3-1f3d-4d58-917e-9019c3073c41" providerId="ADAL" clId="{6189556E-3962-4168-85E4-740FCD1C2F93}" dt="2024-09-12T16:12:35.649" v="1857" actId="1035"/>
          <ac:spMkLst>
            <pc:docMk/>
            <pc:sldMk cId="3686302970" sldId="2146848081"/>
            <ac:spMk id="28" creationId="{43FF961B-6B17-E0BB-FB40-B2A5D94E82B6}"/>
          </ac:spMkLst>
        </pc:spChg>
        <pc:spChg chg="add mod">
          <ac:chgData name="Dhawan, Shubham" userId="e457b5f3-1f3d-4d58-917e-9019c3073c41" providerId="ADAL" clId="{6189556E-3962-4168-85E4-740FCD1C2F93}" dt="2024-09-12T16:12:35.649" v="1857" actId="1035"/>
          <ac:spMkLst>
            <pc:docMk/>
            <pc:sldMk cId="3686302970" sldId="2146848081"/>
            <ac:spMk id="29" creationId="{277F04FA-80CA-BD08-4F0F-70E78188ABE3}"/>
          </ac:spMkLst>
        </pc:spChg>
        <pc:spChg chg="add mod">
          <ac:chgData name="Dhawan, Shubham" userId="e457b5f3-1f3d-4d58-917e-9019c3073c41" providerId="ADAL" clId="{6189556E-3962-4168-85E4-740FCD1C2F93}" dt="2024-09-12T16:12:35.649" v="1857" actId="1035"/>
          <ac:spMkLst>
            <pc:docMk/>
            <pc:sldMk cId="3686302970" sldId="2146848081"/>
            <ac:spMk id="30" creationId="{A2869F86-1913-DA52-9C45-CA123B51D19B}"/>
          </ac:spMkLst>
        </pc:spChg>
        <pc:spChg chg="add mod">
          <ac:chgData name="Dhawan, Shubham" userId="e457b5f3-1f3d-4d58-917e-9019c3073c41" providerId="ADAL" clId="{6189556E-3962-4168-85E4-740FCD1C2F93}" dt="2024-09-12T16:12:35.649" v="1857" actId="1035"/>
          <ac:spMkLst>
            <pc:docMk/>
            <pc:sldMk cId="3686302970" sldId="2146848081"/>
            <ac:spMk id="31" creationId="{A23B5B44-6695-D9FB-AC53-A4E5B020B726}"/>
          </ac:spMkLst>
        </pc:spChg>
        <pc:spChg chg="add mod">
          <ac:chgData name="Dhawan, Shubham" userId="e457b5f3-1f3d-4d58-917e-9019c3073c41" providerId="ADAL" clId="{6189556E-3962-4168-85E4-740FCD1C2F93}" dt="2024-09-12T16:12:35.649" v="1857" actId="1035"/>
          <ac:spMkLst>
            <pc:docMk/>
            <pc:sldMk cId="3686302970" sldId="2146848081"/>
            <ac:spMk id="32" creationId="{74E50F1F-1CC5-AFDD-0350-BCC4669E9CDF}"/>
          </ac:spMkLst>
        </pc:spChg>
        <pc:spChg chg="add mod">
          <ac:chgData name="Dhawan, Shubham" userId="e457b5f3-1f3d-4d58-917e-9019c3073c41" providerId="ADAL" clId="{6189556E-3962-4168-85E4-740FCD1C2F93}" dt="2024-09-12T16:12:35.649" v="1857" actId="1035"/>
          <ac:spMkLst>
            <pc:docMk/>
            <pc:sldMk cId="3686302970" sldId="2146848081"/>
            <ac:spMk id="33" creationId="{3E897E11-6A8F-BCAB-5717-04D99D749B89}"/>
          </ac:spMkLst>
        </pc:spChg>
        <pc:spChg chg="add mod">
          <ac:chgData name="Dhawan, Shubham" userId="e457b5f3-1f3d-4d58-917e-9019c3073c41" providerId="ADAL" clId="{6189556E-3962-4168-85E4-740FCD1C2F93}" dt="2024-09-12T16:12:35.649" v="1857" actId="1035"/>
          <ac:spMkLst>
            <pc:docMk/>
            <pc:sldMk cId="3686302970" sldId="2146848081"/>
            <ac:spMk id="34" creationId="{3057FF56-1266-B107-75DB-DFC79B348C65}"/>
          </ac:spMkLst>
        </pc:spChg>
        <pc:spChg chg="add mod">
          <ac:chgData name="Dhawan, Shubham" userId="e457b5f3-1f3d-4d58-917e-9019c3073c41" providerId="ADAL" clId="{6189556E-3962-4168-85E4-740FCD1C2F93}" dt="2024-09-12T16:12:35.649" v="1857" actId="1035"/>
          <ac:spMkLst>
            <pc:docMk/>
            <pc:sldMk cId="3686302970" sldId="2146848081"/>
            <ac:spMk id="35" creationId="{965328DB-5D34-0436-3D8D-71A92D3EC5D3}"/>
          </ac:spMkLst>
        </pc:spChg>
        <pc:spChg chg="add mod">
          <ac:chgData name="Dhawan, Shubham" userId="e457b5f3-1f3d-4d58-917e-9019c3073c41" providerId="ADAL" clId="{6189556E-3962-4168-85E4-740FCD1C2F93}" dt="2024-09-12T16:12:35.649" v="1857" actId="1035"/>
          <ac:spMkLst>
            <pc:docMk/>
            <pc:sldMk cId="3686302970" sldId="2146848081"/>
            <ac:spMk id="36" creationId="{34531A33-5B34-0251-B6D8-A1B5357B3D8F}"/>
          </ac:spMkLst>
        </pc:spChg>
        <pc:spChg chg="add mod">
          <ac:chgData name="Dhawan, Shubham" userId="e457b5f3-1f3d-4d58-917e-9019c3073c41" providerId="ADAL" clId="{6189556E-3962-4168-85E4-740FCD1C2F93}" dt="2024-09-12T16:12:35.649" v="1857" actId="1035"/>
          <ac:spMkLst>
            <pc:docMk/>
            <pc:sldMk cId="3686302970" sldId="2146848081"/>
            <ac:spMk id="37" creationId="{2B18AD10-F7C6-71B2-CEF0-2BED218E408C}"/>
          </ac:spMkLst>
        </pc:spChg>
        <pc:spChg chg="mod">
          <ac:chgData name="Dhawan, Shubham" userId="e457b5f3-1f3d-4d58-917e-9019c3073c41" providerId="ADAL" clId="{6189556E-3962-4168-85E4-740FCD1C2F93}" dt="2024-09-12T16:12:35.649" v="1857" actId="1035"/>
          <ac:spMkLst>
            <pc:docMk/>
            <pc:sldMk cId="3686302970" sldId="2146848081"/>
            <ac:spMk id="39" creationId="{37693246-4892-B9DE-84D0-8C2C3FB671DC}"/>
          </ac:spMkLst>
        </pc:spChg>
        <pc:spChg chg="mod">
          <ac:chgData name="Dhawan, Shubham" userId="e457b5f3-1f3d-4d58-917e-9019c3073c41" providerId="ADAL" clId="{6189556E-3962-4168-85E4-740FCD1C2F93}" dt="2024-09-12T16:12:35.649" v="1857" actId="1035"/>
          <ac:spMkLst>
            <pc:docMk/>
            <pc:sldMk cId="3686302970" sldId="2146848081"/>
            <ac:spMk id="40" creationId="{2AC92E19-F86E-B2C6-869A-90BE725492B8}"/>
          </ac:spMkLst>
        </pc:spChg>
        <pc:spChg chg="mod">
          <ac:chgData name="Dhawan, Shubham" userId="e457b5f3-1f3d-4d58-917e-9019c3073c41" providerId="ADAL" clId="{6189556E-3962-4168-85E4-740FCD1C2F93}" dt="2024-09-12T16:12:35.649" v="1857" actId="1035"/>
          <ac:spMkLst>
            <pc:docMk/>
            <pc:sldMk cId="3686302970" sldId="2146848081"/>
            <ac:spMk id="41" creationId="{76457731-AEF2-46F3-ADA1-4BA4EF7D1AD5}"/>
          </ac:spMkLst>
        </pc:spChg>
        <pc:spChg chg="mod">
          <ac:chgData name="Dhawan, Shubham" userId="e457b5f3-1f3d-4d58-917e-9019c3073c41" providerId="ADAL" clId="{6189556E-3962-4168-85E4-740FCD1C2F93}" dt="2024-09-12T16:12:35.649" v="1857" actId="1035"/>
          <ac:spMkLst>
            <pc:docMk/>
            <pc:sldMk cId="3686302970" sldId="2146848081"/>
            <ac:spMk id="42" creationId="{24C164FE-148F-45A3-8171-9362D3CE775D}"/>
          </ac:spMkLst>
        </pc:spChg>
        <pc:spChg chg="mod">
          <ac:chgData name="Dhawan, Shubham" userId="e457b5f3-1f3d-4d58-917e-9019c3073c41" providerId="ADAL" clId="{6189556E-3962-4168-85E4-740FCD1C2F93}" dt="2024-09-12T16:12:35.649" v="1857" actId="1035"/>
          <ac:spMkLst>
            <pc:docMk/>
            <pc:sldMk cId="3686302970" sldId="2146848081"/>
            <ac:spMk id="43" creationId="{6018D256-9680-DA97-5117-E8A44F0626EF}"/>
          </ac:spMkLst>
        </pc:spChg>
        <pc:spChg chg="mod">
          <ac:chgData name="Dhawan, Shubham" userId="e457b5f3-1f3d-4d58-917e-9019c3073c41" providerId="ADAL" clId="{6189556E-3962-4168-85E4-740FCD1C2F93}" dt="2024-09-12T16:12:35.649" v="1857" actId="1035"/>
          <ac:spMkLst>
            <pc:docMk/>
            <pc:sldMk cId="3686302970" sldId="2146848081"/>
            <ac:spMk id="44" creationId="{EE22147C-6B83-B06F-C41B-95206E0E578D}"/>
          </ac:spMkLst>
        </pc:spChg>
        <pc:spChg chg="mod">
          <ac:chgData name="Dhawan, Shubham" userId="e457b5f3-1f3d-4d58-917e-9019c3073c41" providerId="ADAL" clId="{6189556E-3962-4168-85E4-740FCD1C2F93}" dt="2024-09-12T16:12:35.649" v="1857" actId="1035"/>
          <ac:spMkLst>
            <pc:docMk/>
            <pc:sldMk cId="3686302970" sldId="2146848081"/>
            <ac:spMk id="45" creationId="{D5DE3C1E-A765-97E7-7708-486C789B0CB6}"/>
          </ac:spMkLst>
        </pc:spChg>
        <pc:spChg chg="mod">
          <ac:chgData name="Dhawan, Shubham" userId="e457b5f3-1f3d-4d58-917e-9019c3073c41" providerId="ADAL" clId="{6189556E-3962-4168-85E4-740FCD1C2F93}" dt="2024-09-12T16:12:35.649" v="1857" actId="1035"/>
          <ac:spMkLst>
            <pc:docMk/>
            <pc:sldMk cId="3686302970" sldId="2146848081"/>
            <ac:spMk id="46" creationId="{71827E80-5153-38D1-E40B-D0A1DC935EF7}"/>
          </ac:spMkLst>
        </pc:spChg>
        <pc:spChg chg="mod">
          <ac:chgData name="Dhawan, Shubham" userId="e457b5f3-1f3d-4d58-917e-9019c3073c41" providerId="ADAL" clId="{6189556E-3962-4168-85E4-740FCD1C2F93}" dt="2024-09-12T16:12:35.649" v="1857" actId="1035"/>
          <ac:spMkLst>
            <pc:docMk/>
            <pc:sldMk cId="3686302970" sldId="2146848081"/>
            <ac:spMk id="47" creationId="{D1E529EE-7396-4343-B949-BFBD45EE68C4}"/>
          </ac:spMkLst>
        </pc:spChg>
        <pc:spChg chg="mod">
          <ac:chgData name="Dhawan, Shubham" userId="e457b5f3-1f3d-4d58-917e-9019c3073c41" providerId="ADAL" clId="{6189556E-3962-4168-85E4-740FCD1C2F93}" dt="2024-09-12T16:12:35.649" v="1857" actId="1035"/>
          <ac:spMkLst>
            <pc:docMk/>
            <pc:sldMk cId="3686302970" sldId="2146848081"/>
            <ac:spMk id="48" creationId="{2D5A88E3-4B7C-9C43-C912-E9615D1EEFE2}"/>
          </ac:spMkLst>
        </pc:spChg>
        <pc:spChg chg="mod">
          <ac:chgData name="Dhawan, Shubham" userId="e457b5f3-1f3d-4d58-917e-9019c3073c41" providerId="ADAL" clId="{6189556E-3962-4168-85E4-740FCD1C2F93}" dt="2024-09-12T16:12:35.649" v="1857" actId="1035"/>
          <ac:spMkLst>
            <pc:docMk/>
            <pc:sldMk cId="3686302970" sldId="2146848081"/>
            <ac:spMk id="49" creationId="{DE796A91-7EF9-C258-7706-5F82448E9ED4}"/>
          </ac:spMkLst>
        </pc:spChg>
        <pc:spChg chg="mod">
          <ac:chgData name="Dhawan, Shubham" userId="e457b5f3-1f3d-4d58-917e-9019c3073c41" providerId="ADAL" clId="{6189556E-3962-4168-85E4-740FCD1C2F93}" dt="2024-09-12T16:12:35.649" v="1857" actId="1035"/>
          <ac:spMkLst>
            <pc:docMk/>
            <pc:sldMk cId="3686302970" sldId="2146848081"/>
            <ac:spMk id="50" creationId="{0CEA0055-DD58-B859-43C3-4711E9E63262}"/>
          </ac:spMkLst>
        </pc:spChg>
        <pc:spChg chg="mod">
          <ac:chgData name="Dhawan, Shubham" userId="e457b5f3-1f3d-4d58-917e-9019c3073c41" providerId="ADAL" clId="{6189556E-3962-4168-85E4-740FCD1C2F93}" dt="2024-09-12T16:12:35.649" v="1857" actId="1035"/>
          <ac:spMkLst>
            <pc:docMk/>
            <pc:sldMk cId="3686302970" sldId="2146848081"/>
            <ac:spMk id="51" creationId="{2DF6F490-E98C-1C0F-289B-CB1B194A780C}"/>
          </ac:spMkLst>
        </pc:spChg>
        <pc:spChg chg="mod">
          <ac:chgData name="Dhawan, Shubham" userId="e457b5f3-1f3d-4d58-917e-9019c3073c41" providerId="ADAL" clId="{6189556E-3962-4168-85E4-740FCD1C2F93}" dt="2024-09-12T16:12:35.649" v="1857" actId="1035"/>
          <ac:spMkLst>
            <pc:docMk/>
            <pc:sldMk cId="3686302970" sldId="2146848081"/>
            <ac:spMk id="52" creationId="{304C8D54-33BC-2754-2905-D7F9610A3C98}"/>
          </ac:spMkLst>
        </pc:spChg>
        <pc:spChg chg="mod">
          <ac:chgData name="Dhawan, Shubham" userId="e457b5f3-1f3d-4d58-917e-9019c3073c41" providerId="ADAL" clId="{6189556E-3962-4168-85E4-740FCD1C2F93}" dt="2024-09-12T16:12:35.649" v="1857" actId="1035"/>
          <ac:spMkLst>
            <pc:docMk/>
            <pc:sldMk cId="3686302970" sldId="2146848081"/>
            <ac:spMk id="53" creationId="{747E8930-C20D-D09D-F279-E48F19FEA47E}"/>
          </ac:spMkLst>
        </pc:spChg>
        <pc:spChg chg="mod">
          <ac:chgData name="Dhawan, Shubham" userId="e457b5f3-1f3d-4d58-917e-9019c3073c41" providerId="ADAL" clId="{6189556E-3962-4168-85E4-740FCD1C2F93}" dt="2024-09-12T16:12:35.649" v="1857" actId="1035"/>
          <ac:spMkLst>
            <pc:docMk/>
            <pc:sldMk cId="3686302970" sldId="2146848081"/>
            <ac:spMk id="54" creationId="{1E472067-23D2-7946-AC92-3BF6BE97545C}"/>
          </ac:spMkLst>
        </pc:spChg>
        <pc:spChg chg="add mod">
          <ac:chgData name="Dhawan, Shubham" userId="e457b5f3-1f3d-4d58-917e-9019c3073c41" providerId="ADAL" clId="{6189556E-3962-4168-85E4-740FCD1C2F93}" dt="2024-09-12T16:12:35.649" v="1857" actId="1035"/>
          <ac:spMkLst>
            <pc:docMk/>
            <pc:sldMk cId="3686302970" sldId="2146848081"/>
            <ac:spMk id="55" creationId="{2F86DC02-7A6E-8AAD-8045-7BDBC4F89877}"/>
          </ac:spMkLst>
        </pc:spChg>
        <pc:spChg chg="mod">
          <ac:chgData name="Dhawan, Shubham" userId="e457b5f3-1f3d-4d58-917e-9019c3073c41" providerId="ADAL" clId="{6189556E-3962-4168-85E4-740FCD1C2F93}" dt="2024-09-12T16:12:35.649" v="1857" actId="1035"/>
          <ac:spMkLst>
            <pc:docMk/>
            <pc:sldMk cId="3686302970" sldId="2146848081"/>
            <ac:spMk id="58" creationId="{C8D88C61-DC5A-216E-63A7-BFCDA78DFF79}"/>
          </ac:spMkLst>
        </pc:spChg>
        <pc:spChg chg="mod">
          <ac:chgData name="Dhawan, Shubham" userId="e457b5f3-1f3d-4d58-917e-9019c3073c41" providerId="ADAL" clId="{6189556E-3962-4168-85E4-740FCD1C2F93}" dt="2024-09-12T16:12:35.649" v="1857" actId="1035"/>
          <ac:spMkLst>
            <pc:docMk/>
            <pc:sldMk cId="3686302970" sldId="2146848081"/>
            <ac:spMk id="59" creationId="{76BA7B98-4152-7F71-9C84-422D4D06147C}"/>
          </ac:spMkLst>
        </pc:spChg>
        <pc:spChg chg="mod">
          <ac:chgData name="Dhawan, Shubham" userId="e457b5f3-1f3d-4d58-917e-9019c3073c41" providerId="ADAL" clId="{6189556E-3962-4168-85E4-740FCD1C2F93}" dt="2024-09-12T16:12:35.649" v="1857" actId="1035"/>
          <ac:spMkLst>
            <pc:docMk/>
            <pc:sldMk cId="3686302970" sldId="2146848081"/>
            <ac:spMk id="60" creationId="{D0D7778E-EF73-48EF-2693-CE4DFF893F8F}"/>
          </ac:spMkLst>
        </pc:spChg>
        <pc:spChg chg="add mod">
          <ac:chgData name="Dhawan, Shubham" userId="e457b5f3-1f3d-4d58-917e-9019c3073c41" providerId="ADAL" clId="{6189556E-3962-4168-85E4-740FCD1C2F93}" dt="2024-09-12T16:12:35.649" v="1857" actId="1035"/>
          <ac:spMkLst>
            <pc:docMk/>
            <pc:sldMk cId="3686302970" sldId="2146848081"/>
            <ac:spMk id="61" creationId="{6785A535-E54B-4BAD-C0EB-297D4F7BBFF4}"/>
          </ac:spMkLst>
        </pc:spChg>
        <pc:spChg chg="add mod">
          <ac:chgData name="Dhawan, Shubham" userId="e457b5f3-1f3d-4d58-917e-9019c3073c41" providerId="ADAL" clId="{6189556E-3962-4168-85E4-740FCD1C2F93}" dt="2024-09-12T13:29:03.678" v="468" actId="1076"/>
          <ac:spMkLst>
            <pc:docMk/>
            <pc:sldMk cId="3686302970" sldId="2146848081"/>
            <ac:spMk id="63" creationId="{F60303B5-4C4E-4881-71BC-249E41CA8D83}"/>
          </ac:spMkLst>
        </pc:spChg>
        <pc:spChg chg="add mod">
          <ac:chgData name="Dhawan, Shubham" userId="e457b5f3-1f3d-4d58-917e-9019c3073c41" providerId="ADAL" clId="{6189556E-3962-4168-85E4-740FCD1C2F93}" dt="2024-09-12T16:12:35.649" v="1857" actId="1035"/>
          <ac:spMkLst>
            <pc:docMk/>
            <pc:sldMk cId="3686302970" sldId="2146848081"/>
            <ac:spMk id="65" creationId="{C58BE191-EB21-0491-5FC6-DCE81CF19458}"/>
          </ac:spMkLst>
        </pc:spChg>
        <pc:spChg chg="add mod">
          <ac:chgData name="Dhawan, Shubham" userId="e457b5f3-1f3d-4d58-917e-9019c3073c41" providerId="ADAL" clId="{6189556E-3962-4168-85E4-740FCD1C2F93}" dt="2024-09-12T16:12:35.649" v="1857" actId="1035"/>
          <ac:spMkLst>
            <pc:docMk/>
            <pc:sldMk cId="3686302970" sldId="2146848081"/>
            <ac:spMk id="67" creationId="{6BC73665-3A13-51AC-803C-B747C762B9E4}"/>
          </ac:spMkLst>
        </pc:spChg>
        <pc:spChg chg="mod">
          <ac:chgData name="Dhawan, Shubham" userId="e457b5f3-1f3d-4d58-917e-9019c3073c41" providerId="ADAL" clId="{6189556E-3962-4168-85E4-740FCD1C2F93}" dt="2024-09-12T16:12:35.649" v="1857" actId="1035"/>
          <ac:spMkLst>
            <pc:docMk/>
            <pc:sldMk cId="3686302970" sldId="2146848081"/>
            <ac:spMk id="69" creationId="{FD1CE717-1814-3E33-6E1C-612F0B992D06}"/>
          </ac:spMkLst>
        </pc:spChg>
        <pc:spChg chg="mod">
          <ac:chgData name="Dhawan, Shubham" userId="e457b5f3-1f3d-4d58-917e-9019c3073c41" providerId="ADAL" clId="{6189556E-3962-4168-85E4-740FCD1C2F93}" dt="2024-09-12T16:12:35.649" v="1857" actId="1035"/>
          <ac:spMkLst>
            <pc:docMk/>
            <pc:sldMk cId="3686302970" sldId="2146848081"/>
            <ac:spMk id="70" creationId="{2707FA51-2B12-7AE6-067A-9EC566CF6F4C}"/>
          </ac:spMkLst>
        </pc:spChg>
        <pc:spChg chg="mod">
          <ac:chgData name="Dhawan, Shubham" userId="e457b5f3-1f3d-4d58-917e-9019c3073c41" providerId="ADAL" clId="{6189556E-3962-4168-85E4-740FCD1C2F93}" dt="2024-09-12T16:12:35.649" v="1857" actId="1035"/>
          <ac:spMkLst>
            <pc:docMk/>
            <pc:sldMk cId="3686302970" sldId="2146848081"/>
            <ac:spMk id="72" creationId="{489C0FF2-C2B4-A846-02A1-9BEE2EB3170D}"/>
          </ac:spMkLst>
        </pc:spChg>
        <pc:spChg chg="mod">
          <ac:chgData name="Dhawan, Shubham" userId="e457b5f3-1f3d-4d58-917e-9019c3073c41" providerId="ADAL" clId="{6189556E-3962-4168-85E4-740FCD1C2F93}" dt="2024-09-12T16:12:35.649" v="1857" actId="1035"/>
          <ac:spMkLst>
            <pc:docMk/>
            <pc:sldMk cId="3686302970" sldId="2146848081"/>
            <ac:spMk id="73" creationId="{0005E953-A7CC-1CBC-090C-AFC87B30318D}"/>
          </ac:spMkLst>
        </pc:spChg>
        <pc:spChg chg="mod">
          <ac:chgData name="Dhawan, Shubham" userId="e457b5f3-1f3d-4d58-917e-9019c3073c41" providerId="ADAL" clId="{6189556E-3962-4168-85E4-740FCD1C2F93}" dt="2024-09-12T16:12:35.649" v="1857" actId="1035"/>
          <ac:spMkLst>
            <pc:docMk/>
            <pc:sldMk cId="3686302970" sldId="2146848081"/>
            <ac:spMk id="75" creationId="{2583A680-F5D9-467E-B9F0-73DFDFC55504}"/>
          </ac:spMkLst>
        </pc:spChg>
        <pc:spChg chg="mod">
          <ac:chgData name="Dhawan, Shubham" userId="e457b5f3-1f3d-4d58-917e-9019c3073c41" providerId="ADAL" clId="{6189556E-3962-4168-85E4-740FCD1C2F93}" dt="2024-09-12T16:12:35.649" v="1857" actId="1035"/>
          <ac:spMkLst>
            <pc:docMk/>
            <pc:sldMk cId="3686302970" sldId="2146848081"/>
            <ac:spMk id="76" creationId="{7BD08DB5-B76B-8F25-7B6F-D8E6A73D6899}"/>
          </ac:spMkLst>
        </pc:spChg>
        <pc:spChg chg="mod">
          <ac:chgData name="Dhawan, Shubham" userId="e457b5f3-1f3d-4d58-917e-9019c3073c41" providerId="ADAL" clId="{6189556E-3962-4168-85E4-740FCD1C2F93}" dt="2024-09-12T16:12:35.649" v="1857" actId="1035"/>
          <ac:spMkLst>
            <pc:docMk/>
            <pc:sldMk cId="3686302970" sldId="2146848081"/>
            <ac:spMk id="78" creationId="{8C8B95FB-7054-3A35-CA91-75A22D56446B}"/>
          </ac:spMkLst>
        </pc:spChg>
        <pc:spChg chg="mod">
          <ac:chgData name="Dhawan, Shubham" userId="e457b5f3-1f3d-4d58-917e-9019c3073c41" providerId="ADAL" clId="{6189556E-3962-4168-85E4-740FCD1C2F93}" dt="2024-09-12T16:12:35.649" v="1857" actId="1035"/>
          <ac:spMkLst>
            <pc:docMk/>
            <pc:sldMk cId="3686302970" sldId="2146848081"/>
            <ac:spMk id="79" creationId="{F689AAE6-B714-967C-FDD7-7010FECFFC0B}"/>
          </ac:spMkLst>
        </pc:spChg>
        <pc:spChg chg="add mod">
          <ac:chgData name="Dhawan, Shubham" userId="e457b5f3-1f3d-4d58-917e-9019c3073c41" providerId="ADAL" clId="{6189556E-3962-4168-85E4-740FCD1C2F93}" dt="2024-09-12T16:12:35.649" v="1857" actId="1035"/>
          <ac:spMkLst>
            <pc:docMk/>
            <pc:sldMk cId="3686302970" sldId="2146848081"/>
            <ac:spMk id="80" creationId="{2D50EA82-F174-0337-99AF-0680E586D076}"/>
          </ac:spMkLst>
        </pc:spChg>
        <pc:spChg chg="mod">
          <ac:chgData name="Dhawan, Shubham" userId="e457b5f3-1f3d-4d58-917e-9019c3073c41" providerId="ADAL" clId="{6189556E-3962-4168-85E4-740FCD1C2F93}" dt="2024-09-12T16:12:35.649" v="1857" actId="1035"/>
          <ac:spMkLst>
            <pc:docMk/>
            <pc:sldMk cId="3686302970" sldId="2146848081"/>
            <ac:spMk id="82" creationId="{27499A9A-1D55-0B6C-4D26-083AC3E03E01}"/>
          </ac:spMkLst>
        </pc:spChg>
        <pc:spChg chg="mod">
          <ac:chgData name="Dhawan, Shubham" userId="e457b5f3-1f3d-4d58-917e-9019c3073c41" providerId="ADAL" clId="{6189556E-3962-4168-85E4-740FCD1C2F93}" dt="2024-09-12T16:12:35.649" v="1857" actId="1035"/>
          <ac:spMkLst>
            <pc:docMk/>
            <pc:sldMk cId="3686302970" sldId="2146848081"/>
            <ac:spMk id="83" creationId="{704686D0-9327-925E-2943-D9FAEDE21F6C}"/>
          </ac:spMkLst>
        </pc:spChg>
        <pc:spChg chg="mod">
          <ac:chgData name="Dhawan, Shubham" userId="e457b5f3-1f3d-4d58-917e-9019c3073c41" providerId="ADAL" clId="{6189556E-3962-4168-85E4-740FCD1C2F93}" dt="2024-09-12T16:12:35.649" v="1857" actId="1035"/>
          <ac:spMkLst>
            <pc:docMk/>
            <pc:sldMk cId="3686302970" sldId="2146848081"/>
            <ac:spMk id="84" creationId="{F7605C62-6F48-4FBF-230C-CEC4F9AEC360}"/>
          </ac:spMkLst>
        </pc:spChg>
        <pc:spChg chg="add mod">
          <ac:chgData name="Dhawan, Shubham" userId="e457b5f3-1f3d-4d58-917e-9019c3073c41" providerId="ADAL" clId="{6189556E-3962-4168-85E4-740FCD1C2F93}" dt="2024-09-12T16:12:35.649" v="1857" actId="1035"/>
          <ac:spMkLst>
            <pc:docMk/>
            <pc:sldMk cId="3686302970" sldId="2146848081"/>
            <ac:spMk id="85" creationId="{63BD32ED-4C20-2B0C-9A4D-2ABE567DB78E}"/>
          </ac:spMkLst>
        </pc:spChg>
        <pc:spChg chg="mod">
          <ac:chgData name="Dhawan, Shubham" userId="e457b5f3-1f3d-4d58-917e-9019c3073c41" providerId="ADAL" clId="{6189556E-3962-4168-85E4-740FCD1C2F93}" dt="2024-09-12T16:12:35.649" v="1857" actId="1035"/>
          <ac:spMkLst>
            <pc:docMk/>
            <pc:sldMk cId="3686302970" sldId="2146848081"/>
            <ac:spMk id="90" creationId="{48FF20E2-304F-F870-008F-70C0F700F7FA}"/>
          </ac:spMkLst>
        </pc:spChg>
        <pc:spChg chg="mod">
          <ac:chgData name="Dhawan, Shubham" userId="e457b5f3-1f3d-4d58-917e-9019c3073c41" providerId="ADAL" clId="{6189556E-3962-4168-85E4-740FCD1C2F93}" dt="2024-09-12T16:12:35.649" v="1857" actId="1035"/>
          <ac:spMkLst>
            <pc:docMk/>
            <pc:sldMk cId="3686302970" sldId="2146848081"/>
            <ac:spMk id="91" creationId="{2FCBDC83-3763-9B6E-A783-165FDF8C4A7B}"/>
          </ac:spMkLst>
        </pc:spChg>
        <pc:spChg chg="mod">
          <ac:chgData name="Dhawan, Shubham" userId="e457b5f3-1f3d-4d58-917e-9019c3073c41" providerId="ADAL" clId="{6189556E-3962-4168-85E4-740FCD1C2F93}" dt="2024-09-12T16:12:35.649" v="1857" actId="1035"/>
          <ac:spMkLst>
            <pc:docMk/>
            <pc:sldMk cId="3686302970" sldId="2146848081"/>
            <ac:spMk id="92" creationId="{0BBE7E9E-CFC1-7C80-507E-FE18757260E2}"/>
          </ac:spMkLst>
        </pc:spChg>
        <pc:spChg chg="mod">
          <ac:chgData name="Dhawan, Shubham" userId="e457b5f3-1f3d-4d58-917e-9019c3073c41" providerId="ADAL" clId="{6189556E-3962-4168-85E4-740FCD1C2F93}" dt="2024-09-12T16:12:35.649" v="1857" actId="1035"/>
          <ac:spMkLst>
            <pc:docMk/>
            <pc:sldMk cId="3686302970" sldId="2146848081"/>
            <ac:spMk id="93" creationId="{DF751628-A1E1-7187-5A5D-7C72E00808C6}"/>
          </ac:spMkLst>
        </pc:spChg>
        <pc:spChg chg="mod">
          <ac:chgData name="Dhawan, Shubham" userId="e457b5f3-1f3d-4d58-917e-9019c3073c41" providerId="ADAL" clId="{6189556E-3962-4168-85E4-740FCD1C2F93}" dt="2024-09-12T16:12:35.649" v="1857" actId="1035"/>
          <ac:spMkLst>
            <pc:docMk/>
            <pc:sldMk cId="3686302970" sldId="2146848081"/>
            <ac:spMk id="94" creationId="{7C52DBAB-760A-B684-F3BB-970805008D05}"/>
          </ac:spMkLst>
        </pc:spChg>
        <pc:spChg chg="mod">
          <ac:chgData name="Dhawan, Shubham" userId="e457b5f3-1f3d-4d58-917e-9019c3073c41" providerId="ADAL" clId="{6189556E-3962-4168-85E4-740FCD1C2F93}" dt="2024-09-12T16:12:35.649" v="1857" actId="1035"/>
          <ac:spMkLst>
            <pc:docMk/>
            <pc:sldMk cId="3686302970" sldId="2146848081"/>
            <ac:spMk id="95" creationId="{A2CA3CDE-F7EE-509A-66C5-D618C24099AA}"/>
          </ac:spMkLst>
        </pc:spChg>
        <pc:spChg chg="mod">
          <ac:chgData name="Dhawan, Shubham" userId="e457b5f3-1f3d-4d58-917e-9019c3073c41" providerId="ADAL" clId="{6189556E-3962-4168-85E4-740FCD1C2F93}" dt="2024-09-12T16:12:35.649" v="1857" actId="1035"/>
          <ac:spMkLst>
            <pc:docMk/>
            <pc:sldMk cId="3686302970" sldId="2146848081"/>
            <ac:spMk id="96" creationId="{C2A8C5DD-05F2-4DB5-A5D8-9306BABD51A4}"/>
          </ac:spMkLst>
        </pc:spChg>
        <pc:spChg chg="add mod">
          <ac:chgData name="Dhawan, Shubham" userId="e457b5f3-1f3d-4d58-917e-9019c3073c41" providerId="ADAL" clId="{6189556E-3962-4168-85E4-740FCD1C2F93}" dt="2024-09-12T16:12:35.649" v="1857" actId="1035"/>
          <ac:spMkLst>
            <pc:docMk/>
            <pc:sldMk cId="3686302970" sldId="2146848081"/>
            <ac:spMk id="97" creationId="{B6558CB3-42AE-A405-1C3E-9E907CC5AE92}"/>
          </ac:spMkLst>
        </pc:spChg>
        <pc:spChg chg="mod">
          <ac:chgData name="Dhawan, Shubham" userId="e457b5f3-1f3d-4d58-917e-9019c3073c41" providerId="ADAL" clId="{6189556E-3962-4168-85E4-740FCD1C2F93}" dt="2024-09-12T16:12:35.649" v="1857" actId="1035"/>
          <ac:spMkLst>
            <pc:docMk/>
            <pc:sldMk cId="3686302970" sldId="2146848081"/>
            <ac:spMk id="100" creationId="{53023EEB-94FC-D2AA-BA9A-DB615714286A}"/>
          </ac:spMkLst>
        </pc:spChg>
        <pc:spChg chg="mod">
          <ac:chgData name="Dhawan, Shubham" userId="e457b5f3-1f3d-4d58-917e-9019c3073c41" providerId="ADAL" clId="{6189556E-3962-4168-85E4-740FCD1C2F93}" dt="2024-09-12T16:12:35.649" v="1857" actId="1035"/>
          <ac:spMkLst>
            <pc:docMk/>
            <pc:sldMk cId="3686302970" sldId="2146848081"/>
            <ac:spMk id="101" creationId="{5BF78F72-0AED-C023-75F2-DDB76498F02A}"/>
          </ac:spMkLst>
        </pc:spChg>
        <pc:spChg chg="mod">
          <ac:chgData name="Dhawan, Shubham" userId="e457b5f3-1f3d-4d58-917e-9019c3073c41" providerId="ADAL" clId="{6189556E-3962-4168-85E4-740FCD1C2F93}" dt="2024-09-12T16:12:35.649" v="1857" actId="1035"/>
          <ac:spMkLst>
            <pc:docMk/>
            <pc:sldMk cId="3686302970" sldId="2146848081"/>
            <ac:spMk id="103" creationId="{57DC7CA8-093E-DF6E-99B2-793694B1D6A1}"/>
          </ac:spMkLst>
        </pc:spChg>
        <pc:spChg chg="mod">
          <ac:chgData name="Dhawan, Shubham" userId="e457b5f3-1f3d-4d58-917e-9019c3073c41" providerId="ADAL" clId="{6189556E-3962-4168-85E4-740FCD1C2F93}" dt="2024-09-12T16:12:35.649" v="1857" actId="1035"/>
          <ac:spMkLst>
            <pc:docMk/>
            <pc:sldMk cId="3686302970" sldId="2146848081"/>
            <ac:spMk id="104" creationId="{F06DEB70-1ABC-80F5-7AC8-119A4E347B9F}"/>
          </ac:spMkLst>
        </pc:spChg>
        <pc:spChg chg="add mod">
          <ac:chgData name="Dhawan, Shubham" userId="e457b5f3-1f3d-4d58-917e-9019c3073c41" providerId="ADAL" clId="{6189556E-3962-4168-85E4-740FCD1C2F93}" dt="2024-09-12T16:12:35.649" v="1857" actId="1035"/>
          <ac:spMkLst>
            <pc:docMk/>
            <pc:sldMk cId="3686302970" sldId="2146848081"/>
            <ac:spMk id="112" creationId="{96B1283B-BAD0-6A62-DCE5-4496295D0F6F}"/>
          </ac:spMkLst>
        </pc:spChg>
        <pc:grpChg chg="add mod">
          <ac:chgData name="Dhawan, Shubham" userId="e457b5f3-1f3d-4d58-917e-9019c3073c41" providerId="ADAL" clId="{6189556E-3962-4168-85E4-740FCD1C2F93}" dt="2024-09-12T16:12:35.649" v="1857" actId="1035"/>
          <ac:grpSpMkLst>
            <pc:docMk/>
            <pc:sldMk cId="3686302970" sldId="2146848081"/>
            <ac:grpSpMk id="38" creationId="{8552B2D6-26AE-3B53-65DE-6D6728FEE09F}"/>
          </ac:grpSpMkLst>
        </pc:grpChg>
        <pc:grpChg chg="add mod">
          <ac:chgData name="Dhawan, Shubham" userId="e457b5f3-1f3d-4d58-917e-9019c3073c41" providerId="ADAL" clId="{6189556E-3962-4168-85E4-740FCD1C2F93}" dt="2024-09-12T16:12:35.649" v="1857" actId="1035"/>
          <ac:grpSpMkLst>
            <pc:docMk/>
            <pc:sldMk cId="3686302970" sldId="2146848081"/>
            <ac:grpSpMk id="57" creationId="{D8C3960E-A31F-499B-483F-D17111471455}"/>
          </ac:grpSpMkLst>
        </pc:grpChg>
        <pc:grpChg chg="add mod">
          <ac:chgData name="Dhawan, Shubham" userId="e457b5f3-1f3d-4d58-917e-9019c3073c41" providerId="ADAL" clId="{6189556E-3962-4168-85E4-740FCD1C2F93}" dt="2024-09-12T16:12:35.649" v="1857" actId="1035"/>
          <ac:grpSpMkLst>
            <pc:docMk/>
            <pc:sldMk cId="3686302970" sldId="2146848081"/>
            <ac:grpSpMk id="68" creationId="{AE652EC0-2805-154A-29E3-CB64812D8F5B}"/>
          </ac:grpSpMkLst>
        </pc:grpChg>
        <pc:grpChg chg="add mod">
          <ac:chgData name="Dhawan, Shubham" userId="e457b5f3-1f3d-4d58-917e-9019c3073c41" providerId="ADAL" clId="{6189556E-3962-4168-85E4-740FCD1C2F93}" dt="2024-09-12T16:12:35.649" v="1857" actId="1035"/>
          <ac:grpSpMkLst>
            <pc:docMk/>
            <pc:sldMk cId="3686302970" sldId="2146848081"/>
            <ac:grpSpMk id="71" creationId="{66A1BBDE-930E-1408-E0B7-22F935B443FD}"/>
          </ac:grpSpMkLst>
        </pc:grpChg>
        <pc:grpChg chg="add mod">
          <ac:chgData name="Dhawan, Shubham" userId="e457b5f3-1f3d-4d58-917e-9019c3073c41" providerId="ADAL" clId="{6189556E-3962-4168-85E4-740FCD1C2F93}" dt="2024-09-12T16:12:35.649" v="1857" actId="1035"/>
          <ac:grpSpMkLst>
            <pc:docMk/>
            <pc:sldMk cId="3686302970" sldId="2146848081"/>
            <ac:grpSpMk id="74" creationId="{42E9599C-BBB9-29CC-8295-493AFDF5A518}"/>
          </ac:grpSpMkLst>
        </pc:grpChg>
        <pc:grpChg chg="add mod">
          <ac:chgData name="Dhawan, Shubham" userId="e457b5f3-1f3d-4d58-917e-9019c3073c41" providerId="ADAL" clId="{6189556E-3962-4168-85E4-740FCD1C2F93}" dt="2024-09-12T16:12:35.649" v="1857" actId="1035"/>
          <ac:grpSpMkLst>
            <pc:docMk/>
            <pc:sldMk cId="3686302970" sldId="2146848081"/>
            <ac:grpSpMk id="77" creationId="{40F33AA9-047B-786F-3D73-C6914D0A0F7C}"/>
          </ac:grpSpMkLst>
        </pc:grpChg>
        <pc:grpChg chg="add mod">
          <ac:chgData name="Dhawan, Shubham" userId="e457b5f3-1f3d-4d58-917e-9019c3073c41" providerId="ADAL" clId="{6189556E-3962-4168-85E4-740FCD1C2F93}" dt="2024-09-12T16:12:35.649" v="1857" actId="1035"/>
          <ac:grpSpMkLst>
            <pc:docMk/>
            <pc:sldMk cId="3686302970" sldId="2146848081"/>
            <ac:grpSpMk id="81" creationId="{48DD13D8-2158-A6C0-6419-50FEC39F880F}"/>
          </ac:grpSpMkLst>
        </pc:grpChg>
        <pc:grpChg chg="add mod">
          <ac:chgData name="Dhawan, Shubham" userId="e457b5f3-1f3d-4d58-917e-9019c3073c41" providerId="ADAL" clId="{6189556E-3962-4168-85E4-740FCD1C2F93}" dt="2024-09-12T16:12:35.649" v="1857" actId="1035"/>
          <ac:grpSpMkLst>
            <pc:docMk/>
            <pc:sldMk cId="3686302970" sldId="2146848081"/>
            <ac:grpSpMk id="89" creationId="{288EAD67-EEF0-F798-BD9A-3A84EBE71FD0}"/>
          </ac:grpSpMkLst>
        </pc:grpChg>
        <pc:grpChg chg="add mod">
          <ac:chgData name="Dhawan, Shubham" userId="e457b5f3-1f3d-4d58-917e-9019c3073c41" providerId="ADAL" clId="{6189556E-3962-4168-85E4-740FCD1C2F93}" dt="2024-09-12T16:12:35.649" v="1857" actId="1035"/>
          <ac:grpSpMkLst>
            <pc:docMk/>
            <pc:sldMk cId="3686302970" sldId="2146848081"/>
            <ac:grpSpMk id="99" creationId="{5247D53E-4437-F3A6-8700-D9E3052D2D58}"/>
          </ac:grpSpMkLst>
        </pc:grpChg>
        <pc:grpChg chg="add mod">
          <ac:chgData name="Dhawan, Shubham" userId="e457b5f3-1f3d-4d58-917e-9019c3073c41" providerId="ADAL" clId="{6189556E-3962-4168-85E4-740FCD1C2F93}" dt="2024-09-12T16:12:35.649" v="1857" actId="1035"/>
          <ac:grpSpMkLst>
            <pc:docMk/>
            <pc:sldMk cId="3686302970" sldId="2146848081"/>
            <ac:grpSpMk id="102" creationId="{11664A45-579C-7249-C794-F4209675B6C7}"/>
          </ac:grpSpMkLst>
        </pc:grpChg>
        <pc:picChg chg="add del mod">
          <ac:chgData name="Dhawan, Shubham" userId="e457b5f3-1f3d-4d58-917e-9019c3073c41" providerId="ADAL" clId="{6189556E-3962-4168-85E4-740FCD1C2F93}" dt="2024-09-12T15:47:40.204" v="1447" actId="478"/>
          <ac:picMkLst>
            <pc:docMk/>
            <pc:sldMk cId="3686302970" sldId="2146848081"/>
            <ac:picMk id="105" creationId="{E2599835-16DD-7E98-0D51-74180FF1D9E5}"/>
          </ac:picMkLst>
        </pc:picChg>
        <pc:picChg chg="add del mod">
          <ac:chgData name="Dhawan, Shubham" userId="e457b5f3-1f3d-4d58-917e-9019c3073c41" providerId="ADAL" clId="{6189556E-3962-4168-85E4-740FCD1C2F93}" dt="2024-09-12T15:28:57.812" v="848" actId="478"/>
          <ac:picMkLst>
            <pc:docMk/>
            <pc:sldMk cId="3686302970" sldId="2146848081"/>
            <ac:picMk id="106" creationId="{3BA97D61-E0CA-5077-B88E-9561A43C487F}"/>
          </ac:picMkLst>
        </pc:picChg>
        <pc:picChg chg="add del mod">
          <ac:chgData name="Dhawan, Shubham" userId="e457b5f3-1f3d-4d58-917e-9019c3073c41" providerId="ADAL" clId="{6189556E-3962-4168-85E4-740FCD1C2F93}" dt="2024-09-12T15:42:31.955" v="1192" actId="478"/>
          <ac:picMkLst>
            <pc:docMk/>
            <pc:sldMk cId="3686302970" sldId="2146848081"/>
            <ac:picMk id="107" creationId="{4E1C351F-B641-3349-0588-2A3D2FF3465E}"/>
          </ac:picMkLst>
        </pc:picChg>
        <pc:picChg chg="add del mod">
          <ac:chgData name="Dhawan, Shubham" userId="e457b5f3-1f3d-4d58-917e-9019c3073c41" providerId="ADAL" clId="{6189556E-3962-4168-85E4-740FCD1C2F93}" dt="2024-09-12T15:46:06.730" v="1381" actId="478"/>
          <ac:picMkLst>
            <pc:docMk/>
            <pc:sldMk cId="3686302970" sldId="2146848081"/>
            <ac:picMk id="108" creationId="{814E56A7-F57D-CA68-FA9B-0319BF849997}"/>
          </ac:picMkLst>
        </pc:picChg>
        <pc:picChg chg="add mod">
          <ac:chgData name="Dhawan, Shubham" userId="e457b5f3-1f3d-4d58-917e-9019c3073c41" providerId="ADAL" clId="{6189556E-3962-4168-85E4-740FCD1C2F93}" dt="2024-09-12T16:12:35.649" v="1857" actId="1035"/>
          <ac:picMkLst>
            <pc:docMk/>
            <pc:sldMk cId="3686302970" sldId="2146848081"/>
            <ac:picMk id="109" creationId="{F31133E2-05C4-FBD0-F2EB-8531D6E2C655}"/>
          </ac:picMkLst>
        </pc:picChg>
        <pc:picChg chg="add mod">
          <ac:chgData name="Dhawan, Shubham" userId="e457b5f3-1f3d-4d58-917e-9019c3073c41" providerId="ADAL" clId="{6189556E-3962-4168-85E4-740FCD1C2F93}" dt="2024-09-12T16:12:35.649" v="1857" actId="1035"/>
          <ac:picMkLst>
            <pc:docMk/>
            <pc:sldMk cId="3686302970" sldId="2146848081"/>
            <ac:picMk id="110" creationId="{E97C0D9C-149E-47EA-EDDA-14D0E2DEC2D7}"/>
          </ac:picMkLst>
        </pc:picChg>
        <pc:picChg chg="add mod">
          <ac:chgData name="Dhawan, Shubham" userId="e457b5f3-1f3d-4d58-917e-9019c3073c41" providerId="ADAL" clId="{6189556E-3962-4168-85E4-740FCD1C2F93}" dt="2024-09-12T16:12:35.649" v="1857" actId="1035"/>
          <ac:picMkLst>
            <pc:docMk/>
            <pc:sldMk cId="3686302970" sldId="2146848081"/>
            <ac:picMk id="111" creationId="{9EC983AB-C0B9-0535-3CD2-493724F1A59A}"/>
          </ac:picMkLst>
        </pc:picChg>
        <pc:picChg chg="add mod">
          <ac:chgData name="Dhawan, Shubham" userId="e457b5f3-1f3d-4d58-917e-9019c3073c41" providerId="ADAL" clId="{6189556E-3962-4168-85E4-740FCD1C2F93}" dt="2024-09-12T16:12:35.649" v="1857" actId="1035"/>
          <ac:picMkLst>
            <pc:docMk/>
            <pc:sldMk cId="3686302970" sldId="2146848081"/>
            <ac:picMk id="113" creationId="{46632E6C-FC3D-5DA1-EDE6-3AF4BCC27C65}"/>
          </ac:picMkLst>
        </pc:picChg>
        <pc:picChg chg="add mod">
          <ac:chgData name="Dhawan, Shubham" userId="e457b5f3-1f3d-4d58-917e-9019c3073c41" providerId="ADAL" clId="{6189556E-3962-4168-85E4-740FCD1C2F93}" dt="2024-09-12T16:12:35.649" v="1857" actId="1035"/>
          <ac:picMkLst>
            <pc:docMk/>
            <pc:sldMk cId="3686302970" sldId="2146848081"/>
            <ac:picMk id="114" creationId="{F4B8FB83-D640-CEFA-423C-75F7D51C61CC}"/>
          </ac:picMkLst>
        </pc:picChg>
        <pc:picChg chg="add mod">
          <ac:chgData name="Dhawan, Shubham" userId="e457b5f3-1f3d-4d58-917e-9019c3073c41" providerId="ADAL" clId="{6189556E-3962-4168-85E4-740FCD1C2F93}" dt="2024-09-12T16:12:35.649" v="1857" actId="1035"/>
          <ac:picMkLst>
            <pc:docMk/>
            <pc:sldMk cId="3686302970" sldId="2146848081"/>
            <ac:picMk id="115" creationId="{0B64BAEE-1E0B-0F67-8C4A-653CD35C219A}"/>
          </ac:picMkLst>
        </pc:picChg>
        <pc:picChg chg="add mod">
          <ac:chgData name="Dhawan, Shubham" userId="e457b5f3-1f3d-4d58-917e-9019c3073c41" providerId="ADAL" clId="{6189556E-3962-4168-85E4-740FCD1C2F93}" dt="2024-09-12T16:12:35.649" v="1857" actId="1035"/>
          <ac:picMkLst>
            <pc:docMk/>
            <pc:sldMk cId="3686302970" sldId="2146848081"/>
            <ac:picMk id="116" creationId="{73553195-615A-8D94-CF28-B3B0120B6086}"/>
          </ac:picMkLst>
        </pc:picChg>
        <pc:picChg chg="add mod">
          <ac:chgData name="Dhawan, Shubham" userId="e457b5f3-1f3d-4d58-917e-9019c3073c41" providerId="ADAL" clId="{6189556E-3962-4168-85E4-740FCD1C2F93}" dt="2024-09-12T16:12:35.649" v="1857" actId="1035"/>
          <ac:picMkLst>
            <pc:docMk/>
            <pc:sldMk cId="3686302970" sldId="2146848081"/>
            <ac:picMk id="4098" creationId="{3BD69381-6FB2-A85F-75E0-5ADC37BF3CCC}"/>
          </ac:picMkLst>
        </pc:picChg>
        <pc:cxnChg chg="add mod">
          <ac:chgData name="Dhawan, Shubham" userId="e457b5f3-1f3d-4d58-917e-9019c3073c41" providerId="ADAL" clId="{6189556E-3962-4168-85E4-740FCD1C2F93}" dt="2024-09-12T16:12:35.649" v="1857" actId="1035"/>
          <ac:cxnSpMkLst>
            <pc:docMk/>
            <pc:sldMk cId="3686302970" sldId="2146848081"/>
            <ac:cxnSpMk id="56" creationId="{FE2572C6-1601-37A3-1562-1FD85FE3FABC}"/>
          </ac:cxnSpMkLst>
        </pc:cxnChg>
        <pc:cxnChg chg="add mod">
          <ac:chgData name="Dhawan, Shubham" userId="e457b5f3-1f3d-4d58-917e-9019c3073c41" providerId="ADAL" clId="{6189556E-3962-4168-85E4-740FCD1C2F93}" dt="2024-09-12T16:12:35.649" v="1857" actId="1035"/>
          <ac:cxnSpMkLst>
            <pc:docMk/>
            <pc:sldMk cId="3686302970" sldId="2146848081"/>
            <ac:cxnSpMk id="62" creationId="{F00F2AC6-5DCA-4845-F96C-77E2A410C02A}"/>
          </ac:cxnSpMkLst>
        </pc:cxnChg>
        <pc:cxnChg chg="add mod">
          <ac:chgData name="Dhawan, Shubham" userId="e457b5f3-1f3d-4d58-917e-9019c3073c41" providerId="ADAL" clId="{6189556E-3962-4168-85E4-740FCD1C2F93}" dt="2024-09-12T16:12:35.649" v="1857" actId="1035"/>
          <ac:cxnSpMkLst>
            <pc:docMk/>
            <pc:sldMk cId="3686302970" sldId="2146848081"/>
            <ac:cxnSpMk id="64" creationId="{E5B34A28-97E4-E343-E9F0-DF9783BB503A}"/>
          </ac:cxnSpMkLst>
        </pc:cxnChg>
        <pc:cxnChg chg="add mod">
          <ac:chgData name="Dhawan, Shubham" userId="e457b5f3-1f3d-4d58-917e-9019c3073c41" providerId="ADAL" clId="{6189556E-3962-4168-85E4-740FCD1C2F93}" dt="2024-09-12T16:12:35.649" v="1857" actId="1035"/>
          <ac:cxnSpMkLst>
            <pc:docMk/>
            <pc:sldMk cId="3686302970" sldId="2146848081"/>
            <ac:cxnSpMk id="66" creationId="{E44BF6A6-E8BB-9F87-D9A8-B45E3D1FEF01}"/>
          </ac:cxnSpMkLst>
        </pc:cxnChg>
        <pc:cxnChg chg="add mod">
          <ac:chgData name="Dhawan, Shubham" userId="e457b5f3-1f3d-4d58-917e-9019c3073c41" providerId="ADAL" clId="{6189556E-3962-4168-85E4-740FCD1C2F93}" dt="2024-09-12T16:12:35.649" v="1857" actId="1035"/>
          <ac:cxnSpMkLst>
            <pc:docMk/>
            <pc:sldMk cId="3686302970" sldId="2146848081"/>
            <ac:cxnSpMk id="86" creationId="{202D6C82-3B43-9262-8341-22FE177D6815}"/>
          </ac:cxnSpMkLst>
        </pc:cxnChg>
        <pc:cxnChg chg="add mod">
          <ac:chgData name="Dhawan, Shubham" userId="e457b5f3-1f3d-4d58-917e-9019c3073c41" providerId="ADAL" clId="{6189556E-3962-4168-85E4-740FCD1C2F93}" dt="2024-09-12T16:12:35.649" v="1857" actId="1035"/>
          <ac:cxnSpMkLst>
            <pc:docMk/>
            <pc:sldMk cId="3686302970" sldId="2146848081"/>
            <ac:cxnSpMk id="87" creationId="{4C72A5B6-EC66-3CB6-E5DA-036AF71D3510}"/>
          </ac:cxnSpMkLst>
        </pc:cxnChg>
        <pc:cxnChg chg="add mod">
          <ac:chgData name="Dhawan, Shubham" userId="e457b5f3-1f3d-4d58-917e-9019c3073c41" providerId="ADAL" clId="{6189556E-3962-4168-85E4-740FCD1C2F93}" dt="2024-09-12T16:12:35.649" v="1857" actId="1035"/>
          <ac:cxnSpMkLst>
            <pc:docMk/>
            <pc:sldMk cId="3686302970" sldId="2146848081"/>
            <ac:cxnSpMk id="88" creationId="{D4526FA9-EDF7-2A19-7523-59D8392EA389}"/>
          </ac:cxnSpMkLst>
        </pc:cxnChg>
        <pc:cxnChg chg="add mod">
          <ac:chgData name="Dhawan, Shubham" userId="e457b5f3-1f3d-4d58-917e-9019c3073c41" providerId="ADAL" clId="{6189556E-3962-4168-85E4-740FCD1C2F93}" dt="2024-09-12T16:12:35.649" v="1857" actId="1035"/>
          <ac:cxnSpMkLst>
            <pc:docMk/>
            <pc:sldMk cId="3686302970" sldId="2146848081"/>
            <ac:cxnSpMk id="98" creationId="{F49635A4-4D03-B633-1E32-412AD4992BF4}"/>
          </ac:cxnSpMkLst>
        </pc:cxnChg>
        <pc:cxnChg chg="add del mod">
          <ac:chgData name="Dhawan, Shubham" userId="e457b5f3-1f3d-4d58-917e-9019c3073c41" providerId="ADAL" clId="{6189556E-3962-4168-85E4-740FCD1C2F93}" dt="2024-09-12T16:12:39.694" v="1859" actId="21"/>
          <ac:cxnSpMkLst>
            <pc:docMk/>
            <pc:sldMk cId="3686302970" sldId="2146848081"/>
            <ac:cxnSpMk id="117" creationId="{7B5EB8B3-826E-42C8-5340-3D14B729A10E}"/>
          </ac:cxnSpMkLst>
        </pc:cxnChg>
      </pc:sldChg>
      <pc:sldChg chg="addSp delSp modSp mod ord">
        <pc:chgData name="Dhawan, Shubham" userId="e457b5f3-1f3d-4d58-917e-9019c3073c41" providerId="ADAL" clId="{6189556E-3962-4168-85E4-740FCD1C2F93}" dt="2024-09-12T16:19:42.081" v="1900" actId="403"/>
        <pc:sldMkLst>
          <pc:docMk/>
          <pc:sldMk cId="3737621995" sldId="2146848082"/>
        </pc:sldMkLst>
        <pc:spChg chg="add mod">
          <ac:chgData name="Dhawan, Shubham" userId="e457b5f3-1f3d-4d58-917e-9019c3073c41" providerId="ADAL" clId="{6189556E-3962-4168-85E4-740FCD1C2F93}" dt="2024-09-12T16:19:19.095" v="1896" actId="404"/>
          <ac:spMkLst>
            <pc:docMk/>
            <pc:sldMk cId="3737621995" sldId="2146848082"/>
            <ac:spMk id="3" creationId="{121A1293-B134-301F-3DD2-BC7FB1E4EEB7}"/>
          </ac:spMkLst>
        </pc:spChg>
        <pc:spChg chg="add mod">
          <ac:chgData name="Dhawan, Shubham" userId="e457b5f3-1f3d-4d58-917e-9019c3073c41" providerId="ADAL" clId="{6189556E-3962-4168-85E4-740FCD1C2F93}" dt="2024-09-12T16:19:25.843" v="1897" actId="403"/>
          <ac:spMkLst>
            <pc:docMk/>
            <pc:sldMk cId="3737621995" sldId="2146848082"/>
            <ac:spMk id="4" creationId="{FDD9A514-99A9-308C-79CA-275EE8C23DDE}"/>
          </ac:spMkLst>
        </pc:spChg>
        <pc:spChg chg="add mod">
          <ac:chgData name="Dhawan, Shubham" userId="e457b5f3-1f3d-4d58-917e-9019c3073c41" providerId="ADAL" clId="{6189556E-3962-4168-85E4-740FCD1C2F93}" dt="2024-09-12T16:19:19.095" v="1896" actId="404"/>
          <ac:spMkLst>
            <pc:docMk/>
            <pc:sldMk cId="3737621995" sldId="2146848082"/>
            <ac:spMk id="5" creationId="{42782C7C-7769-951F-514E-49995218CFA1}"/>
          </ac:spMkLst>
        </pc:spChg>
        <pc:spChg chg="add mod">
          <ac:chgData name="Dhawan, Shubham" userId="e457b5f3-1f3d-4d58-917e-9019c3073c41" providerId="ADAL" clId="{6189556E-3962-4168-85E4-740FCD1C2F93}" dt="2024-09-12T16:19:31.293" v="1898" actId="403"/>
          <ac:spMkLst>
            <pc:docMk/>
            <pc:sldMk cId="3737621995" sldId="2146848082"/>
            <ac:spMk id="6" creationId="{B5307A64-384B-77E9-5623-FFBE8C0A9897}"/>
          </ac:spMkLst>
        </pc:spChg>
        <pc:spChg chg="add mod">
          <ac:chgData name="Dhawan, Shubham" userId="e457b5f3-1f3d-4d58-917e-9019c3073c41" providerId="ADAL" clId="{6189556E-3962-4168-85E4-740FCD1C2F93}" dt="2024-09-12T16:19:19.095" v="1896" actId="404"/>
          <ac:spMkLst>
            <pc:docMk/>
            <pc:sldMk cId="3737621995" sldId="2146848082"/>
            <ac:spMk id="7" creationId="{088507DA-548E-AD8F-9F5E-F68A9D0C6691}"/>
          </ac:spMkLst>
        </pc:spChg>
        <pc:spChg chg="add mod">
          <ac:chgData name="Dhawan, Shubham" userId="e457b5f3-1f3d-4d58-917e-9019c3073c41" providerId="ADAL" clId="{6189556E-3962-4168-85E4-740FCD1C2F93}" dt="2024-09-12T16:19:36.777" v="1899" actId="403"/>
          <ac:spMkLst>
            <pc:docMk/>
            <pc:sldMk cId="3737621995" sldId="2146848082"/>
            <ac:spMk id="8" creationId="{51E4EC3D-97A2-A9D5-7F35-1390A69C7D87}"/>
          </ac:spMkLst>
        </pc:spChg>
        <pc:spChg chg="add mod">
          <ac:chgData name="Dhawan, Shubham" userId="e457b5f3-1f3d-4d58-917e-9019c3073c41" providerId="ADAL" clId="{6189556E-3962-4168-85E4-740FCD1C2F93}" dt="2024-09-12T16:19:19.095" v="1896" actId="404"/>
          <ac:spMkLst>
            <pc:docMk/>
            <pc:sldMk cId="3737621995" sldId="2146848082"/>
            <ac:spMk id="9" creationId="{B62E93AA-5C89-05B3-6EDA-DEB2FA9CF38B}"/>
          </ac:spMkLst>
        </pc:spChg>
        <pc:spChg chg="mod">
          <ac:chgData name="Dhawan, Shubham" userId="e457b5f3-1f3d-4d58-917e-9019c3073c41" providerId="ADAL" clId="{6189556E-3962-4168-85E4-740FCD1C2F93}" dt="2024-09-12T15:10:33.885" v="600" actId="20577"/>
          <ac:spMkLst>
            <pc:docMk/>
            <pc:sldMk cId="3737621995" sldId="2146848082"/>
            <ac:spMk id="11" creationId="{09E5F9FD-CF4E-4608-9B95-8BBC6E87A63B}"/>
          </ac:spMkLst>
        </pc:spChg>
        <pc:spChg chg="add mod">
          <ac:chgData name="Dhawan, Shubham" userId="e457b5f3-1f3d-4d58-917e-9019c3073c41" providerId="ADAL" clId="{6189556E-3962-4168-85E4-740FCD1C2F93}" dt="2024-09-12T16:19:42.081" v="1900" actId="403"/>
          <ac:spMkLst>
            <pc:docMk/>
            <pc:sldMk cId="3737621995" sldId="2146848082"/>
            <ac:spMk id="12" creationId="{62C4A8F0-8B43-9122-66C7-280AB3EEFBFD}"/>
          </ac:spMkLst>
        </pc:spChg>
        <pc:spChg chg="mod">
          <ac:chgData name="Dhawan, Shubham" userId="e457b5f3-1f3d-4d58-917e-9019c3073c41" providerId="ADAL" clId="{6189556E-3962-4168-85E4-740FCD1C2F93}" dt="2024-09-12T16:19:19.095" v="1896" actId="404"/>
          <ac:spMkLst>
            <pc:docMk/>
            <pc:sldMk cId="3737621995" sldId="2146848082"/>
            <ac:spMk id="14" creationId="{4833AA6E-D1B5-A488-085C-BE1A5227BA13}"/>
          </ac:spMkLst>
        </pc:spChg>
        <pc:spChg chg="mod">
          <ac:chgData name="Dhawan, Shubham" userId="e457b5f3-1f3d-4d58-917e-9019c3073c41" providerId="ADAL" clId="{6189556E-3962-4168-85E4-740FCD1C2F93}" dt="2024-09-12T16:19:19.095" v="1896" actId="404"/>
          <ac:spMkLst>
            <pc:docMk/>
            <pc:sldMk cId="3737621995" sldId="2146848082"/>
            <ac:spMk id="15" creationId="{B168E4EB-A304-573C-6382-E3218DD58429}"/>
          </ac:spMkLst>
        </pc:spChg>
        <pc:spChg chg="mod">
          <ac:chgData name="Dhawan, Shubham" userId="e457b5f3-1f3d-4d58-917e-9019c3073c41" providerId="ADAL" clId="{6189556E-3962-4168-85E4-740FCD1C2F93}" dt="2024-09-12T16:19:19.095" v="1896" actId="404"/>
          <ac:spMkLst>
            <pc:docMk/>
            <pc:sldMk cId="3737621995" sldId="2146848082"/>
            <ac:spMk id="16" creationId="{61F4251D-7BF4-3C35-60AC-EE2A2C020DC4}"/>
          </ac:spMkLst>
        </pc:spChg>
        <pc:spChg chg="mod">
          <ac:chgData name="Dhawan, Shubham" userId="e457b5f3-1f3d-4d58-917e-9019c3073c41" providerId="ADAL" clId="{6189556E-3962-4168-85E4-740FCD1C2F93}" dt="2024-09-12T16:19:19.095" v="1896" actId="404"/>
          <ac:spMkLst>
            <pc:docMk/>
            <pc:sldMk cId="3737621995" sldId="2146848082"/>
            <ac:spMk id="17" creationId="{DBE8A96D-883C-7143-7C30-09CC3E76E8AC}"/>
          </ac:spMkLst>
        </pc:spChg>
        <pc:spChg chg="mod">
          <ac:chgData name="Dhawan, Shubham" userId="e457b5f3-1f3d-4d58-917e-9019c3073c41" providerId="ADAL" clId="{6189556E-3962-4168-85E4-740FCD1C2F93}" dt="2024-09-12T16:19:19.095" v="1896" actId="404"/>
          <ac:spMkLst>
            <pc:docMk/>
            <pc:sldMk cId="3737621995" sldId="2146848082"/>
            <ac:spMk id="18" creationId="{D5692D62-EA65-2127-665A-D7E17D1135FA}"/>
          </ac:spMkLst>
        </pc:spChg>
        <pc:spChg chg="mod">
          <ac:chgData name="Dhawan, Shubham" userId="e457b5f3-1f3d-4d58-917e-9019c3073c41" providerId="ADAL" clId="{6189556E-3962-4168-85E4-740FCD1C2F93}" dt="2024-09-12T16:19:19.095" v="1896" actId="404"/>
          <ac:spMkLst>
            <pc:docMk/>
            <pc:sldMk cId="3737621995" sldId="2146848082"/>
            <ac:spMk id="19" creationId="{471C8F1A-EF08-6910-81A0-57917C9AF03D}"/>
          </ac:spMkLst>
        </pc:spChg>
        <pc:spChg chg="mod">
          <ac:chgData name="Dhawan, Shubham" userId="e457b5f3-1f3d-4d58-917e-9019c3073c41" providerId="ADAL" clId="{6189556E-3962-4168-85E4-740FCD1C2F93}" dt="2024-09-12T16:19:19.095" v="1896" actId="404"/>
          <ac:spMkLst>
            <pc:docMk/>
            <pc:sldMk cId="3737621995" sldId="2146848082"/>
            <ac:spMk id="20" creationId="{82973234-7F5A-997C-3B10-4D19A6FED2B8}"/>
          </ac:spMkLst>
        </pc:spChg>
        <pc:spChg chg="mod">
          <ac:chgData name="Dhawan, Shubham" userId="e457b5f3-1f3d-4d58-917e-9019c3073c41" providerId="ADAL" clId="{6189556E-3962-4168-85E4-740FCD1C2F93}" dt="2024-09-12T16:19:19.095" v="1896" actId="404"/>
          <ac:spMkLst>
            <pc:docMk/>
            <pc:sldMk cId="3737621995" sldId="2146848082"/>
            <ac:spMk id="21" creationId="{A89A6F15-3220-E0CE-F0F2-FB2AFB2DD393}"/>
          </ac:spMkLst>
        </pc:spChg>
        <pc:spChg chg="add mod">
          <ac:chgData name="Dhawan, Shubham" userId="e457b5f3-1f3d-4d58-917e-9019c3073c41" providerId="ADAL" clId="{6189556E-3962-4168-85E4-740FCD1C2F93}" dt="2024-09-12T16:19:19.095" v="1896" actId="404"/>
          <ac:spMkLst>
            <pc:docMk/>
            <pc:sldMk cId="3737621995" sldId="2146848082"/>
            <ac:spMk id="22" creationId="{25AF408C-054F-EB0E-E707-8C4276516B05}"/>
          </ac:spMkLst>
        </pc:spChg>
        <pc:spChg chg="add mod">
          <ac:chgData name="Dhawan, Shubham" userId="e457b5f3-1f3d-4d58-917e-9019c3073c41" providerId="ADAL" clId="{6189556E-3962-4168-85E4-740FCD1C2F93}" dt="2024-09-12T16:19:19.095" v="1896" actId="404"/>
          <ac:spMkLst>
            <pc:docMk/>
            <pc:sldMk cId="3737621995" sldId="2146848082"/>
            <ac:spMk id="23" creationId="{3CCCD73E-FCEC-46E3-381F-15E7D2C5FED6}"/>
          </ac:spMkLst>
        </pc:spChg>
        <pc:spChg chg="add mod">
          <ac:chgData name="Dhawan, Shubham" userId="e457b5f3-1f3d-4d58-917e-9019c3073c41" providerId="ADAL" clId="{6189556E-3962-4168-85E4-740FCD1C2F93}" dt="2024-09-12T16:12:22.182" v="1851" actId="1036"/>
          <ac:spMkLst>
            <pc:docMk/>
            <pc:sldMk cId="3737621995" sldId="2146848082"/>
            <ac:spMk id="24" creationId="{5375A2E5-27C6-CACD-95F3-75E35E9B3924}"/>
          </ac:spMkLst>
        </pc:spChg>
        <pc:spChg chg="add mod">
          <ac:chgData name="Dhawan, Shubham" userId="e457b5f3-1f3d-4d58-917e-9019c3073c41" providerId="ADAL" clId="{6189556E-3962-4168-85E4-740FCD1C2F93}" dt="2024-09-12T16:12:22.182" v="1851" actId="1036"/>
          <ac:spMkLst>
            <pc:docMk/>
            <pc:sldMk cId="3737621995" sldId="2146848082"/>
            <ac:spMk id="25" creationId="{4DF9E264-FDAC-978B-B0D1-2C08B2E8A9F7}"/>
          </ac:spMkLst>
        </pc:spChg>
        <pc:spChg chg="add mod">
          <ac:chgData name="Dhawan, Shubham" userId="e457b5f3-1f3d-4d58-917e-9019c3073c41" providerId="ADAL" clId="{6189556E-3962-4168-85E4-740FCD1C2F93}" dt="2024-09-12T16:12:22.182" v="1851" actId="1036"/>
          <ac:spMkLst>
            <pc:docMk/>
            <pc:sldMk cId="3737621995" sldId="2146848082"/>
            <ac:spMk id="26" creationId="{21934960-88B7-17BC-2348-BF8FD22AC46B}"/>
          </ac:spMkLst>
        </pc:spChg>
        <pc:spChg chg="add mod">
          <ac:chgData name="Dhawan, Shubham" userId="e457b5f3-1f3d-4d58-917e-9019c3073c41" providerId="ADAL" clId="{6189556E-3962-4168-85E4-740FCD1C2F93}" dt="2024-09-12T16:12:22.182" v="1851" actId="1036"/>
          <ac:spMkLst>
            <pc:docMk/>
            <pc:sldMk cId="3737621995" sldId="2146848082"/>
            <ac:spMk id="27" creationId="{CE10A19D-C056-985E-16B8-B539FFDA4396}"/>
          </ac:spMkLst>
        </pc:spChg>
        <pc:spChg chg="add mod">
          <ac:chgData name="Dhawan, Shubham" userId="e457b5f3-1f3d-4d58-917e-9019c3073c41" providerId="ADAL" clId="{6189556E-3962-4168-85E4-740FCD1C2F93}" dt="2024-09-12T16:12:22.182" v="1851" actId="1036"/>
          <ac:spMkLst>
            <pc:docMk/>
            <pc:sldMk cId="3737621995" sldId="2146848082"/>
            <ac:spMk id="28" creationId="{9CA62075-02A6-3C29-417B-804C513F8AE0}"/>
          </ac:spMkLst>
        </pc:spChg>
        <pc:spChg chg="add mod">
          <ac:chgData name="Dhawan, Shubham" userId="e457b5f3-1f3d-4d58-917e-9019c3073c41" providerId="ADAL" clId="{6189556E-3962-4168-85E4-740FCD1C2F93}" dt="2024-09-12T16:12:22.182" v="1851" actId="1036"/>
          <ac:spMkLst>
            <pc:docMk/>
            <pc:sldMk cId="3737621995" sldId="2146848082"/>
            <ac:spMk id="29" creationId="{DA9E2400-CD06-9D55-E356-52959C44B05B}"/>
          </ac:spMkLst>
        </pc:spChg>
        <pc:spChg chg="add mod">
          <ac:chgData name="Dhawan, Shubham" userId="e457b5f3-1f3d-4d58-917e-9019c3073c41" providerId="ADAL" clId="{6189556E-3962-4168-85E4-740FCD1C2F93}" dt="2024-09-12T16:12:22.182" v="1851" actId="1036"/>
          <ac:spMkLst>
            <pc:docMk/>
            <pc:sldMk cId="3737621995" sldId="2146848082"/>
            <ac:spMk id="30" creationId="{79AC840B-1992-07D0-9B50-CCE7FF5183F8}"/>
          </ac:spMkLst>
        </pc:spChg>
        <pc:spChg chg="add mod">
          <ac:chgData name="Dhawan, Shubham" userId="e457b5f3-1f3d-4d58-917e-9019c3073c41" providerId="ADAL" clId="{6189556E-3962-4168-85E4-740FCD1C2F93}" dt="2024-09-12T16:12:22.182" v="1851" actId="1036"/>
          <ac:spMkLst>
            <pc:docMk/>
            <pc:sldMk cId="3737621995" sldId="2146848082"/>
            <ac:spMk id="31" creationId="{4AD93193-FF84-C5E6-1789-D2A0BFCB9FBA}"/>
          </ac:spMkLst>
        </pc:spChg>
        <pc:spChg chg="mod">
          <ac:chgData name="Dhawan, Shubham" userId="e457b5f3-1f3d-4d58-917e-9019c3073c41" providerId="ADAL" clId="{6189556E-3962-4168-85E4-740FCD1C2F93}" dt="2024-09-12T16:12:22.182" v="1851" actId="1036"/>
          <ac:spMkLst>
            <pc:docMk/>
            <pc:sldMk cId="3737621995" sldId="2146848082"/>
            <ac:spMk id="33" creationId="{3EC7C219-6CF5-FC65-3B51-D4F400353F37}"/>
          </ac:spMkLst>
        </pc:spChg>
        <pc:spChg chg="mod">
          <ac:chgData name="Dhawan, Shubham" userId="e457b5f3-1f3d-4d58-917e-9019c3073c41" providerId="ADAL" clId="{6189556E-3962-4168-85E4-740FCD1C2F93}" dt="2024-09-12T16:12:22.182" v="1851" actId="1036"/>
          <ac:spMkLst>
            <pc:docMk/>
            <pc:sldMk cId="3737621995" sldId="2146848082"/>
            <ac:spMk id="34" creationId="{B60223B4-2459-6776-6F43-14F7819FF050}"/>
          </ac:spMkLst>
        </pc:spChg>
        <pc:spChg chg="mod">
          <ac:chgData name="Dhawan, Shubham" userId="e457b5f3-1f3d-4d58-917e-9019c3073c41" providerId="ADAL" clId="{6189556E-3962-4168-85E4-740FCD1C2F93}" dt="2024-09-12T16:12:22.182" v="1851" actId="1036"/>
          <ac:spMkLst>
            <pc:docMk/>
            <pc:sldMk cId="3737621995" sldId="2146848082"/>
            <ac:spMk id="35" creationId="{661AB553-E9D9-8379-E8F9-BA677D28D1C1}"/>
          </ac:spMkLst>
        </pc:spChg>
        <pc:spChg chg="mod">
          <ac:chgData name="Dhawan, Shubham" userId="e457b5f3-1f3d-4d58-917e-9019c3073c41" providerId="ADAL" clId="{6189556E-3962-4168-85E4-740FCD1C2F93}" dt="2024-09-12T16:12:22.182" v="1851" actId="1036"/>
          <ac:spMkLst>
            <pc:docMk/>
            <pc:sldMk cId="3737621995" sldId="2146848082"/>
            <ac:spMk id="36" creationId="{8B725272-C0EB-FDA8-7940-03657B15737B}"/>
          </ac:spMkLst>
        </pc:spChg>
        <pc:spChg chg="add mod">
          <ac:chgData name="Dhawan, Shubham" userId="e457b5f3-1f3d-4d58-917e-9019c3073c41" providerId="ADAL" clId="{6189556E-3962-4168-85E4-740FCD1C2F93}" dt="2024-09-12T16:12:22.182" v="1851" actId="1036"/>
          <ac:spMkLst>
            <pc:docMk/>
            <pc:sldMk cId="3737621995" sldId="2146848082"/>
            <ac:spMk id="37" creationId="{53828872-C4DC-154B-B552-891C0A0ADD94}"/>
          </ac:spMkLst>
        </pc:spChg>
        <pc:spChg chg="add mod">
          <ac:chgData name="Dhawan, Shubham" userId="e457b5f3-1f3d-4d58-917e-9019c3073c41" providerId="ADAL" clId="{6189556E-3962-4168-85E4-740FCD1C2F93}" dt="2024-09-12T16:12:22.182" v="1851" actId="1036"/>
          <ac:spMkLst>
            <pc:docMk/>
            <pc:sldMk cId="3737621995" sldId="2146848082"/>
            <ac:spMk id="38" creationId="{3D564AAD-E7B4-F654-E369-0853EFC1347B}"/>
          </ac:spMkLst>
        </pc:spChg>
        <pc:spChg chg="add mod">
          <ac:chgData name="Dhawan, Shubham" userId="e457b5f3-1f3d-4d58-917e-9019c3073c41" providerId="ADAL" clId="{6189556E-3962-4168-85E4-740FCD1C2F93}" dt="2024-09-12T16:12:22.182" v="1851" actId="1036"/>
          <ac:spMkLst>
            <pc:docMk/>
            <pc:sldMk cId="3737621995" sldId="2146848082"/>
            <ac:spMk id="39" creationId="{0CA1FEE8-4A7A-E848-EE8C-D93B8D4120A4}"/>
          </ac:spMkLst>
        </pc:spChg>
        <pc:spChg chg="add mod">
          <ac:chgData name="Dhawan, Shubham" userId="e457b5f3-1f3d-4d58-917e-9019c3073c41" providerId="ADAL" clId="{6189556E-3962-4168-85E4-740FCD1C2F93}" dt="2024-09-12T16:12:22.182" v="1851" actId="1036"/>
          <ac:spMkLst>
            <pc:docMk/>
            <pc:sldMk cId="3737621995" sldId="2146848082"/>
            <ac:spMk id="40" creationId="{E244F48F-0C7D-083E-220F-2189E9DC19E7}"/>
          </ac:spMkLst>
        </pc:spChg>
        <pc:spChg chg="add mod">
          <ac:chgData name="Dhawan, Shubham" userId="e457b5f3-1f3d-4d58-917e-9019c3073c41" providerId="ADAL" clId="{6189556E-3962-4168-85E4-740FCD1C2F93}" dt="2024-09-12T16:12:22.182" v="1851" actId="1036"/>
          <ac:spMkLst>
            <pc:docMk/>
            <pc:sldMk cId="3737621995" sldId="2146848082"/>
            <ac:spMk id="41" creationId="{9AFC9B77-FCF2-BB46-7243-9191A4D701FB}"/>
          </ac:spMkLst>
        </pc:spChg>
        <pc:spChg chg="add mod">
          <ac:chgData name="Dhawan, Shubham" userId="e457b5f3-1f3d-4d58-917e-9019c3073c41" providerId="ADAL" clId="{6189556E-3962-4168-85E4-740FCD1C2F93}" dt="2024-09-12T16:12:22.182" v="1851" actId="1036"/>
          <ac:spMkLst>
            <pc:docMk/>
            <pc:sldMk cId="3737621995" sldId="2146848082"/>
            <ac:spMk id="42" creationId="{140E4BC5-0CF2-C791-0254-52E6A7B5EA1B}"/>
          </ac:spMkLst>
        </pc:spChg>
        <pc:spChg chg="add mod">
          <ac:chgData name="Dhawan, Shubham" userId="e457b5f3-1f3d-4d58-917e-9019c3073c41" providerId="ADAL" clId="{6189556E-3962-4168-85E4-740FCD1C2F93}" dt="2024-09-12T16:12:22.182" v="1851" actId="1036"/>
          <ac:spMkLst>
            <pc:docMk/>
            <pc:sldMk cId="3737621995" sldId="2146848082"/>
            <ac:spMk id="43" creationId="{FED19843-9298-772F-97CF-21C6C359390A}"/>
          </ac:spMkLst>
        </pc:spChg>
        <pc:spChg chg="add mod">
          <ac:chgData name="Dhawan, Shubham" userId="e457b5f3-1f3d-4d58-917e-9019c3073c41" providerId="ADAL" clId="{6189556E-3962-4168-85E4-740FCD1C2F93}" dt="2024-09-12T16:12:22.182" v="1851" actId="1036"/>
          <ac:spMkLst>
            <pc:docMk/>
            <pc:sldMk cId="3737621995" sldId="2146848082"/>
            <ac:spMk id="44" creationId="{E6905687-CC9D-E06D-9B00-E94184712B04}"/>
          </ac:spMkLst>
        </pc:spChg>
        <pc:spChg chg="add mod">
          <ac:chgData name="Dhawan, Shubham" userId="e457b5f3-1f3d-4d58-917e-9019c3073c41" providerId="ADAL" clId="{6189556E-3962-4168-85E4-740FCD1C2F93}" dt="2024-09-12T16:12:22.182" v="1851" actId="1036"/>
          <ac:spMkLst>
            <pc:docMk/>
            <pc:sldMk cId="3737621995" sldId="2146848082"/>
            <ac:spMk id="46" creationId="{8EF4C1FD-217F-185C-5670-19B54E78D8D5}"/>
          </ac:spMkLst>
        </pc:spChg>
        <pc:spChg chg="add mod">
          <ac:chgData name="Dhawan, Shubham" userId="e457b5f3-1f3d-4d58-917e-9019c3073c41" providerId="ADAL" clId="{6189556E-3962-4168-85E4-740FCD1C2F93}" dt="2024-09-12T16:12:22.182" v="1851" actId="1036"/>
          <ac:spMkLst>
            <pc:docMk/>
            <pc:sldMk cId="3737621995" sldId="2146848082"/>
            <ac:spMk id="47" creationId="{8587D04F-B67F-BB7A-BF6D-A9F60415186A}"/>
          </ac:spMkLst>
        </pc:spChg>
        <pc:spChg chg="add mod">
          <ac:chgData name="Dhawan, Shubham" userId="e457b5f3-1f3d-4d58-917e-9019c3073c41" providerId="ADAL" clId="{6189556E-3962-4168-85E4-740FCD1C2F93}" dt="2024-09-12T16:12:22.182" v="1851" actId="1036"/>
          <ac:spMkLst>
            <pc:docMk/>
            <pc:sldMk cId="3737621995" sldId="2146848082"/>
            <ac:spMk id="48" creationId="{918EBAA9-F3D2-4755-7D23-2B8204FEED08}"/>
          </ac:spMkLst>
        </pc:spChg>
        <pc:spChg chg="add mod">
          <ac:chgData name="Dhawan, Shubham" userId="e457b5f3-1f3d-4d58-917e-9019c3073c41" providerId="ADAL" clId="{6189556E-3962-4168-85E4-740FCD1C2F93}" dt="2024-09-12T16:12:22.182" v="1851" actId="1036"/>
          <ac:spMkLst>
            <pc:docMk/>
            <pc:sldMk cId="3737621995" sldId="2146848082"/>
            <ac:spMk id="49" creationId="{D45079F0-75F2-FB87-F715-D485F7B30F1C}"/>
          </ac:spMkLst>
        </pc:spChg>
        <pc:spChg chg="add mod">
          <ac:chgData name="Dhawan, Shubham" userId="e457b5f3-1f3d-4d58-917e-9019c3073c41" providerId="ADAL" clId="{6189556E-3962-4168-85E4-740FCD1C2F93}" dt="2024-09-12T16:12:22.182" v="1851" actId="1036"/>
          <ac:spMkLst>
            <pc:docMk/>
            <pc:sldMk cId="3737621995" sldId="2146848082"/>
            <ac:spMk id="50" creationId="{BE6ADF33-4B5A-AA64-5206-10C49F5896FD}"/>
          </ac:spMkLst>
        </pc:spChg>
        <pc:spChg chg="add mod">
          <ac:chgData name="Dhawan, Shubham" userId="e457b5f3-1f3d-4d58-917e-9019c3073c41" providerId="ADAL" clId="{6189556E-3962-4168-85E4-740FCD1C2F93}" dt="2024-09-12T16:12:22.182" v="1851" actId="1036"/>
          <ac:spMkLst>
            <pc:docMk/>
            <pc:sldMk cId="3737621995" sldId="2146848082"/>
            <ac:spMk id="51" creationId="{9ACC4C79-003C-68F6-4B36-E97668F01F54}"/>
          </ac:spMkLst>
        </pc:spChg>
        <pc:spChg chg="add mod">
          <ac:chgData name="Dhawan, Shubham" userId="e457b5f3-1f3d-4d58-917e-9019c3073c41" providerId="ADAL" clId="{6189556E-3962-4168-85E4-740FCD1C2F93}" dt="2024-09-12T16:12:22.182" v="1851" actId="1036"/>
          <ac:spMkLst>
            <pc:docMk/>
            <pc:sldMk cId="3737621995" sldId="2146848082"/>
            <ac:spMk id="52" creationId="{4E8F8704-BD26-C28C-5F73-0FA914996343}"/>
          </ac:spMkLst>
        </pc:spChg>
        <pc:spChg chg="add mod">
          <ac:chgData name="Dhawan, Shubham" userId="e457b5f3-1f3d-4d58-917e-9019c3073c41" providerId="ADAL" clId="{6189556E-3962-4168-85E4-740FCD1C2F93}" dt="2024-09-12T16:12:22.182" v="1851" actId="1036"/>
          <ac:spMkLst>
            <pc:docMk/>
            <pc:sldMk cId="3737621995" sldId="2146848082"/>
            <ac:spMk id="53" creationId="{009C6083-710B-CCF3-06BF-425E65FAC6EB}"/>
          </ac:spMkLst>
        </pc:spChg>
        <pc:spChg chg="add mod">
          <ac:chgData name="Dhawan, Shubham" userId="e457b5f3-1f3d-4d58-917e-9019c3073c41" providerId="ADAL" clId="{6189556E-3962-4168-85E4-740FCD1C2F93}" dt="2024-09-12T16:12:22.182" v="1851" actId="1036"/>
          <ac:spMkLst>
            <pc:docMk/>
            <pc:sldMk cId="3737621995" sldId="2146848082"/>
            <ac:spMk id="54" creationId="{FDDD0A75-0BF7-0638-E476-398B2943893A}"/>
          </ac:spMkLst>
        </pc:spChg>
        <pc:spChg chg="add mod">
          <ac:chgData name="Dhawan, Shubham" userId="e457b5f3-1f3d-4d58-917e-9019c3073c41" providerId="ADAL" clId="{6189556E-3962-4168-85E4-740FCD1C2F93}" dt="2024-09-12T16:12:22.182" v="1851" actId="1036"/>
          <ac:spMkLst>
            <pc:docMk/>
            <pc:sldMk cId="3737621995" sldId="2146848082"/>
            <ac:spMk id="55" creationId="{D5143424-29FF-2CC3-BBCC-625326E40CDE}"/>
          </ac:spMkLst>
        </pc:spChg>
        <pc:spChg chg="add mod">
          <ac:chgData name="Dhawan, Shubham" userId="e457b5f3-1f3d-4d58-917e-9019c3073c41" providerId="ADAL" clId="{6189556E-3962-4168-85E4-740FCD1C2F93}" dt="2024-09-12T16:12:22.182" v="1851" actId="1036"/>
          <ac:spMkLst>
            <pc:docMk/>
            <pc:sldMk cId="3737621995" sldId="2146848082"/>
            <ac:spMk id="56" creationId="{1ECB72B6-A436-0AB3-632F-A55C02069AE0}"/>
          </ac:spMkLst>
        </pc:spChg>
        <pc:spChg chg="add mod">
          <ac:chgData name="Dhawan, Shubham" userId="e457b5f3-1f3d-4d58-917e-9019c3073c41" providerId="ADAL" clId="{6189556E-3962-4168-85E4-740FCD1C2F93}" dt="2024-09-12T16:12:22.182" v="1851" actId="1036"/>
          <ac:spMkLst>
            <pc:docMk/>
            <pc:sldMk cId="3737621995" sldId="2146848082"/>
            <ac:spMk id="57" creationId="{1F13266D-8C3C-1AFF-13E6-7F8DCE42B1D6}"/>
          </ac:spMkLst>
        </pc:spChg>
        <pc:spChg chg="add mod">
          <ac:chgData name="Dhawan, Shubham" userId="e457b5f3-1f3d-4d58-917e-9019c3073c41" providerId="ADAL" clId="{6189556E-3962-4168-85E4-740FCD1C2F93}" dt="2024-09-12T16:19:19.095" v="1896" actId="404"/>
          <ac:spMkLst>
            <pc:docMk/>
            <pc:sldMk cId="3737621995" sldId="2146848082"/>
            <ac:spMk id="58" creationId="{F3F06664-3E2C-E953-B605-A141DB18F6D1}"/>
          </ac:spMkLst>
        </pc:spChg>
        <pc:spChg chg="add mod">
          <ac:chgData name="Dhawan, Shubham" userId="e457b5f3-1f3d-4d58-917e-9019c3073c41" providerId="ADAL" clId="{6189556E-3962-4168-85E4-740FCD1C2F93}" dt="2024-09-12T16:19:19.095" v="1896" actId="404"/>
          <ac:spMkLst>
            <pc:docMk/>
            <pc:sldMk cId="3737621995" sldId="2146848082"/>
            <ac:spMk id="59" creationId="{E3B68DB6-608B-7E3D-FDBA-D831A000AC6A}"/>
          </ac:spMkLst>
        </pc:spChg>
        <pc:spChg chg="add mod">
          <ac:chgData name="Dhawan, Shubham" userId="e457b5f3-1f3d-4d58-917e-9019c3073c41" providerId="ADAL" clId="{6189556E-3962-4168-85E4-740FCD1C2F93}" dt="2024-09-12T16:19:19.095" v="1896" actId="404"/>
          <ac:spMkLst>
            <pc:docMk/>
            <pc:sldMk cId="3737621995" sldId="2146848082"/>
            <ac:spMk id="60" creationId="{893ABCDF-F380-F758-AACA-17115D4B8037}"/>
          </ac:spMkLst>
        </pc:spChg>
        <pc:spChg chg="add mod">
          <ac:chgData name="Dhawan, Shubham" userId="e457b5f3-1f3d-4d58-917e-9019c3073c41" providerId="ADAL" clId="{6189556E-3962-4168-85E4-740FCD1C2F93}" dt="2024-09-12T16:19:19.095" v="1896" actId="404"/>
          <ac:spMkLst>
            <pc:docMk/>
            <pc:sldMk cId="3737621995" sldId="2146848082"/>
            <ac:spMk id="61" creationId="{9BDE18DB-6BDA-74C2-0F5F-2CCC6366C959}"/>
          </ac:spMkLst>
        </pc:spChg>
        <pc:spChg chg="add mod">
          <ac:chgData name="Dhawan, Shubham" userId="e457b5f3-1f3d-4d58-917e-9019c3073c41" providerId="ADAL" clId="{6189556E-3962-4168-85E4-740FCD1C2F93}" dt="2024-09-12T16:19:19.095" v="1896" actId="404"/>
          <ac:spMkLst>
            <pc:docMk/>
            <pc:sldMk cId="3737621995" sldId="2146848082"/>
            <ac:spMk id="62" creationId="{02F27007-605D-E3E2-AC58-B39A5A13DCB5}"/>
          </ac:spMkLst>
        </pc:spChg>
        <pc:spChg chg="add mod">
          <ac:chgData name="Dhawan, Shubham" userId="e457b5f3-1f3d-4d58-917e-9019c3073c41" providerId="ADAL" clId="{6189556E-3962-4168-85E4-740FCD1C2F93}" dt="2024-09-12T16:19:19.095" v="1896" actId="404"/>
          <ac:spMkLst>
            <pc:docMk/>
            <pc:sldMk cId="3737621995" sldId="2146848082"/>
            <ac:spMk id="63" creationId="{30D6C9D1-1254-5009-C89B-68284B115621}"/>
          </ac:spMkLst>
        </pc:spChg>
        <pc:spChg chg="add mod">
          <ac:chgData name="Dhawan, Shubham" userId="e457b5f3-1f3d-4d58-917e-9019c3073c41" providerId="ADAL" clId="{6189556E-3962-4168-85E4-740FCD1C2F93}" dt="2024-09-12T16:19:19.095" v="1896" actId="404"/>
          <ac:spMkLst>
            <pc:docMk/>
            <pc:sldMk cId="3737621995" sldId="2146848082"/>
            <ac:spMk id="64" creationId="{8F09FB4E-4009-A07F-EF36-DDE84DE183CD}"/>
          </ac:spMkLst>
        </pc:spChg>
        <pc:spChg chg="add mod">
          <ac:chgData name="Dhawan, Shubham" userId="e457b5f3-1f3d-4d58-917e-9019c3073c41" providerId="ADAL" clId="{6189556E-3962-4168-85E4-740FCD1C2F93}" dt="2024-09-12T16:19:19.095" v="1896" actId="404"/>
          <ac:spMkLst>
            <pc:docMk/>
            <pc:sldMk cId="3737621995" sldId="2146848082"/>
            <ac:spMk id="65" creationId="{F16C3C88-91D3-A4A4-692E-33B3CD7EB0D9}"/>
          </ac:spMkLst>
        </pc:spChg>
        <pc:spChg chg="add mod">
          <ac:chgData name="Dhawan, Shubham" userId="e457b5f3-1f3d-4d58-917e-9019c3073c41" providerId="ADAL" clId="{6189556E-3962-4168-85E4-740FCD1C2F93}" dt="2024-09-12T16:12:22.182" v="1851" actId="1036"/>
          <ac:spMkLst>
            <pc:docMk/>
            <pc:sldMk cId="3737621995" sldId="2146848082"/>
            <ac:spMk id="73" creationId="{736B5529-0CD6-FB80-B162-9E35FBF5F8D5}"/>
          </ac:spMkLst>
        </pc:spChg>
        <pc:grpChg chg="add mod">
          <ac:chgData name="Dhawan, Shubham" userId="e457b5f3-1f3d-4d58-917e-9019c3073c41" providerId="ADAL" clId="{6189556E-3962-4168-85E4-740FCD1C2F93}" dt="2024-09-12T16:12:22.182" v="1851" actId="1036"/>
          <ac:grpSpMkLst>
            <pc:docMk/>
            <pc:sldMk cId="3737621995" sldId="2146848082"/>
            <ac:grpSpMk id="13" creationId="{7ED8E36E-4037-996F-C924-09F80748806B}"/>
          </ac:grpSpMkLst>
        </pc:grpChg>
        <pc:grpChg chg="add mod">
          <ac:chgData name="Dhawan, Shubham" userId="e457b5f3-1f3d-4d58-917e-9019c3073c41" providerId="ADAL" clId="{6189556E-3962-4168-85E4-740FCD1C2F93}" dt="2024-09-12T16:12:22.182" v="1851" actId="1036"/>
          <ac:grpSpMkLst>
            <pc:docMk/>
            <pc:sldMk cId="3737621995" sldId="2146848082"/>
            <ac:grpSpMk id="32" creationId="{D473DA84-9BD4-E129-14E7-F1504EA96CFC}"/>
          </ac:grpSpMkLst>
        </pc:grpChg>
        <pc:picChg chg="add del mod">
          <ac:chgData name="Dhawan, Shubham" userId="e457b5f3-1f3d-4d58-917e-9019c3073c41" providerId="ADAL" clId="{6189556E-3962-4168-85E4-740FCD1C2F93}" dt="2024-09-12T15:37:49.123" v="1059" actId="478"/>
          <ac:picMkLst>
            <pc:docMk/>
            <pc:sldMk cId="3737621995" sldId="2146848082"/>
            <ac:picMk id="45" creationId="{D2C44809-EE5E-77C9-6CF9-243D7734B2FE}"/>
          </ac:picMkLst>
        </pc:picChg>
        <pc:picChg chg="add del mod">
          <ac:chgData name="Dhawan, Shubham" userId="e457b5f3-1f3d-4d58-917e-9019c3073c41" providerId="ADAL" clId="{6189556E-3962-4168-85E4-740FCD1C2F93}" dt="2024-09-12T15:32:38.652" v="981" actId="478"/>
          <ac:picMkLst>
            <pc:docMk/>
            <pc:sldMk cId="3737621995" sldId="2146848082"/>
            <ac:picMk id="66" creationId="{EF282625-32A8-97AE-42A9-B90CADF4EB3C}"/>
          </ac:picMkLst>
        </pc:picChg>
        <pc:picChg chg="add mod">
          <ac:chgData name="Dhawan, Shubham" userId="e457b5f3-1f3d-4d58-917e-9019c3073c41" providerId="ADAL" clId="{6189556E-3962-4168-85E4-740FCD1C2F93}" dt="2024-09-12T16:12:22.182" v="1851" actId="1036"/>
          <ac:picMkLst>
            <pc:docMk/>
            <pc:sldMk cId="3737621995" sldId="2146848082"/>
            <ac:picMk id="67" creationId="{C2CF7B82-E814-894B-6E13-39BF9F76F85C}"/>
          </ac:picMkLst>
        </pc:picChg>
        <pc:picChg chg="add del mod">
          <ac:chgData name="Dhawan, Shubham" userId="e457b5f3-1f3d-4d58-917e-9019c3073c41" providerId="ADAL" clId="{6189556E-3962-4168-85E4-740FCD1C2F93}" dt="2024-09-12T15:33:29.581" v="1015" actId="478"/>
          <ac:picMkLst>
            <pc:docMk/>
            <pc:sldMk cId="3737621995" sldId="2146848082"/>
            <ac:picMk id="68" creationId="{A5B2A531-91F6-8669-C74B-691A4AEFA61B}"/>
          </ac:picMkLst>
        </pc:picChg>
        <pc:picChg chg="add del mod">
          <ac:chgData name="Dhawan, Shubham" userId="e457b5f3-1f3d-4d58-917e-9019c3073c41" providerId="ADAL" clId="{6189556E-3962-4168-85E4-740FCD1C2F93}" dt="2024-09-12T15:39:13.499" v="1087" actId="478"/>
          <ac:picMkLst>
            <pc:docMk/>
            <pc:sldMk cId="3737621995" sldId="2146848082"/>
            <ac:picMk id="69" creationId="{5A8CF368-AFAE-2663-2F60-8EADC2367F0C}"/>
          </ac:picMkLst>
        </pc:picChg>
        <pc:picChg chg="add mod">
          <ac:chgData name="Dhawan, Shubham" userId="e457b5f3-1f3d-4d58-917e-9019c3073c41" providerId="ADAL" clId="{6189556E-3962-4168-85E4-740FCD1C2F93}" dt="2024-09-12T16:12:22.182" v="1851" actId="1036"/>
          <ac:picMkLst>
            <pc:docMk/>
            <pc:sldMk cId="3737621995" sldId="2146848082"/>
            <ac:picMk id="70" creationId="{C2750A72-F3F3-52EF-D5EE-9081D9A05EDA}"/>
          </ac:picMkLst>
        </pc:picChg>
        <pc:picChg chg="add del mod">
          <ac:chgData name="Dhawan, Shubham" userId="e457b5f3-1f3d-4d58-917e-9019c3073c41" providerId="ADAL" clId="{6189556E-3962-4168-85E4-740FCD1C2F93}" dt="2024-09-12T15:34:21.604" v="1037" actId="478"/>
          <ac:picMkLst>
            <pc:docMk/>
            <pc:sldMk cId="3737621995" sldId="2146848082"/>
            <ac:picMk id="71" creationId="{8E7E171B-AFFA-DEFB-3030-74D31B869B35}"/>
          </ac:picMkLst>
        </pc:picChg>
        <pc:picChg chg="add del mod">
          <ac:chgData name="Dhawan, Shubham" userId="e457b5f3-1f3d-4d58-917e-9019c3073c41" providerId="ADAL" clId="{6189556E-3962-4168-85E4-740FCD1C2F93}" dt="2024-09-12T15:35:11.084" v="1054" actId="478"/>
          <ac:picMkLst>
            <pc:docMk/>
            <pc:sldMk cId="3737621995" sldId="2146848082"/>
            <ac:picMk id="72" creationId="{BF24CF59-1CA6-E1D4-CD7D-A642CF8ED6FD}"/>
          </ac:picMkLst>
        </pc:picChg>
        <pc:picChg chg="add mod">
          <ac:chgData name="Dhawan, Shubham" userId="e457b5f3-1f3d-4d58-917e-9019c3073c41" providerId="ADAL" clId="{6189556E-3962-4168-85E4-740FCD1C2F93}" dt="2024-09-12T16:12:22.182" v="1851" actId="1036"/>
          <ac:picMkLst>
            <pc:docMk/>
            <pc:sldMk cId="3737621995" sldId="2146848082"/>
            <ac:picMk id="74" creationId="{277D5451-8E82-5E67-016F-083719928AB0}"/>
          </ac:picMkLst>
        </pc:picChg>
        <pc:picChg chg="add mod">
          <ac:chgData name="Dhawan, Shubham" userId="e457b5f3-1f3d-4d58-917e-9019c3073c41" providerId="ADAL" clId="{6189556E-3962-4168-85E4-740FCD1C2F93}" dt="2024-09-12T16:12:22.182" v="1851" actId="1036"/>
          <ac:picMkLst>
            <pc:docMk/>
            <pc:sldMk cId="3737621995" sldId="2146848082"/>
            <ac:picMk id="75" creationId="{B0ED05D1-250F-97AD-9311-324B87A437C4}"/>
          </ac:picMkLst>
        </pc:picChg>
        <pc:picChg chg="add mod">
          <ac:chgData name="Dhawan, Shubham" userId="e457b5f3-1f3d-4d58-917e-9019c3073c41" providerId="ADAL" clId="{6189556E-3962-4168-85E4-740FCD1C2F93}" dt="2024-09-12T16:12:22.182" v="1851" actId="1036"/>
          <ac:picMkLst>
            <pc:docMk/>
            <pc:sldMk cId="3737621995" sldId="2146848082"/>
            <ac:picMk id="76" creationId="{43DB7D66-564A-0FD5-0B37-E20AC24AE0C9}"/>
          </ac:picMkLst>
        </pc:picChg>
        <pc:picChg chg="add mod">
          <ac:chgData name="Dhawan, Shubham" userId="e457b5f3-1f3d-4d58-917e-9019c3073c41" providerId="ADAL" clId="{6189556E-3962-4168-85E4-740FCD1C2F93}" dt="2024-09-12T16:12:22.182" v="1851" actId="1036"/>
          <ac:picMkLst>
            <pc:docMk/>
            <pc:sldMk cId="3737621995" sldId="2146848082"/>
            <ac:picMk id="77" creationId="{A6FFC189-A44D-28D5-0CD6-410C6CE030A2}"/>
          </ac:picMkLst>
        </pc:picChg>
        <pc:picChg chg="add mod">
          <ac:chgData name="Dhawan, Shubham" userId="e457b5f3-1f3d-4d58-917e-9019c3073c41" providerId="ADAL" clId="{6189556E-3962-4168-85E4-740FCD1C2F93}" dt="2024-09-12T16:12:22.182" v="1851" actId="1036"/>
          <ac:picMkLst>
            <pc:docMk/>
            <pc:sldMk cId="3737621995" sldId="2146848082"/>
            <ac:picMk id="2050" creationId="{20CF90AE-39B4-4A25-9A12-63FF69A148DB}"/>
          </ac:picMkLst>
        </pc:picChg>
        <pc:picChg chg="add mod">
          <ac:chgData name="Dhawan, Shubham" userId="e457b5f3-1f3d-4d58-917e-9019c3073c41" providerId="ADAL" clId="{6189556E-3962-4168-85E4-740FCD1C2F93}" dt="2024-09-12T16:12:22.182" v="1851" actId="1036"/>
          <ac:picMkLst>
            <pc:docMk/>
            <pc:sldMk cId="3737621995" sldId="2146848082"/>
            <ac:picMk id="2052" creationId="{FFF507BE-A25C-EFFA-985A-EBF38633342F}"/>
          </ac:picMkLst>
        </pc:picChg>
        <pc:cxnChg chg="add del mod">
          <ac:chgData name="Dhawan, Shubham" userId="e457b5f3-1f3d-4d58-917e-9019c3073c41" providerId="ADAL" clId="{6189556E-3962-4168-85E4-740FCD1C2F93}" dt="2024-09-12T16:12:25.540" v="1852" actId="21"/>
          <ac:cxnSpMkLst>
            <pc:docMk/>
            <pc:sldMk cId="3737621995" sldId="2146848082"/>
            <ac:cxnSpMk id="78" creationId="{88CC69AE-626C-667B-C44C-B19E628DA453}"/>
          </ac:cxnSpMkLst>
        </pc:cxnChg>
      </pc:sldChg>
      <pc:sldChg chg="addSp delSp modSp mod ord">
        <pc:chgData name="Dhawan, Shubham" userId="e457b5f3-1f3d-4d58-917e-9019c3073c41" providerId="ADAL" clId="{6189556E-3962-4168-85E4-740FCD1C2F93}" dt="2024-09-12T16:21:11.139" v="1928" actId="1076"/>
        <pc:sldMkLst>
          <pc:docMk/>
          <pc:sldMk cId="1280099175" sldId="2146848083"/>
        </pc:sldMkLst>
        <pc:spChg chg="add mod">
          <ac:chgData name="Dhawan, Shubham" userId="e457b5f3-1f3d-4d58-917e-9019c3073c41" providerId="ADAL" clId="{6189556E-3962-4168-85E4-740FCD1C2F93}" dt="2024-09-12T16:12:48.537" v="1870" actId="1035"/>
          <ac:spMkLst>
            <pc:docMk/>
            <pc:sldMk cId="1280099175" sldId="2146848083"/>
            <ac:spMk id="3" creationId="{A2366EB7-4953-0EB2-6DD2-1446C7721E86}"/>
          </ac:spMkLst>
        </pc:spChg>
        <pc:spChg chg="add mod">
          <ac:chgData name="Dhawan, Shubham" userId="e457b5f3-1f3d-4d58-917e-9019c3073c41" providerId="ADAL" clId="{6189556E-3962-4168-85E4-740FCD1C2F93}" dt="2024-09-12T16:12:48.537" v="1870" actId="1035"/>
          <ac:spMkLst>
            <pc:docMk/>
            <pc:sldMk cId="1280099175" sldId="2146848083"/>
            <ac:spMk id="4" creationId="{18C1EAF8-0C78-B4CA-3AD8-0286501CE852}"/>
          </ac:spMkLst>
        </pc:spChg>
        <pc:spChg chg="add mod">
          <ac:chgData name="Dhawan, Shubham" userId="e457b5f3-1f3d-4d58-917e-9019c3073c41" providerId="ADAL" clId="{6189556E-3962-4168-85E4-740FCD1C2F93}" dt="2024-09-12T16:12:48.537" v="1870" actId="1035"/>
          <ac:spMkLst>
            <pc:docMk/>
            <pc:sldMk cId="1280099175" sldId="2146848083"/>
            <ac:spMk id="5" creationId="{8F2F009A-EFFA-4434-6712-D3BF3A9B309B}"/>
          </ac:spMkLst>
        </pc:spChg>
        <pc:spChg chg="add mod">
          <ac:chgData name="Dhawan, Shubham" userId="e457b5f3-1f3d-4d58-917e-9019c3073c41" providerId="ADAL" clId="{6189556E-3962-4168-85E4-740FCD1C2F93}" dt="2024-09-12T16:12:48.537" v="1870" actId="1035"/>
          <ac:spMkLst>
            <pc:docMk/>
            <pc:sldMk cId="1280099175" sldId="2146848083"/>
            <ac:spMk id="6" creationId="{BBBA2096-6DD3-A74E-3E81-E45E701C3CE2}"/>
          </ac:spMkLst>
        </pc:spChg>
        <pc:spChg chg="add mod">
          <ac:chgData name="Dhawan, Shubham" userId="e457b5f3-1f3d-4d58-917e-9019c3073c41" providerId="ADAL" clId="{6189556E-3962-4168-85E4-740FCD1C2F93}" dt="2024-09-12T16:12:48.537" v="1870" actId="1035"/>
          <ac:spMkLst>
            <pc:docMk/>
            <pc:sldMk cId="1280099175" sldId="2146848083"/>
            <ac:spMk id="7" creationId="{94F48CC6-E74C-414F-BF79-384A0C2A2273}"/>
          </ac:spMkLst>
        </pc:spChg>
        <pc:spChg chg="add mod">
          <ac:chgData name="Dhawan, Shubham" userId="e457b5f3-1f3d-4d58-917e-9019c3073c41" providerId="ADAL" clId="{6189556E-3962-4168-85E4-740FCD1C2F93}" dt="2024-09-12T16:12:48.537" v="1870" actId="1035"/>
          <ac:spMkLst>
            <pc:docMk/>
            <pc:sldMk cId="1280099175" sldId="2146848083"/>
            <ac:spMk id="8" creationId="{021CB104-556A-50D7-5C25-15E09CA720FA}"/>
          </ac:spMkLst>
        </pc:spChg>
        <pc:spChg chg="add mod">
          <ac:chgData name="Dhawan, Shubham" userId="e457b5f3-1f3d-4d58-917e-9019c3073c41" providerId="ADAL" clId="{6189556E-3962-4168-85E4-740FCD1C2F93}" dt="2024-09-12T16:12:48.537" v="1870" actId="1035"/>
          <ac:spMkLst>
            <pc:docMk/>
            <pc:sldMk cId="1280099175" sldId="2146848083"/>
            <ac:spMk id="9" creationId="{476A1DA9-3589-FD66-03B3-5F02F782660B}"/>
          </ac:spMkLst>
        </pc:spChg>
        <pc:spChg chg="add mod">
          <ac:chgData name="Dhawan, Shubham" userId="e457b5f3-1f3d-4d58-917e-9019c3073c41" providerId="ADAL" clId="{6189556E-3962-4168-85E4-740FCD1C2F93}" dt="2024-09-12T16:12:48.537" v="1870" actId="1035"/>
          <ac:spMkLst>
            <pc:docMk/>
            <pc:sldMk cId="1280099175" sldId="2146848083"/>
            <ac:spMk id="12" creationId="{FC537483-78B1-1294-4C23-410AB64E2CF9}"/>
          </ac:spMkLst>
        </pc:spChg>
        <pc:spChg chg="add mod">
          <ac:chgData name="Dhawan, Shubham" userId="e457b5f3-1f3d-4d58-917e-9019c3073c41" providerId="ADAL" clId="{6189556E-3962-4168-85E4-740FCD1C2F93}" dt="2024-09-12T16:12:48.537" v="1870" actId="1035"/>
          <ac:spMkLst>
            <pc:docMk/>
            <pc:sldMk cId="1280099175" sldId="2146848083"/>
            <ac:spMk id="13" creationId="{9BA51A7D-E533-2703-4E1F-9D1F528BC1E5}"/>
          </ac:spMkLst>
        </pc:spChg>
        <pc:spChg chg="add mod">
          <ac:chgData name="Dhawan, Shubham" userId="e457b5f3-1f3d-4d58-917e-9019c3073c41" providerId="ADAL" clId="{6189556E-3962-4168-85E4-740FCD1C2F93}" dt="2024-09-12T16:12:48.537" v="1870" actId="1035"/>
          <ac:spMkLst>
            <pc:docMk/>
            <pc:sldMk cId="1280099175" sldId="2146848083"/>
            <ac:spMk id="14" creationId="{E997D1DA-E689-1DD5-7EB8-9D38828887BC}"/>
          </ac:spMkLst>
        </pc:spChg>
        <pc:spChg chg="add mod">
          <ac:chgData name="Dhawan, Shubham" userId="e457b5f3-1f3d-4d58-917e-9019c3073c41" providerId="ADAL" clId="{6189556E-3962-4168-85E4-740FCD1C2F93}" dt="2024-09-12T16:12:48.537" v="1870" actId="1035"/>
          <ac:spMkLst>
            <pc:docMk/>
            <pc:sldMk cId="1280099175" sldId="2146848083"/>
            <ac:spMk id="15" creationId="{4D0390C1-8A03-DC95-AE31-250AB49DDAA7}"/>
          </ac:spMkLst>
        </pc:spChg>
        <pc:spChg chg="add mod">
          <ac:chgData name="Dhawan, Shubham" userId="e457b5f3-1f3d-4d58-917e-9019c3073c41" providerId="ADAL" clId="{6189556E-3962-4168-85E4-740FCD1C2F93}" dt="2024-09-12T16:12:48.537" v="1870" actId="1035"/>
          <ac:spMkLst>
            <pc:docMk/>
            <pc:sldMk cId="1280099175" sldId="2146848083"/>
            <ac:spMk id="16" creationId="{044EDE1F-F808-B3AD-D3B0-228292275F52}"/>
          </ac:spMkLst>
        </pc:spChg>
        <pc:spChg chg="add mod">
          <ac:chgData name="Dhawan, Shubham" userId="e457b5f3-1f3d-4d58-917e-9019c3073c41" providerId="ADAL" clId="{6189556E-3962-4168-85E4-740FCD1C2F93}" dt="2024-09-12T16:12:48.537" v="1870" actId="1035"/>
          <ac:spMkLst>
            <pc:docMk/>
            <pc:sldMk cId="1280099175" sldId="2146848083"/>
            <ac:spMk id="17" creationId="{54745E83-AB47-83BF-F097-53DD2390AAAA}"/>
          </ac:spMkLst>
        </pc:spChg>
        <pc:spChg chg="add mod">
          <ac:chgData name="Dhawan, Shubham" userId="e457b5f3-1f3d-4d58-917e-9019c3073c41" providerId="ADAL" clId="{6189556E-3962-4168-85E4-740FCD1C2F93}" dt="2024-09-12T16:12:48.537" v="1870" actId="1035"/>
          <ac:spMkLst>
            <pc:docMk/>
            <pc:sldMk cId="1280099175" sldId="2146848083"/>
            <ac:spMk id="18" creationId="{37C8FE16-231C-510E-CF77-1C5371C7B8F1}"/>
          </ac:spMkLst>
        </pc:spChg>
        <pc:spChg chg="add mod">
          <ac:chgData name="Dhawan, Shubham" userId="e457b5f3-1f3d-4d58-917e-9019c3073c41" providerId="ADAL" clId="{6189556E-3962-4168-85E4-740FCD1C2F93}" dt="2024-09-12T16:12:48.537" v="1870" actId="1035"/>
          <ac:spMkLst>
            <pc:docMk/>
            <pc:sldMk cId="1280099175" sldId="2146848083"/>
            <ac:spMk id="19" creationId="{4058994D-C707-1B83-330A-C234E222B202}"/>
          </ac:spMkLst>
        </pc:spChg>
        <pc:spChg chg="add mod">
          <ac:chgData name="Dhawan, Shubham" userId="e457b5f3-1f3d-4d58-917e-9019c3073c41" providerId="ADAL" clId="{6189556E-3962-4168-85E4-740FCD1C2F93}" dt="2024-09-12T16:12:48.537" v="1870" actId="1035"/>
          <ac:spMkLst>
            <pc:docMk/>
            <pc:sldMk cId="1280099175" sldId="2146848083"/>
            <ac:spMk id="20" creationId="{2DEC4C99-DF18-3ECA-8271-0C7343B959BA}"/>
          </ac:spMkLst>
        </pc:spChg>
        <pc:spChg chg="add mod">
          <ac:chgData name="Dhawan, Shubham" userId="e457b5f3-1f3d-4d58-917e-9019c3073c41" providerId="ADAL" clId="{6189556E-3962-4168-85E4-740FCD1C2F93}" dt="2024-09-12T16:12:48.537" v="1870" actId="1035"/>
          <ac:spMkLst>
            <pc:docMk/>
            <pc:sldMk cId="1280099175" sldId="2146848083"/>
            <ac:spMk id="21" creationId="{5FC26C19-BD94-751D-8B6B-DAD930DD21A1}"/>
          </ac:spMkLst>
        </pc:spChg>
        <pc:spChg chg="add mod">
          <ac:chgData name="Dhawan, Shubham" userId="e457b5f3-1f3d-4d58-917e-9019c3073c41" providerId="ADAL" clId="{6189556E-3962-4168-85E4-740FCD1C2F93}" dt="2024-09-12T16:12:48.537" v="1870" actId="1035"/>
          <ac:spMkLst>
            <pc:docMk/>
            <pc:sldMk cId="1280099175" sldId="2146848083"/>
            <ac:spMk id="22" creationId="{C455A5EA-E9E3-EAF4-2E81-1232EF5D944C}"/>
          </ac:spMkLst>
        </pc:spChg>
        <pc:spChg chg="add mod">
          <ac:chgData name="Dhawan, Shubham" userId="e457b5f3-1f3d-4d58-917e-9019c3073c41" providerId="ADAL" clId="{6189556E-3962-4168-85E4-740FCD1C2F93}" dt="2024-09-12T16:12:48.537" v="1870" actId="1035"/>
          <ac:spMkLst>
            <pc:docMk/>
            <pc:sldMk cId="1280099175" sldId="2146848083"/>
            <ac:spMk id="23" creationId="{E824B618-13A3-EC63-9C3F-8A50E3D95BC3}"/>
          </ac:spMkLst>
        </pc:spChg>
        <pc:spChg chg="add mod">
          <ac:chgData name="Dhawan, Shubham" userId="e457b5f3-1f3d-4d58-917e-9019c3073c41" providerId="ADAL" clId="{6189556E-3962-4168-85E4-740FCD1C2F93}" dt="2024-09-12T16:12:48.537" v="1870" actId="1035"/>
          <ac:spMkLst>
            <pc:docMk/>
            <pc:sldMk cId="1280099175" sldId="2146848083"/>
            <ac:spMk id="24" creationId="{64766579-C680-D899-D5C5-DB42FC949DBC}"/>
          </ac:spMkLst>
        </pc:spChg>
        <pc:spChg chg="add mod">
          <ac:chgData name="Dhawan, Shubham" userId="e457b5f3-1f3d-4d58-917e-9019c3073c41" providerId="ADAL" clId="{6189556E-3962-4168-85E4-740FCD1C2F93}" dt="2024-09-12T16:20:50.315" v="1920" actId="14100"/>
          <ac:spMkLst>
            <pc:docMk/>
            <pc:sldMk cId="1280099175" sldId="2146848083"/>
            <ac:spMk id="25" creationId="{82BC6D65-B1C9-2029-8923-0E721DF1402A}"/>
          </ac:spMkLst>
        </pc:spChg>
        <pc:spChg chg="add mod">
          <ac:chgData name="Dhawan, Shubham" userId="e457b5f3-1f3d-4d58-917e-9019c3073c41" providerId="ADAL" clId="{6189556E-3962-4168-85E4-740FCD1C2F93}" dt="2024-09-12T16:12:48.537" v="1870" actId="1035"/>
          <ac:spMkLst>
            <pc:docMk/>
            <pc:sldMk cId="1280099175" sldId="2146848083"/>
            <ac:spMk id="26" creationId="{20CE9A03-26FC-3265-1C1B-5D604D91492E}"/>
          </ac:spMkLst>
        </pc:spChg>
        <pc:spChg chg="add mod">
          <ac:chgData name="Dhawan, Shubham" userId="e457b5f3-1f3d-4d58-917e-9019c3073c41" providerId="ADAL" clId="{6189556E-3962-4168-85E4-740FCD1C2F93}" dt="2024-09-12T16:12:48.537" v="1870" actId="1035"/>
          <ac:spMkLst>
            <pc:docMk/>
            <pc:sldMk cId="1280099175" sldId="2146848083"/>
            <ac:spMk id="27" creationId="{28A85430-9D72-8E1B-739B-3FF70DCCBEF3}"/>
          </ac:spMkLst>
        </pc:spChg>
        <pc:spChg chg="add mod">
          <ac:chgData name="Dhawan, Shubham" userId="e457b5f3-1f3d-4d58-917e-9019c3073c41" providerId="ADAL" clId="{6189556E-3962-4168-85E4-740FCD1C2F93}" dt="2024-09-12T16:12:48.537" v="1870" actId="1035"/>
          <ac:spMkLst>
            <pc:docMk/>
            <pc:sldMk cId="1280099175" sldId="2146848083"/>
            <ac:spMk id="28" creationId="{0FB0626A-DF41-AEAE-ACFC-ABD528447161}"/>
          </ac:spMkLst>
        </pc:spChg>
        <pc:spChg chg="add mod">
          <ac:chgData name="Dhawan, Shubham" userId="e457b5f3-1f3d-4d58-917e-9019c3073c41" providerId="ADAL" clId="{6189556E-3962-4168-85E4-740FCD1C2F93}" dt="2024-09-12T16:12:48.537" v="1870" actId="1035"/>
          <ac:spMkLst>
            <pc:docMk/>
            <pc:sldMk cId="1280099175" sldId="2146848083"/>
            <ac:spMk id="29" creationId="{0D9CD45B-99F6-0170-26A4-7421DC5F0AAA}"/>
          </ac:spMkLst>
        </pc:spChg>
        <pc:spChg chg="add mod">
          <ac:chgData name="Dhawan, Shubham" userId="e457b5f3-1f3d-4d58-917e-9019c3073c41" providerId="ADAL" clId="{6189556E-3962-4168-85E4-740FCD1C2F93}" dt="2024-09-12T16:12:48.537" v="1870" actId="1035"/>
          <ac:spMkLst>
            <pc:docMk/>
            <pc:sldMk cId="1280099175" sldId="2146848083"/>
            <ac:spMk id="30" creationId="{BB949B1F-DD7D-2C98-A0F9-4721F5E62CEA}"/>
          </ac:spMkLst>
        </pc:spChg>
        <pc:spChg chg="add mod">
          <ac:chgData name="Dhawan, Shubham" userId="e457b5f3-1f3d-4d58-917e-9019c3073c41" providerId="ADAL" clId="{6189556E-3962-4168-85E4-740FCD1C2F93}" dt="2024-09-12T16:12:48.537" v="1870" actId="1035"/>
          <ac:spMkLst>
            <pc:docMk/>
            <pc:sldMk cId="1280099175" sldId="2146848083"/>
            <ac:spMk id="31" creationId="{E5C016FE-D50C-EA66-C5D0-44D333F87F41}"/>
          </ac:spMkLst>
        </pc:spChg>
        <pc:spChg chg="add mod">
          <ac:chgData name="Dhawan, Shubham" userId="e457b5f3-1f3d-4d58-917e-9019c3073c41" providerId="ADAL" clId="{6189556E-3962-4168-85E4-740FCD1C2F93}" dt="2024-09-12T16:12:48.537" v="1870" actId="1035"/>
          <ac:spMkLst>
            <pc:docMk/>
            <pc:sldMk cId="1280099175" sldId="2146848083"/>
            <ac:spMk id="32" creationId="{A4E8A7BE-1DFE-79A4-D667-37BAF5E46C8E}"/>
          </ac:spMkLst>
        </pc:spChg>
        <pc:spChg chg="add mod">
          <ac:chgData name="Dhawan, Shubham" userId="e457b5f3-1f3d-4d58-917e-9019c3073c41" providerId="ADAL" clId="{6189556E-3962-4168-85E4-740FCD1C2F93}" dt="2024-09-12T16:12:48.537" v="1870" actId="1035"/>
          <ac:spMkLst>
            <pc:docMk/>
            <pc:sldMk cId="1280099175" sldId="2146848083"/>
            <ac:spMk id="33" creationId="{F5ED9D37-4A04-48DE-D11C-FFF889782418}"/>
          </ac:spMkLst>
        </pc:spChg>
        <pc:spChg chg="add mod">
          <ac:chgData name="Dhawan, Shubham" userId="e457b5f3-1f3d-4d58-917e-9019c3073c41" providerId="ADAL" clId="{6189556E-3962-4168-85E4-740FCD1C2F93}" dt="2024-09-12T16:20:13.429" v="1909" actId="403"/>
          <ac:spMkLst>
            <pc:docMk/>
            <pc:sldMk cId="1280099175" sldId="2146848083"/>
            <ac:spMk id="34" creationId="{FD2AF67B-EED3-C01D-21E2-19A4EE5E8D6C}"/>
          </ac:spMkLst>
        </pc:spChg>
        <pc:spChg chg="add mod">
          <ac:chgData name="Dhawan, Shubham" userId="e457b5f3-1f3d-4d58-917e-9019c3073c41" providerId="ADAL" clId="{6189556E-3962-4168-85E4-740FCD1C2F93}" dt="2024-09-12T16:20:20.304" v="1912" actId="2711"/>
          <ac:spMkLst>
            <pc:docMk/>
            <pc:sldMk cId="1280099175" sldId="2146848083"/>
            <ac:spMk id="35" creationId="{717280EA-8406-378A-53BB-46699A6A5F37}"/>
          </ac:spMkLst>
        </pc:spChg>
        <pc:spChg chg="add mod">
          <ac:chgData name="Dhawan, Shubham" userId="e457b5f3-1f3d-4d58-917e-9019c3073c41" providerId="ADAL" clId="{6189556E-3962-4168-85E4-740FCD1C2F93}" dt="2024-09-12T16:20:20.304" v="1912" actId="2711"/>
          <ac:spMkLst>
            <pc:docMk/>
            <pc:sldMk cId="1280099175" sldId="2146848083"/>
            <ac:spMk id="36" creationId="{A6ED341F-885C-9A28-1575-2C1E6C9E6943}"/>
          </ac:spMkLst>
        </pc:spChg>
        <pc:spChg chg="add mod">
          <ac:chgData name="Dhawan, Shubham" userId="e457b5f3-1f3d-4d58-917e-9019c3073c41" providerId="ADAL" clId="{6189556E-3962-4168-85E4-740FCD1C2F93}" dt="2024-09-12T16:20:44.863" v="1919" actId="14100"/>
          <ac:spMkLst>
            <pc:docMk/>
            <pc:sldMk cId="1280099175" sldId="2146848083"/>
            <ac:spMk id="37" creationId="{9E2DA77C-5EC1-82BD-7BEA-9A54B1C36FE3}"/>
          </ac:spMkLst>
        </pc:spChg>
        <pc:spChg chg="add mod">
          <ac:chgData name="Dhawan, Shubham" userId="e457b5f3-1f3d-4d58-917e-9019c3073c41" providerId="ADAL" clId="{6189556E-3962-4168-85E4-740FCD1C2F93}" dt="2024-09-12T16:20:27.308" v="1914" actId="20577"/>
          <ac:spMkLst>
            <pc:docMk/>
            <pc:sldMk cId="1280099175" sldId="2146848083"/>
            <ac:spMk id="38" creationId="{CADD8DCA-2D37-2FCD-C8D2-B4D49AACD493}"/>
          </ac:spMkLst>
        </pc:spChg>
        <pc:spChg chg="add mod">
          <ac:chgData name="Dhawan, Shubham" userId="e457b5f3-1f3d-4d58-917e-9019c3073c41" providerId="ADAL" clId="{6189556E-3962-4168-85E4-740FCD1C2F93}" dt="2024-09-12T16:20:36.064" v="1917" actId="1076"/>
          <ac:spMkLst>
            <pc:docMk/>
            <pc:sldMk cId="1280099175" sldId="2146848083"/>
            <ac:spMk id="39" creationId="{C81FF8FB-21C6-A06D-2053-1195C0F5729E}"/>
          </ac:spMkLst>
        </pc:spChg>
        <pc:spChg chg="mod">
          <ac:chgData name="Dhawan, Shubham" userId="e457b5f3-1f3d-4d58-917e-9019c3073c41" providerId="ADAL" clId="{6189556E-3962-4168-85E4-740FCD1C2F93}" dt="2024-09-12T16:20:20.304" v="1912" actId="2711"/>
          <ac:spMkLst>
            <pc:docMk/>
            <pc:sldMk cId="1280099175" sldId="2146848083"/>
            <ac:spMk id="42" creationId="{2B7E1916-D74C-E8C1-3AAD-67C7BBCC2EAE}"/>
          </ac:spMkLst>
        </pc:spChg>
        <pc:spChg chg="mod">
          <ac:chgData name="Dhawan, Shubham" userId="e457b5f3-1f3d-4d58-917e-9019c3073c41" providerId="ADAL" clId="{6189556E-3962-4168-85E4-740FCD1C2F93}" dt="2024-09-12T16:20:20.304" v="1912" actId="2711"/>
          <ac:spMkLst>
            <pc:docMk/>
            <pc:sldMk cId="1280099175" sldId="2146848083"/>
            <ac:spMk id="43" creationId="{4DFA6F9C-A9FF-5200-48E6-4C14EAFB8BE7}"/>
          </ac:spMkLst>
        </pc:spChg>
        <pc:spChg chg="mod">
          <ac:chgData name="Dhawan, Shubham" userId="e457b5f3-1f3d-4d58-917e-9019c3073c41" providerId="ADAL" clId="{6189556E-3962-4168-85E4-740FCD1C2F93}" dt="2024-09-12T16:20:20.304" v="1912" actId="2711"/>
          <ac:spMkLst>
            <pc:docMk/>
            <pc:sldMk cId="1280099175" sldId="2146848083"/>
            <ac:spMk id="44" creationId="{DC44DDF0-6753-D081-B8CD-FD18883C082A}"/>
          </ac:spMkLst>
        </pc:spChg>
        <pc:spChg chg="mod">
          <ac:chgData name="Dhawan, Shubham" userId="e457b5f3-1f3d-4d58-917e-9019c3073c41" providerId="ADAL" clId="{6189556E-3962-4168-85E4-740FCD1C2F93}" dt="2024-09-12T16:20:20.304" v="1912" actId="2711"/>
          <ac:spMkLst>
            <pc:docMk/>
            <pc:sldMk cId="1280099175" sldId="2146848083"/>
            <ac:spMk id="48" creationId="{55F3BFD9-A3D8-6511-1933-5061931461BC}"/>
          </ac:spMkLst>
        </pc:spChg>
        <pc:spChg chg="mod">
          <ac:chgData name="Dhawan, Shubham" userId="e457b5f3-1f3d-4d58-917e-9019c3073c41" providerId="ADAL" clId="{6189556E-3962-4168-85E4-740FCD1C2F93}" dt="2024-09-12T16:20:20.304" v="1912" actId="2711"/>
          <ac:spMkLst>
            <pc:docMk/>
            <pc:sldMk cId="1280099175" sldId="2146848083"/>
            <ac:spMk id="49" creationId="{611EAEBC-7FDF-171B-EC94-B74BDB24C016}"/>
          </ac:spMkLst>
        </pc:spChg>
        <pc:spChg chg="mod">
          <ac:chgData name="Dhawan, Shubham" userId="e457b5f3-1f3d-4d58-917e-9019c3073c41" providerId="ADAL" clId="{6189556E-3962-4168-85E4-740FCD1C2F93}" dt="2024-09-12T16:20:20.304" v="1912" actId="2711"/>
          <ac:spMkLst>
            <pc:docMk/>
            <pc:sldMk cId="1280099175" sldId="2146848083"/>
            <ac:spMk id="50" creationId="{6400C778-6067-597C-F797-F6BC6CA03F9A}"/>
          </ac:spMkLst>
        </pc:spChg>
        <pc:spChg chg="mod">
          <ac:chgData name="Dhawan, Shubham" userId="e457b5f3-1f3d-4d58-917e-9019c3073c41" providerId="ADAL" clId="{6189556E-3962-4168-85E4-740FCD1C2F93}" dt="2024-09-12T16:20:20.304" v="1912" actId="2711"/>
          <ac:spMkLst>
            <pc:docMk/>
            <pc:sldMk cId="1280099175" sldId="2146848083"/>
            <ac:spMk id="51" creationId="{F30EDC7B-7E5E-68F2-0345-0450882DC4E3}"/>
          </ac:spMkLst>
        </pc:spChg>
        <pc:spChg chg="mod">
          <ac:chgData name="Dhawan, Shubham" userId="e457b5f3-1f3d-4d58-917e-9019c3073c41" providerId="ADAL" clId="{6189556E-3962-4168-85E4-740FCD1C2F93}" dt="2024-09-12T16:20:20.304" v="1912" actId="2711"/>
          <ac:spMkLst>
            <pc:docMk/>
            <pc:sldMk cId="1280099175" sldId="2146848083"/>
            <ac:spMk id="52" creationId="{D0F2F03A-1D4F-35D8-34C9-9C7A24048617}"/>
          </ac:spMkLst>
        </pc:spChg>
        <pc:spChg chg="mod">
          <ac:chgData name="Dhawan, Shubham" userId="e457b5f3-1f3d-4d58-917e-9019c3073c41" providerId="ADAL" clId="{6189556E-3962-4168-85E4-740FCD1C2F93}" dt="2024-09-12T16:20:20.304" v="1912" actId="2711"/>
          <ac:spMkLst>
            <pc:docMk/>
            <pc:sldMk cId="1280099175" sldId="2146848083"/>
            <ac:spMk id="53" creationId="{78F37E12-4995-A1E9-D098-B781A0381246}"/>
          </ac:spMkLst>
        </pc:spChg>
        <pc:spChg chg="mod">
          <ac:chgData name="Dhawan, Shubham" userId="e457b5f3-1f3d-4d58-917e-9019c3073c41" providerId="ADAL" clId="{6189556E-3962-4168-85E4-740FCD1C2F93}" dt="2024-09-12T16:20:20.304" v="1912" actId="2711"/>
          <ac:spMkLst>
            <pc:docMk/>
            <pc:sldMk cId="1280099175" sldId="2146848083"/>
            <ac:spMk id="54" creationId="{C235B16F-B2D4-E6CE-7AFF-BAE11677577A}"/>
          </ac:spMkLst>
        </pc:spChg>
        <pc:spChg chg="mod">
          <ac:chgData name="Dhawan, Shubham" userId="e457b5f3-1f3d-4d58-917e-9019c3073c41" providerId="ADAL" clId="{6189556E-3962-4168-85E4-740FCD1C2F93}" dt="2024-09-12T16:20:20.304" v="1912" actId="2711"/>
          <ac:spMkLst>
            <pc:docMk/>
            <pc:sldMk cId="1280099175" sldId="2146848083"/>
            <ac:spMk id="55" creationId="{411A7F80-1F67-B435-CFC4-B5E639D83EAA}"/>
          </ac:spMkLst>
        </pc:spChg>
        <pc:spChg chg="mod">
          <ac:chgData name="Dhawan, Shubham" userId="e457b5f3-1f3d-4d58-917e-9019c3073c41" providerId="ADAL" clId="{6189556E-3962-4168-85E4-740FCD1C2F93}" dt="2024-09-12T16:20:20.304" v="1912" actId="2711"/>
          <ac:spMkLst>
            <pc:docMk/>
            <pc:sldMk cId="1280099175" sldId="2146848083"/>
            <ac:spMk id="56" creationId="{1B7FF21B-3A4C-C276-46E4-510EA429DEFC}"/>
          </ac:spMkLst>
        </pc:spChg>
        <pc:spChg chg="add mod">
          <ac:chgData name="Dhawan, Shubham" userId="e457b5f3-1f3d-4d58-917e-9019c3073c41" providerId="ADAL" clId="{6189556E-3962-4168-85E4-740FCD1C2F93}" dt="2024-09-12T16:20:20.304" v="1912" actId="2711"/>
          <ac:spMkLst>
            <pc:docMk/>
            <pc:sldMk cId="1280099175" sldId="2146848083"/>
            <ac:spMk id="57" creationId="{D7C010F2-678D-B9E9-B5E4-DBEB596F3D88}"/>
          </ac:spMkLst>
        </pc:spChg>
        <pc:spChg chg="add mod">
          <ac:chgData name="Dhawan, Shubham" userId="e457b5f3-1f3d-4d58-917e-9019c3073c41" providerId="ADAL" clId="{6189556E-3962-4168-85E4-740FCD1C2F93}" dt="2024-09-12T16:20:20.304" v="1912" actId="2711"/>
          <ac:spMkLst>
            <pc:docMk/>
            <pc:sldMk cId="1280099175" sldId="2146848083"/>
            <ac:spMk id="58" creationId="{5BF3999C-E598-0779-61DB-EEC7BA783047}"/>
          </ac:spMkLst>
        </pc:spChg>
        <pc:spChg chg="add mod">
          <ac:chgData name="Dhawan, Shubham" userId="e457b5f3-1f3d-4d58-917e-9019c3073c41" providerId="ADAL" clId="{6189556E-3962-4168-85E4-740FCD1C2F93}" dt="2024-09-12T16:20:20.304" v="1912" actId="2711"/>
          <ac:spMkLst>
            <pc:docMk/>
            <pc:sldMk cId="1280099175" sldId="2146848083"/>
            <ac:spMk id="59" creationId="{81C41BDD-59E4-90EE-612A-76266C5CF339}"/>
          </ac:spMkLst>
        </pc:spChg>
        <pc:spChg chg="add mod">
          <ac:chgData name="Dhawan, Shubham" userId="e457b5f3-1f3d-4d58-917e-9019c3073c41" providerId="ADAL" clId="{6189556E-3962-4168-85E4-740FCD1C2F93}" dt="2024-09-12T16:20:20.304" v="1912" actId="2711"/>
          <ac:spMkLst>
            <pc:docMk/>
            <pc:sldMk cId="1280099175" sldId="2146848083"/>
            <ac:spMk id="60" creationId="{6A92FDCA-2DA2-A871-2C37-EE41037DF838}"/>
          </ac:spMkLst>
        </pc:spChg>
        <pc:spChg chg="add mod">
          <ac:chgData name="Dhawan, Shubham" userId="e457b5f3-1f3d-4d58-917e-9019c3073c41" providerId="ADAL" clId="{6189556E-3962-4168-85E4-740FCD1C2F93}" dt="2024-09-12T16:20:20.304" v="1912" actId="2711"/>
          <ac:spMkLst>
            <pc:docMk/>
            <pc:sldMk cId="1280099175" sldId="2146848083"/>
            <ac:spMk id="61" creationId="{5B6AC468-06CA-CD65-6B97-910328A43980}"/>
          </ac:spMkLst>
        </pc:spChg>
        <pc:spChg chg="add mod">
          <ac:chgData name="Dhawan, Shubham" userId="e457b5f3-1f3d-4d58-917e-9019c3073c41" providerId="ADAL" clId="{6189556E-3962-4168-85E4-740FCD1C2F93}" dt="2024-09-12T16:20:20.304" v="1912" actId="2711"/>
          <ac:spMkLst>
            <pc:docMk/>
            <pc:sldMk cId="1280099175" sldId="2146848083"/>
            <ac:spMk id="62" creationId="{9D542327-7869-AE9C-D27F-C55354D3EC0A}"/>
          </ac:spMkLst>
        </pc:spChg>
        <pc:spChg chg="mod">
          <ac:chgData name="Dhawan, Shubham" userId="e457b5f3-1f3d-4d58-917e-9019c3073c41" providerId="ADAL" clId="{6189556E-3962-4168-85E4-740FCD1C2F93}" dt="2024-09-12T16:20:20.304" v="1912" actId="2711"/>
          <ac:spMkLst>
            <pc:docMk/>
            <pc:sldMk cId="1280099175" sldId="2146848083"/>
            <ac:spMk id="64" creationId="{E98FAE20-601C-44A5-2C11-64396AF76ADF}"/>
          </ac:spMkLst>
        </pc:spChg>
        <pc:spChg chg="mod">
          <ac:chgData name="Dhawan, Shubham" userId="e457b5f3-1f3d-4d58-917e-9019c3073c41" providerId="ADAL" clId="{6189556E-3962-4168-85E4-740FCD1C2F93}" dt="2024-09-12T16:20:20.304" v="1912" actId="2711"/>
          <ac:spMkLst>
            <pc:docMk/>
            <pc:sldMk cId="1280099175" sldId="2146848083"/>
            <ac:spMk id="65" creationId="{84801397-77E9-B553-014A-6252ED95EC2E}"/>
          </ac:spMkLst>
        </pc:spChg>
        <pc:spChg chg="mod">
          <ac:chgData name="Dhawan, Shubham" userId="e457b5f3-1f3d-4d58-917e-9019c3073c41" providerId="ADAL" clId="{6189556E-3962-4168-85E4-740FCD1C2F93}" dt="2024-09-12T16:20:20.304" v="1912" actId="2711"/>
          <ac:spMkLst>
            <pc:docMk/>
            <pc:sldMk cId="1280099175" sldId="2146848083"/>
            <ac:spMk id="67" creationId="{1015A430-09E7-028C-1F0A-710D5D6F96B6}"/>
          </ac:spMkLst>
        </pc:spChg>
        <pc:spChg chg="mod">
          <ac:chgData name="Dhawan, Shubham" userId="e457b5f3-1f3d-4d58-917e-9019c3073c41" providerId="ADAL" clId="{6189556E-3962-4168-85E4-740FCD1C2F93}" dt="2024-09-12T16:20:20.304" v="1912" actId="2711"/>
          <ac:spMkLst>
            <pc:docMk/>
            <pc:sldMk cId="1280099175" sldId="2146848083"/>
            <ac:spMk id="68" creationId="{F9BAAD6E-5ECA-F822-FD07-975C24D3D050}"/>
          </ac:spMkLst>
        </pc:spChg>
        <pc:spChg chg="mod">
          <ac:chgData name="Dhawan, Shubham" userId="e457b5f3-1f3d-4d58-917e-9019c3073c41" providerId="ADAL" clId="{6189556E-3962-4168-85E4-740FCD1C2F93}" dt="2024-09-12T16:20:20.304" v="1912" actId="2711"/>
          <ac:spMkLst>
            <pc:docMk/>
            <pc:sldMk cId="1280099175" sldId="2146848083"/>
            <ac:spMk id="69" creationId="{222795B3-19CE-46FD-F4A5-BDA182F740C5}"/>
          </ac:spMkLst>
        </pc:spChg>
        <pc:spChg chg="mod">
          <ac:chgData name="Dhawan, Shubham" userId="e457b5f3-1f3d-4d58-917e-9019c3073c41" providerId="ADAL" clId="{6189556E-3962-4168-85E4-740FCD1C2F93}" dt="2024-09-12T16:20:20.304" v="1912" actId="2711"/>
          <ac:spMkLst>
            <pc:docMk/>
            <pc:sldMk cId="1280099175" sldId="2146848083"/>
            <ac:spMk id="70" creationId="{FF3ECD8A-AD3A-0D0F-FAD3-F8949BEE4FDF}"/>
          </ac:spMkLst>
        </pc:spChg>
        <pc:spChg chg="mod">
          <ac:chgData name="Dhawan, Shubham" userId="e457b5f3-1f3d-4d58-917e-9019c3073c41" providerId="ADAL" clId="{6189556E-3962-4168-85E4-740FCD1C2F93}" dt="2024-09-12T16:20:20.304" v="1912" actId="2711"/>
          <ac:spMkLst>
            <pc:docMk/>
            <pc:sldMk cId="1280099175" sldId="2146848083"/>
            <ac:spMk id="72" creationId="{968E21D7-B5AD-280E-F2F2-B8E5EB116F2D}"/>
          </ac:spMkLst>
        </pc:spChg>
        <pc:spChg chg="mod">
          <ac:chgData name="Dhawan, Shubham" userId="e457b5f3-1f3d-4d58-917e-9019c3073c41" providerId="ADAL" clId="{6189556E-3962-4168-85E4-740FCD1C2F93}" dt="2024-09-12T16:20:20.304" v="1912" actId="2711"/>
          <ac:spMkLst>
            <pc:docMk/>
            <pc:sldMk cId="1280099175" sldId="2146848083"/>
            <ac:spMk id="73" creationId="{1BD573B7-84C4-1146-FFB3-F8DB1361954B}"/>
          </ac:spMkLst>
        </pc:spChg>
        <pc:spChg chg="mod">
          <ac:chgData name="Dhawan, Shubham" userId="e457b5f3-1f3d-4d58-917e-9019c3073c41" providerId="ADAL" clId="{6189556E-3962-4168-85E4-740FCD1C2F93}" dt="2024-09-12T16:20:20.304" v="1912" actId="2711"/>
          <ac:spMkLst>
            <pc:docMk/>
            <pc:sldMk cId="1280099175" sldId="2146848083"/>
            <ac:spMk id="75" creationId="{10EABF60-A069-B14D-EACB-8F663E7E6DD5}"/>
          </ac:spMkLst>
        </pc:spChg>
        <pc:spChg chg="mod">
          <ac:chgData name="Dhawan, Shubham" userId="e457b5f3-1f3d-4d58-917e-9019c3073c41" providerId="ADAL" clId="{6189556E-3962-4168-85E4-740FCD1C2F93}" dt="2024-09-12T16:20:20.304" v="1912" actId="2711"/>
          <ac:spMkLst>
            <pc:docMk/>
            <pc:sldMk cId="1280099175" sldId="2146848083"/>
            <ac:spMk id="76" creationId="{6499F106-CA7D-9B99-F512-ED8B8FB903D6}"/>
          </ac:spMkLst>
        </pc:spChg>
        <pc:spChg chg="mod">
          <ac:chgData name="Dhawan, Shubham" userId="e457b5f3-1f3d-4d58-917e-9019c3073c41" providerId="ADAL" clId="{6189556E-3962-4168-85E4-740FCD1C2F93}" dt="2024-09-12T16:20:20.304" v="1912" actId="2711"/>
          <ac:spMkLst>
            <pc:docMk/>
            <pc:sldMk cId="1280099175" sldId="2146848083"/>
            <ac:spMk id="77" creationId="{429ABB0A-6D0F-38CC-26D6-F75709C2BCE5}"/>
          </ac:spMkLst>
        </pc:spChg>
        <pc:spChg chg="mod">
          <ac:chgData name="Dhawan, Shubham" userId="e457b5f3-1f3d-4d58-917e-9019c3073c41" providerId="ADAL" clId="{6189556E-3962-4168-85E4-740FCD1C2F93}" dt="2024-09-12T16:20:20.304" v="1912" actId="2711"/>
          <ac:spMkLst>
            <pc:docMk/>
            <pc:sldMk cId="1280099175" sldId="2146848083"/>
            <ac:spMk id="78" creationId="{185B587E-B195-AF24-B7FA-DC9592B2D181}"/>
          </ac:spMkLst>
        </pc:spChg>
        <pc:spChg chg="add mod">
          <ac:chgData name="Dhawan, Shubham" userId="e457b5f3-1f3d-4d58-917e-9019c3073c41" providerId="ADAL" clId="{6189556E-3962-4168-85E4-740FCD1C2F93}" dt="2024-09-12T16:12:48.537" v="1870" actId="1035"/>
          <ac:spMkLst>
            <pc:docMk/>
            <pc:sldMk cId="1280099175" sldId="2146848083"/>
            <ac:spMk id="87" creationId="{84BB5163-EFF5-30D1-C413-C3044112E322}"/>
          </ac:spMkLst>
        </pc:spChg>
        <pc:spChg chg="add mod">
          <ac:chgData name="Dhawan, Shubham" userId="e457b5f3-1f3d-4d58-917e-9019c3073c41" providerId="ADAL" clId="{6189556E-3962-4168-85E4-740FCD1C2F93}" dt="2024-09-12T16:12:48.537" v="1870" actId="1035"/>
          <ac:spMkLst>
            <pc:docMk/>
            <pc:sldMk cId="1280099175" sldId="2146848083"/>
            <ac:spMk id="88" creationId="{54E728F0-0DE2-F4BE-C5CD-A1FB0C19DB76}"/>
          </ac:spMkLst>
        </pc:spChg>
        <pc:spChg chg="add mod">
          <ac:chgData name="Dhawan, Shubham" userId="e457b5f3-1f3d-4d58-917e-9019c3073c41" providerId="ADAL" clId="{6189556E-3962-4168-85E4-740FCD1C2F93}" dt="2024-09-12T16:12:48.537" v="1870" actId="1035"/>
          <ac:spMkLst>
            <pc:docMk/>
            <pc:sldMk cId="1280099175" sldId="2146848083"/>
            <ac:spMk id="89" creationId="{B6AB64A1-042A-8CCB-E651-EFC03E521501}"/>
          </ac:spMkLst>
        </pc:spChg>
        <pc:spChg chg="add mod">
          <ac:chgData name="Dhawan, Shubham" userId="e457b5f3-1f3d-4d58-917e-9019c3073c41" providerId="ADAL" clId="{6189556E-3962-4168-85E4-740FCD1C2F93}" dt="2024-09-12T16:12:48.537" v="1870" actId="1035"/>
          <ac:spMkLst>
            <pc:docMk/>
            <pc:sldMk cId="1280099175" sldId="2146848083"/>
            <ac:spMk id="90" creationId="{8876558D-BC2B-969A-8CC4-3BEBACA192A5}"/>
          </ac:spMkLst>
        </pc:spChg>
        <pc:spChg chg="add mod">
          <ac:chgData name="Dhawan, Shubham" userId="e457b5f3-1f3d-4d58-917e-9019c3073c41" providerId="ADAL" clId="{6189556E-3962-4168-85E4-740FCD1C2F93}" dt="2024-09-12T16:20:30.950" v="1915" actId="20577"/>
          <ac:spMkLst>
            <pc:docMk/>
            <pc:sldMk cId="1280099175" sldId="2146848083"/>
            <ac:spMk id="91" creationId="{13E0699E-1A48-613D-C407-52E0C0910B70}"/>
          </ac:spMkLst>
        </pc:spChg>
        <pc:spChg chg="mod">
          <ac:chgData name="Dhawan, Shubham" userId="e457b5f3-1f3d-4d58-917e-9019c3073c41" providerId="ADAL" clId="{6189556E-3962-4168-85E4-740FCD1C2F93}" dt="2024-09-12T16:20:20.304" v="1912" actId="2711"/>
          <ac:spMkLst>
            <pc:docMk/>
            <pc:sldMk cId="1280099175" sldId="2146848083"/>
            <ac:spMk id="94" creationId="{9A3571C6-1CE5-8829-92E8-0BCD0C48C1AA}"/>
          </ac:spMkLst>
        </pc:spChg>
        <pc:spChg chg="mod">
          <ac:chgData name="Dhawan, Shubham" userId="e457b5f3-1f3d-4d58-917e-9019c3073c41" providerId="ADAL" clId="{6189556E-3962-4168-85E4-740FCD1C2F93}" dt="2024-09-12T16:20:20.304" v="1912" actId="2711"/>
          <ac:spMkLst>
            <pc:docMk/>
            <pc:sldMk cId="1280099175" sldId="2146848083"/>
            <ac:spMk id="95" creationId="{974C4F70-54DC-1598-70E3-310D65074469}"/>
          </ac:spMkLst>
        </pc:spChg>
        <pc:spChg chg="mod">
          <ac:chgData name="Dhawan, Shubham" userId="e457b5f3-1f3d-4d58-917e-9019c3073c41" providerId="ADAL" clId="{6189556E-3962-4168-85E4-740FCD1C2F93}" dt="2024-09-12T16:20:20.304" v="1912" actId="2711"/>
          <ac:spMkLst>
            <pc:docMk/>
            <pc:sldMk cId="1280099175" sldId="2146848083"/>
            <ac:spMk id="96" creationId="{88D471E8-752A-4993-AFC8-BCD674C281FB}"/>
          </ac:spMkLst>
        </pc:spChg>
        <pc:grpChg chg="add mod">
          <ac:chgData name="Dhawan, Shubham" userId="e457b5f3-1f3d-4d58-917e-9019c3073c41" providerId="ADAL" clId="{6189556E-3962-4168-85E4-740FCD1C2F93}" dt="2024-09-12T16:12:48.537" v="1870" actId="1035"/>
          <ac:grpSpMkLst>
            <pc:docMk/>
            <pc:sldMk cId="1280099175" sldId="2146848083"/>
            <ac:grpSpMk id="40" creationId="{C5D0E041-D737-D5FC-8C9F-FCE2EE63F44A}"/>
          </ac:grpSpMkLst>
        </pc:grpChg>
        <pc:grpChg chg="mod">
          <ac:chgData name="Dhawan, Shubham" userId="e457b5f3-1f3d-4d58-917e-9019c3073c41" providerId="ADAL" clId="{6189556E-3962-4168-85E4-740FCD1C2F93}" dt="2024-09-12T16:12:48.537" v="1870" actId="1035"/>
          <ac:grpSpMkLst>
            <pc:docMk/>
            <pc:sldMk cId="1280099175" sldId="2146848083"/>
            <ac:grpSpMk id="41" creationId="{F760DD5F-F399-033A-713B-F49DBF793097}"/>
          </ac:grpSpMkLst>
        </pc:grpChg>
        <pc:grpChg chg="add mod">
          <ac:chgData name="Dhawan, Shubham" userId="e457b5f3-1f3d-4d58-917e-9019c3073c41" providerId="ADAL" clId="{6189556E-3962-4168-85E4-740FCD1C2F93}" dt="2024-09-12T16:12:48.537" v="1870" actId="1035"/>
          <ac:grpSpMkLst>
            <pc:docMk/>
            <pc:sldMk cId="1280099175" sldId="2146848083"/>
            <ac:grpSpMk id="45" creationId="{5E202E52-C973-D6DD-13CD-4F0A53F2D680}"/>
          </ac:grpSpMkLst>
        </pc:grpChg>
        <pc:grpChg chg="mod">
          <ac:chgData name="Dhawan, Shubham" userId="e457b5f3-1f3d-4d58-917e-9019c3073c41" providerId="ADAL" clId="{6189556E-3962-4168-85E4-740FCD1C2F93}" dt="2024-09-12T16:12:48.537" v="1870" actId="1035"/>
          <ac:grpSpMkLst>
            <pc:docMk/>
            <pc:sldMk cId="1280099175" sldId="2146848083"/>
            <ac:grpSpMk id="46" creationId="{9C805402-1AD9-DF95-5891-B48B5F7598C9}"/>
          </ac:grpSpMkLst>
        </pc:grpChg>
        <pc:grpChg chg="mod">
          <ac:chgData name="Dhawan, Shubham" userId="e457b5f3-1f3d-4d58-917e-9019c3073c41" providerId="ADAL" clId="{6189556E-3962-4168-85E4-740FCD1C2F93}" dt="2024-09-12T16:12:48.537" v="1870" actId="1035"/>
          <ac:grpSpMkLst>
            <pc:docMk/>
            <pc:sldMk cId="1280099175" sldId="2146848083"/>
            <ac:grpSpMk id="47" creationId="{E3737F67-359F-0E4F-CE06-1140F7670878}"/>
          </ac:grpSpMkLst>
        </pc:grpChg>
        <pc:grpChg chg="add mod">
          <ac:chgData name="Dhawan, Shubham" userId="e457b5f3-1f3d-4d58-917e-9019c3073c41" providerId="ADAL" clId="{6189556E-3962-4168-85E4-740FCD1C2F93}" dt="2024-09-12T16:12:48.537" v="1870" actId="1035"/>
          <ac:grpSpMkLst>
            <pc:docMk/>
            <pc:sldMk cId="1280099175" sldId="2146848083"/>
            <ac:grpSpMk id="63" creationId="{414FAE8B-BFF1-8254-19EC-7BB2E9255C68}"/>
          </ac:grpSpMkLst>
        </pc:grpChg>
        <pc:grpChg chg="add mod">
          <ac:chgData name="Dhawan, Shubham" userId="e457b5f3-1f3d-4d58-917e-9019c3073c41" providerId="ADAL" clId="{6189556E-3962-4168-85E4-740FCD1C2F93}" dt="2024-09-12T16:12:48.537" v="1870" actId="1035"/>
          <ac:grpSpMkLst>
            <pc:docMk/>
            <pc:sldMk cId="1280099175" sldId="2146848083"/>
            <ac:grpSpMk id="66" creationId="{0EDB5EA2-AEE6-6958-08B1-DC3D108C2989}"/>
          </ac:grpSpMkLst>
        </pc:grpChg>
        <pc:grpChg chg="add mod">
          <ac:chgData name="Dhawan, Shubham" userId="e457b5f3-1f3d-4d58-917e-9019c3073c41" providerId="ADAL" clId="{6189556E-3962-4168-85E4-740FCD1C2F93}" dt="2024-09-12T16:12:48.537" v="1870" actId="1035"/>
          <ac:grpSpMkLst>
            <pc:docMk/>
            <pc:sldMk cId="1280099175" sldId="2146848083"/>
            <ac:grpSpMk id="71" creationId="{9540A71A-2200-E70C-92A2-B7831ED87BB6}"/>
          </ac:grpSpMkLst>
        </pc:grpChg>
        <pc:grpChg chg="add mod">
          <ac:chgData name="Dhawan, Shubham" userId="e457b5f3-1f3d-4d58-917e-9019c3073c41" providerId="ADAL" clId="{6189556E-3962-4168-85E4-740FCD1C2F93}" dt="2024-09-12T16:12:48.537" v="1870" actId="1035"/>
          <ac:grpSpMkLst>
            <pc:docMk/>
            <pc:sldMk cId="1280099175" sldId="2146848083"/>
            <ac:grpSpMk id="74" creationId="{1FDF1179-DEB9-E691-7F6C-F903BD609F1E}"/>
          </ac:grpSpMkLst>
        </pc:grpChg>
        <pc:grpChg chg="add mod">
          <ac:chgData name="Dhawan, Shubham" userId="e457b5f3-1f3d-4d58-917e-9019c3073c41" providerId="ADAL" clId="{6189556E-3962-4168-85E4-740FCD1C2F93}" dt="2024-09-12T16:12:48.537" v="1870" actId="1035"/>
          <ac:grpSpMkLst>
            <pc:docMk/>
            <pc:sldMk cId="1280099175" sldId="2146848083"/>
            <ac:grpSpMk id="92" creationId="{E32446DF-4D34-9855-626C-5C59EC869601}"/>
          </ac:grpSpMkLst>
        </pc:grpChg>
        <pc:grpChg chg="mod">
          <ac:chgData name="Dhawan, Shubham" userId="e457b5f3-1f3d-4d58-917e-9019c3073c41" providerId="ADAL" clId="{6189556E-3962-4168-85E4-740FCD1C2F93}" dt="2024-09-12T16:12:48.537" v="1870" actId="1035"/>
          <ac:grpSpMkLst>
            <pc:docMk/>
            <pc:sldMk cId="1280099175" sldId="2146848083"/>
            <ac:grpSpMk id="93" creationId="{B5DE0FE0-BD6F-7373-62CB-1DA8A2EE89B0}"/>
          </ac:grpSpMkLst>
        </pc:grpChg>
        <pc:picChg chg="add del mod">
          <ac:chgData name="Dhawan, Shubham" userId="e457b5f3-1f3d-4d58-917e-9019c3073c41" providerId="ADAL" clId="{6189556E-3962-4168-85E4-740FCD1C2F93}" dt="2024-09-12T15:51:01.219" v="1473" actId="478"/>
          <ac:picMkLst>
            <pc:docMk/>
            <pc:sldMk cId="1280099175" sldId="2146848083"/>
            <ac:picMk id="79" creationId="{0834F59F-9E80-CABC-650F-55138EDB7FE0}"/>
          </ac:picMkLst>
        </pc:picChg>
        <pc:picChg chg="add del mod">
          <ac:chgData name="Dhawan, Shubham" userId="e457b5f3-1f3d-4d58-917e-9019c3073c41" providerId="ADAL" clId="{6189556E-3962-4168-85E4-740FCD1C2F93}" dt="2024-09-12T15:49:42.635" v="1458" actId="478"/>
          <ac:picMkLst>
            <pc:docMk/>
            <pc:sldMk cId="1280099175" sldId="2146848083"/>
            <ac:picMk id="80" creationId="{E854A2C6-7799-65DB-B8CE-10B40F0B574E}"/>
          </ac:picMkLst>
        </pc:picChg>
        <pc:picChg chg="add del mod">
          <ac:chgData name="Dhawan, Shubham" userId="e457b5f3-1f3d-4d58-917e-9019c3073c41" providerId="ADAL" clId="{6189556E-3962-4168-85E4-740FCD1C2F93}" dt="2024-09-12T15:51:54.994" v="1481" actId="478"/>
          <ac:picMkLst>
            <pc:docMk/>
            <pc:sldMk cId="1280099175" sldId="2146848083"/>
            <ac:picMk id="81" creationId="{7AF4D669-AE86-5C18-0BAA-A7AE24A72E70}"/>
          </ac:picMkLst>
        </pc:picChg>
        <pc:picChg chg="add mod">
          <ac:chgData name="Dhawan, Shubham" userId="e457b5f3-1f3d-4d58-917e-9019c3073c41" providerId="ADAL" clId="{6189556E-3962-4168-85E4-740FCD1C2F93}" dt="2024-09-12T16:21:03.596" v="1925" actId="1076"/>
          <ac:picMkLst>
            <pc:docMk/>
            <pc:sldMk cId="1280099175" sldId="2146848083"/>
            <ac:picMk id="82" creationId="{108015ED-C7B5-7934-B24F-ADA27FEFAFD3}"/>
          </ac:picMkLst>
        </pc:picChg>
        <pc:picChg chg="add mod">
          <ac:chgData name="Dhawan, Shubham" userId="e457b5f3-1f3d-4d58-917e-9019c3073c41" providerId="ADAL" clId="{6189556E-3962-4168-85E4-740FCD1C2F93}" dt="2024-09-12T16:20:57.708" v="1922" actId="14100"/>
          <ac:picMkLst>
            <pc:docMk/>
            <pc:sldMk cId="1280099175" sldId="2146848083"/>
            <ac:picMk id="83" creationId="{ACAA4CF3-F5F2-2A27-8888-881204052C85}"/>
          </ac:picMkLst>
        </pc:picChg>
        <pc:picChg chg="add mod">
          <ac:chgData name="Dhawan, Shubham" userId="e457b5f3-1f3d-4d58-917e-9019c3073c41" providerId="ADAL" clId="{6189556E-3962-4168-85E4-740FCD1C2F93}" dt="2024-09-12T16:21:11.139" v="1928" actId="1076"/>
          <ac:picMkLst>
            <pc:docMk/>
            <pc:sldMk cId="1280099175" sldId="2146848083"/>
            <ac:picMk id="84" creationId="{961084D2-CD7D-2C66-3977-9877C1C6A3D4}"/>
          </ac:picMkLst>
        </pc:picChg>
        <pc:picChg chg="add del mod">
          <ac:chgData name="Dhawan, Shubham" userId="e457b5f3-1f3d-4d58-917e-9019c3073c41" providerId="ADAL" clId="{6189556E-3962-4168-85E4-740FCD1C2F93}" dt="2024-09-12T15:54:27.730" v="1555" actId="478"/>
          <ac:picMkLst>
            <pc:docMk/>
            <pc:sldMk cId="1280099175" sldId="2146848083"/>
            <ac:picMk id="85" creationId="{F3252308-55B2-03D1-5AD3-2A550E5BD10A}"/>
          </ac:picMkLst>
        </pc:picChg>
        <pc:picChg chg="add del mod">
          <ac:chgData name="Dhawan, Shubham" userId="e457b5f3-1f3d-4d58-917e-9019c3073c41" providerId="ADAL" clId="{6189556E-3962-4168-85E4-740FCD1C2F93}" dt="2024-09-12T15:54:17.371" v="1552" actId="478"/>
          <ac:picMkLst>
            <pc:docMk/>
            <pc:sldMk cId="1280099175" sldId="2146848083"/>
            <ac:picMk id="86" creationId="{3F2F457D-3745-C272-DFD0-CAD10384C3CB}"/>
          </ac:picMkLst>
        </pc:picChg>
        <pc:picChg chg="add mod">
          <ac:chgData name="Dhawan, Shubham" userId="e457b5f3-1f3d-4d58-917e-9019c3073c41" providerId="ADAL" clId="{6189556E-3962-4168-85E4-740FCD1C2F93}" dt="2024-09-12T16:12:48.537" v="1870" actId="1035"/>
          <ac:picMkLst>
            <pc:docMk/>
            <pc:sldMk cId="1280099175" sldId="2146848083"/>
            <ac:picMk id="97" creationId="{638CF32C-5076-F7A8-B1BA-4C81AAD55CD2}"/>
          </ac:picMkLst>
        </pc:picChg>
        <pc:picChg chg="add mod">
          <ac:chgData name="Dhawan, Shubham" userId="e457b5f3-1f3d-4d58-917e-9019c3073c41" providerId="ADAL" clId="{6189556E-3962-4168-85E4-740FCD1C2F93}" dt="2024-09-12T16:21:01.071" v="1923" actId="1036"/>
          <ac:picMkLst>
            <pc:docMk/>
            <pc:sldMk cId="1280099175" sldId="2146848083"/>
            <ac:picMk id="98" creationId="{786D2697-F2BC-4770-9ED4-8D46B5695334}"/>
          </ac:picMkLst>
        </pc:picChg>
        <pc:picChg chg="add mod">
          <ac:chgData name="Dhawan, Shubham" userId="e457b5f3-1f3d-4d58-917e-9019c3073c41" providerId="ADAL" clId="{6189556E-3962-4168-85E4-740FCD1C2F93}" dt="2024-09-12T16:21:06.686" v="1926" actId="1076"/>
          <ac:picMkLst>
            <pc:docMk/>
            <pc:sldMk cId="1280099175" sldId="2146848083"/>
            <ac:picMk id="99" creationId="{3478FC21-D573-8FCA-C6FE-590183CA24F1}"/>
          </ac:picMkLst>
        </pc:picChg>
        <pc:picChg chg="add mod">
          <ac:chgData name="Dhawan, Shubham" userId="e457b5f3-1f3d-4d58-917e-9019c3073c41" providerId="ADAL" clId="{6189556E-3962-4168-85E4-740FCD1C2F93}" dt="2024-09-12T16:20:55.286" v="1921" actId="1076"/>
          <ac:picMkLst>
            <pc:docMk/>
            <pc:sldMk cId="1280099175" sldId="2146848083"/>
            <ac:picMk id="100" creationId="{EE955A54-278D-72B2-8148-4112ABEE33CA}"/>
          </ac:picMkLst>
        </pc:picChg>
        <pc:picChg chg="add mod">
          <ac:chgData name="Dhawan, Shubham" userId="e457b5f3-1f3d-4d58-917e-9019c3073c41" providerId="ADAL" clId="{6189556E-3962-4168-85E4-740FCD1C2F93}" dt="2024-09-12T16:12:48.537" v="1870" actId="1035"/>
          <ac:picMkLst>
            <pc:docMk/>
            <pc:sldMk cId="1280099175" sldId="2146848083"/>
            <ac:picMk id="3074" creationId="{9FEE3A22-BE26-C8EE-B089-C156830061DB}"/>
          </ac:picMkLst>
        </pc:picChg>
        <pc:cxnChg chg="add del mod">
          <ac:chgData name="Dhawan, Shubham" userId="e457b5f3-1f3d-4d58-917e-9019c3073c41" providerId="ADAL" clId="{6189556E-3962-4168-85E4-740FCD1C2F93}" dt="2024-09-12T16:12:53.707" v="1871" actId="478"/>
          <ac:cxnSpMkLst>
            <pc:docMk/>
            <pc:sldMk cId="1280099175" sldId="2146848083"/>
            <ac:cxnSpMk id="101" creationId="{FC1C4748-79CD-F6DA-93D1-4C4C90576AAC}"/>
          </ac:cxnSpMkLst>
        </pc:cxnChg>
      </pc:sldChg>
      <pc:sldChg chg="modSp mod">
        <pc:chgData name="Dhawan, Shubham" userId="e457b5f3-1f3d-4d58-917e-9019c3073c41" providerId="ADAL" clId="{6189556E-3962-4168-85E4-740FCD1C2F93}" dt="2024-09-12T16:13:29.248" v="1873" actId="123"/>
        <pc:sldMkLst>
          <pc:docMk/>
          <pc:sldMk cId="2905917215" sldId="2146848084"/>
        </pc:sldMkLst>
        <pc:graphicFrameChg chg="modGraphic">
          <ac:chgData name="Dhawan, Shubham" userId="e457b5f3-1f3d-4d58-917e-9019c3073c41" providerId="ADAL" clId="{6189556E-3962-4168-85E4-740FCD1C2F93}" dt="2024-09-12T16:13:29.248" v="1873" actId="123"/>
          <ac:graphicFrameMkLst>
            <pc:docMk/>
            <pc:sldMk cId="2905917215" sldId="2146848084"/>
            <ac:graphicFrameMk id="42" creationId="{23505455-799A-4BAE-CA79-699A1DC150B5}"/>
          </ac:graphicFrameMkLst>
        </pc:graphicFrameChg>
      </pc:sldChg>
      <pc:sldChg chg="modSp mod ord">
        <pc:chgData name="Dhawan, Shubham" userId="e457b5f3-1f3d-4d58-917e-9019c3073c41" providerId="ADAL" clId="{6189556E-3962-4168-85E4-740FCD1C2F93}" dt="2024-09-12T16:14:05.361" v="1877" actId="123"/>
        <pc:sldMkLst>
          <pc:docMk/>
          <pc:sldMk cId="2345652467" sldId="2146848085"/>
        </pc:sldMkLst>
        <pc:graphicFrameChg chg="modGraphic">
          <ac:chgData name="Dhawan, Shubham" userId="e457b5f3-1f3d-4d58-917e-9019c3073c41" providerId="ADAL" clId="{6189556E-3962-4168-85E4-740FCD1C2F93}" dt="2024-09-12T16:14:05.361" v="1877" actId="123"/>
          <ac:graphicFrameMkLst>
            <pc:docMk/>
            <pc:sldMk cId="2345652467" sldId="2146848085"/>
            <ac:graphicFrameMk id="42" creationId="{23505455-799A-4BAE-CA79-699A1DC150B5}"/>
          </ac:graphicFrameMkLst>
        </pc:graphicFrameChg>
      </pc:sldChg>
      <pc:sldChg chg="modSp mod">
        <pc:chgData name="Dhawan, Shubham" userId="e457b5f3-1f3d-4d58-917e-9019c3073c41" providerId="ADAL" clId="{6189556E-3962-4168-85E4-740FCD1C2F93}" dt="2024-09-12T16:24:33.058" v="1964" actId="123"/>
        <pc:sldMkLst>
          <pc:docMk/>
          <pc:sldMk cId="3307755875" sldId="2146848086"/>
        </pc:sldMkLst>
        <pc:graphicFrameChg chg="modGraphic">
          <ac:chgData name="Dhawan, Shubham" userId="e457b5f3-1f3d-4d58-917e-9019c3073c41" providerId="ADAL" clId="{6189556E-3962-4168-85E4-740FCD1C2F93}" dt="2024-09-12T16:24:33.058" v="1964" actId="123"/>
          <ac:graphicFrameMkLst>
            <pc:docMk/>
            <pc:sldMk cId="3307755875" sldId="2146848086"/>
            <ac:graphicFrameMk id="42" creationId="{23505455-799A-4BAE-CA79-699A1DC150B5}"/>
          </ac:graphicFrameMkLst>
        </pc:graphicFrameChg>
      </pc:sldChg>
      <pc:sldChg chg="modSp mod ord">
        <pc:chgData name="Dhawan, Shubham" userId="e457b5f3-1f3d-4d58-917e-9019c3073c41" providerId="ADAL" clId="{6189556E-3962-4168-85E4-740FCD1C2F93}" dt="2024-09-12T16:14:30.902" v="1880" actId="123"/>
        <pc:sldMkLst>
          <pc:docMk/>
          <pc:sldMk cId="4049792030" sldId="2146848087"/>
        </pc:sldMkLst>
        <pc:graphicFrameChg chg="modGraphic">
          <ac:chgData name="Dhawan, Shubham" userId="e457b5f3-1f3d-4d58-917e-9019c3073c41" providerId="ADAL" clId="{6189556E-3962-4168-85E4-740FCD1C2F93}" dt="2024-09-12T16:14:30.902" v="1880" actId="123"/>
          <ac:graphicFrameMkLst>
            <pc:docMk/>
            <pc:sldMk cId="4049792030" sldId="2146848087"/>
            <ac:graphicFrameMk id="42" creationId="{23505455-799A-4BAE-CA79-699A1DC150B5}"/>
          </ac:graphicFrameMkLst>
        </pc:graphicFrameChg>
      </pc:sldChg>
      <pc:sldChg chg="modSp mod">
        <pc:chgData name="Dhawan, Shubham" userId="e457b5f3-1f3d-4d58-917e-9019c3073c41" providerId="ADAL" clId="{6189556E-3962-4168-85E4-740FCD1C2F93}" dt="2024-09-12T16:14:37.395" v="1881" actId="123"/>
        <pc:sldMkLst>
          <pc:docMk/>
          <pc:sldMk cId="2493843692" sldId="2146848088"/>
        </pc:sldMkLst>
        <pc:graphicFrameChg chg="modGraphic">
          <ac:chgData name="Dhawan, Shubham" userId="e457b5f3-1f3d-4d58-917e-9019c3073c41" providerId="ADAL" clId="{6189556E-3962-4168-85E4-740FCD1C2F93}" dt="2024-09-12T16:14:37.395" v="1881" actId="123"/>
          <ac:graphicFrameMkLst>
            <pc:docMk/>
            <pc:sldMk cId="2493843692" sldId="2146848088"/>
            <ac:graphicFrameMk id="42" creationId="{23505455-799A-4BAE-CA79-699A1DC150B5}"/>
          </ac:graphicFrameMkLst>
        </pc:graphicFrameChg>
      </pc:sldChg>
      <pc:sldChg chg="modSp mod ord">
        <pc:chgData name="Dhawan, Shubham" userId="e457b5f3-1f3d-4d58-917e-9019c3073c41" providerId="ADAL" clId="{6189556E-3962-4168-85E4-740FCD1C2F93}" dt="2024-09-12T16:28:09.460" v="1967" actId="20577"/>
        <pc:sldMkLst>
          <pc:docMk/>
          <pc:sldMk cId="645656442" sldId="2146848089"/>
        </pc:sldMkLst>
        <pc:graphicFrameChg chg="modGraphic">
          <ac:chgData name="Dhawan, Shubham" userId="e457b5f3-1f3d-4d58-917e-9019c3073c41" providerId="ADAL" clId="{6189556E-3962-4168-85E4-740FCD1C2F93}" dt="2024-09-12T16:28:09.460" v="1967" actId="20577"/>
          <ac:graphicFrameMkLst>
            <pc:docMk/>
            <pc:sldMk cId="645656442" sldId="2146848089"/>
            <ac:graphicFrameMk id="42" creationId="{23505455-799A-4BAE-CA79-699A1DC150B5}"/>
          </ac:graphicFrameMkLst>
        </pc:graphicFrameChg>
      </pc:sldChg>
      <pc:sldChg chg="modSp mod">
        <pc:chgData name="Dhawan, Shubham" userId="e457b5f3-1f3d-4d58-917e-9019c3073c41" providerId="ADAL" clId="{6189556E-3962-4168-85E4-740FCD1C2F93}" dt="2024-09-12T16:13:46.085" v="1875" actId="6549"/>
        <pc:sldMkLst>
          <pc:docMk/>
          <pc:sldMk cId="4077830511" sldId="2146848090"/>
        </pc:sldMkLst>
        <pc:graphicFrameChg chg="modGraphic">
          <ac:chgData name="Dhawan, Shubham" userId="e457b5f3-1f3d-4d58-917e-9019c3073c41" providerId="ADAL" clId="{6189556E-3962-4168-85E4-740FCD1C2F93}" dt="2024-09-12T16:13:46.085" v="1875" actId="6549"/>
          <ac:graphicFrameMkLst>
            <pc:docMk/>
            <pc:sldMk cId="4077830511" sldId="2146848090"/>
            <ac:graphicFrameMk id="42" creationId="{23505455-799A-4BAE-CA79-699A1DC150B5}"/>
          </ac:graphicFrameMkLst>
        </pc:graphicFrameChg>
      </pc:sldChg>
      <pc:sldChg chg="modSp mod">
        <pc:chgData name="Dhawan, Shubham" userId="e457b5f3-1f3d-4d58-917e-9019c3073c41" providerId="ADAL" clId="{6189556E-3962-4168-85E4-740FCD1C2F93}" dt="2024-09-12T16:28:31.940" v="1972" actId="20577"/>
        <pc:sldMkLst>
          <pc:docMk/>
          <pc:sldMk cId="517560605" sldId="2146848091"/>
        </pc:sldMkLst>
        <pc:graphicFrameChg chg="modGraphic">
          <ac:chgData name="Dhawan, Shubham" userId="e457b5f3-1f3d-4d58-917e-9019c3073c41" providerId="ADAL" clId="{6189556E-3962-4168-85E4-740FCD1C2F93}" dt="2024-09-12T16:28:31.940" v="1972" actId="20577"/>
          <ac:graphicFrameMkLst>
            <pc:docMk/>
            <pc:sldMk cId="517560605" sldId="2146848091"/>
            <ac:graphicFrameMk id="42" creationId="{23505455-799A-4BAE-CA79-699A1DC150B5}"/>
          </ac:graphicFrameMkLst>
        </pc:graphicFrameChg>
      </pc:sldChg>
    </pc:docChg>
  </pc:docChgLst>
  <pc:docChgLst>
    <pc:chgData name="Dhawan, Shubham" userId="e457b5f3-1f3d-4d58-917e-9019c3073c41" providerId="ADAL" clId="{81A8EFC9-74AE-4807-91D5-0894E1F90DF0}"/>
    <pc:docChg chg="modSld">
      <pc:chgData name="Dhawan, Shubham" userId="e457b5f3-1f3d-4d58-917e-9019c3073c41" providerId="ADAL" clId="{81A8EFC9-74AE-4807-91D5-0894E1F90DF0}" dt="2024-09-12T16:37:03.165" v="0"/>
      <pc:docMkLst>
        <pc:docMk/>
      </pc:docMkLst>
      <pc:sldChg chg="modSp mod">
        <pc:chgData name="Dhawan, Shubham" userId="e457b5f3-1f3d-4d58-917e-9019c3073c41" providerId="ADAL" clId="{81A8EFC9-74AE-4807-91D5-0894E1F90DF0}" dt="2024-09-12T16:37:03.165" v="0"/>
        <pc:sldMkLst>
          <pc:docMk/>
          <pc:sldMk cId="517560605" sldId="2146848091"/>
        </pc:sldMkLst>
        <pc:spChg chg="mod">
          <ac:chgData name="Dhawan, Shubham" userId="e457b5f3-1f3d-4d58-917e-9019c3073c41" providerId="ADAL" clId="{81A8EFC9-74AE-4807-91D5-0894E1F90DF0}" dt="2024-09-12T16:37:03.165" v="0"/>
          <ac:spMkLst>
            <pc:docMk/>
            <pc:sldMk cId="517560605" sldId="2146848091"/>
            <ac:spMk id="11" creationId="{09E5F9FD-CF4E-4608-9B95-8BBC6E87A6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75FD0-F042-4C44-9B35-FD04776838CD}" type="datetimeFigureOut">
              <a:rPr lang="en-US" smtClean="0"/>
              <a:t>9/12/2024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EEA8F5-1E97-4569-BAF2-F24B2A4D92CB}" type="slidenum">
              <a:rPr lang="en-US" smtClean="0"/>
              <a:t>‹#›</a:t>
            </a:fld>
            <a:endParaRPr lang="en-US"/>
          </a:p>
        </p:txBody>
      </p:sp>
    </p:spTree>
    <p:extLst>
      <p:ext uri="{BB962C8B-B14F-4D97-AF65-F5344CB8AC3E}">
        <p14:creationId xmlns:p14="http://schemas.microsoft.com/office/powerpoint/2010/main" val="97508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04757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6.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0.emf"/><Relationship Id="rId4" Type="http://schemas.openxmlformats.org/officeDocument/2006/relationships/oleObject" Target="../embeddings/oleObject5.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268814291"/>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3649499653"/>
      </p:ext>
    </p:extLst>
  </p:cSld>
  <p:clrMapOvr>
    <a:masterClrMapping/>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744545993"/>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262414296"/>
      </p:ext>
    </p:extLst>
  </p:cSld>
  <p:clrMapOvr>
    <a:masterClrMapping/>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8" name="TextBox 7"/>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83360726"/>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5" name="TextBox 14"/>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505580418"/>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93461569"/>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85023327"/>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0482681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442039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5692032"/>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165582021"/>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34275078"/>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812002587"/>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9382398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049772675"/>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09404169"/>
      </p:ext>
    </p:extLst>
  </p:cSld>
  <p:clrMapOvr>
    <a:masterClrMapping/>
  </p:clrMapOvr>
  <p:transition>
    <p:fade/>
  </p:transition>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75093647"/>
      </p:ext>
    </p:extLst>
  </p:cSld>
  <p:clrMapOvr>
    <a:masterClrMapping/>
  </p:clrMapOvr>
  <p:transition>
    <p:fade/>
  </p:transition>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06840627"/>
      </p:ext>
    </p:extLst>
  </p:cSld>
  <p:clrMapOvr>
    <a:masterClrMapping/>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27236693"/>
      </p:ext>
    </p:extLst>
  </p:cSld>
  <p:clrMapOvr>
    <a:masterClrMapping/>
  </p:clrMapOvr>
  <p:transition>
    <p:fade/>
  </p:transition>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88601048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95502023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9576249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7273743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51464706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195422793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3226876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8637327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60041297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75298990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6048638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709268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6314978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455283843"/>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17499317"/>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90413456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2023 Deloitte Touche </a:t>
            </a:r>
            <a:r>
              <a:rPr lang="fr-FR" sz="818" err="1">
                <a:solidFill>
                  <a:prstClr val="white"/>
                </a:solidFill>
              </a:rPr>
              <a:t>Tohmatsu</a:t>
            </a:r>
            <a:r>
              <a:rPr lang="fr-FR" sz="818">
                <a:solidFill>
                  <a:prstClr val="white"/>
                </a:solidFill>
              </a:rPr>
              <a:t> </a:t>
            </a:r>
            <a:r>
              <a:rPr lang="fr-FR" sz="818" err="1">
                <a:solidFill>
                  <a:prstClr val="white"/>
                </a:solidFill>
              </a:rPr>
              <a:t>India</a:t>
            </a:r>
            <a:r>
              <a:rPr lang="fr-FR" sz="818">
                <a:solidFill>
                  <a:prstClr val="white"/>
                </a:solidFill>
              </a:rPr>
              <a:t> LLP</a:t>
            </a:r>
          </a:p>
        </p:txBody>
      </p:sp>
      <p:sp>
        <p:nvSpPr>
          <p:cNvPr id="15" name="TextBox 14"/>
          <p:cNvSpPr txBox="1"/>
          <p:nvPr/>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16909243"/>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467797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66902670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26281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Click to 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Click to edit Master text styles</a:t>
            </a:r>
          </a:p>
        </p:txBody>
      </p:sp>
      <p:pic>
        <p:nvPicPr>
          <p:cNvPr id="9" name="LogoDisclaimerPage"/>
          <p:cNvPicPr>
            <a:picLocks noChangeAspect="1"/>
          </p:cNvPicPr>
          <p:nvPr/>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398655843"/>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88794356"/>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470315277"/>
      </p:ext>
    </p:extLst>
  </p:cSld>
  <p:clrMapOvr>
    <a:masterClrMapping/>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245924922"/>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516487255"/>
      </p:ext>
    </p:extLst>
  </p:cSld>
  <p:clrMapOvr>
    <a:masterClrMapping/>
  </p:clrMapOvr>
  <p:transition>
    <p:fade/>
  </p:transition>
  <p:hf hdr="0" dt="0"/>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8" name="TextBox 7"/>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36852969"/>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5" name="TextBox 14"/>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177455455"/>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16643262"/>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281337793"/>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04669040"/>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602816155"/>
      </p:ext>
    </p:extLst>
  </p:cSld>
  <p:clrMapOvr>
    <a:masterClrMapping/>
  </p:clrMapOvr>
  <p:transition>
    <p:fade/>
  </p:transition>
  <p:hf hdr="0" dt="0"/>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68908588"/>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619208158"/>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425575"/>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2" name="TextBox 11"/>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101094549"/>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70802711"/>
      </p:ext>
    </p:extLst>
  </p:cSld>
  <p:clrMapOvr>
    <a:overrideClrMapping bg1="lt1" tx1="dk1" bg2="lt2" tx2="dk2" accent1="accent1" accent2="accent2" accent3="accent3" accent4="accent4" accent5="accent5" accent6="accent6" hlink="hlink" folHlink="folHlink"/>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83816519"/>
      </p:ext>
    </p:extLst>
  </p:cSld>
  <p:clrMapOvr>
    <a:masterClrMapping/>
  </p:clrMapOvr>
  <p:transition>
    <p:fade/>
  </p:transition>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139157577"/>
      </p:ext>
    </p:extLst>
  </p:cSld>
  <p:clrMapOvr>
    <a:masterClrMapping/>
  </p:clrMapOvr>
  <p:transition>
    <p:fade/>
  </p:transition>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3548390632"/>
      </p:ext>
    </p:extLst>
  </p:cSld>
  <p:clrMapOvr>
    <a:masterClrMapping/>
  </p:clrMapOvr>
  <p:transition>
    <p:fade/>
  </p:transition>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04653797"/>
      </p:ext>
    </p:extLst>
  </p:cSld>
  <p:clrMapOvr>
    <a:masterClrMapping/>
  </p:clrMapOvr>
  <p:transition>
    <p:fade/>
  </p:transition>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50779337"/>
      </p:ext>
    </p:extLst>
  </p:cSld>
  <p:clrMapOvr>
    <a:masterClrMapping/>
  </p:clrMapOvr>
  <p:transition>
    <p:fade/>
  </p:transition>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3298773652"/>
      </p:ext>
    </p:extLst>
  </p:cSld>
  <p:clrMapOvr>
    <a:masterClrMapping/>
  </p:clrMapOvr>
  <p:transition>
    <p:fade/>
  </p:transition>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095813231"/>
      </p:ext>
    </p:extLst>
  </p:cSld>
  <p:clrMapOvr>
    <a:masterClrMapping/>
  </p:clrMapOvr>
  <p:transition>
    <p:fade/>
  </p:transition>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84864387"/>
      </p:ext>
    </p:extLst>
  </p:cSld>
  <p:clrMapOvr>
    <a:masterClrMapping/>
  </p:clrMapOvr>
  <p:transition>
    <p:fade/>
  </p:transition>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69240888"/>
      </p:ext>
    </p:extLst>
  </p:cSld>
  <p:clrMapOvr>
    <a:masterClrMapping/>
  </p:clrMapOvr>
  <p:transition>
    <p:fade/>
  </p:transition>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67018378"/>
      </p:ext>
    </p:extLst>
  </p:cSld>
  <p:clrMapOvr>
    <a:masterClrMapping/>
  </p:clrMapOvr>
  <p:transition>
    <p:fade/>
  </p:transition>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91253520"/>
      </p:ext>
    </p:extLst>
  </p:cSld>
  <p:clrMapOvr>
    <a:masterClrMapping/>
  </p:clrMapOvr>
  <p:transition>
    <p:fade/>
  </p:transition>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43448955"/>
      </p:ext>
    </p:extLst>
  </p:cSld>
  <p:clrMapOvr>
    <a:masterClrMapping/>
  </p:clrMapOvr>
  <p:transition>
    <p:fade/>
  </p:transition>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4248451824"/>
      </p:ext>
    </p:extLst>
  </p:cSld>
  <p:clrMapOvr>
    <a:masterClrMapping/>
  </p:clrMapOvr>
  <p:transition>
    <p:fade/>
  </p:transition>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89331047"/>
      </p:ext>
    </p:extLst>
  </p:cSld>
  <p:clrMapOvr>
    <a:masterClrMapping/>
  </p:clrMapOvr>
  <p:transition>
    <p:fade/>
  </p:transition>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153100619"/>
      </p:ext>
    </p:extLst>
  </p:cSld>
  <p:clrMapOvr>
    <a:masterClrMapping/>
  </p:clrMapOvr>
  <p:transition>
    <p:fade/>
  </p:transition>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643706504"/>
      </p:ext>
    </p:extLst>
  </p:cSld>
  <p:clrMapOvr>
    <a:masterClrMapping/>
  </p:clrMapOvr>
  <p:transition>
    <p:fade/>
  </p:transition>
  <p:hf hd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74405709"/>
      </p:ext>
    </p:extLst>
  </p:cSld>
  <p:clrMapOvr>
    <a:masterClrMapping/>
  </p:clrMapOvr>
  <p:transition>
    <p:fade/>
  </p:transition>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2023 Deloitte Touche </a:t>
            </a:r>
            <a:r>
              <a:rPr lang="fr-FR" sz="818" noProof="0" err="1">
                <a:solidFill>
                  <a:schemeClr val="bg1"/>
                </a:solidFill>
              </a:rPr>
              <a:t>Tohmatsu</a:t>
            </a:r>
            <a:r>
              <a:rPr lang="fr-FR" sz="818" noProof="0">
                <a:solidFill>
                  <a:schemeClr val="bg1"/>
                </a:solidFill>
              </a:rPr>
              <a:t> </a:t>
            </a:r>
            <a:r>
              <a:rPr lang="fr-FR" sz="818" noProof="0" err="1">
                <a:solidFill>
                  <a:schemeClr val="bg1"/>
                </a:solidFill>
              </a:rPr>
              <a:t>India</a:t>
            </a:r>
            <a:r>
              <a:rPr lang="fr-FR" sz="818" noProof="0">
                <a:solidFill>
                  <a:schemeClr val="bg1"/>
                </a:solidFill>
              </a:rPr>
              <a:t> LLP</a:t>
            </a:r>
          </a:p>
        </p:txBody>
      </p:sp>
      <p:sp>
        <p:nvSpPr>
          <p:cNvPr id="15" name="TextBox 14"/>
          <p:cNvSpPr txBox="1"/>
          <p:nvPr/>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574878167"/>
      </p:ext>
    </p:extLst>
  </p:cSld>
  <p:clrMapOvr>
    <a:masterClrMapping/>
  </p:clrMapOvr>
  <p:transition>
    <p:fade/>
  </p:transition>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262229"/>
      </p:ext>
    </p:extLst>
  </p:cSld>
  <p:clrMapOvr>
    <a:masterClrMapping/>
  </p:clrMapOvr>
  <p:transition>
    <p:fade/>
  </p:transition>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373608186"/>
      </p:ext>
    </p:extLst>
  </p:cSld>
  <p:clrMapOvr>
    <a:masterClrMapping/>
  </p:clrMapOvr>
  <p:transition>
    <p:fade/>
  </p:transition>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452918"/>
      </p:ext>
    </p:extLst>
  </p:cSld>
  <p:clrMapOvr>
    <a:masterClrMapping/>
  </p:clrMapOvr>
  <p:transition>
    <p:fade/>
  </p:transition>
  <p:hf hdr="0" dt="0"/>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4_空白">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669115-3258-2840-90D8-5DE7535D357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1363095"/>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313209"/>
            <a:ext cx="5486399" cy="895983"/>
          </a:xfrm>
          <a:prstGeom prst="rect">
            <a:avLst/>
          </a:prstGeom>
        </p:spPr>
        <p:txBody>
          <a:bodyPr anchor="b" anchorCtr="0">
            <a:noAutofit/>
          </a:bodyPr>
          <a:lstStyle>
            <a:lvl1pPr algn="l">
              <a:lnSpc>
                <a:spcPts val="3200"/>
              </a:lnSpc>
              <a:defRPr sz="3000" b="0">
                <a:solidFill>
                  <a:schemeClr val="accent1"/>
                </a:solidFill>
                <a:latin typeface="+mj-lt"/>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283298"/>
            <a:ext cx="4490721" cy="215444"/>
          </a:xfrm>
          <a:prstGeom prst="rect">
            <a:avLst/>
          </a:prstGeom>
        </p:spPr>
        <p:txBody>
          <a:bodyPr lIns="0" tIns="0" rIns="0" bIns="0" anchor="t">
            <a:spAutoFit/>
          </a:bodyPr>
          <a:lstStyle>
            <a:lvl1pPr>
              <a:spcAft>
                <a:spcPts val="0"/>
              </a:spcAft>
              <a:defRPr sz="1400" b="1">
                <a:solidFill>
                  <a:schemeClr val="tx1"/>
                </a:solidFill>
                <a:latin typeface="+mn-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1192318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C0A340-87B5-E440-8FA2-21BE5E927E10}"/>
              </a:ext>
            </a:extLst>
          </p:cNvPr>
          <p:cNvPicPr>
            <a:picLocks noChangeAspect="1"/>
          </p:cNvPicPr>
          <p:nvPr userDrawn="1"/>
        </p:nvPicPr>
        <p:blipFill>
          <a:blip r:embed="rId2"/>
          <a:srcRect/>
          <a:stretch/>
        </p:blipFill>
        <p:spPr>
          <a:xfrm>
            <a:off x="0" y="0"/>
            <a:ext cx="12192000" cy="6858000"/>
          </a:xfrm>
          <a:prstGeom prst="rect">
            <a:avLst/>
          </a:prstGeom>
        </p:spPr>
      </p:pic>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4770916"/>
            <a:ext cx="4446269" cy="215444"/>
          </a:xfrm>
          <a:prstGeom prst="rect">
            <a:avLst/>
          </a:prstGeom>
        </p:spPr>
        <p:txBody>
          <a:bodyPr lIns="0" tIns="0" rIns="0" bIns="0" anchor="t">
            <a:spAutoFit/>
          </a:bodyPr>
          <a:lstStyle>
            <a:lvl1pPr>
              <a:spcAft>
                <a:spcPts val="0"/>
              </a:spcAft>
              <a:defRPr sz="1400" b="1">
                <a:solidFill>
                  <a:schemeClr val="bg1"/>
                </a:solidFill>
                <a:latin typeface="+mn-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4991734"/>
            <a:ext cx="4446269" cy="895983"/>
          </a:xfrm>
          <a:prstGeom prst="rect">
            <a:avLst/>
          </a:prstGeom>
        </p:spPr>
        <p:txBody>
          <a:bodyPr anchor="b" anchorCtr="0">
            <a:noAutofit/>
          </a:bodyPr>
          <a:lstStyle>
            <a:lvl1pPr algn="l">
              <a:lnSpc>
                <a:spcPts val="3200"/>
              </a:lnSpc>
              <a:defRPr sz="3000" b="0">
                <a:solidFill>
                  <a:schemeClr val="accent1"/>
                </a:solidFill>
                <a:latin typeface="+mj-lt"/>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7" name="Content Placeholder 6">
            <a:extLst>
              <a:ext uri="{FF2B5EF4-FFF2-40B4-BE49-F238E27FC236}">
                <a16:creationId xmlns:a16="http://schemas.microsoft.com/office/drawing/2014/main" id="{24F9B948-4237-0D46-A17E-F919C225E16D}"/>
              </a:ext>
            </a:extLst>
          </p:cNvPr>
          <p:cNvSpPr>
            <a:spLocks noGrp="1"/>
          </p:cNvSpPr>
          <p:nvPr>
            <p:ph sz="quarter" idx="11"/>
          </p:nvPr>
        </p:nvSpPr>
        <p:spPr>
          <a:xfrm>
            <a:off x="463296" y="5886603"/>
            <a:ext cx="4446842" cy="608012"/>
          </a:xfrm>
          <a:prstGeom prst="rect">
            <a:avLst/>
          </a:prstGeom>
        </p:spPr>
        <p:txBody>
          <a:bodyPr lIns="0" tIns="0" rIns="0" bIns="0"/>
          <a:lstStyle>
            <a:lvl1pPr>
              <a:defRPr sz="1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60165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C0A340-87B5-E440-8FA2-21BE5E927E10}"/>
              </a:ext>
            </a:extLst>
          </p:cNvPr>
          <p:cNvPicPr>
            <a:picLocks noChangeAspect="1"/>
          </p:cNvPicPr>
          <p:nvPr userDrawn="1"/>
        </p:nvPicPr>
        <p:blipFill>
          <a:blip r:embed="rId2"/>
          <a:srcRect/>
          <a:stretch/>
        </p:blipFill>
        <p:spPr>
          <a:xfrm>
            <a:off x="0" y="0"/>
            <a:ext cx="12192000" cy="6858000"/>
          </a:xfrm>
          <a:prstGeom prst="rect">
            <a:avLst/>
          </a:prstGeom>
        </p:spPr>
      </p:pic>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4770916"/>
            <a:ext cx="4446269" cy="215444"/>
          </a:xfrm>
          <a:prstGeom prst="rect">
            <a:avLst/>
          </a:prstGeom>
        </p:spPr>
        <p:txBody>
          <a:bodyPr lIns="0" tIns="0" rIns="0" bIns="0" anchor="t">
            <a:spAutoFit/>
          </a:bodyPr>
          <a:lstStyle>
            <a:lvl1pPr>
              <a:spcAft>
                <a:spcPts val="0"/>
              </a:spcAft>
              <a:defRPr sz="1400" b="1">
                <a:solidFill>
                  <a:schemeClr val="bg1"/>
                </a:solidFill>
                <a:latin typeface="+mn-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4991734"/>
            <a:ext cx="4446269" cy="895983"/>
          </a:xfrm>
          <a:prstGeom prst="rect">
            <a:avLst/>
          </a:prstGeom>
        </p:spPr>
        <p:txBody>
          <a:bodyPr anchor="b" anchorCtr="0">
            <a:noAutofit/>
          </a:bodyPr>
          <a:lstStyle>
            <a:lvl1pPr algn="l">
              <a:lnSpc>
                <a:spcPts val="3200"/>
              </a:lnSpc>
              <a:defRPr sz="3000" b="0">
                <a:solidFill>
                  <a:schemeClr val="bg1"/>
                </a:solidFill>
                <a:latin typeface="+mj-lt"/>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7" name="Content Placeholder 6">
            <a:extLst>
              <a:ext uri="{FF2B5EF4-FFF2-40B4-BE49-F238E27FC236}">
                <a16:creationId xmlns:a16="http://schemas.microsoft.com/office/drawing/2014/main" id="{24F9B948-4237-0D46-A17E-F919C225E16D}"/>
              </a:ext>
            </a:extLst>
          </p:cNvPr>
          <p:cNvSpPr>
            <a:spLocks noGrp="1"/>
          </p:cNvSpPr>
          <p:nvPr>
            <p:ph sz="quarter" idx="11"/>
          </p:nvPr>
        </p:nvSpPr>
        <p:spPr>
          <a:xfrm>
            <a:off x="463296" y="5886603"/>
            <a:ext cx="4446842" cy="608012"/>
          </a:xfrm>
          <a:prstGeom prst="rect">
            <a:avLst/>
          </a:prstGeom>
        </p:spPr>
        <p:txBody>
          <a:bodyPr lIns="0" tIns="0" rIns="0" bIns="0"/>
          <a:lstStyle>
            <a:lvl1pPr>
              <a:defRPr sz="1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3" name="Oval 2">
            <a:extLst>
              <a:ext uri="{FF2B5EF4-FFF2-40B4-BE49-F238E27FC236}">
                <a16:creationId xmlns:a16="http://schemas.microsoft.com/office/drawing/2014/main" id="{8A676868-F6A8-D14A-A58F-C89C3387F96A}"/>
              </a:ext>
            </a:extLst>
          </p:cNvPr>
          <p:cNvSpPr/>
          <p:nvPr userDrawn="1"/>
        </p:nvSpPr>
        <p:spPr bwMode="gray">
          <a:xfrm>
            <a:off x="3686175" y="1085849"/>
            <a:ext cx="4902993" cy="4800753"/>
          </a:xfrm>
          <a:prstGeom prst="ellipse">
            <a:avLst/>
          </a:prstGeom>
          <a:noFill/>
          <a:ln w="7620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232327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1">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2632799"/>
            <a:ext cx="11271504" cy="1592403"/>
          </a:xfrm>
          <a:prstGeom prst="rect">
            <a:avLst/>
          </a:prstGeom>
        </p:spPr>
        <p:txBody>
          <a:bodyPr anchor="ctr" anchorCtr="0"/>
          <a:lstStyle>
            <a:lvl1pPr>
              <a:lnSpc>
                <a:spcPct val="95000"/>
              </a:lnSpc>
              <a:defRPr sz="60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Tree>
    <p:extLst>
      <p:ext uri="{BB962C8B-B14F-4D97-AF65-F5344CB8AC3E}">
        <p14:creationId xmlns:p14="http://schemas.microsoft.com/office/powerpoint/2010/main" val="3807578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D11E139-1550-429E-9431-5DE2E747FA67}"/>
              </a:ext>
            </a:extLst>
          </p:cNvPr>
          <p:cNvGraphicFramePr>
            <a:graphicFrameLocks noChangeAspect="1"/>
          </p:cNvGraphicFramePr>
          <p:nvPr userDrawn="1">
            <p:custDataLst>
              <p:tags r:id="rId1"/>
            </p:custDataLst>
            <p:extLst>
              <p:ext uri="{D42A27DB-BD31-4B8C-83A1-F6EECF244321}">
                <p14:modId xmlns:p14="http://schemas.microsoft.com/office/powerpoint/2010/main" val="1396586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7" imgH="307" progId="TCLayout.ActiveDocument.1">
                  <p:embed/>
                </p:oleObj>
              </mc:Choice>
              <mc:Fallback>
                <p:oleObj name="think-cell Slide" r:id="rId3" imgW="307" imgH="307" progId="TCLayout.ActiveDocument.1">
                  <p:embed/>
                  <p:pic>
                    <p:nvPicPr>
                      <p:cNvPr id="3" name="Object 2" hidden="1">
                        <a:extLst>
                          <a:ext uri="{FF2B5EF4-FFF2-40B4-BE49-F238E27FC236}">
                            <a16:creationId xmlns:a16="http://schemas.microsoft.com/office/drawing/2014/main" id="{9D11E139-1550-429E-9431-5DE2E747FA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57200" y="1058044"/>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57200" y="630472"/>
            <a:ext cx="11277600" cy="323165"/>
          </a:xfrm>
          <a:prstGeom prst="rect">
            <a:avLst/>
          </a:prstGeom>
        </p:spPr>
        <p:txBody>
          <a:bodyPr vert="horz" lIns="0" tIns="0" rIns="0" bIns="0" rtlCol="0" anchor="t" anchorCtr="0">
            <a:spAutoFit/>
          </a:bodyPr>
          <a:lstStyle>
            <a:lvl1pPr>
              <a:spcBef>
                <a:spcPts val="0"/>
              </a:spcBef>
              <a:spcAft>
                <a:spcPts val="0"/>
              </a:spcAft>
              <a:defRPr sz="2100">
                <a:latin typeface="+mn-lt"/>
              </a:defRPr>
            </a:lvl1pPr>
          </a:lstStyle>
          <a:p>
            <a:r>
              <a:rPr lang="en-US"/>
              <a:t>Click to add title</a:t>
            </a:r>
          </a:p>
        </p:txBody>
      </p:sp>
      <p:sp>
        <p:nvSpPr>
          <p:cNvPr id="8" name="Content Placeholder 2">
            <a:extLst>
              <a:ext uri="{FF2B5EF4-FFF2-40B4-BE49-F238E27FC236}">
                <a16:creationId xmlns:a16="http://schemas.microsoft.com/office/drawing/2014/main" id="{9BFD095E-F6C8-4EB9-B2B6-423A3BAA2FF1}"/>
              </a:ext>
            </a:extLst>
          </p:cNvPr>
          <p:cNvSpPr>
            <a:spLocks noGrp="1"/>
          </p:cNvSpPr>
          <p:nvPr>
            <p:ph sz="quarter" idx="23"/>
          </p:nvPr>
        </p:nvSpPr>
        <p:spPr>
          <a:xfrm>
            <a:off x="457200" y="422593"/>
            <a:ext cx="5881433" cy="246220"/>
          </a:xfrm>
          <a:prstGeom prst="rect">
            <a:avLst/>
          </a:prstGeom>
        </p:spPr>
        <p:txBody>
          <a:bodyPr lIns="0" tIns="0" rIns="0" bIns="0"/>
          <a:lstStyle>
            <a:lvl1pPr>
              <a:defRPr sz="800" b="1" cap="all" spc="100" baseline="0">
                <a:solidFill>
                  <a:srgbClr val="97999B"/>
                </a:solidFill>
              </a:defRPr>
            </a:lvl1pPr>
          </a:lstStyle>
          <a:p>
            <a:pPr lvl="0"/>
            <a:r>
              <a:rPr lang="en-US"/>
              <a:t>Click to edit Master text styles</a:t>
            </a:r>
          </a:p>
        </p:txBody>
      </p:sp>
    </p:spTree>
    <p:extLst>
      <p:ext uri="{BB962C8B-B14F-4D97-AF65-F5344CB8AC3E}">
        <p14:creationId xmlns:p14="http://schemas.microsoft.com/office/powerpoint/2010/main" val="812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mp; subtitle_breadcrumbs">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32104"/>
            <a:ext cx="11277600" cy="184666"/>
          </a:xfrm>
          <a:prstGeom prst="rect">
            <a:avLst/>
          </a:prstGeom>
        </p:spPr>
        <p:txBody>
          <a:bodyPr lIns="0" tIns="0" rIns="0" bIns="0">
            <a:spAutoFit/>
          </a:bodyPr>
          <a:lstStyle>
            <a:lvl1pPr marL="0" indent="0">
              <a:spcBef>
                <a:spcPts val="0"/>
              </a:spcBef>
              <a:spcAft>
                <a:spcPts val="0"/>
              </a:spcAft>
              <a:buNone/>
              <a:defRPr sz="12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23165"/>
          </a:xfrm>
          <a:prstGeom prst="rect">
            <a:avLst/>
          </a:prstGeom>
        </p:spPr>
        <p:txBody>
          <a:bodyPr vert="horz" lIns="0" tIns="0" rIns="0" bIns="0" rtlCol="0" anchor="t" anchorCtr="0">
            <a:spAutoFit/>
          </a:bodyPr>
          <a:lstStyle>
            <a:lvl1pPr>
              <a:spcBef>
                <a:spcPts val="0"/>
              </a:spcBef>
              <a:spcAft>
                <a:spcPts val="0"/>
              </a:spcAft>
              <a:defRPr sz="2100">
                <a:latin typeface="+mj-lt"/>
              </a:defRPr>
            </a:lvl1pPr>
          </a:lstStyle>
          <a:p>
            <a:r>
              <a:rPr lang="en-US"/>
              <a:t>Click to add title</a:t>
            </a:r>
          </a:p>
        </p:txBody>
      </p:sp>
      <p:sp>
        <p:nvSpPr>
          <p:cNvPr id="3" name="Content Placeholder 2">
            <a:extLst>
              <a:ext uri="{FF2B5EF4-FFF2-40B4-BE49-F238E27FC236}">
                <a16:creationId xmlns:a16="http://schemas.microsoft.com/office/drawing/2014/main" id="{3A3DA65A-CFD3-1449-A24A-F547146C060F}"/>
              </a:ext>
            </a:extLst>
          </p:cNvPr>
          <p:cNvSpPr>
            <a:spLocks noGrp="1"/>
          </p:cNvSpPr>
          <p:nvPr>
            <p:ph sz="quarter" idx="23"/>
          </p:nvPr>
        </p:nvSpPr>
        <p:spPr>
          <a:xfrm>
            <a:off x="463295" y="138113"/>
            <a:ext cx="5881433" cy="246220"/>
          </a:xfrm>
          <a:prstGeom prst="rect">
            <a:avLst/>
          </a:prstGeom>
        </p:spPr>
        <p:txBody>
          <a:bodyPr lIns="0" tIns="0" rIns="0" bIns="0"/>
          <a:lstStyle>
            <a:lvl1pPr>
              <a:defRPr sz="800" cap="all" spc="100" baseline="0">
                <a:solidFill>
                  <a:srgbClr val="97999B"/>
                </a:solidFill>
              </a:defRPr>
            </a:lvl1pPr>
          </a:lstStyle>
          <a:p>
            <a:pPr lvl="0"/>
            <a:r>
              <a:rPr lang="en-US"/>
              <a:t>Click to edit Master text styles</a:t>
            </a:r>
          </a:p>
        </p:txBody>
      </p:sp>
    </p:spTree>
    <p:extLst>
      <p:ext uri="{BB962C8B-B14F-4D97-AF65-F5344CB8AC3E}">
        <p14:creationId xmlns:p14="http://schemas.microsoft.com/office/powerpoint/2010/main" val="3327617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E3EF2C2E-C74F-4949-8E75-3449AF285DC3}"/>
              </a:ext>
            </a:extLst>
          </p:cNvPr>
          <p:cNvSpPr>
            <a:spLocks noGrp="1"/>
          </p:cNvSpPr>
          <p:nvPr>
            <p:ph type="pic" sz="quarter" idx="24"/>
          </p:nvPr>
        </p:nvSpPr>
        <p:spPr>
          <a:xfrm>
            <a:off x="7615238" y="0"/>
            <a:ext cx="4576762" cy="6858000"/>
          </a:xfrm>
          <a:prstGeom prst="rect">
            <a:avLst/>
          </a:prstGeom>
        </p:spPr>
        <p:txBody>
          <a:bodyPr/>
          <a:lstStyle/>
          <a:p>
            <a:endParaRPr lang="en-US"/>
          </a:p>
        </p:txBody>
      </p:sp>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32104"/>
            <a:ext cx="6877305" cy="184666"/>
          </a:xfrm>
          <a:prstGeom prst="rect">
            <a:avLst/>
          </a:prstGeom>
        </p:spPr>
        <p:txBody>
          <a:bodyPr wrap="square" lIns="0" tIns="0" rIns="0" bIns="0">
            <a:spAutoFit/>
          </a:bodyPr>
          <a:lstStyle>
            <a:lvl1pPr marL="0" indent="0">
              <a:spcBef>
                <a:spcPts val="0"/>
              </a:spcBef>
              <a:spcAft>
                <a:spcPts val="0"/>
              </a:spcAft>
              <a:buNone/>
              <a:defRPr sz="12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6877305" cy="323165"/>
          </a:xfrm>
          <a:prstGeom prst="rect">
            <a:avLst/>
          </a:prstGeom>
        </p:spPr>
        <p:txBody>
          <a:bodyPr vert="horz" wrap="square" lIns="0" tIns="0" rIns="0" bIns="0" rtlCol="0" anchor="t" anchorCtr="0">
            <a:spAutoFit/>
          </a:bodyPr>
          <a:lstStyle>
            <a:lvl1pPr>
              <a:spcBef>
                <a:spcPts val="0"/>
              </a:spcBef>
              <a:spcAft>
                <a:spcPts val="0"/>
              </a:spcAft>
              <a:defRPr sz="2100">
                <a:latin typeface="+mj-lt"/>
              </a:defRPr>
            </a:lvl1pPr>
          </a:lstStyle>
          <a:p>
            <a:r>
              <a:rPr lang="en-US"/>
              <a:t>Click to add title</a:t>
            </a:r>
          </a:p>
        </p:txBody>
      </p:sp>
      <p:sp>
        <p:nvSpPr>
          <p:cNvPr id="3" name="Content Placeholder 2">
            <a:extLst>
              <a:ext uri="{FF2B5EF4-FFF2-40B4-BE49-F238E27FC236}">
                <a16:creationId xmlns:a16="http://schemas.microsoft.com/office/drawing/2014/main" id="{3A3DA65A-CFD3-1449-A24A-F547146C060F}"/>
              </a:ext>
            </a:extLst>
          </p:cNvPr>
          <p:cNvSpPr>
            <a:spLocks noGrp="1"/>
          </p:cNvSpPr>
          <p:nvPr>
            <p:ph sz="quarter" idx="23"/>
          </p:nvPr>
        </p:nvSpPr>
        <p:spPr>
          <a:xfrm>
            <a:off x="463295" y="138113"/>
            <a:ext cx="5881433" cy="246220"/>
          </a:xfrm>
          <a:prstGeom prst="rect">
            <a:avLst/>
          </a:prstGeom>
        </p:spPr>
        <p:txBody>
          <a:bodyPr lIns="0" tIns="0" rIns="0" bIns="0"/>
          <a:lstStyle>
            <a:lvl1pPr>
              <a:defRPr sz="800" cap="all" spc="100" baseline="0">
                <a:solidFill>
                  <a:srgbClr val="97999B"/>
                </a:solidFill>
              </a:defRPr>
            </a:lvl1pPr>
          </a:lstStyle>
          <a:p>
            <a:pPr lvl="0"/>
            <a:r>
              <a:rPr lang="en-US"/>
              <a:t>Click to edit Master text styles</a:t>
            </a:r>
          </a:p>
        </p:txBody>
      </p:sp>
      <p:cxnSp>
        <p:nvCxnSpPr>
          <p:cNvPr id="10" name="Straight Connector 9">
            <a:extLst>
              <a:ext uri="{FF2B5EF4-FFF2-40B4-BE49-F238E27FC236}">
                <a16:creationId xmlns:a16="http://schemas.microsoft.com/office/drawing/2014/main" id="{F79A27E2-2363-014B-B721-A0F26334FDBB}"/>
              </a:ext>
            </a:extLst>
          </p:cNvPr>
          <p:cNvCxnSpPr/>
          <p:nvPr userDrawn="1"/>
        </p:nvCxnSpPr>
        <p:spPr>
          <a:xfrm>
            <a:off x="7615247" y="0"/>
            <a:ext cx="0" cy="6858000"/>
          </a:xfrm>
          <a:prstGeom prst="line">
            <a:avLst/>
          </a:prstGeom>
          <a:ln w="85725">
            <a:solidFill>
              <a:srgbClr val="C4D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7421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mp; breadcrumb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23165"/>
          </a:xfrm>
          <a:prstGeom prst="rect">
            <a:avLst/>
          </a:prstGeom>
        </p:spPr>
        <p:txBody>
          <a:bodyPr vert="horz" lIns="0" tIns="0" rIns="0" bIns="0" rtlCol="0" anchor="t" anchorCtr="0">
            <a:spAutoFit/>
          </a:bodyPr>
          <a:lstStyle>
            <a:lvl1pPr>
              <a:spcBef>
                <a:spcPts val="0"/>
              </a:spcBef>
              <a:spcAft>
                <a:spcPts val="0"/>
              </a:spcAft>
              <a:defRPr sz="2100">
                <a:latin typeface="+mj-lt"/>
              </a:defRPr>
            </a:lvl1pPr>
          </a:lstStyle>
          <a:p>
            <a:r>
              <a:rPr lang="en-US"/>
              <a:t>Click to add title</a:t>
            </a:r>
          </a:p>
        </p:txBody>
      </p:sp>
      <p:sp>
        <p:nvSpPr>
          <p:cNvPr id="3" name="Content Placeholder 2">
            <a:extLst>
              <a:ext uri="{FF2B5EF4-FFF2-40B4-BE49-F238E27FC236}">
                <a16:creationId xmlns:a16="http://schemas.microsoft.com/office/drawing/2014/main" id="{3A3DA65A-CFD3-1449-A24A-F547146C060F}"/>
              </a:ext>
            </a:extLst>
          </p:cNvPr>
          <p:cNvSpPr>
            <a:spLocks noGrp="1"/>
          </p:cNvSpPr>
          <p:nvPr>
            <p:ph sz="quarter" idx="23"/>
          </p:nvPr>
        </p:nvSpPr>
        <p:spPr>
          <a:xfrm>
            <a:off x="463295" y="138113"/>
            <a:ext cx="5881433" cy="246220"/>
          </a:xfrm>
          <a:prstGeom prst="rect">
            <a:avLst/>
          </a:prstGeom>
        </p:spPr>
        <p:txBody>
          <a:bodyPr lIns="0" tIns="0" rIns="0" bIns="0"/>
          <a:lstStyle>
            <a:lvl1pPr>
              <a:defRPr sz="800" cap="all" spc="100" baseline="0">
                <a:solidFill>
                  <a:srgbClr val="97999B"/>
                </a:solidFill>
              </a:defRPr>
            </a:lvl1pPr>
          </a:lstStyle>
          <a:p>
            <a:pPr lvl="0"/>
            <a:r>
              <a:rPr lang="en-US"/>
              <a:t>Click to edit Master text styles</a:t>
            </a:r>
          </a:p>
        </p:txBody>
      </p:sp>
    </p:spTree>
    <p:extLst>
      <p:ext uri="{BB962C8B-B14F-4D97-AF65-F5344CB8AC3E}">
        <p14:creationId xmlns:p14="http://schemas.microsoft.com/office/powerpoint/2010/main" val="3122416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11FFF62A-78AC-4176-888C-7369D55740C5}"/>
              </a:ext>
            </a:extLst>
          </p:cNvPr>
          <p:cNvGrpSpPr>
            <a:grpSpLocks noChangeAspect="1"/>
          </p:cNvGrpSpPr>
          <p:nvPr/>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312665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6"/>
            <a:ext cx="9919006" cy="434695"/>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009971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8783792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9"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399" b="1">
                <a:solidFill>
                  <a:schemeClr val="tx1"/>
                </a:solidFill>
              </a:defRPr>
            </a:lvl1pPr>
            <a:lvl2pPr marL="0" indent="0" algn="l">
              <a:buNone/>
              <a:defRPr sz="2134" b="0"/>
            </a:lvl2pPr>
            <a:lvl3pPr marL="1219144" indent="0" algn="ctr">
              <a:buNone/>
              <a:defRPr sz="2399"/>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1956117038"/>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8"/>
            <a:ext cx="12192000" cy="6007753"/>
          </a:xfrm>
        </p:spPr>
        <p:txBody>
          <a:bodyPr/>
          <a:lstStyle/>
          <a:p>
            <a:endParaRPr lang="en-US"/>
          </a:p>
        </p:txBody>
      </p:sp>
      <p:grpSp>
        <p:nvGrpSpPr>
          <p:cNvPr id="9" name="Group 8"/>
          <p:cNvGrpSpPr/>
          <p:nvPr userDrawn="1"/>
        </p:nvGrpSpPr>
        <p:grpSpPr>
          <a:xfrm>
            <a:off x="0" y="4629686"/>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8"/>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317580339"/>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91826098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509837710"/>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2"/>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1"/>
              </a:spcAft>
              <a:defRPr sz="1235"/>
            </a:lvl1pPr>
            <a:lvl2pPr>
              <a:spcAft>
                <a:spcPts val="1211"/>
              </a:spcAft>
              <a:defRPr sz="1235"/>
            </a:lvl2pPr>
            <a:lvl3pPr>
              <a:spcAft>
                <a:spcPts val="1211"/>
              </a:spcAft>
              <a:defRPr sz="1235"/>
            </a:lvl3pPr>
            <a:lvl4pPr>
              <a:spcAft>
                <a:spcPts val="1211"/>
              </a:spcAft>
              <a:defRPr sz="1235"/>
            </a:lvl4pPr>
            <a:lvl5pPr>
              <a:spcAft>
                <a:spcPts val="1211"/>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84471711"/>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6728924" algn="r"/>
              </a:tabLst>
              <a:defRPr/>
            </a:lvl1pPr>
            <a:lvl2pPr>
              <a:tabLst>
                <a:tab pos="6728924" algn="r"/>
              </a:tabLst>
              <a:defRPr/>
            </a:lvl2pPr>
            <a:lvl3pPr>
              <a:tabLst>
                <a:tab pos="6728924" algn="r"/>
              </a:tabLst>
              <a:defRPr/>
            </a:lvl3pPr>
            <a:lvl4pPr>
              <a:tabLst>
                <a:tab pos="6728924" algn="r"/>
              </a:tabLst>
              <a:defRPr/>
            </a:lvl4pPr>
            <a:lvl5pPr>
              <a:tabLst>
                <a:tab pos="5028834" algn="r"/>
              </a:tabLst>
              <a:defRPr baseline="0"/>
            </a:lvl5pPr>
            <a:lvl6pPr marL="356374" indent="0">
              <a:buNone/>
              <a:tabLst>
                <a:tab pos="6728924" algn="r"/>
              </a:tabLst>
              <a:defRPr/>
            </a:lvl6pPr>
            <a:lvl7pPr>
              <a:tabLst>
                <a:tab pos="6728924" algn="r"/>
              </a:tabLst>
              <a:defRPr/>
            </a:lvl7pPr>
            <a:lvl8pPr>
              <a:tabLst>
                <a:tab pos="6728924" algn="r"/>
              </a:tabLst>
              <a:defRPr/>
            </a:lvl8pPr>
            <a:lvl9pPr>
              <a:tabLst>
                <a:tab pos="6728924"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105327735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4" y="1628777"/>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43395780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22192062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1317676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4196622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415233507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0215"/>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3546"/>
            <a:ext cx="10418235"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59031042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6930719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7405460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99340151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9586863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1"/>
            <a:ext cx="10418233" cy="1592403"/>
          </a:xfrm>
        </p:spPr>
        <p:txBody>
          <a:bodyPr anchor="b"/>
          <a:lstStyle>
            <a:lvl1pPr>
              <a:lnSpc>
                <a:spcPct val="95000"/>
              </a:lnSpc>
              <a:defRPr sz="3849"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1"/>
            <a:ext cx="10541000" cy="1566532"/>
          </a:xfrm>
        </p:spPr>
        <p:txBody>
          <a:bodyPr lIns="0" tIns="0" rIns="0" bIns="0">
            <a:noAutofit/>
          </a:bodyPr>
          <a:lstStyle>
            <a:lvl1pPr marL="0" indent="0">
              <a:lnSpc>
                <a:spcPct val="95000"/>
              </a:lnSpc>
              <a:spcAft>
                <a:spcPts val="0"/>
              </a:spcAft>
              <a:buNone/>
              <a:defRPr sz="3849">
                <a:solidFill>
                  <a:schemeClr val="tx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9324390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727261098"/>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4"/>
            <a:ext cx="6240000" cy="4598989"/>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20027378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79403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98236326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040197129"/>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608714180"/>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694935476"/>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36244319"/>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2"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9"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4"/>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4"/>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4"/>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340467822"/>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1919625110"/>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5"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5"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80"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729007578"/>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179" indent="0" algn="ctr">
              <a:buNone/>
              <a:defRPr>
                <a:solidFill>
                  <a:schemeClr val="tx1">
                    <a:tint val="75000"/>
                  </a:schemeClr>
                </a:solidFill>
              </a:defRPr>
            </a:lvl2pPr>
            <a:lvl3pPr marL="914356" indent="0" algn="ctr">
              <a:buNone/>
              <a:defRPr>
                <a:solidFill>
                  <a:schemeClr val="tx1">
                    <a:tint val="75000"/>
                  </a:schemeClr>
                </a:solidFill>
              </a:defRPr>
            </a:lvl3pPr>
            <a:lvl4pPr marL="1371535" indent="0" algn="ctr">
              <a:buNone/>
              <a:defRPr>
                <a:solidFill>
                  <a:schemeClr val="tx1">
                    <a:tint val="75000"/>
                  </a:schemeClr>
                </a:solidFill>
              </a:defRPr>
            </a:lvl4pPr>
            <a:lvl5pPr marL="1828713" indent="0" algn="ctr">
              <a:buNone/>
              <a:defRPr>
                <a:solidFill>
                  <a:schemeClr val="tx1">
                    <a:tint val="75000"/>
                  </a:schemeClr>
                </a:solidFill>
              </a:defRPr>
            </a:lvl5pPr>
            <a:lvl6pPr marL="2285891" indent="0" algn="ctr">
              <a:buNone/>
              <a:defRPr>
                <a:solidFill>
                  <a:schemeClr val="tx1">
                    <a:tint val="75000"/>
                  </a:schemeClr>
                </a:solidFill>
              </a:defRPr>
            </a:lvl6pPr>
            <a:lvl7pPr marL="2743069" indent="0" algn="ctr">
              <a:buNone/>
              <a:defRPr>
                <a:solidFill>
                  <a:schemeClr val="tx1">
                    <a:tint val="75000"/>
                  </a:schemeClr>
                </a:solidFill>
              </a:defRPr>
            </a:lvl7pPr>
            <a:lvl8pPr marL="3200247" indent="0" algn="ctr">
              <a:buNone/>
              <a:defRPr>
                <a:solidFill>
                  <a:schemeClr val="tx1">
                    <a:tint val="75000"/>
                  </a:schemeClr>
                </a:solidFill>
              </a:defRPr>
            </a:lvl8pPr>
            <a:lvl9pPr marL="3657425"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1"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6716720"/>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356"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535" indent="0" algn="ctr">
              <a:buNone/>
              <a:defRPr sz="1600"/>
            </a:lvl4pPr>
            <a:lvl5pPr marL="1828713" indent="0" algn="ctr">
              <a:buNone/>
              <a:defRPr sz="1600"/>
            </a:lvl5pPr>
            <a:lvl6pPr marL="2285891" indent="0" algn="ctr">
              <a:buNone/>
              <a:defRPr sz="1600"/>
            </a:lvl6pPr>
            <a:lvl7pPr marL="2743069" indent="0" algn="ctr">
              <a:buNone/>
              <a:defRPr sz="1600"/>
            </a:lvl7pPr>
            <a:lvl8pPr marL="3200247" indent="0" algn="ctr">
              <a:buNone/>
              <a:defRPr sz="1600"/>
            </a:lvl8pPr>
            <a:lvl9pPr marL="3657425" indent="0" algn="ctr">
              <a:buNone/>
              <a:defRPr sz="1600"/>
            </a:lvl9pPr>
          </a:lstStyle>
          <a:p>
            <a:r>
              <a:rPr lang="en-US" noProof="0"/>
              <a:t>Click to edit Master title style</a:t>
            </a:r>
          </a:p>
          <a:p>
            <a:pPr marL="0" marR="0" lvl="1" indent="0" algn="l" defTabSz="91435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grpSp>
    </p:spTree>
    <p:extLst>
      <p:ext uri="{BB962C8B-B14F-4D97-AF65-F5344CB8AC3E}">
        <p14:creationId xmlns:p14="http://schemas.microsoft.com/office/powerpoint/2010/main" val="6624895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1366710854"/>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8"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3" y="1665291"/>
            <a:ext cx="4333663" cy="4633911"/>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708592304"/>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2"/>
            <a:ext cx="4456429" cy="4716463"/>
          </a:xfrm>
          <a:prstGeom prst="rect">
            <a:avLst/>
          </a:prstGeom>
        </p:spPr>
        <p:txBody>
          <a:bodyPr/>
          <a:lstStyle>
            <a:lvl1pPr>
              <a:tabLst>
                <a:tab pos="5028960" algn="r"/>
              </a:tabLst>
              <a:defRPr/>
            </a:lvl1pPr>
            <a:lvl2pPr>
              <a:tabLst>
                <a:tab pos="5028960" algn="r"/>
              </a:tabLst>
              <a:defRPr/>
            </a:lvl2pPr>
            <a:lvl3pPr>
              <a:tabLst>
                <a:tab pos="5028960" algn="r"/>
              </a:tabLst>
              <a:defRPr/>
            </a:lvl3pPr>
            <a:lvl4pPr>
              <a:tabLst>
                <a:tab pos="5028960" algn="r"/>
              </a:tabLst>
              <a:defRPr/>
            </a:lvl4pPr>
            <a:lvl5pPr>
              <a:tabLst>
                <a:tab pos="502896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68731052"/>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7"/>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8" name="Text Placeholder 18"/>
          <p:cNvSpPr>
            <a:spLocks noGrp="1"/>
          </p:cNvSpPr>
          <p:nvPr>
            <p:ph idx="1"/>
          </p:nvPr>
        </p:nvSpPr>
        <p:spPr>
          <a:xfrm>
            <a:off x="469902" y="1665820"/>
            <a:ext cx="11252200" cy="4633383"/>
          </a:xfrm>
          <a:prstGeom prst="rect">
            <a:avLst/>
          </a:prstGeom>
        </p:spPr>
        <p:txBody>
          <a:bodyPr vert="horz" lIns="0" tIns="0" rIns="0" bIns="0" rtlCol="0">
            <a:noAutofit/>
          </a:bodyPr>
          <a:lstStyle>
            <a:lvl1pPr marL="0" indent="0" algn="l">
              <a:buFontTx/>
              <a:buNone/>
              <a:defRPr/>
            </a:lvl1pPr>
            <a:lvl2pPr marL="126988" indent="-126988" algn="l">
              <a:buClrTx/>
              <a:buSzPct val="100000"/>
              <a:buFont typeface="Arial" panose="020B0604020202020204" pitchFamily="34" charset="0"/>
              <a:buChar char="•"/>
              <a:defRPr/>
            </a:lvl2pPr>
            <a:lvl3pPr marL="279373" indent="-126988" algn="l">
              <a:buClrTx/>
              <a:buSzPct val="100000"/>
              <a:buFont typeface="Arial" panose="020B0604020202020204" pitchFamily="34" charset="0"/>
              <a:buChar char="−"/>
              <a:defRPr/>
            </a:lvl3pPr>
            <a:lvl4pPr marL="431758" indent="-126988" algn="l">
              <a:buClrTx/>
              <a:buSzPct val="100000"/>
              <a:buFont typeface="Arial" panose="020B0604020202020204" pitchFamily="34" charset="0"/>
              <a:buChar char="◦"/>
              <a:defRPr/>
            </a:lvl4pPr>
            <a:lvl5pPr marL="584143" indent="-126988"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1149541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8971898" algn="r"/>
              </a:tabLst>
              <a:defRPr/>
            </a:lvl1pPr>
            <a:lvl2pPr>
              <a:tabLst>
                <a:tab pos="8971898" algn="r"/>
              </a:tabLst>
              <a:defRPr/>
            </a:lvl2pPr>
            <a:lvl3pPr>
              <a:tabLst>
                <a:tab pos="8971898" algn="r"/>
              </a:tabLst>
              <a:defRPr/>
            </a:lvl3pPr>
            <a:lvl4pPr>
              <a:tabLst>
                <a:tab pos="8971898" algn="r"/>
              </a:tabLst>
              <a:defRPr/>
            </a:lvl4pPr>
            <a:lvl5pPr>
              <a:tabLst>
                <a:tab pos="6705111" algn="r"/>
              </a:tabLst>
              <a:defRPr baseline="0"/>
            </a:lvl5pPr>
            <a:lvl6pPr marL="475166" indent="0">
              <a:buNone/>
              <a:tabLst>
                <a:tab pos="8971898" algn="r"/>
              </a:tabLst>
              <a:defRPr/>
            </a:lvl6pPr>
            <a:lvl7pPr>
              <a:tabLst>
                <a:tab pos="8971898" algn="r"/>
              </a:tabLst>
              <a:defRPr/>
            </a:lvl7pPr>
            <a:lvl8pPr>
              <a:tabLst>
                <a:tab pos="8971898" algn="r"/>
              </a:tabLst>
              <a:defRPr/>
            </a:lvl8pPr>
            <a:lvl9pPr>
              <a:tabLst>
                <a:tab pos="8971898"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039680069"/>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5"/>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2398547653"/>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9"/>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7"/>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397027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3" y="317503"/>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64137725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927531177"/>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1" y="694945"/>
            <a:ext cx="10363200" cy="594360"/>
          </a:xfrm>
        </p:spPr>
        <p:txBody>
          <a:bodyPr vert="horz" lIns="0" tIns="45720" rIns="0" bIns="0" rtlCol="0" anchor="b" anchorCtr="0">
            <a:noAutofit/>
          </a:bodyPr>
          <a:lstStyle>
            <a:lvl1pPr>
              <a:defRPr lang="en-US" sz="3600" spc="-75" dirty="0">
                <a:latin typeface="+mj-lt"/>
              </a:defRPr>
            </a:lvl1pPr>
          </a:lstStyle>
          <a:p>
            <a:pPr lvl="0" defTabSz="685767">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89" lvl="0" indent="-228589">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89" lvl="0" indent="-228589"/>
            <a:r>
              <a:rPr lang="en-US"/>
              <a:t>BREADCRUMBS</a:t>
            </a:r>
          </a:p>
        </p:txBody>
      </p:sp>
    </p:spTree>
    <p:extLst>
      <p:ext uri="{BB962C8B-B14F-4D97-AF65-F5344CB8AC3E}">
        <p14:creationId xmlns:p14="http://schemas.microsoft.com/office/powerpoint/2010/main" val="137138061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1422826"/>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879057362"/>
      </p:ext>
    </p:extLst>
  </p:cSld>
  <p:clrMapOvr>
    <a:masterClrMapping/>
  </p:clrMapOvr>
  <p:transition>
    <p:fade/>
  </p:transition>
  <p:hf sldNum="0"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Tree>
    <p:extLst>
      <p:ext uri="{BB962C8B-B14F-4D97-AF65-F5344CB8AC3E}">
        <p14:creationId xmlns:p14="http://schemas.microsoft.com/office/powerpoint/2010/main" val="1080542164"/>
      </p:ext>
    </p:extLst>
  </p:cSld>
  <p:clrMapOvr>
    <a:masterClrMapping/>
  </p:clrMapOvr>
  <p:transition>
    <p:fade/>
  </p:transition>
  <p:hf sldNum="0"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a:t>
            </a:r>
            <a:br>
              <a:rPr lang="en-US" noProof="0"/>
            </a:br>
            <a:r>
              <a:rPr lang="en-US" noProof="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a:t>Click to edit Master title style</a:t>
            </a:r>
          </a:p>
        </p:txBody>
      </p:sp>
    </p:spTree>
    <p:extLst>
      <p:ext uri="{BB962C8B-B14F-4D97-AF65-F5344CB8AC3E}">
        <p14:creationId xmlns:p14="http://schemas.microsoft.com/office/powerpoint/2010/main" val="893310946"/>
      </p:ext>
    </p:extLst>
  </p:cSld>
  <p:clrMapOvr>
    <a:masterClrMapping/>
  </p:clrMapOvr>
  <p:transition>
    <p:fade/>
  </p:transition>
  <p:hf sldNum="0"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9259211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8804542"/>
      </p:ext>
    </p:extLst>
  </p:cSld>
  <p:clrMapOvr>
    <a:masterClrMapping/>
  </p:clrMapOvr>
  <p:transition>
    <p:fade/>
  </p:transition>
  <p:hf sldNum="0" hdr="0" dt="0"/>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
        <p:nvSpPr>
          <p:cNvPr id="11" name="Colored background">
            <a:extLst>
              <a:ext uri="{FF2B5EF4-FFF2-40B4-BE49-F238E27FC236}">
                <a16:creationId xmlns:a16="http://schemas.microsoft.com/office/drawing/2014/main" id="{DFD1B548-E416-4E55-B0FC-635402E3FD53}"/>
              </a:ext>
            </a:extLst>
          </p:cNvPr>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3" name="TextBox 12">
            <a:extLst>
              <a:ext uri="{FF2B5EF4-FFF2-40B4-BE49-F238E27FC236}">
                <a16:creationId xmlns:a16="http://schemas.microsoft.com/office/drawing/2014/main" id="{74D75276-BC97-41A5-AA86-1BB68B4A86F9}"/>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10533498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401069368"/>
      </p:ext>
    </p:extLst>
  </p:cSld>
  <p:clrMapOvr>
    <a:masterClrMapping/>
  </p:clrMapOvr>
  <p:transition>
    <p:fade/>
  </p:transition>
  <p:hf sldNum="0"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514854351"/>
      </p:ext>
    </p:extLst>
  </p:cSld>
  <p:clrMapOvr>
    <a:masterClrMapping/>
  </p:clrMapOvr>
  <p:transition>
    <p:fade/>
  </p:transition>
  <p:hf sldNum="0"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1243521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61285016"/>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843141646"/>
      </p:ext>
    </p:extLst>
  </p:cSld>
  <p:clrMapOvr>
    <a:masterClrMapping/>
  </p:clrMapOvr>
  <p:transition>
    <p:fade/>
  </p:transition>
  <p:hf sldNum="0" hdr="0" dt="0"/>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944147216"/>
      </p:ext>
    </p:extLst>
  </p:cSld>
  <p:clrMapOvr>
    <a:masterClrMapping/>
  </p:clrMapOvr>
  <p:transition>
    <p:fade/>
  </p:transition>
  <p:hf sldNum="0" hdr="0" dt="0"/>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012145267"/>
      </p:ext>
    </p:extLst>
  </p:cSld>
  <p:clrMapOvr>
    <a:masterClrMapping/>
  </p:clrMapOvr>
  <p:transition>
    <p:fade/>
  </p:transition>
  <p:hf sldNum="0" hd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35725812"/>
      </p:ext>
    </p:extLst>
  </p:cSld>
  <p:clrMapOvr>
    <a:masterClrMapping/>
  </p:clrMapOvr>
  <p:transition>
    <p:fade/>
  </p:transition>
  <p:hf sldNum="0" hdr="0" dt="0"/>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3533771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687231286"/>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417922615"/>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49155578"/>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91377294"/>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40831461"/>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525121107"/>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85387160"/>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8" name="Rectangle 27">
            <a:extLst>
              <a:ext uri="{FF2B5EF4-FFF2-40B4-BE49-F238E27FC236}">
                <a16:creationId xmlns:a16="http://schemas.microsoft.com/office/drawing/2014/main" id="{C3E6831F-8798-4E4C-B3BA-2EAEE26EE440}"/>
              </a:ext>
            </a:extLst>
          </p:cNvPr>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29" name="Rectangle 28">
            <a:extLst>
              <a:ext uri="{FF2B5EF4-FFF2-40B4-BE49-F238E27FC236}">
                <a16:creationId xmlns:a16="http://schemas.microsoft.com/office/drawing/2014/main" id="{BAFB556D-EDD3-4509-870D-9FB5F02A3AF3}"/>
              </a:ext>
            </a:extLst>
          </p:cNvPr>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30" name="Rectangle 29">
            <a:extLst>
              <a:ext uri="{FF2B5EF4-FFF2-40B4-BE49-F238E27FC236}">
                <a16:creationId xmlns:a16="http://schemas.microsoft.com/office/drawing/2014/main" id="{E005AB98-B61F-445E-853C-5FFBDA36785E}"/>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31" name="Rectangle 30">
            <a:extLst>
              <a:ext uri="{FF2B5EF4-FFF2-40B4-BE49-F238E27FC236}">
                <a16:creationId xmlns:a16="http://schemas.microsoft.com/office/drawing/2014/main" id="{F7A741C1-6BB2-43A6-8F5D-412F995F77AD}"/>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Tree>
    <p:extLst>
      <p:ext uri="{BB962C8B-B14F-4D97-AF65-F5344CB8AC3E}">
        <p14:creationId xmlns:p14="http://schemas.microsoft.com/office/powerpoint/2010/main" val="254598929"/>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Tree>
    <p:extLst>
      <p:ext uri="{BB962C8B-B14F-4D97-AF65-F5344CB8AC3E}">
        <p14:creationId xmlns:p14="http://schemas.microsoft.com/office/powerpoint/2010/main" val="2564098531"/>
      </p:ext>
    </p:extLst>
  </p:cSld>
  <p:clrMapOvr>
    <a:masterClrMapping/>
  </p:clrMapOvr>
  <p:transition>
    <p:fade/>
  </p:transition>
  <p:hf sldNum="0" hdr="0" dt="0"/>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58483852"/>
      </p:ext>
    </p:extLst>
  </p:cSld>
  <p:clrMapOvr>
    <a:masterClrMapping/>
  </p:clrMapOvr>
  <p:transition>
    <p:fade/>
  </p:transition>
  <p:hf sldNum="0" hdr="0" dt="0"/>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85922919"/>
      </p:ext>
    </p:extLst>
  </p:cSld>
  <p:clrMapOvr>
    <a:masterClrMapping/>
  </p:clrMapOvr>
  <p:transition>
    <p:fade/>
  </p:transition>
  <p:hf sldNum="0" hd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927079498"/>
      </p:ext>
    </p:extLst>
  </p:cSld>
  <p:clrMapOvr>
    <a:masterClrMapping/>
  </p:clrMapOvr>
  <p:transition>
    <p:fade/>
  </p:transition>
  <p:hf sldNum="0" hd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061686992"/>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09360839"/>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539543566"/>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194177053"/>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9312469"/>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149430576"/>
      </p:ext>
    </p:extLst>
  </p:cSld>
  <p:clrMapOvr>
    <a:masterClrMapping/>
  </p:clrMapOvr>
  <p:transition>
    <p:fade/>
  </p:transition>
  <p:hf sldNum="0" hdr="0" dt="0"/>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312542069"/>
      </p:ext>
    </p:extLst>
  </p:cSld>
  <p:clrMapOvr>
    <a:masterClrMapping/>
  </p:clrMapOvr>
  <p:transition>
    <p:fade/>
  </p:transition>
  <p:hf sldNum="0" hd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50546324"/>
      </p:ext>
    </p:extLst>
  </p:cSld>
  <p:clrMapOvr>
    <a:masterClrMapping/>
  </p:clrMapOvr>
  <p:transition>
    <p:fade/>
  </p:transition>
  <p:hf sldNum="0" hdr="0" dt="0"/>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50681260"/>
      </p:ext>
    </p:extLst>
  </p:cSld>
  <p:clrMapOvr>
    <a:masterClrMapping/>
  </p:clrMapOvr>
  <p:transition>
    <p:fade/>
  </p:transition>
  <p:hf sldNum="0" hdr="0" dt="0"/>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78901652"/>
      </p:ext>
    </p:extLst>
  </p:cSld>
  <p:clrMapOvr>
    <a:masterClrMapping/>
  </p:clrMapOvr>
  <p:transition>
    <p:fade/>
  </p:transition>
  <p:hf sldNum="0" hd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83515101"/>
      </p:ext>
    </p:extLst>
  </p:cSld>
  <p:clrMapOvr>
    <a:masterClrMapping/>
  </p:clrMapOvr>
  <p:transition>
    <p:fade/>
  </p:transition>
  <p:hf sldNum="0" hdr="0" dt="0"/>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279183968"/>
      </p:ext>
    </p:extLst>
  </p:cSld>
  <p:clrMapOvr>
    <a:masterClrMapping/>
  </p:clrMapOvr>
  <p:transition>
    <p:fade/>
  </p:transition>
  <p:hf sldNum="0" hd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74831278"/>
      </p:ext>
    </p:extLst>
  </p:cSld>
  <p:clrMapOvr>
    <a:masterClrMapping/>
  </p:clrMapOvr>
  <p:transition>
    <p:fade/>
  </p:transition>
  <p:hf sldNum="0" hd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850078559"/>
      </p:ext>
    </p:extLst>
  </p:cSld>
  <p:clrMapOvr>
    <a:masterClrMapping/>
  </p:clrMapOvr>
  <p:transition>
    <p:fade/>
  </p:transition>
  <p:hf sldNum="0" hd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589730616"/>
      </p:ext>
    </p:extLst>
  </p:cSld>
  <p:clrMapOvr>
    <a:masterClrMapping/>
  </p:clrMapOvr>
  <p:transition>
    <p:fade/>
  </p:transition>
  <p:hf sldNum="0" hd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989331697"/>
      </p:ext>
    </p:extLst>
  </p:cSld>
  <p:clrMapOvr>
    <a:masterClrMapping/>
  </p:clrMapOvr>
  <p:transition>
    <p:fade/>
  </p:transition>
  <p:hf sldNum="0" hd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759881174"/>
      </p:ext>
    </p:extLst>
  </p:cSld>
  <p:clrMapOvr>
    <a:masterClrMapping/>
  </p:clrMapOvr>
  <p:transition>
    <p:fade/>
  </p:transition>
  <p:hf sldNum="0" hd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89901939"/>
      </p:ext>
    </p:extLst>
  </p:cSld>
  <p:clrMapOvr>
    <a:masterClrMapping/>
  </p:clrMapOvr>
  <p:transition>
    <p:fade/>
  </p:transition>
  <p:hf sldNum="0" hdr="0" dt="0"/>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92347071"/>
      </p:ext>
    </p:extLst>
  </p:cSld>
  <p:clrMapOvr>
    <a:masterClrMapping/>
  </p:clrMapOvr>
  <p:transition>
    <p:fade/>
  </p:transition>
  <p:hf sldNum="0" hd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958573126"/>
      </p:ext>
    </p:extLst>
  </p:cSld>
  <p:clrMapOvr>
    <a:masterClrMapping/>
  </p:clrMapOvr>
  <p:transition>
    <p:fade/>
  </p:transition>
  <p:hf sldNum="0" hd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456227828"/>
      </p:ext>
    </p:extLst>
  </p:cSld>
  <p:clrMapOvr>
    <a:masterClrMapping/>
  </p:clrMapOvr>
  <p:transition>
    <p:fade/>
  </p:transition>
  <p:hf sldNum="0" hd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567844494"/>
      </p:ext>
    </p:extLst>
  </p:cSld>
  <p:clrMapOvr>
    <a:masterClrMapping/>
  </p:clrMapOvr>
  <p:transition>
    <p:fade/>
  </p:transition>
  <p:hf sldNum="0" hd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286980160"/>
      </p:ext>
    </p:extLst>
  </p:cSld>
  <p:clrMapOvr>
    <a:masterClrMapping/>
  </p:clrMapOvr>
  <p:transition>
    <p:fade/>
  </p:transition>
  <p:hf sldNum="0" hdr="0" dt="0"/>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2087514144"/>
      </p:ext>
    </p:extLst>
  </p:cSld>
  <p:clrMapOvr>
    <a:masterClrMapping/>
  </p:clrMapOvr>
  <p:hf sldNum="0" hdr="0" dt="0"/>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156123146"/>
      </p:ext>
    </p:extLst>
  </p:cSld>
  <p:clrMapOvr>
    <a:masterClrMapping/>
  </p:clrMapOvr>
  <p:hf sldNum="0" hdr="0" dt="0"/>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6" name="CaseCode">
            <a:extLst>
              <a:ext uri="{FF2B5EF4-FFF2-40B4-BE49-F238E27FC236}">
                <a16:creationId xmlns:a16="http://schemas.microsoft.com/office/drawing/2014/main" id="{662556F3-FB07-45E1-9730-3CF5E862F61B}"/>
              </a:ext>
            </a:extLst>
          </p:cNvPr>
          <p:cNvSpPr txBox="1"/>
          <p:nvPr/>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Portfolio and program management support to RECPDCL</a:t>
            </a:r>
          </a:p>
        </p:txBody>
      </p:sp>
      <p:sp>
        <p:nvSpPr>
          <p:cNvPr id="8" name="TextBox 7">
            <a:extLst>
              <a:ext uri="{FF2B5EF4-FFF2-40B4-BE49-F238E27FC236}">
                <a16:creationId xmlns:a16="http://schemas.microsoft.com/office/drawing/2014/main" id="{48E7A1D6-FD3E-4165-B102-6C7996E8698D}"/>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2020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
        <p:nvSpPr>
          <p:cNvPr id="7" name="Colored background">
            <a:extLst>
              <a:ext uri="{FF2B5EF4-FFF2-40B4-BE49-F238E27FC236}">
                <a16:creationId xmlns:a16="http://schemas.microsoft.com/office/drawing/2014/main" id="{5EACD84F-5D3F-4A47-A7C4-4ECFB67122EA}"/>
              </a:ext>
            </a:extLst>
          </p:cNvPr>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9" name="TextBox 8">
            <a:extLst>
              <a:ext uri="{FF2B5EF4-FFF2-40B4-BE49-F238E27FC236}">
                <a16:creationId xmlns:a16="http://schemas.microsoft.com/office/drawing/2014/main" id="{5685D113-8A36-493B-B4C7-7BCCFAB49520}"/>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3364431087"/>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fld id="{0A4D38F6-FD42-4FB5-AA7A-A0A7B8D09F08}" type="datetimeFigureOut">
              <a:rPr lang="en-US" smtClean="0"/>
              <a:t>9/12/2024</a:t>
            </a:fld>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3049581340"/>
      </p:ext>
    </p:extLst>
  </p:cSld>
  <p:clrMapOvr>
    <a:masterClrMapping/>
  </p:clrMapOvr>
  <p:hf sldNum="0" hdr="0" dt="0"/>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a:t>Presentation  title runs here</a:t>
            </a:r>
            <a:endParaRPr lang="en-GB" noProof="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a:t>Subtitle here two lines max</a:t>
            </a:r>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49820497"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91830731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6037813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Tree>
    <p:extLst>
      <p:ext uri="{BB962C8B-B14F-4D97-AF65-F5344CB8AC3E}">
        <p14:creationId xmlns:p14="http://schemas.microsoft.com/office/powerpoint/2010/main" val="3426145320"/>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18966739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383913348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19140883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26676668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30996034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Tree>
    <p:extLst>
      <p:ext uri="{BB962C8B-B14F-4D97-AF65-F5344CB8AC3E}">
        <p14:creationId xmlns:p14="http://schemas.microsoft.com/office/powerpoint/2010/main" val="2789345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6210459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367403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32828281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Tree>
    <p:extLst>
      <p:ext uri="{BB962C8B-B14F-4D97-AF65-F5344CB8AC3E}">
        <p14:creationId xmlns:p14="http://schemas.microsoft.com/office/powerpoint/2010/main" val="24597068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Tree>
    <p:extLst>
      <p:ext uri="{BB962C8B-B14F-4D97-AF65-F5344CB8AC3E}">
        <p14:creationId xmlns:p14="http://schemas.microsoft.com/office/powerpoint/2010/main" val="41286875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8245600"/>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1452767173"/>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Tree>
    <p:extLst>
      <p:ext uri="{BB962C8B-B14F-4D97-AF65-F5344CB8AC3E}">
        <p14:creationId xmlns:p14="http://schemas.microsoft.com/office/powerpoint/2010/main" val="1967468751"/>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p>
        </p:txBody>
      </p:sp>
    </p:spTree>
    <p:extLst>
      <p:ext uri="{BB962C8B-B14F-4D97-AF65-F5344CB8AC3E}">
        <p14:creationId xmlns:p14="http://schemas.microsoft.com/office/powerpoint/2010/main" val="3224979167"/>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2_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877103373"/>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570330231"/>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701345012"/>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423876718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1664981289"/>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335691438"/>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2013352035"/>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2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942079108"/>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438845219"/>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336793246"/>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2799385707"/>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3_Title &amp; subtitle">
    <p:bg>
      <p:bgRef idx="1001">
        <a:schemeClr val="bg1"/>
      </p:bgRef>
    </p:bg>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3181976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_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a:solidFill>
                <a:schemeClr val="bg1"/>
              </a:solidFill>
            </a:endParaRPr>
          </a:p>
        </p:txBody>
      </p:sp>
    </p:spTree>
    <p:extLst>
      <p:ext uri="{BB962C8B-B14F-4D97-AF65-F5344CB8AC3E}">
        <p14:creationId xmlns:p14="http://schemas.microsoft.com/office/powerpoint/2010/main" val="208367376"/>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a:t>Click here, go to INSERT tab and choose Pictures to insert Co-brand Logo</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a:solidFill>
                <a:schemeClr val="bg1"/>
              </a:solidFill>
            </a:endParaRPr>
          </a:p>
        </p:txBody>
      </p:sp>
    </p:spTree>
    <p:extLst>
      <p:ext uri="{BB962C8B-B14F-4D97-AF65-F5344CB8AC3E}">
        <p14:creationId xmlns:p14="http://schemas.microsoft.com/office/powerpoint/2010/main" val="429695448"/>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1528301423"/>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1947630950"/>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a:t>Click to add subtitle</a:t>
            </a:r>
            <a:endParaRPr lang="en-GB"/>
          </a:p>
        </p:txBody>
      </p:sp>
    </p:spTree>
    <p:extLst>
      <p:ext uri="{BB962C8B-B14F-4D97-AF65-F5344CB8AC3E}">
        <p14:creationId xmlns:p14="http://schemas.microsoft.com/office/powerpoint/2010/main" val="31865884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2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Tree>
    <p:extLst>
      <p:ext uri="{BB962C8B-B14F-4D97-AF65-F5344CB8AC3E}">
        <p14:creationId xmlns:p14="http://schemas.microsoft.com/office/powerpoint/2010/main" val="2545005107"/>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Tree>
    <p:extLst>
      <p:ext uri="{BB962C8B-B14F-4D97-AF65-F5344CB8AC3E}">
        <p14:creationId xmlns:p14="http://schemas.microsoft.com/office/powerpoint/2010/main" val="34467807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ags" Target="../tags/tag5.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ags" Target="../tags/tag4.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theme" Target="../theme/theme2.xml"/><Relationship Id="rId5" Type="http://schemas.openxmlformats.org/officeDocument/2006/relationships/slideLayout" Target="../slideLayouts/slideLayout83.xml"/><Relationship Id="rId15" Type="http://schemas.openxmlformats.org/officeDocument/2006/relationships/image" Target="../media/image1.emf"/><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9" Type="http://schemas.openxmlformats.org/officeDocument/2006/relationships/slideLayout" Target="../slideLayouts/slideLayout127.xml"/><Relationship Id="rId21" Type="http://schemas.openxmlformats.org/officeDocument/2006/relationships/slideLayout" Target="../slideLayouts/slideLayout109.xml"/><Relationship Id="rId34" Type="http://schemas.openxmlformats.org/officeDocument/2006/relationships/slideLayout" Target="../slideLayouts/slideLayout122.xml"/><Relationship Id="rId42" Type="http://schemas.openxmlformats.org/officeDocument/2006/relationships/slideLayout" Target="../slideLayouts/slideLayout130.xml"/><Relationship Id="rId47" Type="http://schemas.openxmlformats.org/officeDocument/2006/relationships/image" Target="../media/image1.emf"/><Relationship Id="rId7" Type="http://schemas.openxmlformats.org/officeDocument/2006/relationships/slideLayout" Target="../slideLayouts/slideLayout95.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9" Type="http://schemas.openxmlformats.org/officeDocument/2006/relationships/slideLayout" Target="../slideLayouts/slideLayout117.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40" Type="http://schemas.openxmlformats.org/officeDocument/2006/relationships/slideLayout" Target="../slideLayouts/slideLayout128.xml"/><Relationship Id="rId45" Type="http://schemas.openxmlformats.org/officeDocument/2006/relationships/tags" Target="../tags/tag8.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31" Type="http://schemas.openxmlformats.org/officeDocument/2006/relationships/slideLayout" Target="../slideLayouts/slideLayout119.xml"/><Relationship Id="rId44" Type="http://schemas.openxmlformats.org/officeDocument/2006/relationships/tags" Target="../tags/tag7.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theme" Target="../theme/theme3.xml"/><Relationship Id="rId8" Type="http://schemas.openxmlformats.org/officeDocument/2006/relationships/slideLayout" Target="../slideLayouts/slideLayout96.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oleObject" Target="../embeddings/oleObject4.bin"/><Relationship Id="rId20" Type="http://schemas.openxmlformats.org/officeDocument/2006/relationships/slideLayout" Target="../slideLayouts/slideLayout108.xml"/><Relationship Id="rId41" Type="http://schemas.openxmlformats.org/officeDocument/2006/relationships/slideLayout" Target="../slideLayouts/slideLayout129.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56.xml"/><Relationship Id="rId21" Type="http://schemas.openxmlformats.org/officeDocument/2006/relationships/slideLayout" Target="../slideLayouts/slideLayout151.xml"/><Relationship Id="rId42" Type="http://schemas.openxmlformats.org/officeDocument/2006/relationships/slideLayout" Target="../slideLayouts/slideLayout172.xml"/><Relationship Id="rId47" Type="http://schemas.openxmlformats.org/officeDocument/2006/relationships/slideLayout" Target="../slideLayouts/slideLayout177.xml"/><Relationship Id="rId63" Type="http://schemas.openxmlformats.org/officeDocument/2006/relationships/slideLayout" Target="../slideLayouts/slideLayout193.xml"/><Relationship Id="rId68" Type="http://schemas.openxmlformats.org/officeDocument/2006/relationships/slideLayout" Target="../slideLayouts/slideLayout198.xml"/><Relationship Id="rId84" Type="http://schemas.openxmlformats.org/officeDocument/2006/relationships/slideLayout" Target="../slideLayouts/slideLayout214.xml"/><Relationship Id="rId89" Type="http://schemas.openxmlformats.org/officeDocument/2006/relationships/slideLayout" Target="../slideLayouts/slideLayout219.xml"/><Relationship Id="rId16" Type="http://schemas.openxmlformats.org/officeDocument/2006/relationships/slideLayout" Target="../slideLayouts/slideLayout146.xml"/><Relationship Id="rId11" Type="http://schemas.openxmlformats.org/officeDocument/2006/relationships/slideLayout" Target="../slideLayouts/slideLayout141.xml"/><Relationship Id="rId32" Type="http://schemas.openxmlformats.org/officeDocument/2006/relationships/slideLayout" Target="../slideLayouts/slideLayout162.xml"/><Relationship Id="rId37" Type="http://schemas.openxmlformats.org/officeDocument/2006/relationships/slideLayout" Target="../slideLayouts/slideLayout167.xml"/><Relationship Id="rId53" Type="http://schemas.openxmlformats.org/officeDocument/2006/relationships/slideLayout" Target="../slideLayouts/slideLayout183.xml"/><Relationship Id="rId58" Type="http://schemas.openxmlformats.org/officeDocument/2006/relationships/slideLayout" Target="../slideLayouts/slideLayout188.xml"/><Relationship Id="rId74" Type="http://schemas.openxmlformats.org/officeDocument/2006/relationships/slideLayout" Target="../slideLayouts/slideLayout204.xml"/><Relationship Id="rId79" Type="http://schemas.openxmlformats.org/officeDocument/2006/relationships/slideLayout" Target="../slideLayouts/slideLayout209.xml"/><Relationship Id="rId5" Type="http://schemas.openxmlformats.org/officeDocument/2006/relationships/slideLayout" Target="../slideLayouts/slideLayout135.xml"/><Relationship Id="rId90" Type="http://schemas.openxmlformats.org/officeDocument/2006/relationships/slideLayout" Target="../slideLayouts/slideLayout220.xml"/><Relationship Id="rId95" Type="http://schemas.openxmlformats.org/officeDocument/2006/relationships/oleObject" Target="../embeddings/oleObject6.bin"/><Relationship Id="rId22" Type="http://schemas.openxmlformats.org/officeDocument/2006/relationships/slideLayout" Target="../slideLayouts/slideLayout152.xml"/><Relationship Id="rId27" Type="http://schemas.openxmlformats.org/officeDocument/2006/relationships/slideLayout" Target="../slideLayouts/slideLayout157.xml"/><Relationship Id="rId43" Type="http://schemas.openxmlformats.org/officeDocument/2006/relationships/slideLayout" Target="../slideLayouts/slideLayout173.xml"/><Relationship Id="rId48" Type="http://schemas.openxmlformats.org/officeDocument/2006/relationships/slideLayout" Target="../slideLayouts/slideLayout178.xml"/><Relationship Id="rId64" Type="http://schemas.openxmlformats.org/officeDocument/2006/relationships/slideLayout" Target="../slideLayouts/slideLayout194.xml"/><Relationship Id="rId69" Type="http://schemas.openxmlformats.org/officeDocument/2006/relationships/slideLayout" Target="../slideLayouts/slideLayout199.xml"/><Relationship Id="rId8" Type="http://schemas.openxmlformats.org/officeDocument/2006/relationships/slideLayout" Target="../slideLayouts/slideLayout138.xml"/><Relationship Id="rId51" Type="http://schemas.openxmlformats.org/officeDocument/2006/relationships/slideLayout" Target="../slideLayouts/slideLayout181.xml"/><Relationship Id="rId72" Type="http://schemas.openxmlformats.org/officeDocument/2006/relationships/slideLayout" Target="../slideLayouts/slideLayout202.xml"/><Relationship Id="rId80" Type="http://schemas.openxmlformats.org/officeDocument/2006/relationships/slideLayout" Target="../slideLayouts/slideLayout210.xml"/><Relationship Id="rId85" Type="http://schemas.openxmlformats.org/officeDocument/2006/relationships/slideLayout" Target="../slideLayouts/slideLayout215.xml"/><Relationship Id="rId93" Type="http://schemas.openxmlformats.org/officeDocument/2006/relationships/tags" Target="../tags/tag11.xml"/><Relationship Id="rId3" Type="http://schemas.openxmlformats.org/officeDocument/2006/relationships/slideLayout" Target="../slideLayouts/slideLayout133.xml"/><Relationship Id="rId12" Type="http://schemas.openxmlformats.org/officeDocument/2006/relationships/slideLayout" Target="../slideLayouts/slideLayout142.xml"/><Relationship Id="rId17" Type="http://schemas.openxmlformats.org/officeDocument/2006/relationships/slideLayout" Target="../slideLayouts/slideLayout147.xml"/><Relationship Id="rId25" Type="http://schemas.openxmlformats.org/officeDocument/2006/relationships/slideLayout" Target="../slideLayouts/slideLayout155.xml"/><Relationship Id="rId33" Type="http://schemas.openxmlformats.org/officeDocument/2006/relationships/slideLayout" Target="../slideLayouts/slideLayout163.xml"/><Relationship Id="rId38" Type="http://schemas.openxmlformats.org/officeDocument/2006/relationships/slideLayout" Target="../slideLayouts/slideLayout168.xml"/><Relationship Id="rId46" Type="http://schemas.openxmlformats.org/officeDocument/2006/relationships/slideLayout" Target="../slideLayouts/slideLayout176.xml"/><Relationship Id="rId59" Type="http://schemas.openxmlformats.org/officeDocument/2006/relationships/slideLayout" Target="../slideLayouts/slideLayout189.xml"/><Relationship Id="rId67" Type="http://schemas.openxmlformats.org/officeDocument/2006/relationships/slideLayout" Target="../slideLayouts/slideLayout197.xml"/><Relationship Id="rId20" Type="http://schemas.openxmlformats.org/officeDocument/2006/relationships/slideLayout" Target="../slideLayouts/slideLayout150.xml"/><Relationship Id="rId41" Type="http://schemas.openxmlformats.org/officeDocument/2006/relationships/slideLayout" Target="../slideLayouts/slideLayout171.xml"/><Relationship Id="rId54" Type="http://schemas.openxmlformats.org/officeDocument/2006/relationships/slideLayout" Target="../slideLayouts/slideLayout184.xml"/><Relationship Id="rId62" Type="http://schemas.openxmlformats.org/officeDocument/2006/relationships/slideLayout" Target="../slideLayouts/slideLayout192.xml"/><Relationship Id="rId70" Type="http://schemas.openxmlformats.org/officeDocument/2006/relationships/slideLayout" Target="../slideLayouts/slideLayout200.xml"/><Relationship Id="rId75" Type="http://schemas.openxmlformats.org/officeDocument/2006/relationships/slideLayout" Target="../slideLayouts/slideLayout205.xml"/><Relationship Id="rId83" Type="http://schemas.openxmlformats.org/officeDocument/2006/relationships/slideLayout" Target="../slideLayouts/slideLayout213.xml"/><Relationship Id="rId88" Type="http://schemas.openxmlformats.org/officeDocument/2006/relationships/slideLayout" Target="../slideLayouts/slideLayout218.xml"/><Relationship Id="rId91" Type="http://schemas.openxmlformats.org/officeDocument/2006/relationships/slideLayout" Target="../slideLayouts/slideLayout221.xml"/><Relationship Id="rId96" Type="http://schemas.openxmlformats.org/officeDocument/2006/relationships/image" Target="../media/image1.emf"/><Relationship Id="rId1" Type="http://schemas.openxmlformats.org/officeDocument/2006/relationships/slideLayout" Target="../slideLayouts/slideLayout131.xml"/><Relationship Id="rId6" Type="http://schemas.openxmlformats.org/officeDocument/2006/relationships/slideLayout" Target="../slideLayouts/slideLayout136.xml"/><Relationship Id="rId15" Type="http://schemas.openxmlformats.org/officeDocument/2006/relationships/slideLayout" Target="../slideLayouts/slideLayout145.xml"/><Relationship Id="rId23" Type="http://schemas.openxmlformats.org/officeDocument/2006/relationships/slideLayout" Target="../slideLayouts/slideLayout153.xml"/><Relationship Id="rId28" Type="http://schemas.openxmlformats.org/officeDocument/2006/relationships/slideLayout" Target="../slideLayouts/slideLayout158.xml"/><Relationship Id="rId36" Type="http://schemas.openxmlformats.org/officeDocument/2006/relationships/slideLayout" Target="../slideLayouts/slideLayout166.xml"/><Relationship Id="rId49" Type="http://schemas.openxmlformats.org/officeDocument/2006/relationships/slideLayout" Target="../slideLayouts/slideLayout179.xml"/><Relationship Id="rId57" Type="http://schemas.openxmlformats.org/officeDocument/2006/relationships/slideLayout" Target="../slideLayouts/slideLayout187.xml"/><Relationship Id="rId10" Type="http://schemas.openxmlformats.org/officeDocument/2006/relationships/slideLayout" Target="../slideLayouts/slideLayout140.xml"/><Relationship Id="rId31" Type="http://schemas.openxmlformats.org/officeDocument/2006/relationships/slideLayout" Target="../slideLayouts/slideLayout161.xml"/><Relationship Id="rId44" Type="http://schemas.openxmlformats.org/officeDocument/2006/relationships/slideLayout" Target="../slideLayouts/slideLayout174.xml"/><Relationship Id="rId52" Type="http://schemas.openxmlformats.org/officeDocument/2006/relationships/slideLayout" Target="../slideLayouts/slideLayout182.xml"/><Relationship Id="rId60" Type="http://schemas.openxmlformats.org/officeDocument/2006/relationships/slideLayout" Target="../slideLayouts/slideLayout190.xml"/><Relationship Id="rId65" Type="http://schemas.openxmlformats.org/officeDocument/2006/relationships/slideLayout" Target="../slideLayouts/slideLayout195.xml"/><Relationship Id="rId73" Type="http://schemas.openxmlformats.org/officeDocument/2006/relationships/slideLayout" Target="../slideLayouts/slideLayout203.xml"/><Relationship Id="rId78" Type="http://schemas.openxmlformats.org/officeDocument/2006/relationships/slideLayout" Target="../slideLayouts/slideLayout208.xml"/><Relationship Id="rId81" Type="http://schemas.openxmlformats.org/officeDocument/2006/relationships/slideLayout" Target="../slideLayouts/slideLayout211.xml"/><Relationship Id="rId86" Type="http://schemas.openxmlformats.org/officeDocument/2006/relationships/slideLayout" Target="../slideLayouts/slideLayout216.xml"/><Relationship Id="rId94" Type="http://schemas.openxmlformats.org/officeDocument/2006/relationships/tags" Target="../tags/tag12.xml"/><Relationship Id="rId4" Type="http://schemas.openxmlformats.org/officeDocument/2006/relationships/slideLayout" Target="../slideLayouts/slideLayout134.xml"/><Relationship Id="rId9" Type="http://schemas.openxmlformats.org/officeDocument/2006/relationships/slideLayout" Target="../slideLayouts/slideLayout139.xml"/><Relationship Id="rId13" Type="http://schemas.openxmlformats.org/officeDocument/2006/relationships/slideLayout" Target="../slideLayouts/slideLayout143.xml"/><Relationship Id="rId18" Type="http://schemas.openxmlformats.org/officeDocument/2006/relationships/slideLayout" Target="../slideLayouts/slideLayout148.xml"/><Relationship Id="rId39" Type="http://schemas.openxmlformats.org/officeDocument/2006/relationships/slideLayout" Target="../slideLayouts/slideLayout169.xml"/><Relationship Id="rId34" Type="http://schemas.openxmlformats.org/officeDocument/2006/relationships/slideLayout" Target="../slideLayouts/slideLayout164.xml"/><Relationship Id="rId50" Type="http://schemas.openxmlformats.org/officeDocument/2006/relationships/slideLayout" Target="../slideLayouts/slideLayout180.xml"/><Relationship Id="rId55" Type="http://schemas.openxmlformats.org/officeDocument/2006/relationships/slideLayout" Target="../slideLayouts/slideLayout185.xml"/><Relationship Id="rId76" Type="http://schemas.openxmlformats.org/officeDocument/2006/relationships/slideLayout" Target="../slideLayouts/slideLayout206.xml"/><Relationship Id="rId7" Type="http://schemas.openxmlformats.org/officeDocument/2006/relationships/slideLayout" Target="../slideLayouts/slideLayout137.xml"/><Relationship Id="rId71" Type="http://schemas.openxmlformats.org/officeDocument/2006/relationships/slideLayout" Target="../slideLayouts/slideLayout201.xml"/><Relationship Id="rId92" Type="http://schemas.openxmlformats.org/officeDocument/2006/relationships/theme" Target="../theme/theme4.xml"/><Relationship Id="rId2" Type="http://schemas.openxmlformats.org/officeDocument/2006/relationships/slideLayout" Target="../slideLayouts/slideLayout132.xml"/><Relationship Id="rId29" Type="http://schemas.openxmlformats.org/officeDocument/2006/relationships/slideLayout" Target="../slideLayouts/slideLayout159.xml"/><Relationship Id="rId24" Type="http://schemas.openxmlformats.org/officeDocument/2006/relationships/slideLayout" Target="../slideLayouts/slideLayout154.xml"/><Relationship Id="rId40" Type="http://schemas.openxmlformats.org/officeDocument/2006/relationships/slideLayout" Target="../slideLayouts/slideLayout170.xml"/><Relationship Id="rId45" Type="http://schemas.openxmlformats.org/officeDocument/2006/relationships/slideLayout" Target="../slideLayouts/slideLayout175.xml"/><Relationship Id="rId66" Type="http://schemas.openxmlformats.org/officeDocument/2006/relationships/slideLayout" Target="../slideLayouts/slideLayout196.xml"/><Relationship Id="rId87" Type="http://schemas.openxmlformats.org/officeDocument/2006/relationships/slideLayout" Target="../slideLayouts/slideLayout217.xml"/><Relationship Id="rId61" Type="http://schemas.openxmlformats.org/officeDocument/2006/relationships/slideLayout" Target="../slideLayouts/slideLayout191.xml"/><Relationship Id="rId82" Type="http://schemas.openxmlformats.org/officeDocument/2006/relationships/slideLayout" Target="../slideLayouts/slideLayout212.xml"/><Relationship Id="rId19" Type="http://schemas.openxmlformats.org/officeDocument/2006/relationships/slideLayout" Target="../slideLayouts/slideLayout149.xml"/><Relationship Id="rId14" Type="http://schemas.openxmlformats.org/officeDocument/2006/relationships/slideLayout" Target="../slideLayouts/slideLayout144.xml"/><Relationship Id="rId30" Type="http://schemas.openxmlformats.org/officeDocument/2006/relationships/slideLayout" Target="../slideLayouts/slideLayout160.xml"/><Relationship Id="rId35" Type="http://schemas.openxmlformats.org/officeDocument/2006/relationships/slideLayout" Target="../slideLayouts/slideLayout165.xml"/><Relationship Id="rId56" Type="http://schemas.openxmlformats.org/officeDocument/2006/relationships/slideLayout" Target="../slideLayouts/slideLayout186.xml"/><Relationship Id="rId77" Type="http://schemas.openxmlformats.org/officeDocument/2006/relationships/slideLayout" Target="../slideLayouts/slideLayout2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0"/>
            </p:custDataLst>
            <p:extLst>
              <p:ext uri="{D42A27DB-BD31-4B8C-83A1-F6EECF244321}">
                <p14:modId xmlns:p14="http://schemas.microsoft.com/office/powerpoint/2010/main" val="2848731327"/>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name="think-cell Slide" r:id="rId82" imgW="270" imgH="270" progId="TCLayout.ActiveDocument.1">
                  <p:embed/>
                </p:oleObj>
              </mc:Choice>
              <mc:Fallback>
                <p:oleObj name="think-cell Slide" r:id="rId82" imgW="270" imgH="270" progId="TCLayout.ActiveDocument.1">
                  <p:embed/>
                  <p:pic>
                    <p:nvPicPr>
                      <p:cNvPr id="4" name="Object 3" hidden="1"/>
                      <p:cNvPicPr/>
                      <p:nvPr/>
                    </p:nvPicPr>
                    <p:blipFill>
                      <a:blip r:embed="rId83"/>
                      <a:stretch>
                        <a:fillRect/>
                      </a:stretch>
                    </p:blipFill>
                    <p:spPr>
                      <a:xfrm>
                        <a:off x="2120" y="1589"/>
                        <a:ext cx="2116" cy="1587"/>
                      </a:xfrm>
                      <a:prstGeom prst="rect">
                        <a:avLst/>
                      </a:prstGeom>
                    </p:spPr>
                  </p:pic>
                </p:oleObj>
              </mc:Fallback>
            </mc:AlternateContent>
          </a:graphicData>
        </a:graphic>
      </p:graphicFrame>
      <p:sp>
        <p:nvSpPr>
          <p:cNvPr id="6" name="Rectangle 5" hidden="1"/>
          <p:cNvSpPr/>
          <p:nvPr>
            <p:custDataLst>
              <p:tags r:id="rId81"/>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2024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1063007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9" r:id="rId78"/>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2"/>
            </p:custDataLst>
            <p:extLst>
              <p:ext uri="{D42A27DB-BD31-4B8C-83A1-F6EECF244321}">
                <p14:modId xmlns:p14="http://schemas.microsoft.com/office/powerpoint/2010/main" val="160421540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4" name="Object 3" hidden="1"/>
                      <p:cNvPicPr/>
                      <p:nvPr/>
                    </p:nvPicPr>
                    <p:blipFill>
                      <a:blip r:embed="rId15"/>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23165"/>
          </a:xfrm>
          <a:prstGeom prst="rect">
            <a:avLst/>
          </a:prstGeom>
        </p:spPr>
        <p:txBody>
          <a:bodyPr vert="horz" lIns="0" tIns="0" rIns="0" bIns="0" rtlCol="0" anchor="t" anchorCtr="0">
            <a:spAutoFit/>
          </a:bodyPr>
          <a:lstStyle/>
          <a:p>
            <a:r>
              <a:rPr lang="en-US" noProof="0"/>
              <a:t>Click to edit Master title style</a:t>
            </a:r>
          </a:p>
        </p:txBody>
      </p:sp>
      <p:sp>
        <p:nvSpPr>
          <p:cNvPr id="18" name="Copyright"/>
          <p:cNvSpPr txBox="1"/>
          <p:nvPr/>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rgbClr val="53565A"/>
                </a:solidFill>
                <a:latin typeface="+mn-lt"/>
                <a:cs typeface="Calibri" panose="020F0502020204030204" pitchFamily="34" charset="0"/>
              </a:rPr>
              <a:t>Copyright © 2022 Deloitte Development LLC. All rights reserved.</a:t>
            </a:r>
          </a:p>
        </p:txBody>
      </p:sp>
      <p:sp>
        <p:nvSpPr>
          <p:cNvPr id="3" name="TextBox 2"/>
          <p:cNvSpPr txBox="1"/>
          <p:nvPr/>
        </p:nvSpPr>
        <p:spPr>
          <a:xfrm>
            <a:off x="11426826" y="651506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53565A"/>
                </a:solidFill>
                <a:latin typeface="+mn-lt"/>
                <a:cs typeface="Calibri" panose="020F0502020204030204" pitchFamily="34" charset="0"/>
              </a:rPr>
              <a:pPr marL="0" indent="0" algn="r">
                <a:spcBef>
                  <a:spcPts val="450"/>
                </a:spcBef>
                <a:buSzPct val="100000"/>
                <a:buFont typeface="Arial"/>
                <a:buNone/>
              </a:pPr>
              <a:t>‹#›</a:t>
            </a:fld>
            <a:endParaRPr lang="en-US" sz="800" noProof="0">
              <a:solidFill>
                <a:srgbClr val="53565A"/>
              </a:solidFill>
              <a:latin typeface="+mn-lt"/>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10" name="Rectangle 9" hidden="1">
            <a:extLst>
              <a:ext uri="{FF2B5EF4-FFF2-40B4-BE49-F238E27FC236}">
                <a16:creationId xmlns:a16="http://schemas.microsoft.com/office/drawing/2014/main" id="{99791206-FEE3-E443-B67C-56212C407653}"/>
              </a:ext>
            </a:extLst>
          </p:cNvPr>
          <p:cNvSpPr/>
          <p:nvPr userDrawn="1">
            <p:custDataLst>
              <p:tags r:id="rId1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000" b="0" i="0" baseline="0">
              <a:solidFill>
                <a:schemeClr val="bg1"/>
              </a:solidFill>
              <a:latin typeface="Open Sans" panose="020B0606030504020204" pitchFamily="34" charset="0"/>
              <a:ea typeface="+mj-ea"/>
              <a:cs typeface="+mj-cs"/>
              <a:sym typeface="Verdana" panose="020B0604030504040204" pitchFamily="34" charset="0"/>
            </a:endParaRPr>
          </a:p>
        </p:txBody>
      </p:sp>
    </p:spTree>
    <p:extLst>
      <p:ext uri="{BB962C8B-B14F-4D97-AF65-F5344CB8AC3E}">
        <p14:creationId xmlns:p14="http://schemas.microsoft.com/office/powerpoint/2010/main" val="658996044"/>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Lst>
  <mc:AlternateContent xmlns:mc="http://schemas.openxmlformats.org/markup-compatibility/2006" xmlns:p14="http://schemas.microsoft.com/office/powerpoint/2010/main">
    <mc:Choice Requires="p14">
      <p:transition p14:dur="10"/>
    </mc:Choice>
    <mc:Fallback xmlns="">
      <p:transition/>
    </mc:Fallback>
  </mc:AlternateContent>
  <p:hf hdr="0" dt="0"/>
  <p:txStyles>
    <p:titleStyle>
      <a:lvl1pPr algn="l" defTabSz="685800" rtl="0" eaLnBrk="1" latinLnBrk="0" hangingPunct="1">
        <a:spcBef>
          <a:spcPct val="0"/>
        </a:spcBef>
        <a:buNone/>
        <a:defRPr sz="2100" b="1" kern="1200">
          <a:solidFill>
            <a:schemeClr val="tx1">
              <a:lumMod val="85000"/>
              <a:lumOff val="15000"/>
            </a:schemeClr>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56">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434483267"/>
              </p:ext>
            </p:extLst>
          </p:nvPr>
        </p:nvGraphicFramePr>
        <p:xfrm>
          <a:off x="2122" y="1592"/>
          <a:ext cx="2117"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22" y="1592"/>
                        <a:ext cx="2117" cy="1587"/>
                      </a:xfrm>
                      <a:prstGeom prst="rect">
                        <a:avLst/>
                      </a:prstGeom>
                    </p:spPr>
                  </p:pic>
                </p:oleObj>
              </mc:Fallback>
            </mc:AlternateContent>
          </a:graphicData>
        </a:graphic>
      </p:graphicFrame>
      <p:sp>
        <p:nvSpPr>
          <p:cNvPr id="5" name="Rectangle 4" hidden="1"/>
          <p:cNvSpPr/>
          <p:nvPr userDrawn="1">
            <p:custDataLst>
              <p:tags r:id="rId45"/>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4"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3" y="6549897"/>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2024 Deloitte Touche Tohmatsu India LLP</a:t>
            </a:r>
          </a:p>
        </p:txBody>
      </p:sp>
      <p:sp>
        <p:nvSpPr>
          <p:cNvPr id="19" name="Text Placeholder 18"/>
          <p:cNvSpPr>
            <a:spLocks noGrp="1"/>
          </p:cNvSpPr>
          <p:nvPr>
            <p:ph type="body" idx="1"/>
          </p:nvPr>
        </p:nvSpPr>
        <p:spPr>
          <a:xfrm>
            <a:off x="501653"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4261039479"/>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789" r:id="rId37"/>
    <p:sldLayoutId id="2147483790" r:id="rId38"/>
    <p:sldLayoutId id="2147483791" r:id="rId39"/>
    <p:sldLayoutId id="2147483792" r:id="rId40"/>
    <p:sldLayoutId id="2147483793" r:id="rId41"/>
    <p:sldLayoutId id="2147483794" r:id="rId42"/>
  </p:sldLayoutIdLst>
  <p:transition>
    <p:fade/>
  </p:transition>
  <p:hf hdr="0" dt="0"/>
  <p:txStyles>
    <p:titleStyle>
      <a:lvl1pPr algn="l" defTabSz="1219144" rtl="0" eaLnBrk="1" latinLnBrk="0" hangingPunct="1">
        <a:spcBef>
          <a:spcPct val="0"/>
        </a:spcBef>
        <a:buNone/>
        <a:defRPr sz="2667" kern="1200">
          <a:solidFill>
            <a:schemeClr val="tx1"/>
          </a:solidFill>
          <a:latin typeface="+mj-lt"/>
          <a:ea typeface="+mj-ea"/>
          <a:cs typeface="+mj-cs"/>
        </a:defRPr>
      </a:lvl1pPr>
    </p:titleStyle>
    <p:bodyStyle>
      <a:lvl1pPr marL="0" indent="0" algn="l" defTabSz="1219144"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14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89" indent="-235189" algn="l" defTabSz="121914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78" indent="-235189" algn="l" defTabSz="121914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67" indent="-235189" algn="l" defTabSz="1064636"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7" indent="-235189" algn="l" defTabSz="121914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4" rtl="0" eaLnBrk="1" latinLnBrk="0" hangingPunct="1">
        <a:defRPr sz="2399" kern="1200">
          <a:solidFill>
            <a:schemeClr val="tx1"/>
          </a:solidFill>
          <a:latin typeface="+mn-lt"/>
          <a:ea typeface="+mn-ea"/>
          <a:cs typeface="+mn-cs"/>
        </a:defRPr>
      </a:lvl1pPr>
      <a:lvl2pPr marL="609573" algn="l" defTabSz="1219144" rtl="0" eaLnBrk="1" latinLnBrk="0" hangingPunct="1">
        <a:defRPr sz="2399" kern="1200">
          <a:solidFill>
            <a:schemeClr val="tx1"/>
          </a:solidFill>
          <a:latin typeface="+mn-lt"/>
          <a:ea typeface="+mn-ea"/>
          <a:cs typeface="+mn-cs"/>
        </a:defRPr>
      </a:lvl2pPr>
      <a:lvl3pPr marL="1219144" algn="l" defTabSz="1219144" rtl="0" eaLnBrk="1" latinLnBrk="0" hangingPunct="1">
        <a:defRPr sz="2399" kern="1200">
          <a:solidFill>
            <a:schemeClr val="tx1"/>
          </a:solidFill>
          <a:latin typeface="+mn-lt"/>
          <a:ea typeface="+mn-ea"/>
          <a:cs typeface="+mn-cs"/>
        </a:defRPr>
      </a:lvl3pPr>
      <a:lvl4pPr marL="1828717" algn="l" defTabSz="1219144" rtl="0" eaLnBrk="1" latinLnBrk="0" hangingPunct="1">
        <a:defRPr sz="2399" kern="1200">
          <a:solidFill>
            <a:schemeClr val="tx1"/>
          </a:solidFill>
          <a:latin typeface="+mn-lt"/>
          <a:ea typeface="+mn-ea"/>
          <a:cs typeface="+mn-cs"/>
        </a:defRPr>
      </a:lvl4pPr>
      <a:lvl5pPr marL="2438289" algn="l" defTabSz="1219144" rtl="0" eaLnBrk="1" latinLnBrk="0" hangingPunct="1">
        <a:defRPr sz="2399" kern="1200">
          <a:solidFill>
            <a:schemeClr val="tx1"/>
          </a:solidFill>
          <a:latin typeface="+mn-lt"/>
          <a:ea typeface="+mn-ea"/>
          <a:cs typeface="+mn-cs"/>
        </a:defRPr>
      </a:lvl5pPr>
      <a:lvl6pPr marL="3047862" algn="l" defTabSz="1219144" rtl="0" eaLnBrk="1" latinLnBrk="0" hangingPunct="1">
        <a:defRPr sz="2399" kern="1200">
          <a:solidFill>
            <a:schemeClr val="tx1"/>
          </a:solidFill>
          <a:latin typeface="+mn-lt"/>
          <a:ea typeface="+mn-ea"/>
          <a:cs typeface="+mn-cs"/>
        </a:defRPr>
      </a:lvl6pPr>
      <a:lvl7pPr marL="3657433" algn="l" defTabSz="1219144" rtl="0" eaLnBrk="1" latinLnBrk="0" hangingPunct="1">
        <a:defRPr sz="2399" kern="1200">
          <a:solidFill>
            <a:schemeClr val="tx1"/>
          </a:solidFill>
          <a:latin typeface="+mn-lt"/>
          <a:ea typeface="+mn-ea"/>
          <a:cs typeface="+mn-cs"/>
        </a:defRPr>
      </a:lvl7pPr>
      <a:lvl8pPr marL="4267005" algn="l" defTabSz="1219144" rtl="0" eaLnBrk="1" latinLnBrk="0" hangingPunct="1">
        <a:defRPr sz="2399" kern="1200">
          <a:solidFill>
            <a:schemeClr val="tx1"/>
          </a:solidFill>
          <a:latin typeface="+mn-lt"/>
          <a:ea typeface="+mn-ea"/>
          <a:cs typeface="+mn-cs"/>
        </a:defRPr>
      </a:lvl8pPr>
      <a:lvl9pPr marL="4876579" algn="l" defTabSz="1219144"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3"/>
            </p:custDataLst>
            <p:extLst>
              <p:ext uri="{D42A27DB-BD31-4B8C-83A1-F6EECF244321}">
                <p14:modId xmlns:p14="http://schemas.microsoft.com/office/powerpoint/2010/main" val="358307484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5" imgW="270" imgH="270" progId="TCLayout.ActiveDocument.1">
                  <p:embed/>
                </p:oleObj>
              </mc:Choice>
              <mc:Fallback>
                <p:oleObj name="think-cell Slide" r:id="rId95" imgW="270" imgH="270" progId="TCLayout.ActiveDocument.1">
                  <p:embed/>
                  <p:pic>
                    <p:nvPicPr>
                      <p:cNvPr id="4" name="Object 3" hidden="1"/>
                      <p:cNvPicPr/>
                      <p:nvPr/>
                    </p:nvPicPr>
                    <p:blipFill>
                      <a:blip r:embed="rId9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2021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Rectangle 7" hidden="1">
            <a:extLst>
              <a:ext uri="{FF2B5EF4-FFF2-40B4-BE49-F238E27FC236}">
                <a16:creationId xmlns:a16="http://schemas.microsoft.com/office/drawing/2014/main" id="{E6385B39-7603-4BA7-9B57-379AC0EA617B}"/>
              </a:ext>
            </a:extLst>
          </p:cNvPr>
          <p:cNvSpPr/>
          <p:nvPr userDrawn="1">
            <p:custDataLst>
              <p:tags r:id="rId94"/>
            </p:custDataLst>
          </p:nvPr>
        </p:nvSpPr>
        <p:spPr bwMode="gray">
          <a:xfrm>
            <a:off x="0" y="0"/>
            <a:ext cx="158750" cy="158750"/>
          </a:xfrm>
          <a:prstGeom prst="rect">
            <a:avLst/>
          </a:prstGeom>
          <a:solidFill>
            <a:schemeClr val="accent3"/>
          </a:solidFill>
          <a:ln w="19050" algn="ctr">
            <a:solidFill>
              <a:schemeClr val="accent3"/>
            </a:solid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GB" sz="2000" b="0" i="0" baseline="0" noProof="0" err="1">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4078F831-A02C-499F-83C3-A17B6C9A5029}"/>
              </a:ext>
            </a:extLst>
          </p:cNvPr>
          <p:cNvSpPr txBox="1"/>
          <p:nvPr userDrawn="1"/>
        </p:nvSpPr>
        <p:spPr>
          <a:xfrm>
            <a:off x="11410953" y="6477000"/>
            <a:ext cx="307975" cy="138499"/>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900" noProof="0">
                <a:solidFill>
                  <a:schemeClr val="tx1"/>
                </a:solidFill>
              </a:rPr>
              <a:pPr marL="0" indent="0" algn="r">
                <a:spcBef>
                  <a:spcPts val="800"/>
                </a:spcBef>
                <a:buSzPct val="100000"/>
                <a:buFont typeface="Arial"/>
                <a:buNone/>
              </a:pPr>
              <a:t>‹#›</a:t>
            </a:fld>
            <a:endParaRPr lang="en-GB" sz="900" noProof="0">
              <a:solidFill>
                <a:schemeClr val="tx1"/>
              </a:solidFill>
            </a:endParaRPr>
          </a:p>
        </p:txBody>
      </p:sp>
    </p:spTree>
    <p:extLst>
      <p:ext uri="{BB962C8B-B14F-4D97-AF65-F5344CB8AC3E}">
        <p14:creationId xmlns:p14="http://schemas.microsoft.com/office/powerpoint/2010/main" val="1177178781"/>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 id="2147483813" r:id="rId18"/>
    <p:sldLayoutId id="2147483814" r:id="rId19"/>
    <p:sldLayoutId id="2147483815" r:id="rId20"/>
    <p:sldLayoutId id="2147483816" r:id="rId21"/>
    <p:sldLayoutId id="2147483817" r:id="rId22"/>
    <p:sldLayoutId id="2147483818" r:id="rId23"/>
    <p:sldLayoutId id="2147483819" r:id="rId24"/>
    <p:sldLayoutId id="2147483820" r:id="rId25"/>
    <p:sldLayoutId id="2147483821" r:id="rId26"/>
    <p:sldLayoutId id="2147483822" r:id="rId27"/>
    <p:sldLayoutId id="2147483823" r:id="rId28"/>
    <p:sldLayoutId id="2147483824" r:id="rId29"/>
    <p:sldLayoutId id="2147483825" r:id="rId30"/>
    <p:sldLayoutId id="2147483826" r:id="rId31"/>
    <p:sldLayoutId id="2147483827" r:id="rId32"/>
    <p:sldLayoutId id="2147483828" r:id="rId33"/>
    <p:sldLayoutId id="2147483829" r:id="rId34"/>
    <p:sldLayoutId id="2147483830" r:id="rId35"/>
    <p:sldLayoutId id="2147483831" r:id="rId36"/>
    <p:sldLayoutId id="2147483832" r:id="rId37"/>
    <p:sldLayoutId id="2147483833" r:id="rId38"/>
    <p:sldLayoutId id="2147483834" r:id="rId39"/>
    <p:sldLayoutId id="2147483835" r:id="rId40"/>
    <p:sldLayoutId id="2147483836" r:id="rId41"/>
    <p:sldLayoutId id="2147483837" r:id="rId42"/>
    <p:sldLayoutId id="2147483838" r:id="rId43"/>
    <p:sldLayoutId id="2147483839" r:id="rId44"/>
    <p:sldLayoutId id="2147483840" r:id="rId45"/>
    <p:sldLayoutId id="2147483841" r:id="rId46"/>
    <p:sldLayoutId id="2147483842" r:id="rId47"/>
    <p:sldLayoutId id="2147483843" r:id="rId48"/>
    <p:sldLayoutId id="2147483844" r:id="rId49"/>
    <p:sldLayoutId id="2147483845" r:id="rId50"/>
    <p:sldLayoutId id="2147483846" r:id="rId51"/>
    <p:sldLayoutId id="2147483847" r:id="rId52"/>
    <p:sldLayoutId id="2147483848" r:id="rId53"/>
    <p:sldLayoutId id="2147483849" r:id="rId54"/>
    <p:sldLayoutId id="2147483850" r:id="rId55"/>
    <p:sldLayoutId id="2147483851" r:id="rId56"/>
    <p:sldLayoutId id="2147483852" r:id="rId57"/>
    <p:sldLayoutId id="2147483853" r:id="rId58"/>
    <p:sldLayoutId id="2147483854" r:id="rId59"/>
    <p:sldLayoutId id="2147483855" r:id="rId60"/>
    <p:sldLayoutId id="2147483856" r:id="rId61"/>
    <p:sldLayoutId id="2147483857" r:id="rId62"/>
    <p:sldLayoutId id="2147483858" r:id="rId63"/>
    <p:sldLayoutId id="2147483859" r:id="rId64"/>
    <p:sldLayoutId id="2147483860" r:id="rId65"/>
    <p:sldLayoutId id="2147483861" r:id="rId66"/>
    <p:sldLayoutId id="2147483862" r:id="rId67"/>
    <p:sldLayoutId id="2147483863" r:id="rId68"/>
    <p:sldLayoutId id="2147483864" r:id="rId69"/>
    <p:sldLayoutId id="2147483865" r:id="rId70"/>
    <p:sldLayoutId id="2147483866" r:id="rId71"/>
    <p:sldLayoutId id="2147483867" r:id="rId72"/>
    <p:sldLayoutId id="2147483868" r:id="rId73"/>
    <p:sldLayoutId id="2147483869" r:id="rId74"/>
    <p:sldLayoutId id="2147483870" r:id="rId75"/>
    <p:sldLayoutId id="2147483871" r:id="rId76"/>
    <p:sldLayoutId id="2147483872" r:id="rId77"/>
    <p:sldLayoutId id="2147483873" r:id="rId78"/>
    <p:sldLayoutId id="2147483874" r:id="rId79"/>
    <p:sldLayoutId id="2147483875" r:id="rId80"/>
    <p:sldLayoutId id="2147483876" r:id="rId81"/>
    <p:sldLayoutId id="2147483877" r:id="rId82"/>
    <p:sldLayoutId id="2147483878" r:id="rId83"/>
    <p:sldLayoutId id="2147483879" r:id="rId84"/>
    <p:sldLayoutId id="2147483880" r:id="rId85"/>
    <p:sldLayoutId id="2147483881" r:id="rId86"/>
    <p:sldLayoutId id="2147483882" r:id="rId87"/>
    <p:sldLayoutId id="2147483883" r:id="rId88"/>
    <p:sldLayoutId id="2147483884" r:id="rId89"/>
    <p:sldLayoutId id="2147483885" r:id="rId90"/>
    <p:sldLayoutId id="2147483886" r:id="rId91"/>
  </p:sldLayoutIdLst>
  <p:transition>
    <p:fade/>
  </p:transition>
  <p:hf sldNum="0"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guide id="19" pos="5098">
          <p15:clr>
            <a:srgbClr val="F26B43"/>
          </p15:clr>
        </p15:guide>
        <p15:guide id="20" orient="horz" pos="2160">
          <p15:clr>
            <a:srgbClr val="F26B43"/>
          </p15:clr>
        </p15:guide>
        <p15:guide id="21" orient="horz" pos="3968">
          <p15:clr>
            <a:srgbClr val="F26B43"/>
          </p15:clr>
        </p15:guide>
        <p15:guide id="22" pos="296">
          <p15:clr>
            <a:srgbClr val="F26B43"/>
          </p15:clr>
        </p15:guide>
        <p15:guide id="23" pos="7384">
          <p15:clr>
            <a:srgbClr val="F26B43"/>
          </p15:clr>
        </p15:guide>
        <p15:guide id="24" orient="horz" pos="1071">
          <p15:clr>
            <a:srgbClr val="F26B43"/>
          </p15:clr>
        </p15:guide>
        <p15:guide id="25" orient="horz" pos="245">
          <p15:clr>
            <a:srgbClr val="F26B43"/>
          </p15:clr>
        </p15:guide>
        <p15:guide id="26" orient="horz" pos="4081">
          <p15:clr>
            <a:srgbClr val="F26B43"/>
          </p15:clr>
        </p15:guide>
        <p15:guide id="27" pos="4986">
          <p15:clr>
            <a:srgbClr val="F26B43"/>
          </p15:clr>
        </p15:guide>
        <p15:guide id="28" pos="1382">
          <p15:clr>
            <a:srgbClr val="F26B43"/>
          </p15:clr>
        </p15:guide>
        <p15:guide id="29" pos="1496">
          <p15:clr>
            <a:srgbClr val="F26B43"/>
          </p15:clr>
        </p15:guide>
        <p15:guide id="30" pos="2581">
          <p15:clr>
            <a:srgbClr val="F26B43"/>
          </p15:clr>
        </p15:guide>
        <p15:guide id="31" pos="2695">
          <p15:clr>
            <a:srgbClr val="F26B43"/>
          </p15:clr>
        </p15:guide>
        <p15:guide id="32" pos="6185">
          <p15:clr>
            <a:srgbClr val="F26B43"/>
          </p15:clr>
        </p15:guide>
        <p15:guide id="33" pos="3783">
          <p15:clr>
            <a:srgbClr val="F26B43"/>
          </p15:clr>
        </p15:guide>
        <p15:guide id="34" pos="3896">
          <p15:clr>
            <a:srgbClr val="F26B43"/>
          </p15:clr>
        </p15:guide>
        <p15:guide id="35" pos="3840">
          <p15:clr>
            <a:srgbClr val="F26B43"/>
          </p15:clr>
        </p15:guide>
        <p15:guide id="36" pos="6299">
          <p15:clr>
            <a:srgbClr val="F26B43"/>
          </p15:clr>
        </p15:guide>
        <p15:guide id="37" orient="horz" pos="1049">
          <p15:clr>
            <a:srgbClr val="F26B43"/>
          </p15:clr>
        </p15:guide>
        <p15:guide id="38" orient="horz" pos="641">
          <p15:clr>
            <a:srgbClr val="F26B43"/>
          </p15:clr>
        </p15:guide>
        <p15:guide id="39"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0.xml"/><Relationship Id="rId1" Type="http://schemas.openxmlformats.org/officeDocument/2006/relationships/tags" Target="../tags/tag13.xml"/><Relationship Id="rId5" Type="http://schemas.openxmlformats.org/officeDocument/2006/relationships/image" Target="../media/image14.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0.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8.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0.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8.xml"/><Relationship Id="rId1" Type="http://schemas.openxmlformats.org/officeDocument/2006/relationships/tags" Target="../tags/tag14.xml"/><Relationship Id="rId5" Type="http://schemas.openxmlformats.org/officeDocument/2006/relationships/image" Target="../media/image19.png"/><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8.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8.xml"/><Relationship Id="rId6" Type="http://schemas.openxmlformats.org/officeDocument/2006/relationships/image" Target="../media/image22.jpeg"/><Relationship Id="rId5" Type="http://schemas.openxmlformats.org/officeDocument/2006/relationships/image" Target="../media/image30.jpeg"/><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8.png"/><Relationship Id="rId7" Type="http://schemas.openxmlformats.org/officeDocument/2006/relationships/image" Target="../media/image29.jpeg"/><Relationship Id="rId2" Type="http://schemas.openxmlformats.org/officeDocument/2006/relationships/image" Target="../media/image31.jpeg"/><Relationship Id="rId1" Type="http://schemas.openxmlformats.org/officeDocument/2006/relationships/slideLayout" Target="../slideLayouts/slideLayout78.xml"/><Relationship Id="rId6" Type="http://schemas.openxmlformats.org/officeDocument/2006/relationships/image" Target="../media/image22.jpeg"/><Relationship Id="rId5" Type="http://schemas.openxmlformats.org/officeDocument/2006/relationships/image" Target="../media/image33.png"/><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78.xml"/><Relationship Id="rId6" Type="http://schemas.openxmlformats.org/officeDocument/2006/relationships/image" Target="../media/image39.jpeg"/><Relationship Id="rId5" Type="http://schemas.openxmlformats.org/officeDocument/2006/relationships/image" Target="../media/image38.pn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0.xml"/></Relationships>
</file>

<file path=ppt/slides/_rels/slide12.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8.xml"/><Relationship Id="rId6" Type="http://schemas.openxmlformats.org/officeDocument/2006/relationships/image" Target="../media/image44.jpeg"/><Relationship Id="rId5" Type="http://schemas.openxmlformats.org/officeDocument/2006/relationships/image" Target="../media/image43.png"/><Relationship Id="rId10" Type="http://schemas.openxmlformats.org/officeDocument/2006/relationships/image" Target="../media/image48.jpeg"/><Relationship Id="rId4" Type="http://schemas.openxmlformats.org/officeDocument/2006/relationships/image" Target="../media/image42.jpeg"/><Relationship Id="rId9" Type="http://schemas.openxmlformats.org/officeDocument/2006/relationships/image" Target="../media/image47.jpeg"/></Relationships>
</file>

<file path=ppt/slides/_rels/slide1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8.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8.xml"/></Relationships>
</file>

<file path=ppt/slides/_rels/slide1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8.xml"/></Relationships>
</file>

<file path=ppt/slides/_rels/slide1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8.xml"/></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6BDA873-4010-F217-0E88-F3A25F196DA6}"/>
              </a:ext>
            </a:extLst>
          </p:cNvPr>
          <p:cNvGraphicFramePr>
            <a:graphicFrameLocks noChangeAspect="1"/>
          </p:cNvGraphicFramePr>
          <p:nvPr>
            <p:custDataLst>
              <p:tags r:id="rId1"/>
            </p:custDataLst>
            <p:extLst>
              <p:ext uri="{D42A27DB-BD31-4B8C-83A1-F6EECF244321}">
                <p14:modId xmlns:p14="http://schemas.microsoft.com/office/powerpoint/2010/main" val="33400519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A6BDA873-4010-F217-0E88-F3A25F196D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11">
            <a:extLst>
              <a:ext uri="{FF2B5EF4-FFF2-40B4-BE49-F238E27FC236}">
                <a16:creationId xmlns:a16="http://schemas.microsoft.com/office/drawing/2014/main" id="{0DFF4607-CA60-417B-8E59-D5F5BEE68F22}"/>
              </a:ext>
            </a:extLst>
          </p:cNvPr>
          <p:cNvSpPr>
            <a:spLocks noGrp="1"/>
          </p:cNvSpPr>
          <p:nvPr>
            <p:ph type="body" sz="quarter" idx="10"/>
          </p:nvPr>
        </p:nvSpPr>
        <p:spPr>
          <a:xfrm>
            <a:off x="463295" y="5883854"/>
            <a:ext cx="4446269" cy="307777"/>
          </a:xfrm>
        </p:spPr>
        <p:txBody>
          <a:bodyPr/>
          <a:lstStyle/>
          <a:p>
            <a:r>
              <a:rPr lang="en-US" sz="2000" b="0">
                <a:latin typeface="Arial" panose="020B0604020202020204" pitchFamily="34" charset="0"/>
                <a:cs typeface="Arial" panose="020B0604020202020204" pitchFamily="34" charset="0"/>
              </a:rPr>
              <a:t>September 2024</a:t>
            </a:r>
          </a:p>
        </p:txBody>
      </p:sp>
      <p:sp>
        <p:nvSpPr>
          <p:cNvPr id="30" name="Content Placeholder 29">
            <a:extLst>
              <a:ext uri="{FF2B5EF4-FFF2-40B4-BE49-F238E27FC236}">
                <a16:creationId xmlns:a16="http://schemas.microsoft.com/office/drawing/2014/main" id="{B8F56017-D729-BF4C-9201-F34940C90AAB}"/>
              </a:ext>
            </a:extLst>
          </p:cNvPr>
          <p:cNvSpPr>
            <a:spLocks noGrp="1"/>
          </p:cNvSpPr>
          <p:nvPr>
            <p:ph sz="quarter" idx="11"/>
          </p:nvPr>
        </p:nvSpPr>
        <p:spPr>
          <a:xfrm>
            <a:off x="463295" y="3748973"/>
            <a:ext cx="3395641" cy="473242"/>
          </a:xfrm>
        </p:spPr>
        <p:txBody>
          <a:bodyPr/>
          <a:lstStyle/>
          <a:p>
            <a:r>
              <a:rPr lang="en-US" sz="2400" b="0" spc="-40">
                <a:solidFill>
                  <a:schemeClr val="accent2"/>
                </a:solidFill>
                <a:latin typeface="Arial" panose="020B0604020202020204" pitchFamily="34" charset="0"/>
                <a:ea typeface="Open Sans" panose="020B0606030504020204" pitchFamily="34" charset="0"/>
                <a:cs typeface="Arial" panose="020B0604020202020204" pitchFamily="34" charset="0"/>
              </a:rPr>
              <a:t>Deloitte’s Widespread Offerings &amp; Capabilities for Power Sector Clients </a:t>
            </a:r>
            <a:endParaRPr lang="en-US" sz="2400" b="0" spc="-40">
              <a:solidFill>
                <a:schemeClr val="accent2"/>
              </a:solidFill>
              <a:highlight>
                <a:srgbClr val="FFFF00"/>
              </a:highlight>
              <a:latin typeface="Arial" panose="020B0604020202020204" pitchFamily="34" charset="0"/>
              <a:ea typeface="Open Sans" panose="020B0606030504020204" pitchFamily="34" charset="0"/>
              <a:cs typeface="Arial" panose="020B0604020202020204" pitchFamily="34" charset="0"/>
            </a:endParaRPr>
          </a:p>
        </p:txBody>
      </p:sp>
      <p:sp>
        <p:nvSpPr>
          <p:cNvPr id="11" name="Text Placeholder 4">
            <a:extLst>
              <a:ext uri="{FF2B5EF4-FFF2-40B4-BE49-F238E27FC236}">
                <a16:creationId xmlns:a16="http://schemas.microsoft.com/office/drawing/2014/main" id="{52662A62-29A5-53D4-AE35-56AE0E5E5981}"/>
              </a:ext>
            </a:extLst>
          </p:cNvPr>
          <p:cNvSpPr txBox="1">
            <a:spLocks/>
          </p:cNvSpPr>
          <p:nvPr/>
        </p:nvSpPr>
        <p:spPr>
          <a:xfrm>
            <a:off x="463295" y="6290758"/>
            <a:ext cx="6084205" cy="246221"/>
          </a:xfrm>
          <a:prstGeom prst="rect">
            <a:avLst/>
          </a:prstGeom>
        </p:spPr>
        <p:txBody>
          <a:bodyPr lIns="0" tIns="0" rIns="0" bIns="0" anchor="ctr" anchorCtr="0">
            <a:spAutoFit/>
          </a:bodyPr>
          <a:lstStyle>
            <a:lvl1pPr marL="0" indent="0" algn="l" defTabSz="685800" rtl="0" eaLnBrk="1" latinLnBrk="0" hangingPunct="1">
              <a:spcBef>
                <a:spcPts val="0"/>
              </a:spcBef>
              <a:spcAft>
                <a:spcPts val="0"/>
              </a:spcAft>
              <a:buSzPct val="100000"/>
              <a:buFontTx/>
              <a:buNone/>
              <a:defRPr sz="1400" b="1" kern="1200">
                <a:solidFill>
                  <a:schemeClr val="bg1"/>
                </a:solidFill>
                <a:latin typeface="+mn-lt"/>
                <a:ea typeface="+mn-ea"/>
                <a:cs typeface="Calibri" panose="020F05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a:solidFill>
                  <a:schemeClr val="bg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accent1"/>
                </a:solidFill>
                <a:latin typeface="Arial" panose="020B0604020202020204" pitchFamily="34" charset="0"/>
                <a:ea typeface="Open Sans" panose="020B0606030504020204" pitchFamily="34" charset="0"/>
                <a:cs typeface="Arial" panose="020B0604020202020204" pitchFamily="34" charset="0"/>
              </a:rPr>
              <a:t>Deloitte Touche Tohmatsu India LLP</a:t>
            </a:r>
          </a:p>
        </p:txBody>
      </p:sp>
    </p:spTree>
    <p:extLst>
      <p:ext uri="{BB962C8B-B14F-4D97-AF65-F5344CB8AC3E}">
        <p14:creationId xmlns:p14="http://schemas.microsoft.com/office/powerpoint/2010/main" val="2279039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3956642550"/>
              </p:ext>
            </p:extLst>
          </p:nvPr>
        </p:nvGraphicFramePr>
        <p:xfrm>
          <a:off x="453292" y="899880"/>
          <a:ext cx="6922868" cy="1635375"/>
        </p:xfrm>
        <a:graphic>
          <a:graphicData uri="http://schemas.openxmlformats.org/drawingml/2006/table">
            <a:tbl>
              <a:tblPr>
                <a:tableStyleId>{2D5ABB26-0587-4C30-8999-92F81FD0307C}</a:tableStyleId>
              </a:tblPr>
              <a:tblGrid>
                <a:gridCol w="827882">
                  <a:extLst>
                    <a:ext uri="{9D8B030D-6E8A-4147-A177-3AD203B41FA5}">
                      <a16:colId xmlns:a16="http://schemas.microsoft.com/office/drawing/2014/main" val="20000"/>
                    </a:ext>
                  </a:extLst>
                </a:gridCol>
                <a:gridCol w="6094986">
                  <a:extLst>
                    <a:ext uri="{9D8B030D-6E8A-4147-A177-3AD203B41FA5}">
                      <a16:colId xmlns:a16="http://schemas.microsoft.com/office/drawing/2014/main" val="20001"/>
                    </a:ext>
                  </a:extLst>
                </a:gridCol>
              </a:tblGrid>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Consultant’s Organization</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0"/>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Our Service Offerings &amp; Credentials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1"/>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Our Experienced Pool of Experts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827144329"/>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52580" y="978333"/>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52580" y="1533318"/>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52580" y="2074986"/>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pic>
        <p:nvPicPr>
          <p:cNvPr id="2" name="Picture 1">
            <a:extLst>
              <a:ext uri="{FF2B5EF4-FFF2-40B4-BE49-F238E27FC236}">
                <a16:creationId xmlns:a16="http://schemas.microsoft.com/office/drawing/2014/main" id="{76A0F86D-7983-4DC4-99B3-E999058B1A3C}"/>
              </a:ext>
            </a:extLst>
          </p:cNvPr>
          <p:cNvPicPr>
            <a:picLocks noChangeAspect="1"/>
          </p:cNvPicPr>
          <p:nvPr/>
        </p:nvPicPr>
        <p:blipFill rotWithShape="1">
          <a:blip r:embed="rId2"/>
          <a:srcRect r="2302"/>
          <a:stretch/>
        </p:blipFill>
        <p:spPr>
          <a:xfrm>
            <a:off x="7137471" y="3582099"/>
            <a:ext cx="5054530" cy="3275901"/>
          </a:xfrm>
          <a:prstGeom prst="rect">
            <a:avLst/>
          </a:prstGeom>
        </p:spPr>
      </p:pic>
    </p:spTree>
    <p:extLst>
      <p:ext uri="{BB962C8B-B14F-4D97-AF65-F5344CB8AC3E}">
        <p14:creationId xmlns:p14="http://schemas.microsoft.com/office/powerpoint/2010/main" val="113146398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7CD0018C-B183-4972-AFA6-96B6BFCD40C1}"/>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lang="en-US" sz="1800" b="1">
                <a:solidFill>
                  <a:prstClr val="black"/>
                </a:solidFill>
                <a:latin typeface="Arial" panose="020B0604020202020204" pitchFamily="34" charset="0"/>
                <a:ea typeface="Verdana" panose="020B0604030504040204" pitchFamily="34" charset="0"/>
                <a:cs typeface="Arial" panose="020B0604020202020204" pitchFamily="34" charset="0"/>
              </a:rPr>
              <a:t>Deloitte Global Network</a:t>
            </a:r>
            <a:endPar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2" name="Rounded Rectangle 97">
            <a:extLst>
              <a:ext uri="{FF2B5EF4-FFF2-40B4-BE49-F238E27FC236}">
                <a16:creationId xmlns:a16="http://schemas.microsoft.com/office/drawing/2014/main" id="{9818851A-5B80-F66D-E2FF-E385D7086B8B}"/>
              </a:ext>
            </a:extLst>
          </p:cNvPr>
          <p:cNvSpPr/>
          <p:nvPr/>
        </p:nvSpPr>
        <p:spPr>
          <a:xfrm>
            <a:off x="552741" y="1603168"/>
            <a:ext cx="11212833" cy="4633913"/>
          </a:xfrm>
          <a:prstGeom prst="roundRect">
            <a:avLst>
              <a:gd name="adj" fmla="val 3360"/>
            </a:avLst>
          </a:prstGeom>
          <a:noFill/>
          <a:ln w="6350" cap="flat" cmpd="sng" algn="ctr">
            <a:solidFill>
              <a:srgbClr val="75787B">
                <a:lumMod val="40000"/>
                <a:lumOff val="60000"/>
              </a:srgbClr>
            </a:solidFill>
            <a:prstDash val="solid"/>
          </a:ln>
          <a:effectLst/>
        </p:spPr>
        <p:txBody>
          <a:bodyPr lIns="86928" tIns="43463" rIns="86928" bIns="43463" anchor="ctr"/>
          <a:lstStyle/>
          <a:p>
            <a:pPr marL="0" marR="0" lvl="0" indent="0" algn="ctr" defTabSz="780131" rtl="0" eaLnBrk="1" fontAlgn="auto" latinLnBrk="0" hangingPunct="1">
              <a:lnSpc>
                <a:spcPct val="100000"/>
              </a:lnSpc>
              <a:spcBef>
                <a:spcPct val="2000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Calibri"/>
              <a:ea typeface="+mn-ea"/>
              <a:cs typeface="Calibri" panose="020F0502020204030204" pitchFamily="34" charset="0"/>
            </a:endParaRPr>
          </a:p>
        </p:txBody>
      </p:sp>
      <p:sp>
        <p:nvSpPr>
          <p:cNvPr id="3" name="Rectangle 2">
            <a:extLst>
              <a:ext uri="{FF2B5EF4-FFF2-40B4-BE49-F238E27FC236}">
                <a16:creationId xmlns:a16="http://schemas.microsoft.com/office/drawing/2014/main" id="{FB77CE33-1BB4-41C2-0EF2-2F4801EE065D}"/>
              </a:ext>
            </a:extLst>
          </p:cNvPr>
          <p:cNvSpPr/>
          <p:nvPr/>
        </p:nvSpPr>
        <p:spPr>
          <a:xfrm>
            <a:off x="2481898" y="1821370"/>
            <a:ext cx="1844088" cy="892552"/>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430" normalizeH="0" baseline="0" noProof="0">
                <a:ln>
                  <a:noFill/>
                </a:ln>
                <a:solidFill>
                  <a:srgbClr val="62B5E5">
                    <a:lumMod val="75000"/>
                  </a:srgbClr>
                </a:solidFill>
                <a:effectLst/>
                <a:uLnTx/>
                <a:uFillTx/>
                <a:latin typeface="Calibri"/>
                <a:ea typeface="+mn-ea"/>
                <a:cs typeface="Calibri" panose="020F0502020204030204" pitchFamily="34" charset="0"/>
              </a:rPr>
              <a:t>REVENUE</a:t>
            </a:r>
            <a:r>
              <a:rPr kumimoji="0" lang="en-GB" sz="2400" b="0" i="0" u="none" strike="noStrike" kern="1200" cap="none" spc="430" normalizeH="0" baseline="0" noProof="0">
                <a:ln>
                  <a:noFill/>
                </a:ln>
                <a:solidFill>
                  <a:srgbClr val="62B5E5">
                    <a:lumMod val="75000"/>
                  </a:srgbClr>
                </a:solidFill>
                <a:effectLst/>
                <a:uLnTx/>
                <a:uFillTx/>
                <a:latin typeface="Calibri"/>
                <a:ea typeface="+mn-ea"/>
                <a:cs typeface="Calibri" panose="020F0502020204030204" pitchFamily="34" charset="0"/>
              </a:rPr>
              <a:t> </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62B5E5">
                    <a:lumMod val="75000"/>
                  </a:srgbClr>
                </a:solidFill>
                <a:effectLst/>
                <a:uLnTx/>
                <a:uFillTx/>
                <a:latin typeface="Calibri"/>
                <a:ea typeface="+mn-ea"/>
                <a:cs typeface="Calibri" panose="020F0502020204030204" pitchFamily="34" charset="0"/>
              </a:rPr>
              <a:t>US$</a:t>
            </a:r>
            <a:r>
              <a:rPr lang="en-GB" sz="2800">
                <a:solidFill>
                  <a:srgbClr val="62B5E5">
                    <a:lumMod val="75000"/>
                  </a:srgbClr>
                </a:solidFill>
                <a:latin typeface="Calibri"/>
                <a:cs typeface="Calibri" panose="020F0502020204030204" pitchFamily="34" charset="0"/>
              </a:rPr>
              <a:t>64.9</a:t>
            </a:r>
            <a:r>
              <a:rPr kumimoji="0" lang="en-GB" sz="2800" b="0" i="0" u="none" strike="noStrike" kern="1200" cap="none" spc="0" normalizeH="0" baseline="0" noProof="0">
                <a:ln>
                  <a:noFill/>
                </a:ln>
                <a:solidFill>
                  <a:srgbClr val="62B5E5">
                    <a:lumMod val="75000"/>
                  </a:srgbClr>
                </a:solidFill>
                <a:effectLst/>
                <a:uLnTx/>
                <a:uFillTx/>
                <a:latin typeface="Calibri"/>
                <a:ea typeface="+mn-ea"/>
                <a:cs typeface="Calibri" panose="020F0502020204030204" pitchFamily="34" charset="0"/>
              </a:rPr>
              <a:t>B</a:t>
            </a:r>
          </a:p>
        </p:txBody>
      </p:sp>
      <p:cxnSp>
        <p:nvCxnSpPr>
          <p:cNvPr id="4" name="Elbow Connector 63">
            <a:extLst>
              <a:ext uri="{FF2B5EF4-FFF2-40B4-BE49-F238E27FC236}">
                <a16:creationId xmlns:a16="http://schemas.microsoft.com/office/drawing/2014/main" id="{6D07F745-C745-6FE2-69B3-5EB3359E8679}"/>
              </a:ext>
            </a:extLst>
          </p:cNvPr>
          <p:cNvCxnSpPr/>
          <p:nvPr/>
        </p:nvCxnSpPr>
        <p:spPr>
          <a:xfrm rot="10800000">
            <a:off x="2466255" y="1868125"/>
            <a:ext cx="2727186" cy="345482"/>
          </a:xfrm>
          <a:prstGeom prst="bentConnector3">
            <a:avLst>
              <a:gd name="adj1" fmla="val 1817"/>
            </a:avLst>
          </a:prstGeom>
          <a:noFill/>
          <a:ln w="9525" cap="flat" cmpd="sng" algn="ctr">
            <a:solidFill>
              <a:srgbClr val="62B5E5">
                <a:lumMod val="75000"/>
              </a:srgbClr>
            </a:solidFill>
            <a:prstDash val="dash"/>
            <a:tailEnd type="oval"/>
          </a:ln>
          <a:effectLst/>
        </p:spPr>
      </p:cxnSp>
      <p:cxnSp>
        <p:nvCxnSpPr>
          <p:cNvPr id="5" name="Elbow Connector 64">
            <a:extLst>
              <a:ext uri="{FF2B5EF4-FFF2-40B4-BE49-F238E27FC236}">
                <a16:creationId xmlns:a16="http://schemas.microsoft.com/office/drawing/2014/main" id="{AF3A80E4-3F01-E5ED-0288-383628C540BE}"/>
              </a:ext>
            </a:extLst>
          </p:cNvPr>
          <p:cNvCxnSpPr/>
          <p:nvPr/>
        </p:nvCxnSpPr>
        <p:spPr>
          <a:xfrm flipV="1">
            <a:off x="7020436" y="1860194"/>
            <a:ext cx="2622511" cy="246603"/>
          </a:xfrm>
          <a:prstGeom prst="bentConnector3">
            <a:avLst>
              <a:gd name="adj1" fmla="val 40444"/>
            </a:avLst>
          </a:prstGeom>
          <a:noFill/>
          <a:ln w="9525" cap="flat" cmpd="sng" algn="ctr">
            <a:solidFill>
              <a:srgbClr val="43B02A"/>
            </a:solidFill>
            <a:prstDash val="dash"/>
            <a:tailEnd type="oval"/>
          </a:ln>
          <a:effectLst/>
        </p:spPr>
      </p:cxnSp>
      <p:sp>
        <p:nvSpPr>
          <p:cNvPr id="6" name="Oval 5">
            <a:extLst>
              <a:ext uri="{FF2B5EF4-FFF2-40B4-BE49-F238E27FC236}">
                <a16:creationId xmlns:a16="http://schemas.microsoft.com/office/drawing/2014/main" id="{C3F64E66-8138-AAA3-62AA-DEDF7D34DEF6}"/>
              </a:ext>
            </a:extLst>
          </p:cNvPr>
          <p:cNvSpPr/>
          <p:nvPr/>
        </p:nvSpPr>
        <p:spPr bwMode="gray">
          <a:xfrm>
            <a:off x="5010733" y="1830914"/>
            <a:ext cx="681624" cy="681624"/>
          </a:xfrm>
          <a:prstGeom prst="ellipse">
            <a:avLst/>
          </a:prstGeom>
          <a:solidFill>
            <a:srgbClr val="DDEFE8"/>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7" name="Oval 6">
            <a:extLst>
              <a:ext uri="{FF2B5EF4-FFF2-40B4-BE49-F238E27FC236}">
                <a16:creationId xmlns:a16="http://schemas.microsoft.com/office/drawing/2014/main" id="{F3B69004-D76D-15BC-46D5-F417771E3FD9}"/>
              </a:ext>
            </a:extLst>
          </p:cNvPr>
          <p:cNvSpPr/>
          <p:nvPr/>
        </p:nvSpPr>
        <p:spPr bwMode="gray">
          <a:xfrm>
            <a:off x="6590571" y="1964071"/>
            <a:ext cx="681624" cy="681624"/>
          </a:xfrm>
          <a:prstGeom prst="ellipse">
            <a:avLst/>
          </a:prstGeom>
          <a:solidFill>
            <a:srgbClr val="86BC2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9" name="Oval 8">
            <a:extLst>
              <a:ext uri="{FF2B5EF4-FFF2-40B4-BE49-F238E27FC236}">
                <a16:creationId xmlns:a16="http://schemas.microsoft.com/office/drawing/2014/main" id="{B2F9ED1B-6123-78AE-0EE4-9A2FAD833F01}"/>
              </a:ext>
            </a:extLst>
          </p:cNvPr>
          <p:cNvSpPr/>
          <p:nvPr/>
        </p:nvSpPr>
        <p:spPr bwMode="gray">
          <a:xfrm>
            <a:off x="7212884" y="3184941"/>
            <a:ext cx="681624" cy="681624"/>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12" name="Oval 11">
            <a:extLst>
              <a:ext uri="{FF2B5EF4-FFF2-40B4-BE49-F238E27FC236}">
                <a16:creationId xmlns:a16="http://schemas.microsoft.com/office/drawing/2014/main" id="{FADD352B-D268-E582-516E-666C88469D1D}"/>
              </a:ext>
            </a:extLst>
          </p:cNvPr>
          <p:cNvSpPr/>
          <p:nvPr/>
        </p:nvSpPr>
        <p:spPr bwMode="gray">
          <a:xfrm>
            <a:off x="6970472" y="4192133"/>
            <a:ext cx="681624" cy="681624"/>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13" name="Oval 12">
            <a:extLst>
              <a:ext uri="{FF2B5EF4-FFF2-40B4-BE49-F238E27FC236}">
                <a16:creationId xmlns:a16="http://schemas.microsoft.com/office/drawing/2014/main" id="{0203F232-DA8B-97C9-E170-5882043C19B7}"/>
              </a:ext>
            </a:extLst>
          </p:cNvPr>
          <p:cNvSpPr/>
          <p:nvPr/>
        </p:nvSpPr>
        <p:spPr bwMode="gray">
          <a:xfrm>
            <a:off x="5774349" y="4674985"/>
            <a:ext cx="681624" cy="681624"/>
          </a:xfrm>
          <a:prstGeom prst="ellipse">
            <a:avLst/>
          </a:prstGeom>
          <a:solidFill>
            <a:srgbClr val="62B5E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 name="Oval 13">
            <a:extLst>
              <a:ext uri="{FF2B5EF4-FFF2-40B4-BE49-F238E27FC236}">
                <a16:creationId xmlns:a16="http://schemas.microsoft.com/office/drawing/2014/main" id="{7FBB5D3D-3EB9-FB2A-B082-5D68D20DD4DE}"/>
              </a:ext>
            </a:extLst>
          </p:cNvPr>
          <p:cNvSpPr/>
          <p:nvPr/>
        </p:nvSpPr>
        <p:spPr bwMode="gray">
          <a:xfrm>
            <a:off x="4579685" y="4293042"/>
            <a:ext cx="681624" cy="681624"/>
          </a:xfrm>
          <a:prstGeom prst="ellipse">
            <a:avLst/>
          </a:prstGeom>
          <a:solidFill>
            <a:srgbClr val="86BC2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5" name="Oval 14">
            <a:extLst>
              <a:ext uri="{FF2B5EF4-FFF2-40B4-BE49-F238E27FC236}">
                <a16:creationId xmlns:a16="http://schemas.microsoft.com/office/drawing/2014/main" id="{78533240-29D9-8F9F-D284-0263F4587F25}"/>
              </a:ext>
            </a:extLst>
          </p:cNvPr>
          <p:cNvSpPr/>
          <p:nvPr/>
        </p:nvSpPr>
        <p:spPr bwMode="gray">
          <a:xfrm>
            <a:off x="4218038" y="2968015"/>
            <a:ext cx="681624" cy="681624"/>
          </a:xfrm>
          <a:prstGeom prst="ellipse">
            <a:avLst/>
          </a:prstGeom>
          <a:solidFill>
            <a:srgbClr val="53565A">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pic>
        <p:nvPicPr>
          <p:cNvPr id="16" name="Picture 15">
            <a:extLst>
              <a:ext uri="{FF2B5EF4-FFF2-40B4-BE49-F238E27FC236}">
                <a16:creationId xmlns:a16="http://schemas.microsoft.com/office/drawing/2014/main" id="{5A2D1987-13BF-693B-A291-C2D82041349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157178" y="1717677"/>
            <a:ext cx="3892947" cy="3792093"/>
          </a:xfrm>
          <a:prstGeom prst="rect">
            <a:avLst/>
          </a:prstGeom>
          <a:noFill/>
          <a:ln>
            <a:noFill/>
          </a:ln>
        </p:spPr>
      </p:pic>
      <p:sp>
        <p:nvSpPr>
          <p:cNvPr id="17" name="Rectangle 16">
            <a:extLst>
              <a:ext uri="{FF2B5EF4-FFF2-40B4-BE49-F238E27FC236}">
                <a16:creationId xmlns:a16="http://schemas.microsoft.com/office/drawing/2014/main" id="{3339A566-C39A-174A-3A86-C82AFA6B703F}"/>
              </a:ext>
            </a:extLst>
          </p:cNvPr>
          <p:cNvSpPr/>
          <p:nvPr/>
        </p:nvSpPr>
        <p:spPr>
          <a:xfrm>
            <a:off x="8819005" y="2930419"/>
            <a:ext cx="2462117"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12169"/>
                </a:solidFill>
                <a:effectLst/>
                <a:uLnTx/>
                <a:uFillTx/>
                <a:latin typeface="Calibri"/>
                <a:ea typeface="+mn-ea"/>
                <a:cs typeface="Calibri" panose="020F0502020204030204" pitchFamily="34" charset="0"/>
              </a:rPr>
              <a:t>COUNTRIES AND TERRITORIES</a:t>
            </a:r>
            <a:endParaRPr kumimoji="0" lang="en-GB" sz="2400" b="0" i="0" u="none" strike="noStrike" kern="1200" cap="none" spc="0" normalizeH="0" baseline="0" noProof="0">
              <a:ln>
                <a:noFill/>
              </a:ln>
              <a:solidFill>
                <a:srgbClr val="012169"/>
              </a:solidFill>
              <a:effectLst/>
              <a:uLnTx/>
              <a:uFillTx/>
              <a:latin typeface="Calibri"/>
              <a:ea typeface="+mn-ea"/>
              <a:cs typeface="Calibri" panose="020F0502020204030204" pitchFamily="34" charset="0"/>
            </a:endParaRP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012169"/>
                </a:solidFill>
                <a:effectLst/>
                <a:uLnTx/>
                <a:uFillTx/>
                <a:latin typeface="Calibri"/>
                <a:ea typeface="+mn-ea"/>
                <a:cs typeface="Calibri" panose="020F0502020204030204" pitchFamily="34" charset="0"/>
              </a:rPr>
              <a:t>150+</a:t>
            </a:r>
          </a:p>
        </p:txBody>
      </p:sp>
      <p:sp>
        <p:nvSpPr>
          <p:cNvPr id="18" name="Rectangle 17">
            <a:extLst>
              <a:ext uri="{FF2B5EF4-FFF2-40B4-BE49-F238E27FC236}">
                <a16:creationId xmlns:a16="http://schemas.microsoft.com/office/drawing/2014/main" id="{FAC874F0-A6F0-D5B7-B933-E6EF3C080D08}"/>
              </a:ext>
            </a:extLst>
          </p:cNvPr>
          <p:cNvSpPr/>
          <p:nvPr/>
        </p:nvSpPr>
        <p:spPr>
          <a:xfrm>
            <a:off x="1405757" y="4821657"/>
            <a:ext cx="3270621" cy="892552"/>
          </a:xfrm>
          <a:prstGeom prst="rect">
            <a:avLst/>
          </a:prstGeom>
        </p:spPr>
        <p:txBody>
          <a:bodyPr wrap="square" lIns="0" rIns="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A38"/>
                </a:solidFill>
                <a:effectLst/>
                <a:uLnTx/>
                <a:uFillTx/>
                <a:latin typeface="Calibri"/>
                <a:ea typeface="+mn-ea"/>
                <a:cs typeface="Calibri" panose="020F0502020204030204" pitchFamily="34" charset="0"/>
              </a:rPr>
              <a:t>DELOITTE PROFESSIONALS WHO EXPERIENCED DELOITTE UNIVERSITY</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046A38"/>
                </a:solidFill>
                <a:effectLst/>
                <a:uLnTx/>
                <a:uFillTx/>
                <a:latin typeface="Calibri"/>
                <a:ea typeface="+mn-ea"/>
                <a:cs typeface="Calibri" panose="020F0502020204030204" pitchFamily="34" charset="0"/>
              </a:rPr>
              <a:t>114,000+</a:t>
            </a:r>
          </a:p>
        </p:txBody>
      </p:sp>
      <p:sp>
        <p:nvSpPr>
          <p:cNvPr id="19" name="Rectangle 18">
            <a:extLst>
              <a:ext uri="{FF2B5EF4-FFF2-40B4-BE49-F238E27FC236}">
                <a16:creationId xmlns:a16="http://schemas.microsoft.com/office/drawing/2014/main" id="{3FAE59ED-D5DA-37F9-B28A-52D4B557E1D8}"/>
              </a:ext>
            </a:extLst>
          </p:cNvPr>
          <p:cNvSpPr/>
          <p:nvPr/>
        </p:nvSpPr>
        <p:spPr>
          <a:xfrm>
            <a:off x="8746748" y="4113775"/>
            <a:ext cx="2054798" cy="892552"/>
          </a:xfrm>
          <a:prstGeom prst="rect">
            <a:avLst/>
          </a:prstGeom>
          <a:solidFill>
            <a:srgbClr val="FFFFFF"/>
          </a:solidFill>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62B5E5">
                    <a:lumMod val="50000"/>
                  </a:srgbClr>
                </a:solidFill>
                <a:effectLst/>
                <a:uLnTx/>
                <a:uFillTx/>
                <a:latin typeface="Calibri"/>
                <a:ea typeface="+mn-ea"/>
                <a:cs typeface="Calibri" panose="020F0502020204030204" pitchFamily="34" charset="0"/>
              </a:rPr>
              <a:t>SOCIETAL IMPACT CONTRIBUTIONS</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62B5E5">
                    <a:lumMod val="50000"/>
                  </a:srgbClr>
                </a:solidFill>
                <a:effectLst/>
                <a:uLnTx/>
                <a:uFillTx/>
                <a:latin typeface="Calibri"/>
                <a:ea typeface="+mn-ea"/>
                <a:cs typeface="Calibri" panose="020F0502020204030204" pitchFamily="34" charset="0"/>
              </a:rPr>
              <a:t>US$284M+</a:t>
            </a:r>
          </a:p>
        </p:txBody>
      </p:sp>
      <p:sp>
        <p:nvSpPr>
          <p:cNvPr id="20" name="Rectangle 19">
            <a:extLst>
              <a:ext uri="{FF2B5EF4-FFF2-40B4-BE49-F238E27FC236}">
                <a16:creationId xmlns:a16="http://schemas.microsoft.com/office/drawing/2014/main" id="{7DC347F7-80B7-3C81-80FD-9C1BEFDEF4C8}"/>
              </a:ext>
            </a:extLst>
          </p:cNvPr>
          <p:cNvSpPr/>
          <p:nvPr/>
        </p:nvSpPr>
        <p:spPr>
          <a:xfrm>
            <a:off x="6867720" y="5221766"/>
            <a:ext cx="1371952"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97A9"/>
                </a:solidFill>
                <a:effectLst/>
                <a:uLnTx/>
                <a:uFillTx/>
                <a:latin typeface="Calibri"/>
                <a:ea typeface="+mn-ea"/>
                <a:cs typeface="Calibri" panose="020F0502020204030204" pitchFamily="34" charset="0"/>
              </a:rPr>
              <a:t>NEW HIRES</a:t>
            </a:r>
          </a:p>
          <a:p>
            <a:pPr marL="0" marR="0" lvl="0" indent="0" algn="l" defTabSz="1042873" rtl="0" eaLnBrk="1" fontAlgn="auto" latinLnBrk="0" hangingPunct="1">
              <a:lnSpc>
                <a:spcPct val="100000"/>
              </a:lnSpc>
              <a:spcBef>
                <a:spcPts val="0"/>
              </a:spcBef>
              <a:spcAft>
                <a:spcPts val="0"/>
              </a:spcAft>
              <a:buClrTx/>
              <a:buSzTx/>
              <a:buFontTx/>
              <a:buNone/>
              <a:tabLst/>
              <a:defRPr/>
            </a:pPr>
            <a:r>
              <a:rPr lang="en-GB" sz="2800">
                <a:solidFill>
                  <a:srgbClr val="0097A9"/>
                </a:solidFill>
                <a:latin typeface="Calibri"/>
                <a:cs typeface="Calibri" panose="020F0502020204030204" pitchFamily="34" charset="0"/>
              </a:rPr>
              <a:t>156,430</a:t>
            </a:r>
            <a:endParaRPr kumimoji="0" lang="en-GB" sz="2800" b="0" i="0" u="none" strike="noStrike" kern="1200" cap="none" spc="0" normalizeH="0" baseline="0" noProof="0">
              <a:ln>
                <a:noFill/>
              </a:ln>
              <a:solidFill>
                <a:srgbClr val="0097A9"/>
              </a:solidFill>
              <a:effectLst/>
              <a:uLnTx/>
              <a:uFillTx/>
              <a:latin typeface="Calibri"/>
              <a:ea typeface="+mn-ea"/>
              <a:cs typeface="Calibri" panose="020F0502020204030204" pitchFamily="34" charset="0"/>
            </a:endParaRPr>
          </a:p>
        </p:txBody>
      </p:sp>
      <p:sp>
        <p:nvSpPr>
          <p:cNvPr id="21" name="Rectangle 20">
            <a:extLst>
              <a:ext uri="{FF2B5EF4-FFF2-40B4-BE49-F238E27FC236}">
                <a16:creationId xmlns:a16="http://schemas.microsoft.com/office/drawing/2014/main" id="{FCA29FE5-FF00-FF53-AEC0-6864C4C76731}"/>
              </a:ext>
            </a:extLst>
          </p:cNvPr>
          <p:cNvSpPr/>
          <p:nvPr/>
        </p:nvSpPr>
        <p:spPr>
          <a:xfrm>
            <a:off x="5481275" y="3238196"/>
            <a:ext cx="1358149" cy="738664"/>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Calibri" panose="020F0502020204030204" pitchFamily="34" charset="0"/>
              </a:rPr>
              <a:t>DELOITTE </a:t>
            </a:r>
            <a:r>
              <a:rPr kumimoji="0" lang="en-US" sz="2400" b="1" i="0" u="none" strike="noStrike" kern="1200" cap="none" spc="0" normalizeH="0" baseline="0" noProof="0">
                <a:ln>
                  <a:noFill/>
                </a:ln>
                <a:solidFill>
                  <a:prstClr val="black"/>
                </a:solidFill>
                <a:effectLst/>
                <a:uLnTx/>
                <a:uFillTx/>
                <a:latin typeface="Calibri"/>
                <a:ea typeface="+mn-ea"/>
                <a:cs typeface="Calibri" panose="020F0502020204030204" pitchFamily="34" charset="0"/>
              </a:rPr>
              <a:t>FY2023</a:t>
            </a:r>
          </a:p>
        </p:txBody>
      </p:sp>
      <p:cxnSp>
        <p:nvCxnSpPr>
          <p:cNvPr id="22" name="Elbow Connector 90">
            <a:extLst>
              <a:ext uri="{FF2B5EF4-FFF2-40B4-BE49-F238E27FC236}">
                <a16:creationId xmlns:a16="http://schemas.microsoft.com/office/drawing/2014/main" id="{B4520FA7-9A52-C5E9-47C7-6AE6209F6F68}"/>
              </a:ext>
            </a:extLst>
          </p:cNvPr>
          <p:cNvCxnSpPr/>
          <p:nvPr/>
        </p:nvCxnSpPr>
        <p:spPr>
          <a:xfrm rot="10800000" flipV="1">
            <a:off x="1292081" y="4840888"/>
            <a:ext cx="3384299" cy="780987"/>
          </a:xfrm>
          <a:prstGeom prst="bentConnector3">
            <a:avLst>
              <a:gd name="adj1" fmla="val -35"/>
            </a:avLst>
          </a:prstGeom>
          <a:noFill/>
          <a:ln w="9525" cap="flat" cmpd="sng" algn="ctr">
            <a:solidFill>
              <a:srgbClr val="046A38"/>
            </a:solidFill>
            <a:prstDash val="dash"/>
            <a:tailEnd type="oval"/>
          </a:ln>
          <a:effectLst/>
        </p:spPr>
      </p:cxnSp>
      <p:cxnSp>
        <p:nvCxnSpPr>
          <p:cNvPr id="23" name="Elbow Connector 91">
            <a:extLst>
              <a:ext uri="{FF2B5EF4-FFF2-40B4-BE49-F238E27FC236}">
                <a16:creationId xmlns:a16="http://schemas.microsoft.com/office/drawing/2014/main" id="{6B0EF722-09D6-0EA7-6E8B-18AC14503EE3}"/>
              </a:ext>
            </a:extLst>
          </p:cNvPr>
          <p:cNvCxnSpPr/>
          <p:nvPr/>
        </p:nvCxnSpPr>
        <p:spPr>
          <a:xfrm flipV="1">
            <a:off x="7957063" y="2881211"/>
            <a:ext cx="3202294" cy="699652"/>
          </a:xfrm>
          <a:prstGeom prst="bentConnector3">
            <a:avLst>
              <a:gd name="adj1" fmla="val 25676"/>
            </a:avLst>
          </a:prstGeom>
          <a:noFill/>
          <a:ln w="9525" cap="flat" cmpd="sng" algn="ctr">
            <a:solidFill>
              <a:srgbClr val="012169"/>
            </a:solidFill>
            <a:prstDash val="dash"/>
            <a:tailEnd type="oval"/>
          </a:ln>
          <a:effectLst/>
        </p:spPr>
      </p:cxnSp>
      <p:cxnSp>
        <p:nvCxnSpPr>
          <p:cNvPr id="24" name="Elbow Connector 92">
            <a:extLst>
              <a:ext uri="{FF2B5EF4-FFF2-40B4-BE49-F238E27FC236}">
                <a16:creationId xmlns:a16="http://schemas.microsoft.com/office/drawing/2014/main" id="{DD7E1C88-C23C-3876-57D4-CCE58610D513}"/>
              </a:ext>
            </a:extLst>
          </p:cNvPr>
          <p:cNvCxnSpPr/>
          <p:nvPr/>
        </p:nvCxnSpPr>
        <p:spPr>
          <a:xfrm>
            <a:off x="6124742" y="5440105"/>
            <a:ext cx="2009742" cy="411931"/>
          </a:xfrm>
          <a:prstGeom prst="bentConnector3">
            <a:avLst>
              <a:gd name="adj1" fmla="val 794"/>
            </a:avLst>
          </a:prstGeom>
          <a:noFill/>
          <a:ln w="9525" cap="flat" cmpd="sng" algn="ctr">
            <a:solidFill>
              <a:srgbClr val="0097A9"/>
            </a:solidFill>
            <a:prstDash val="dash"/>
            <a:tailEnd type="oval"/>
          </a:ln>
          <a:effectLst/>
        </p:spPr>
      </p:cxnSp>
      <p:sp>
        <p:nvSpPr>
          <p:cNvPr id="25" name="Rectangle 24">
            <a:extLst>
              <a:ext uri="{FF2B5EF4-FFF2-40B4-BE49-F238E27FC236}">
                <a16:creationId xmlns:a16="http://schemas.microsoft.com/office/drawing/2014/main" id="{DE53C3D8-00AB-C05D-278B-6D242284A417}"/>
              </a:ext>
            </a:extLst>
          </p:cNvPr>
          <p:cNvSpPr/>
          <p:nvPr/>
        </p:nvSpPr>
        <p:spPr>
          <a:xfrm>
            <a:off x="8134484" y="1909376"/>
            <a:ext cx="1485237"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43B02A"/>
                </a:solidFill>
                <a:effectLst/>
                <a:uLnTx/>
                <a:uFillTx/>
                <a:latin typeface="Calibri"/>
                <a:ea typeface="+mn-ea"/>
                <a:cs typeface="Calibri" panose="020F0502020204030204" pitchFamily="34" charset="0"/>
              </a:rPr>
              <a:t>HEADCOUNT</a:t>
            </a:r>
          </a:p>
          <a:p>
            <a:pPr marL="0" marR="0" lvl="0" indent="0" algn="l" defTabSz="1042873" rtl="0" eaLnBrk="1" fontAlgn="auto" latinLnBrk="0" hangingPunct="1">
              <a:lnSpc>
                <a:spcPct val="100000"/>
              </a:lnSpc>
              <a:spcBef>
                <a:spcPts val="0"/>
              </a:spcBef>
              <a:spcAft>
                <a:spcPts val="0"/>
              </a:spcAft>
              <a:buClrTx/>
              <a:buSzTx/>
              <a:buFontTx/>
              <a:buNone/>
              <a:tabLst/>
              <a:defRPr/>
            </a:pPr>
            <a:r>
              <a:rPr lang="en-GB" sz="2800">
                <a:solidFill>
                  <a:srgbClr val="43B02A"/>
                </a:solidFill>
                <a:latin typeface="Calibri"/>
                <a:cs typeface="Calibri" panose="020F0502020204030204" pitchFamily="34" charset="0"/>
              </a:rPr>
              <a:t>457,000</a:t>
            </a:r>
            <a:endParaRPr kumimoji="0" lang="en-GB" sz="2800" b="0" i="0" u="none" strike="noStrike" kern="1200" cap="none" spc="0" normalizeH="0" baseline="0" noProof="0">
              <a:ln>
                <a:noFill/>
              </a:ln>
              <a:solidFill>
                <a:srgbClr val="43B02A"/>
              </a:solidFill>
              <a:effectLst/>
              <a:uLnTx/>
              <a:uFillTx/>
              <a:latin typeface="Calibri"/>
              <a:ea typeface="+mn-ea"/>
              <a:cs typeface="Calibri" panose="020F0502020204030204" pitchFamily="34" charset="0"/>
            </a:endParaRPr>
          </a:p>
        </p:txBody>
      </p:sp>
      <p:cxnSp>
        <p:nvCxnSpPr>
          <p:cNvPr id="26" name="Elbow Connector 94">
            <a:extLst>
              <a:ext uri="{FF2B5EF4-FFF2-40B4-BE49-F238E27FC236}">
                <a16:creationId xmlns:a16="http://schemas.microsoft.com/office/drawing/2014/main" id="{0A0DAF78-95A6-4A69-319E-124C30183A8F}"/>
              </a:ext>
            </a:extLst>
          </p:cNvPr>
          <p:cNvCxnSpPr/>
          <p:nvPr/>
        </p:nvCxnSpPr>
        <p:spPr>
          <a:xfrm>
            <a:off x="7580882" y="4625926"/>
            <a:ext cx="2988000" cy="321259"/>
          </a:xfrm>
          <a:prstGeom prst="bentConnector3">
            <a:avLst>
              <a:gd name="adj1" fmla="val 38131"/>
            </a:avLst>
          </a:prstGeom>
          <a:noFill/>
          <a:ln w="9525" cap="flat" cmpd="sng" algn="ctr">
            <a:solidFill>
              <a:srgbClr val="62B5E5">
                <a:lumMod val="50000"/>
              </a:srgbClr>
            </a:solidFill>
            <a:prstDash val="dash"/>
            <a:tailEnd type="oval"/>
          </a:ln>
          <a:effectLst/>
        </p:spPr>
      </p:cxnSp>
      <p:cxnSp>
        <p:nvCxnSpPr>
          <p:cNvPr id="27" name="Elbow Connector 95">
            <a:extLst>
              <a:ext uri="{FF2B5EF4-FFF2-40B4-BE49-F238E27FC236}">
                <a16:creationId xmlns:a16="http://schemas.microsoft.com/office/drawing/2014/main" id="{4B336AAE-BFD1-E950-E327-49FFD06997B1}"/>
              </a:ext>
            </a:extLst>
          </p:cNvPr>
          <p:cNvCxnSpPr/>
          <p:nvPr/>
        </p:nvCxnSpPr>
        <p:spPr>
          <a:xfrm rot="10800000" flipV="1">
            <a:off x="2911547" y="3578964"/>
            <a:ext cx="1326550" cy="575989"/>
          </a:xfrm>
          <a:prstGeom prst="bentConnector3">
            <a:avLst>
              <a:gd name="adj1" fmla="val 99414"/>
            </a:avLst>
          </a:prstGeom>
          <a:noFill/>
          <a:ln w="9525" cap="flat" cmpd="sng" algn="ctr">
            <a:solidFill>
              <a:srgbClr val="75787B"/>
            </a:solidFill>
            <a:prstDash val="dash"/>
            <a:tailEnd type="oval"/>
          </a:ln>
          <a:effectLst/>
        </p:spPr>
      </p:cxnSp>
      <p:sp>
        <p:nvSpPr>
          <p:cNvPr id="28" name="Rectangle 27">
            <a:extLst>
              <a:ext uri="{FF2B5EF4-FFF2-40B4-BE49-F238E27FC236}">
                <a16:creationId xmlns:a16="http://schemas.microsoft.com/office/drawing/2014/main" id="{47A0B7CB-A04C-C153-0066-7CA4584EDD2A}"/>
              </a:ext>
            </a:extLst>
          </p:cNvPr>
          <p:cNvSpPr/>
          <p:nvPr/>
        </p:nvSpPr>
        <p:spPr>
          <a:xfrm>
            <a:off x="2911547" y="3607967"/>
            <a:ext cx="984790"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53565A"/>
                </a:solidFill>
                <a:effectLst/>
                <a:uLnTx/>
                <a:uFillTx/>
                <a:latin typeface="Calibri"/>
                <a:ea typeface="+mn-ea"/>
                <a:cs typeface="Calibri" panose="020F0502020204030204" pitchFamily="34" charset="0"/>
              </a:rPr>
              <a:t>OFFICES</a:t>
            </a:r>
          </a:p>
          <a:p>
            <a:pPr marL="0" marR="0" lvl="0" indent="0" algn="ctr" defTabSz="1042873" rtl="0" eaLnBrk="1" fontAlgn="auto" latinLnBrk="0" hangingPunct="1">
              <a:lnSpc>
                <a:spcPct val="100000"/>
              </a:lnSpc>
              <a:spcBef>
                <a:spcPts val="0"/>
              </a:spcBef>
              <a:spcAft>
                <a:spcPts val="0"/>
              </a:spcAft>
              <a:buClrTx/>
              <a:buSzTx/>
              <a:buFontTx/>
              <a:buNone/>
              <a:tabLst/>
              <a:defRPr/>
            </a:pPr>
            <a:r>
              <a:rPr lang="en-GB" sz="2800">
                <a:solidFill>
                  <a:srgbClr val="53565A"/>
                </a:solidFill>
                <a:latin typeface="Calibri"/>
                <a:cs typeface="Calibri" panose="020F0502020204030204" pitchFamily="34" charset="0"/>
              </a:rPr>
              <a:t>700</a:t>
            </a:r>
            <a:endParaRPr kumimoji="0" lang="en-GB" sz="2800" b="0" i="0" u="none" strike="noStrike" kern="1200" cap="none" spc="0" normalizeH="0" baseline="0" noProof="0">
              <a:ln>
                <a:noFill/>
              </a:ln>
              <a:solidFill>
                <a:srgbClr val="53565A"/>
              </a:solidFill>
              <a:effectLst/>
              <a:uLnTx/>
              <a:uFillTx/>
              <a:latin typeface="Calibri"/>
              <a:ea typeface="+mn-ea"/>
              <a:cs typeface="Calibri" panose="020F0502020204030204" pitchFamily="34" charset="0"/>
            </a:endParaRPr>
          </a:p>
        </p:txBody>
      </p:sp>
      <p:sp>
        <p:nvSpPr>
          <p:cNvPr id="29" name="Rectangle 28">
            <a:extLst>
              <a:ext uri="{FF2B5EF4-FFF2-40B4-BE49-F238E27FC236}">
                <a16:creationId xmlns:a16="http://schemas.microsoft.com/office/drawing/2014/main" id="{FF8F2502-3275-4CCC-6DC6-8E5E357303D7}"/>
              </a:ext>
            </a:extLst>
          </p:cNvPr>
          <p:cNvSpPr/>
          <p:nvPr/>
        </p:nvSpPr>
        <p:spPr>
          <a:xfrm>
            <a:off x="2258560" y="5934551"/>
            <a:ext cx="7900197" cy="276999"/>
          </a:xfrm>
          <a:prstGeom prst="rect">
            <a:avLst/>
          </a:prstGeom>
          <a:solidFill>
            <a:srgbClr val="007680"/>
          </a:solidFill>
        </p:spPr>
        <p:txBody>
          <a:bodyPr wrap="square" lIns="324000" rIns="3600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290436" rtl="0" eaLnBrk="0" fontAlgn="auto" latinLnBrk="0" hangingPunct="0">
              <a:lnSpc>
                <a:spcPct val="100000"/>
              </a:lnSpc>
              <a:spcBef>
                <a:spcPts val="0"/>
              </a:spcBef>
              <a:spcAft>
                <a:spcPts val="0"/>
              </a:spcAft>
              <a:buClrTx/>
              <a:buSzTx/>
              <a:buFontTx/>
              <a:buNone/>
              <a:tabLst/>
              <a:defRPr/>
            </a:pPr>
            <a:r>
              <a:rPr kumimoji="0" lang="en-US" sz="1200" b="0" i="0" u="none" strike="noStrike" kern="1200" cap="none" spc="200" normalizeH="0" baseline="0" noProof="0">
                <a:ln>
                  <a:noFill/>
                </a:ln>
                <a:solidFill>
                  <a:prstClr val="white"/>
                </a:solidFill>
                <a:effectLst/>
                <a:uLnTx/>
                <a:uFillTx/>
                <a:latin typeface="Calibri"/>
                <a:ea typeface="+mn-ea"/>
                <a:cs typeface="Calibri" panose="020F0502020204030204" pitchFamily="34" charset="0"/>
              </a:rPr>
              <a:t>Deloitte member firms serve 84% of the 2021 Fortune 500 companies</a:t>
            </a:r>
          </a:p>
        </p:txBody>
      </p:sp>
      <p:grpSp>
        <p:nvGrpSpPr>
          <p:cNvPr id="30" name="Group 29">
            <a:extLst>
              <a:ext uri="{FF2B5EF4-FFF2-40B4-BE49-F238E27FC236}">
                <a16:creationId xmlns:a16="http://schemas.microsoft.com/office/drawing/2014/main" id="{EE5FAD57-C9E5-34B0-A925-DFA033AE50EA}"/>
              </a:ext>
            </a:extLst>
          </p:cNvPr>
          <p:cNvGrpSpPr/>
          <p:nvPr/>
        </p:nvGrpSpPr>
        <p:grpSpPr>
          <a:xfrm>
            <a:off x="2030837" y="5875172"/>
            <a:ext cx="361909" cy="361909"/>
            <a:chOff x="10058400" y="4040797"/>
            <a:chExt cx="412291" cy="412291"/>
          </a:xfrm>
        </p:grpSpPr>
        <p:sp>
          <p:nvSpPr>
            <p:cNvPr id="31" name="Oval 30">
              <a:extLst>
                <a:ext uri="{FF2B5EF4-FFF2-40B4-BE49-F238E27FC236}">
                  <a16:creationId xmlns:a16="http://schemas.microsoft.com/office/drawing/2014/main" id="{96B19042-3C06-09F7-97BE-E4A2B6951A38}"/>
                </a:ext>
              </a:extLst>
            </p:cNvPr>
            <p:cNvSpPr/>
            <p:nvPr/>
          </p:nvSpPr>
          <p:spPr bwMode="gray">
            <a:xfrm>
              <a:off x="10058400" y="4040797"/>
              <a:ext cx="412291" cy="412291"/>
            </a:xfrm>
            <a:prstGeom prst="ellipse">
              <a:avLst/>
            </a:prstGeom>
            <a:solidFill>
              <a:sysClr val="window" lastClr="FFFFFF"/>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32" name="Freeform 30">
              <a:extLst>
                <a:ext uri="{FF2B5EF4-FFF2-40B4-BE49-F238E27FC236}">
                  <a16:creationId xmlns:a16="http://schemas.microsoft.com/office/drawing/2014/main" id="{1C81FD7B-6D7E-A65C-FF6D-4627994785DD}"/>
                </a:ext>
              </a:extLst>
            </p:cNvPr>
            <p:cNvSpPr>
              <a:spLocks noChangeAspect="1" noEditPoints="1"/>
            </p:cNvSpPr>
            <p:nvPr/>
          </p:nvSpPr>
          <p:spPr bwMode="auto">
            <a:xfrm>
              <a:off x="10081025" y="4063422"/>
              <a:ext cx="367041" cy="367041"/>
            </a:xfrm>
            <a:custGeom>
              <a:avLst/>
              <a:gdLst>
                <a:gd name="T0" fmla="*/ 260 w 512"/>
                <a:gd name="T1" fmla="*/ 165 h 512"/>
                <a:gd name="T2" fmla="*/ 295 w 512"/>
                <a:gd name="T3" fmla="*/ 288 h 512"/>
                <a:gd name="T4" fmla="*/ 128 w 512"/>
                <a:gd name="T5" fmla="*/ 288 h 512"/>
                <a:gd name="T6" fmla="*/ 119 w 512"/>
                <a:gd name="T7" fmla="*/ 250 h 512"/>
                <a:gd name="T8" fmla="*/ 260 w 512"/>
                <a:gd name="T9" fmla="*/ 165 h 512"/>
                <a:gd name="T10" fmla="*/ 192 w 512"/>
                <a:gd name="T11" fmla="*/ 309 h 512"/>
                <a:gd name="T12" fmla="*/ 213 w 512"/>
                <a:gd name="T13" fmla="*/ 330 h 512"/>
                <a:gd name="T14" fmla="*/ 234 w 512"/>
                <a:gd name="T15" fmla="*/ 309 h 512"/>
                <a:gd name="T16" fmla="*/ 234 w 512"/>
                <a:gd name="T17" fmla="*/ 309 h 512"/>
                <a:gd name="T18" fmla="*/ 192 w 512"/>
                <a:gd name="T19" fmla="*/ 309 h 512"/>
                <a:gd name="T20" fmla="*/ 192 w 512"/>
                <a:gd name="T21" fmla="*/ 309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1 w 512"/>
                <a:gd name="T33" fmla="*/ 177 h 512"/>
                <a:gd name="T34" fmla="*/ 309 w 512"/>
                <a:gd name="T35" fmla="*/ 181 h 512"/>
                <a:gd name="T36" fmla="*/ 316 w 512"/>
                <a:gd name="T37" fmla="*/ 179 h 512"/>
                <a:gd name="T38" fmla="*/ 369 w 512"/>
                <a:gd name="T39" fmla="*/ 136 h 512"/>
                <a:gd name="T40" fmla="*/ 371 w 512"/>
                <a:gd name="T41" fmla="*/ 121 h 512"/>
                <a:gd name="T42" fmla="*/ 356 w 512"/>
                <a:gd name="T43" fmla="*/ 119 h 512"/>
                <a:gd name="T44" fmla="*/ 302 w 512"/>
                <a:gd name="T45" fmla="*/ 162 h 512"/>
                <a:gd name="T46" fmla="*/ 301 w 512"/>
                <a:gd name="T47" fmla="*/ 177 h 512"/>
                <a:gd name="T48" fmla="*/ 319 w 512"/>
                <a:gd name="T49" fmla="*/ 295 h 512"/>
                <a:gd name="T50" fmla="*/ 277 w 512"/>
                <a:gd name="T51" fmla="*/ 146 h 512"/>
                <a:gd name="T52" fmla="*/ 270 w 512"/>
                <a:gd name="T53" fmla="*/ 139 h 512"/>
                <a:gd name="T54" fmla="*/ 261 w 512"/>
                <a:gd name="T55" fmla="*/ 140 h 512"/>
                <a:gd name="T56" fmla="*/ 101 w 512"/>
                <a:gd name="T57" fmla="*/ 236 h 512"/>
                <a:gd name="T58" fmla="*/ 96 w 512"/>
                <a:gd name="T59" fmla="*/ 248 h 512"/>
                <a:gd name="T60" fmla="*/ 110 w 512"/>
                <a:gd name="T61" fmla="*/ 301 h 512"/>
                <a:gd name="T62" fmla="*/ 120 w 512"/>
                <a:gd name="T63" fmla="*/ 309 h 512"/>
                <a:gd name="T64" fmla="*/ 170 w 512"/>
                <a:gd name="T65" fmla="*/ 309 h 512"/>
                <a:gd name="T66" fmla="*/ 170 w 512"/>
                <a:gd name="T67" fmla="*/ 309 h 512"/>
                <a:gd name="T68" fmla="*/ 213 w 512"/>
                <a:gd name="T69" fmla="*/ 352 h 512"/>
                <a:gd name="T70" fmla="*/ 256 w 512"/>
                <a:gd name="T71" fmla="*/ 309 h 512"/>
                <a:gd name="T72" fmla="*/ 256 w 512"/>
                <a:gd name="T73" fmla="*/ 309 h 512"/>
                <a:gd name="T74" fmla="*/ 309 w 512"/>
                <a:gd name="T75" fmla="*/ 309 h 512"/>
                <a:gd name="T76" fmla="*/ 309 w 512"/>
                <a:gd name="T77" fmla="*/ 309 h 512"/>
                <a:gd name="T78" fmla="*/ 318 w 512"/>
                <a:gd name="T79" fmla="*/ 305 h 512"/>
                <a:gd name="T80" fmla="*/ 319 w 512"/>
                <a:gd name="T81" fmla="*/ 295 h 512"/>
                <a:gd name="T82" fmla="*/ 416 w 512"/>
                <a:gd name="T83" fmla="*/ 279 h 512"/>
                <a:gd name="T84" fmla="*/ 407 w 512"/>
                <a:gd name="T85" fmla="*/ 266 h 512"/>
                <a:gd name="T86" fmla="*/ 343 w 512"/>
                <a:gd name="T87" fmla="*/ 256 h 512"/>
                <a:gd name="T88" fmla="*/ 330 w 512"/>
                <a:gd name="T89" fmla="*/ 265 h 512"/>
                <a:gd name="T90" fmla="*/ 339 w 512"/>
                <a:gd name="T91" fmla="*/ 277 h 512"/>
                <a:gd name="T92" fmla="*/ 403 w 512"/>
                <a:gd name="T93" fmla="*/ 288 h 512"/>
                <a:gd name="T94" fmla="*/ 405 w 512"/>
                <a:gd name="T95" fmla="*/ 288 h 512"/>
                <a:gd name="T96" fmla="*/ 416 w 512"/>
                <a:gd name="T97" fmla="*/ 279 h 512"/>
                <a:gd name="T98" fmla="*/ 415 w 512"/>
                <a:gd name="T99" fmla="*/ 189 h 512"/>
                <a:gd name="T100" fmla="*/ 402 w 512"/>
                <a:gd name="T101" fmla="*/ 181 h 512"/>
                <a:gd name="T102" fmla="*/ 327 w 512"/>
                <a:gd name="T103" fmla="*/ 203 h 512"/>
                <a:gd name="T104" fmla="*/ 320 w 512"/>
                <a:gd name="T105" fmla="*/ 216 h 512"/>
                <a:gd name="T106" fmla="*/ 330 w 512"/>
                <a:gd name="T107" fmla="*/ 224 h 512"/>
                <a:gd name="T108" fmla="*/ 333 w 512"/>
                <a:gd name="T109" fmla="*/ 223 h 512"/>
                <a:gd name="T110" fmla="*/ 408 w 512"/>
                <a:gd name="T111" fmla="*/ 202 h 512"/>
                <a:gd name="T112" fmla="*/ 415 w 512"/>
                <a:gd name="T113" fmla="*/ 18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60" y="165"/>
                  </a:moveTo>
                  <a:cubicBezTo>
                    <a:pt x="295" y="288"/>
                    <a:pt x="295" y="288"/>
                    <a:pt x="295" y="288"/>
                  </a:cubicBezTo>
                  <a:cubicBezTo>
                    <a:pt x="128" y="288"/>
                    <a:pt x="128" y="288"/>
                    <a:pt x="128" y="288"/>
                  </a:cubicBezTo>
                  <a:cubicBezTo>
                    <a:pt x="119" y="250"/>
                    <a:pt x="119" y="250"/>
                    <a:pt x="119" y="250"/>
                  </a:cubicBezTo>
                  <a:lnTo>
                    <a:pt x="260" y="165"/>
                  </a:lnTo>
                  <a:close/>
                  <a:moveTo>
                    <a:pt x="192" y="309"/>
                  </a:moveTo>
                  <a:cubicBezTo>
                    <a:pt x="192" y="321"/>
                    <a:pt x="201" y="330"/>
                    <a:pt x="213" y="330"/>
                  </a:cubicBezTo>
                  <a:cubicBezTo>
                    <a:pt x="225" y="330"/>
                    <a:pt x="234" y="321"/>
                    <a:pt x="234" y="309"/>
                  </a:cubicBezTo>
                  <a:cubicBezTo>
                    <a:pt x="234" y="309"/>
                    <a:pt x="234" y="309"/>
                    <a:pt x="234" y="309"/>
                  </a:cubicBezTo>
                  <a:cubicBezTo>
                    <a:pt x="192" y="309"/>
                    <a:pt x="192" y="309"/>
                    <a:pt x="192" y="309"/>
                  </a:cubicBezTo>
                  <a:cubicBezTo>
                    <a:pt x="192" y="309"/>
                    <a:pt x="192" y="309"/>
                    <a:pt x="192" y="30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1" y="177"/>
                  </a:moveTo>
                  <a:cubicBezTo>
                    <a:pt x="303" y="180"/>
                    <a:pt x="306" y="181"/>
                    <a:pt x="309" y="181"/>
                  </a:cubicBezTo>
                  <a:cubicBezTo>
                    <a:pt x="311" y="181"/>
                    <a:pt x="314" y="180"/>
                    <a:pt x="316" y="179"/>
                  </a:cubicBezTo>
                  <a:cubicBezTo>
                    <a:pt x="369" y="136"/>
                    <a:pt x="369" y="136"/>
                    <a:pt x="369" y="136"/>
                  </a:cubicBezTo>
                  <a:cubicBezTo>
                    <a:pt x="374" y="132"/>
                    <a:pt x="374" y="126"/>
                    <a:pt x="371" y="121"/>
                  </a:cubicBezTo>
                  <a:cubicBezTo>
                    <a:pt x="367" y="116"/>
                    <a:pt x="360" y="116"/>
                    <a:pt x="356" y="119"/>
                  </a:cubicBezTo>
                  <a:cubicBezTo>
                    <a:pt x="302" y="162"/>
                    <a:pt x="302" y="162"/>
                    <a:pt x="302" y="162"/>
                  </a:cubicBezTo>
                  <a:cubicBezTo>
                    <a:pt x="298" y="166"/>
                    <a:pt x="297" y="172"/>
                    <a:pt x="301" y="177"/>
                  </a:cubicBezTo>
                  <a:close/>
                  <a:moveTo>
                    <a:pt x="319" y="295"/>
                  </a:moveTo>
                  <a:cubicBezTo>
                    <a:pt x="277" y="146"/>
                    <a:pt x="277" y="146"/>
                    <a:pt x="277" y="146"/>
                  </a:cubicBezTo>
                  <a:cubicBezTo>
                    <a:pt x="276" y="143"/>
                    <a:pt x="273" y="140"/>
                    <a:pt x="270" y="139"/>
                  </a:cubicBezTo>
                  <a:cubicBezTo>
                    <a:pt x="267" y="138"/>
                    <a:pt x="264" y="138"/>
                    <a:pt x="261" y="140"/>
                  </a:cubicBezTo>
                  <a:cubicBezTo>
                    <a:pt x="101" y="236"/>
                    <a:pt x="101" y="236"/>
                    <a:pt x="101" y="236"/>
                  </a:cubicBezTo>
                  <a:cubicBezTo>
                    <a:pt x="97" y="238"/>
                    <a:pt x="95" y="243"/>
                    <a:pt x="96" y="248"/>
                  </a:cubicBezTo>
                  <a:cubicBezTo>
                    <a:pt x="110" y="301"/>
                    <a:pt x="110" y="301"/>
                    <a:pt x="110" y="301"/>
                  </a:cubicBezTo>
                  <a:cubicBezTo>
                    <a:pt x="111" y="306"/>
                    <a:pt x="115" y="309"/>
                    <a:pt x="120" y="309"/>
                  </a:cubicBezTo>
                  <a:cubicBezTo>
                    <a:pt x="170" y="309"/>
                    <a:pt x="170" y="309"/>
                    <a:pt x="170" y="309"/>
                  </a:cubicBezTo>
                  <a:cubicBezTo>
                    <a:pt x="170" y="309"/>
                    <a:pt x="170" y="309"/>
                    <a:pt x="170" y="309"/>
                  </a:cubicBezTo>
                  <a:cubicBezTo>
                    <a:pt x="170" y="333"/>
                    <a:pt x="189" y="352"/>
                    <a:pt x="213" y="352"/>
                  </a:cubicBezTo>
                  <a:cubicBezTo>
                    <a:pt x="237" y="352"/>
                    <a:pt x="256" y="333"/>
                    <a:pt x="256" y="309"/>
                  </a:cubicBezTo>
                  <a:cubicBezTo>
                    <a:pt x="256" y="309"/>
                    <a:pt x="256" y="309"/>
                    <a:pt x="256" y="309"/>
                  </a:cubicBezTo>
                  <a:cubicBezTo>
                    <a:pt x="309" y="309"/>
                    <a:pt x="309" y="309"/>
                    <a:pt x="309" y="309"/>
                  </a:cubicBezTo>
                  <a:cubicBezTo>
                    <a:pt x="309" y="309"/>
                    <a:pt x="309" y="309"/>
                    <a:pt x="309" y="309"/>
                  </a:cubicBezTo>
                  <a:cubicBezTo>
                    <a:pt x="312" y="309"/>
                    <a:pt x="316" y="307"/>
                    <a:pt x="318" y="305"/>
                  </a:cubicBezTo>
                  <a:cubicBezTo>
                    <a:pt x="320" y="302"/>
                    <a:pt x="320" y="299"/>
                    <a:pt x="319" y="295"/>
                  </a:cubicBezTo>
                  <a:close/>
                  <a:moveTo>
                    <a:pt x="416" y="279"/>
                  </a:moveTo>
                  <a:cubicBezTo>
                    <a:pt x="416" y="273"/>
                    <a:pt x="413" y="267"/>
                    <a:pt x="407" y="266"/>
                  </a:cubicBezTo>
                  <a:cubicBezTo>
                    <a:pt x="343" y="256"/>
                    <a:pt x="343" y="256"/>
                    <a:pt x="343" y="256"/>
                  </a:cubicBezTo>
                  <a:cubicBezTo>
                    <a:pt x="337" y="255"/>
                    <a:pt x="331" y="259"/>
                    <a:pt x="330" y="265"/>
                  </a:cubicBezTo>
                  <a:cubicBezTo>
                    <a:pt x="330" y="270"/>
                    <a:pt x="333" y="276"/>
                    <a:pt x="339" y="277"/>
                  </a:cubicBezTo>
                  <a:cubicBezTo>
                    <a:pt x="403" y="288"/>
                    <a:pt x="403" y="288"/>
                    <a:pt x="403" y="288"/>
                  </a:cubicBezTo>
                  <a:cubicBezTo>
                    <a:pt x="404" y="288"/>
                    <a:pt x="404" y="288"/>
                    <a:pt x="405" y="288"/>
                  </a:cubicBezTo>
                  <a:cubicBezTo>
                    <a:pt x="410" y="288"/>
                    <a:pt x="415" y="284"/>
                    <a:pt x="416" y="279"/>
                  </a:cubicBezTo>
                  <a:close/>
                  <a:moveTo>
                    <a:pt x="415" y="189"/>
                  </a:moveTo>
                  <a:cubicBezTo>
                    <a:pt x="414" y="183"/>
                    <a:pt x="408" y="180"/>
                    <a:pt x="402" y="181"/>
                  </a:cubicBezTo>
                  <a:cubicBezTo>
                    <a:pt x="327" y="203"/>
                    <a:pt x="327" y="203"/>
                    <a:pt x="327" y="203"/>
                  </a:cubicBezTo>
                  <a:cubicBezTo>
                    <a:pt x="322" y="204"/>
                    <a:pt x="318" y="210"/>
                    <a:pt x="320" y="216"/>
                  </a:cubicBezTo>
                  <a:cubicBezTo>
                    <a:pt x="321" y="221"/>
                    <a:pt x="326" y="224"/>
                    <a:pt x="330" y="224"/>
                  </a:cubicBezTo>
                  <a:cubicBezTo>
                    <a:pt x="331" y="224"/>
                    <a:pt x="332" y="224"/>
                    <a:pt x="333" y="223"/>
                  </a:cubicBezTo>
                  <a:cubicBezTo>
                    <a:pt x="408" y="202"/>
                    <a:pt x="408" y="202"/>
                    <a:pt x="408" y="202"/>
                  </a:cubicBezTo>
                  <a:cubicBezTo>
                    <a:pt x="414" y="200"/>
                    <a:pt x="417" y="194"/>
                    <a:pt x="415" y="189"/>
                  </a:cubicBezTo>
                  <a:close/>
                </a:path>
              </a:pathLst>
            </a:custGeom>
            <a:solidFill>
              <a:srgbClr val="007680"/>
            </a:solidFill>
            <a:ln>
              <a:noFill/>
            </a:ln>
          </p:spPr>
          <p:txBody>
            <a:bodyPr vert="horz" wrap="square" lIns="91440" tIns="45720" rIns="91440" bIns="45720" numCol="1" anchor="t" anchorCtr="0" compatLnSpc="1">
              <a:prstTxWarp prst="textNoShape">
                <a:avLst/>
              </a:prstTxWarp>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Verdana"/>
                <a:ea typeface="+mn-ea"/>
                <a:cs typeface="Calibri" panose="020F0502020204030204" pitchFamily="34" charset="0"/>
              </a:endParaRPr>
            </a:p>
          </p:txBody>
        </p:sp>
      </p:grpSp>
      <p:sp>
        <p:nvSpPr>
          <p:cNvPr id="33" name="Text Placeholder 1">
            <a:extLst>
              <a:ext uri="{FF2B5EF4-FFF2-40B4-BE49-F238E27FC236}">
                <a16:creationId xmlns:a16="http://schemas.microsoft.com/office/drawing/2014/main" id="{A6BA5E73-3E7D-8497-8AA9-382DF2987395}"/>
              </a:ext>
            </a:extLst>
          </p:cNvPr>
          <p:cNvSpPr txBox="1">
            <a:spLocks/>
          </p:cNvSpPr>
          <p:nvPr/>
        </p:nvSpPr>
        <p:spPr>
          <a:xfrm>
            <a:off x="479302" y="750372"/>
            <a:ext cx="11235182" cy="962748"/>
          </a:xfrm>
          <a:prstGeom prst="rect">
            <a:avLst/>
          </a:prstGeom>
        </p:spPr>
        <p:txBody>
          <a:bodyPr/>
          <a:lst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just"/>
            <a:r>
              <a:rPr lang="en-US" sz="1400" dirty="0">
                <a:latin typeface="Arial" panose="020B0604020202020204" pitchFamily="34" charset="0"/>
                <a:cs typeface="Arial" panose="020B0604020202020204" pitchFamily="34" charset="0"/>
              </a:rPr>
              <a:t>Deloitte is amongst the </a:t>
            </a:r>
            <a:r>
              <a:rPr lang="en-US" sz="1400" b="1" dirty="0">
                <a:latin typeface="Arial" panose="020B0604020202020204" pitchFamily="34" charset="0"/>
                <a:cs typeface="Arial" panose="020B0604020202020204" pitchFamily="34" charset="0"/>
              </a:rPr>
              <a:t>largest professional services </a:t>
            </a:r>
            <a:r>
              <a:rPr lang="en-US" sz="1400" dirty="0">
                <a:latin typeface="Arial" panose="020B0604020202020204" pitchFamily="34" charset="0"/>
                <a:cs typeface="Arial" panose="020B0604020202020204" pitchFamily="34" charset="0"/>
              </a:rPr>
              <a:t>firm worldwide and provides audit, tax, consulting, and financial advisory services to public and private sector clients spanning across multiple industries and diverse geographies. In overall terms, Deloitte member firms serve over 390+ of Fortune Global 500 companies and 100+ National Governments. </a:t>
            </a:r>
            <a:r>
              <a:rPr lang="en-US" sz="1400">
                <a:latin typeface="Arial" panose="020B0604020202020204" pitchFamily="34" charset="0"/>
                <a:cs typeface="Arial" panose="020B0604020202020204" pitchFamily="34" charset="0"/>
              </a:rPr>
              <a:t>Deloitte had a total turnover of </a:t>
            </a:r>
            <a:r>
              <a:rPr lang="en-US" sz="1400" b="1">
                <a:latin typeface="Arial" panose="020B0604020202020204" pitchFamily="34" charset="0"/>
                <a:cs typeface="Arial" panose="020B0604020202020204" pitchFamily="34" charset="0"/>
              </a:rPr>
              <a:t>$64.9 billion in 2023</a:t>
            </a:r>
            <a:r>
              <a:rPr lang="en-US" sz="14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749268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lang="en-US" sz="1800" b="1">
                <a:solidFill>
                  <a:prstClr val="black"/>
                </a:solidFill>
                <a:latin typeface="Arial" panose="020B0604020202020204" pitchFamily="34" charset="0"/>
                <a:ea typeface="Verdana" panose="020B0604030504040204" pitchFamily="34" charset="0"/>
                <a:cs typeface="Arial" panose="020B0604020202020204" pitchFamily="34" charset="0"/>
              </a:rPr>
              <a:t>Deloitte India Network</a:t>
            </a:r>
          </a:p>
        </p:txBody>
      </p:sp>
      <p:sp>
        <p:nvSpPr>
          <p:cNvPr id="33" name="Text Placeholder 1">
            <a:extLst>
              <a:ext uri="{FF2B5EF4-FFF2-40B4-BE49-F238E27FC236}">
                <a16:creationId xmlns:a16="http://schemas.microsoft.com/office/drawing/2014/main" id="{A6BA5E73-3E7D-8497-8AA9-382DF2987395}"/>
              </a:ext>
            </a:extLst>
          </p:cNvPr>
          <p:cNvSpPr txBox="1">
            <a:spLocks/>
          </p:cNvSpPr>
          <p:nvPr/>
        </p:nvSpPr>
        <p:spPr>
          <a:xfrm>
            <a:off x="501650" y="741981"/>
            <a:ext cx="11188700" cy="962748"/>
          </a:xfrm>
          <a:prstGeom prst="rect">
            <a:avLst/>
          </a:prstGeom>
        </p:spPr>
        <p:txBody>
          <a:bodyPr/>
          <a:lst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just"/>
            <a:r>
              <a:rPr lang="en-US" sz="1400" b="0" i="0" u="none" strike="noStrike" baseline="0">
                <a:solidFill>
                  <a:srgbClr val="000000"/>
                </a:solidFill>
                <a:latin typeface="Arial" panose="020B0604020202020204" pitchFamily="34" charset="0"/>
                <a:cs typeface="Arial" panose="020B0604020202020204" pitchFamily="34" charset="0"/>
              </a:rPr>
              <a:t>Deloitte India’s Power, Utilities and Renewable Energy is a 250+ strong multi- disciplinary team of industry specialists in </a:t>
            </a:r>
            <a:r>
              <a:rPr lang="en-US" sz="1400" b="1" i="0" u="none" strike="noStrike" baseline="0">
                <a:solidFill>
                  <a:srgbClr val="000000"/>
                </a:solidFill>
                <a:latin typeface="Arial" panose="020B0604020202020204" pitchFamily="34" charset="0"/>
                <a:cs typeface="Arial" panose="020B0604020202020204" pitchFamily="34" charset="0"/>
              </a:rPr>
              <a:t>Climate Technology</a:t>
            </a:r>
            <a:r>
              <a:rPr lang="en-US" sz="1400" b="0" i="0" u="none" strike="noStrike" baseline="0">
                <a:solidFill>
                  <a:srgbClr val="000000"/>
                </a:solidFill>
                <a:latin typeface="Arial" panose="020B0604020202020204" pitchFamily="34" charset="0"/>
                <a:cs typeface="Arial" panose="020B0604020202020204" pitchFamily="34" charset="0"/>
              </a:rPr>
              <a:t>, </a:t>
            </a:r>
            <a:r>
              <a:rPr lang="en-US" sz="1400" b="1" i="0" u="none" strike="noStrike" baseline="0">
                <a:solidFill>
                  <a:srgbClr val="000000"/>
                </a:solidFill>
                <a:latin typeface="Arial" panose="020B0604020202020204" pitchFamily="34" charset="0"/>
                <a:cs typeface="Arial" panose="020B0604020202020204" pitchFamily="34" charset="0"/>
              </a:rPr>
              <a:t>Sustainability, Energy Efficiency, Green Energy Financing, Policy Assessment, Strategy and Roadmap Design etc</a:t>
            </a:r>
            <a:r>
              <a:rPr lang="en-US" sz="1400" b="0" i="0" u="none" strike="noStrike" baseline="0">
                <a:solidFill>
                  <a:srgbClr val="000000"/>
                </a:solidFill>
                <a:latin typeface="Arial" panose="020B0604020202020204" pitchFamily="34" charset="0"/>
                <a:cs typeface="Arial" panose="020B0604020202020204" pitchFamily="34" charset="0"/>
              </a:rPr>
              <a:t>. The Indian practice has significant experience in the energy sector with focus </a:t>
            </a:r>
            <a:r>
              <a:rPr lang="en-US" sz="1400" b="1" i="0" u="none" strike="noStrike" baseline="0">
                <a:solidFill>
                  <a:srgbClr val="000000"/>
                </a:solidFill>
                <a:latin typeface="Arial" panose="020B0604020202020204" pitchFamily="34" charset="0"/>
                <a:cs typeface="Arial" panose="020B0604020202020204" pitchFamily="34" charset="0"/>
              </a:rPr>
              <a:t>on financing projects, regulatory assistance, conducting feasibility studies, development of business/ strategic plans, due diligence for various public sector and private sector</a:t>
            </a:r>
            <a:r>
              <a:rPr lang="en-US" sz="1400" b="0" i="0" u="none" strike="noStrike" baseline="0">
                <a:solidFill>
                  <a:srgbClr val="000000"/>
                </a:solidFill>
                <a:latin typeface="Arial" panose="020B0604020202020204" pitchFamily="34" charset="0"/>
                <a:cs typeface="Arial" panose="020B0604020202020204" pitchFamily="34" charset="0"/>
              </a:rPr>
              <a:t>. </a:t>
            </a:r>
            <a:endParaRPr lang="en-US" sz="1400" b="1">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2291EB90-617A-8794-6A00-A6BB94FA7D7D}"/>
              </a:ext>
            </a:extLst>
          </p:cNvPr>
          <p:cNvSpPr/>
          <p:nvPr/>
        </p:nvSpPr>
        <p:spPr bwMode="gray">
          <a:xfrm>
            <a:off x="830112" y="1860249"/>
            <a:ext cx="10531776" cy="4523773"/>
          </a:xfrm>
          <a:prstGeom prst="rect">
            <a:avLst/>
          </a:prstGeom>
          <a:pattFill prst="dkHorz">
            <a:fgClr>
              <a:sysClr val="window" lastClr="FFFFFF">
                <a:lumMod val="95000"/>
              </a:sysClr>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Calibri" panose="020F0502020204030204" pitchFamily="34" charset="0"/>
            </a:endParaRPr>
          </a:p>
        </p:txBody>
      </p:sp>
      <p:grpSp>
        <p:nvGrpSpPr>
          <p:cNvPr id="133" name="Group 132">
            <a:extLst>
              <a:ext uri="{FF2B5EF4-FFF2-40B4-BE49-F238E27FC236}">
                <a16:creationId xmlns:a16="http://schemas.microsoft.com/office/drawing/2014/main" id="{37748040-AA10-C2D5-FA88-82FD8C1AB6EC}"/>
              </a:ext>
            </a:extLst>
          </p:cNvPr>
          <p:cNvGrpSpPr/>
          <p:nvPr/>
        </p:nvGrpSpPr>
        <p:grpSpPr>
          <a:xfrm>
            <a:off x="1399553" y="2723065"/>
            <a:ext cx="3014589" cy="2902612"/>
            <a:chOff x="6785533" y="1562777"/>
            <a:chExt cx="2517580" cy="2539158"/>
          </a:xfrm>
        </p:grpSpPr>
        <p:sp>
          <p:nvSpPr>
            <p:cNvPr id="134" name="Freeform 14">
              <a:extLst>
                <a:ext uri="{FF2B5EF4-FFF2-40B4-BE49-F238E27FC236}">
                  <a16:creationId xmlns:a16="http://schemas.microsoft.com/office/drawing/2014/main" id="{1F1F0509-70CD-1443-39CF-F206303CD343}"/>
                </a:ext>
              </a:extLst>
            </p:cNvPr>
            <p:cNvSpPr>
              <a:spLocks noChangeAspect="1"/>
            </p:cNvSpPr>
            <p:nvPr/>
          </p:nvSpPr>
          <p:spPr bwMode="auto">
            <a:xfrm>
              <a:off x="6785533" y="1562777"/>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solidFill>
              <a:srgbClr val="0097A9"/>
            </a:solidFill>
            <a:ln w="6350">
              <a:solidFill>
                <a:srgbClr val="FFFFFF"/>
              </a:solidFill>
              <a:round/>
              <a:headEnd/>
              <a:tailEn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35" name="TextBox 290">
              <a:extLst>
                <a:ext uri="{FF2B5EF4-FFF2-40B4-BE49-F238E27FC236}">
                  <a16:creationId xmlns:a16="http://schemas.microsoft.com/office/drawing/2014/main" id="{DBB9F153-49AA-5483-0269-FEBCD8B21A02}"/>
                </a:ext>
              </a:extLst>
            </p:cNvPr>
            <p:cNvSpPr txBox="1">
              <a:spLocks noChangeArrowheads="1"/>
            </p:cNvSpPr>
            <p:nvPr/>
          </p:nvSpPr>
          <p:spPr bwMode="auto">
            <a:xfrm>
              <a:off x="7381332" y="2137098"/>
              <a:ext cx="489738"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New Delhi</a:t>
              </a:r>
            </a:p>
          </p:txBody>
        </p:sp>
        <p:sp>
          <p:nvSpPr>
            <p:cNvPr id="136" name="Oval 135">
              <a:extLst>
                <a:ext uri="{FF2B5EF4-FFF2-40B4-BE49-F238E27FC236}">
                  <a16:creationId xmlns:a16="http://schemas.microsoft.com/office/drawing/2014/main" id="{02CBE9C1-3A2B-3FD9-F727-33B89355613C}"/>
                </a:ext>
              </a:extLst>
            </p:cNvPr>
            <p:cNvSpPr/>
            <p:nvPr/>
          </p:nvSpPr>
          <p:spPr>
            <a:xfrm>
              <a:off x="8100496" y="268845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37" name="Oval 136">
              <a:extLst>
                <a:ext uri="{FF2B5EF4-FFF2-40B4-BE49-F238E27FC236}">
                  <a16:creationId xmlns:a16="http://schemas.microsoft.com/office/drawing/2014/main" id="{ADABFDAE-12E3-3011-B1B1-9CA3E36CB5DD}"/>
                </a:ext>
              </a:extLst>
            </p:cNvPr>
            <p:cNvSpPr/>
            <p:nvPr/>
          </p:nvSpPr>
          <p:spPr>
            <a:xfrm>
              <a:off x="8404545" y="281217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38" name="Oval 137">
              <a:extLst>
                <a:ext uri="{FF2B5EF4-FFF2-40B4-BE49-F238E27FC236}">
                  <a16:creationId xmlns:a16="http://schemas.microsoft.com/office/drawing/2014/main" id="{48D4B420-DE81-6689-867A-AE0DE2557717}"/>
                </a:ext>
              </a:extLst>
            </p:cNvPr>
            <p:cNvSpPr/>
            <p:nvPr/>
          </p:nvSpPr>
          <p:spPr>
            <a:xfrm>
              <a:off x="7182299" y="2773389"/>
              <a:ext cx="58967" cy="58967"/>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39" name="Oval 138">
              <a:extLst>
                <a:ext uri="{FF2B5EF4-FFF2-40B4-BE49-F238E27FC236}">
                  <a16:creationId xmlns:a16="http://schemas.microsoft.com/office/drawing/2014/main" id="{00868201-BEF2-B3A6-DC44-97C4402F0519}"/>
                </a:ext>
              </a:extLst>
            </p:cNvPr>
            <p:cNvSpPr/>
            <p:nvPr/>
          </p:nvSpPr>
          <p:spPr>
            <a:xfrm>
              <a:off x="7361771" y="316851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0" name="Oval 139">
              <a:extLst>
                <a:ext uri="{FF2B5EF4-FFF2-40B4-BE49-F238E27FC236}">
                  <a16:creationId xmlns:a16="http://schemas.microsoft.com/office/drawing/2014/main" id="{AC4465A8-1670-AB26-642A-0F61D2DAEBC7}"/>
                </a:ext>
              </a:extLst>
            </p:cNvPr>
            <p:cNvSpPr/>
            <p:nvPr/>
          </p:nvSpPr>
          <p:spPr>
            <a:xfrm>
              <a:off x="7249267" y="338671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1" name="Oval 140">
              <a:extLst>
                <a:ext uri="{FF2B5EF4-FFF2-40B4-BE49-F238E27FC236}">
                  <a16:creationId xmlns:a16="http://schemas.microsoft.com/office/drawing/2014/main" id="{9E0DA6E5-2266-0E53-7943-0A368B413EA9}"/>
                </a:ext>
              </a:extLst>
            </p:cNvPr>
            <p:cNvSpPr/>
            <p:nvPr/>
          </p:nvSpPr>
          <p:spPr>
            <a:xfrm>
              <a:off x="7813064" y="3691185"/>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2" name="Oval 141">
              <a:extLst>
                <a:ext uri="{FF2B5EF4-FFF2-40B4-BE49-F238E27FC236}">
                  <a16:creationId xmlns:a16="http://schemas.microsoft.com/office/drawing/2014/main" id="{B76B609C-4EE0-B941-3E2B-2F64131247CB}"/>
                </a:ext>
              </a:extLst>
            </p:cNvPr>
            <p:cNvSpPr/>
            <p:nvPr/>
          </p:nvSpPr>
          <p:spPr>
            <a:xfrm>
              <a:off x="7567233" y="3860279"/>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3" name="Oval 142">
              <a:extLst>
                <a:ext uri="{FF2B5EF4-FFF2-40B4-BE49-F238E27FC236}">
                  <a16:creationId xmlns:a16="http://schemas.microsoft.com/office/drawing/2014/main" id="{3452F600-2646-3574-7803-94190766B98F}"/>
                </a:ext>
              </a:extLst>
            </p:cNvPr>
            <p:cNvSpPr/>
            <p:nvPr/>
          </p:nvSpPr>
          <p:spPr>
            <a:xfrm>
              <a:off x="7462849" y="390998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4" name="TextBox 290">
              <a:extLst>
                <a:ext uri="{FF2B5EF4-FFF2-40B4-BE49-F238E27FC236}">
                  <a16:creationId xmlns:a16="http://schemas.microsoft.com/office/drawing/2014/main" id="{1FBEFDD6-9BF4-6B27-443C-1223D508F2CD}"/>
                </a:ext>
              </a:extLst>
            </p:cNvPr>
            <p:cNvSpPr txBox="1">
              <a:spLocks noChangeArrowheads="1"/>
            </p:cNvSpPr>
            <p:nvPr/>
          </p:nvSpPr>
          <p:spPr bwMode="auto">
            <a:xfrm>
              <a:off x="7171273" y="2633422"/>
              <a:ext cx="568677"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Ahmedabad</a:t>
              </a:r>
            </a:p>
          </p:txBody>
        </p:sp>
        <p:sp>
          <p:nvSpPr>
            <p:cNvPr id="145" name="TextBox 290">
              <a:extLst>
                <a:ext uri="{FF2B5EF4-FFF2-40B4-BE49-F238E27FC236}">
                  <a16:creationId xmlns:a16="http://schemas.microsoft.com/office/drawing/2014/main" id="{BCBFAEA4-4077-C995-049B-A3F0D9F9C712}"/>
                </a:ext>
              </a:extLst>
            </p:cNvPr>
            <p:cNvSpPr txBox="1">
              <a:spLocks noChangeArrowheads="1"/>
            </p:cNvSpPr>
            <p:nvPr/>
          </p:nvSpPr>
          <p:spPr bwMode="auto">
            <a:xfrm>
              <a:off x="6858593" y="3068216"/>
              <a:ext cx="350565"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a:ea typeface="+mn-ea"/>
                  <a:cs typeface="Calibri" panose="020F0502020204030204" pitchFamily="34" charset="0"/>
                </a:rPr>
                <a:t>Mumbai</a:t>
              </a:r>
            </a:p>
          </p:txBody>
        </p:sp>
        <p:sp>
          <p:nvSpPr>
            <p:cNvPr id="146" name="TextBox 290">
              <a:extLst>
                <a:ext uri="{FF2B5EF4-FFF2-40B4-BE49-F238E27FC236}">
                  <a16:creationId xmlns:a16="http://schemas.microsoft.com/office/drawing/2014/main" id="{520DC9E1-7B25-BD8A-F065-987A44CF8575}"/>
                </a:ext>
              </a:extLst>
            </p:cNvPr>
            <p:cNvSpPr txBox="1">
              <a:spLocks noChangeArrowheads="1"/>
            </p:cNvSpPr>
            <p:nvPr/>
          </p:nvSpPr>
          <p:spPr bwMode="auto">
            <a:xfrm>
              <a:off x="7286709" y="3237008"/>
              <a:ext cx="226739"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Pune</a:t>
              </a:r>
            </a:p>
          </p:txBody>
        </p:sp>
        <p:sp>
          <p:nvSpPr>
            <p:cNvPr id="147" name="TextBox 290">
              <a:extLst>
                <a:ext uri="{FF2B5EF4-FFF2-40B4-BE49-F238E27FC236}">
                  <a16:creationId xmlns:a16="http://schemas.microsoft.com/office/drawing/2014/main" id="{582C1A44-1FE0-CB7E-CF2C-B6A30A7897ED}"/>
                </a:ext>
              </a:extLst>
            </p:cNvPr>
            <p:cNvSpPr txBox="1">
              <a:spLocks noChangeArrowheads="1"/>
            </p:cNvSpPr>
            <p:nvPr/>
          </p:nvSpPr>
          <p:spPr bwMode="auto">
            <a:xfrm>
              <a:off x="7363142" y="3359827"/>
              <a:ext cx="226739"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Goa</a:t>
              </a:r>
            </a:p>
          </p:txBody>
        </p:sp>
        <p:sp>
          <p:nvSpPr>
            <p:cNvPr id="148" name="TextBox 290">
              <a:extLst>
                <a:ext uri="{FF2B5EF4-FFF2-40B4-BE49-F238E27FC236}">
                  <a16:creationId xmlns:a16="http://schemas.microsoft.com/office/drawing/2014/main" id="{D55F87F6-A2B7-0D8F-91DF-021EA49BA48A}"/>
                </a:ext>
              </a:extLst>
            </p:cNvPr>
            <p:cNvSpPr txBox="1">
              <a:spLocks noChangeArrowheads="1"/>
            </p:cNvSpPr>
            <p:nvPr/>
          </p:nvSpPr>
          <p:spPr bwMode="auto">
            <a:xfrm>
              <a:off x="7739632" y="3097346"/>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Hyderabad</a:t>
              </a:r>
            </a:p>
          </p:txBody>
        </p:sp>
        <p:sp>
          <p:nvSpPr>
            <p:cNvPr id="149" name="TextBox 290">
              <a:extLst>
                <a:ext uri="{FF2B5EF4-FFF2-40B4-BE49-F238E27FC236}">
                  <a16:creationId xmlns:a16="http://schemas.microsoft.com/office/drawing/2014/main" id="{396B65F3-E546-6B38-9017-6A2304580B17}"/>
                </a:ext>
              </a:extLst>
            </p:cNvPr>
            <p:cNvSpPr txBox="1">
              <a:spLocks noChangeArrowheads="1"/>
            </p:cNvSpPr>
            <p:nvPr/>
          </p:nvSpPr>
          <p:spPr bwMode="auto">
            <a:xfrm>
              <a:off x="7953973" y="3664936"/>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a:ea typeface="+mn-ea"/>
                  <a:cs typeface="Calibri" panose="020F0502020204030204" pitchFamily="34" charset="0"/>
                </a:rPr>
                <a:t>Chennai</a:t>
              </a:r>
            </a:p>
          </p:txBody>
        </p:sp>
        <p:sp>
          <p:nvSpPr>
            <p:cNvPr id="150" name="TextBox 290">
              <a:extLst>
                <a:ext uri="{FF2B5EF4-FFF2-40B4-BE49-F238E27FC236}">
                  <a16:creationId xmlns:a16="http://schemas.microsoft.com/office/drawing/2014/main" id="{5EBFE46D-2687-B7C9-769A-6E4B8B7A4753}"/>
                </a:ext>
              </a:extLst>
            </p:cNvPr>
            <p:cNvSpPr txBox="1">
              <a:spLocks noChangeArrowheads="1"/>
            </p:cNvSpPr>
            <p:nvPr/>
          </p:nvSpPr>
          <p:spPr bwMode="auto">
            <a:xfrm>
              <a:off x="7671617" y="3833421"/>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a:ea typeface="+mn-ea"/>
                  <a:cs typeface="Calibri" panose="020F0502020204030204" pitchFamily="34" charset="0"/>
                </a:rPr>
                <a:t>Coimbatore</a:t>
              </a:r>
            </a:p>
          </p:txBody>
        </p:sp>
        <p:sp>
          <p:nvSpPr>
            <p:cNvPr id="151" name="TextBox 290">
              <a:extLst>
                <a:ext uri="{FF2B5EF4-FFF2-40B4-BE49-F238E27FC236}">
                  <a16:creationId xmlns:a16="http://schemas.microsoft.com/office/drawing/2014/main" id="{59669DDE-E22B-6D00-AF57-7BB019FE3E9A}"/>
                </a:ext>
              </a:extLst>
            </p:cNvPr>
            <p:cNvSpPr txBox="1">
              <a:spLocks noChangeArrowheads="1"/>
            </p:cNvSpPr>
            <p:nvPr/>
          </p:nvSpPr>
          <p:spPr bwMode="auto">
            <a:xfrm>
              <a:off x="7171272" y="3900524"/>
              <a:ext cx="280987"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a:ea typeface="+mn-ea"/>
                  <a:cs typeface="Calibri" panose="020F0502020204030204" pitchFamily="34" charset="0"/>
                </a:rPr>
                <a:t>Kochi</a:t>
              </a:r>
            </a:p>
          </p:txBody>
        </p:sp>
        <p:sp>
          <p:nvSpPr>
            <p:cNvPr id="152" name="TextBox 290">
              <a:extLst>
                <a:ext uri="{FF2B5EF4-FFF2-40B4-BE49-F238E27FC236}">
                  <a16:creationId xmlns:a16="http://schemas.microsoft.com/office/drawing/2014/main" id="{0744E55F-5E94-5EDF-10F3-10160D72E265}"/>
                </a:ext>
              </a:extLst>
            </p:cNvPr>
            <p:cNvSpPr txBox="1">
              <a:spLocks noChangeArrowheads="1"/>
            </p:cNvSpPr>
            <p:nvPr/>
          </p:nvSpPr>
          <p:spPr bwMode="auto">
            <a:xfrm>
              <a:off x="7379634" y="3474181"/>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Bengaluru</a:t>
              </a:r>
            </a:p>
          </p:txBody>
        </p:sp>
        <p:sp>
          <p:nvSpPr>
            <p:cNvPr id="153" name="TextBox 152">
              <a:extLst>
                <a:ext uri="{FF2B5EF4-FFF2-40B4-BE49-F238E27FC236}">
                  <a16:creationId xmlns:a16="http://schemas.microsoft.com/office/drawing/2014/main" id="{0D36C799-2D8A-966A-4D9E-8CF80C6E7CA7}"/>
                </a:ext>
              </a:extLst>
            </p:cNvPr>
            <p:cNvSpPr txBox="1">
              <a:spLocks noChangeArrowheads="1"/>
            </p:cNvSpPr>
            <p:nvPr/>
          </p:nvSpPr>
          <p:spPr bwMode="auto">
            <a:xfrm>
              <a:off x="8025131" y="2568867"/>
              <a:ext cx="611014"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Jamshedpur</a:t>
              </a:r>
            </a:p>
          </p:txBody>
        </p:sp>
        <p:sp>
          <p:nvSpPr>
            <p:cNvPr id="154" name="TextBox 290">
              <a:extLst>
                <a:ext uri="{FF2B5EF4-FFF2-40B4-BE49-F238E27FC236}">
                  <a16:creationId xmlns:a16="http://schemas.microsoft.com/office/drawing/2014/main" id="{140D166B-A9C5-6E16-F003-AB1C534D51F6}"/>
                </a:ext>
              </a:extLst>
            </p:cNvPr>
            <p:cNvSpPr txBox="1">
              <a:spLocks noChangeArrowheads="1"/>
            </p:cNvSpPr>
            <p:nvPr/>
          </p:nvSpPr>
          <p:spPr bwMode="auto">
            <a:xfrm>
              <a:off x="8206520" y="2703214"/>
              <a:ext cx="341697" cy="107696"/>
            </a:xfrm>
            <a:prstGeom prst="rect">
              <a:avLst/>
            </a:prstGeom>
            <a:noFill/>
            <a:ln w="9525">
              <a:noFill/>
              <a:miter lim="800000"/>
              <a:headEnd/>
              <a:tailEnd/>
            </a:ln>
          </p:spPr>
          <p:txBody>
            <a:bodyPr wrap="square" lIns="0" tIns="0" rIns="0" bIns="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Kolkata</a:t>
              </a:r>
            </a:p>
          </p:txBody>
        </p:sp>
        <p:sp>
          <p:nvSpPr>
            <p:cNvPr id="155" name="Oval 154">
              <a:extLst>
                <a:ext uri="{FF2B5EF4-FFF2-40B4-BE49-F238E27FC236}">
                  <a16:creationId xmlns:a16="http://schemas.microsoft.com/office/drawing/2014/main" id="{28658732-6AE4-B140-3367-2E5A9AFA5D92}"/>
                </a:ext>
              </a:extLst>
            </p:cNvPr>
            <p:cNvSpPr/>
            <p:nvPr/>
          </p:nvSpPr>
          <p:spPr>
            <a:xfrm>
              <a:off x="7526656" y="228276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56" name="Oval 155">
              <a:extLst>
                <a:ext uri="{FF2B5EF4-FFF2-40B4-BE49-F238E27FC236}">
                  <a16:creationId xmlns:a16="http://schemas.microsoft.com/office/drawing/2014/main" id="{6004F037-1B66-2C77-17BA-779C4E76BECB}"/>
                </a:ext>
              </a:extLst>
            </p:cNvPr>
            <p:cNvSpPr/>
            <p:nvPr/>
          </p:nvSpPr>
          <p:spPr>
            <a:xfrm>
              <a:off x="7229554" y="307806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57" name="Oval 156">
              <a:extLst>
                <a:ext uri="{FF2B5EF4-FFF2-40B4-BE49-F238E27FC236}">
                  <a16:creationId xmlns:a16="http://schemas.microsoft.com/office/drawing/2014/main" id="{4F2070B0-15CD-B227-9C3D-56A503A6DDE9}"/>
                </a:ext>
              </a:extLst>
            </p:cNvPr>
            <p:cNvSpPr/>
            <p:nvPr/>
          </p:nvSpPr>
          <p:spPr>
            <a:xfrm>
              <a:off x="7750260" y="3213058"/>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58" name="Oval 157">
              <a:extLst>
                <a:ext uri="{FF2B5EF4-FFF2-40B4-BE49-F238E27FC236}">
                  <a16:creationId xmlns:a16="http://schemas.microsoft.com/office/drawing/2014/main" id="{79BFD36F-E2AF-5F9D-1C8A-6D0CB8964FDA}"/>
                </a:ext>
              </a:extLst>
            </p:cNvPr>
            <p:cNvSpPr/>
            <p:nvPr/>
          </p:nvSpPr>
          <p:spPr>
            <a:xfrm>
              <a:off x="7560397" y="363699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grpSp>
      <p:grpSp>
        <p:nvGrpSpPr>
          <p:cNvPr id="160" name="Group 159">
            <a:extLst>
              <a:ext uri="{FF2B5EF4-FFF2-40B4-BE49-F238E27FC236}">
                <a16:creationId xmlns:a16="http://schemas.microsoft.com/office/drawing/2014/main" id="{3B59DABF-EE1D-8888-B368-089116C6F561}"/>
              </a:ext>
            </a:extLst>
          </p:cNvPr>
          <p:cNvGrpSpPr/>
          <p:nvPr/>
        </p:nvGrpSpPr>
        <p:grpSpPr>
          <a:xfrm>
            <a:off x="4817565" y="4842201"/>
            <a:ext cx="2085688" cy="1356546"/>
            <a:chOff x="3318448" y="5198237"/>
            <a:chExt cx="2280053" cy="1482963"/>
          </a:xfrm>
          <a:solidFill>
            <a:srgbClr val="75787B">
              <a:lumMod val="60000"/>
              <a:lumOff val="40000"/>
            </a:srgbClr>
          </a:solidFill>
        </p:grpSpPr>
        <p:grpSp>
          <p:nvGrpSpPr>
            <p:cNvPr id="161" name="Group 160">
              <a:extLst>
                <a:ext uri="{FF2B5EF4-FFF2-40B4-BE49-F238E27FC236}">
                  <a16:creationId xmlns:a16="http://schemas.microsoft.com/office/drawing/2014/main" id="{035D1685-6037-3EFF-8D33-2EC1AA100DAE}"/>
                </a:ext>
              </a:extLst>
            </p:cNvPr>
            <p:cNvGrpSpPr/>
            <p:nvPr/>
          </p:nvGrpSpPr>
          <p:grpSpPr>
            <a:xfrm>
              <a:off x="3318448" y="5198237"/>
              <a:ext cx="2280053" cy="978028"/>
              <a:chOff x="3318448" y="5198237"/>
              <a:chExt cx="2280053" cy="978028"/>
            </a:xfrm>
            <a:grpFill/>
          </p:grpSpPr>
          <p:grpSp>
            <p:nvGrpSpPr>
              <p:cNvPr id="183" name="Group 182">
                <a:extLst>
                  <a:ext uri="{FF2B5EF4-FFF2-40B4-BE49-F238E27FC236}">
                    <a16:creationId xmlns:a16="http://schemas.microsoft.com/office/drawing/2014/main" id="{7A1699D4-C461-3C94-F25B-94FA490CA2F2}"/>
                  </a:ext>
                </a:extLst>
              </p:cNvPr>
              <p:cNvGrpSpPr/>
              <p:nvPr/>
            </p:nvGrpSpPr>
            <p:grpSpPr>
              <a:xfrm>
                <a:off x="3318448" y="5198237"/>
                <a:ext cx="2280053" cy="473489"/>
                <a:chOff x="3318448" y="5198237"/>
                <a:chExt cx="2280053" cy="473489"/>
              </a:xfrm>
              <a:grpFill/>
            </p:grpSpPr>
            <p:grpSp>
              <p:nvGrpSpPr>
                <p:cNvPr id="205" name="Group 204">
                  <a:extLst>
                    <a:ext uri="{FF2B5EF4-FFF2-40B4-BE49-F238E27FC236}">
                      <a16:creationId xmlns:a16="http://schemas.microsoft.com/office/drawing/2014/main" id="{F0948208-57A4-F5B3-A99A-429E82E4F7BB}"/>
                    </a:ext>
                  </a:extLst>
                </p:cNvPr>
                <p:cNvGrpSpPr/>
                <p:nvPr/>
              </p:nvGrpSpPr>
              <p:grpSpPr>
                <a:xfrm>
                  <a:off x="3318448" y="5198237"/>
                  <a:ext cx="2280053" cy="219456"/>
                  <a:chOff x="3318448" y="5198237"/>
                  <a:chExt cx="2280053" cy="219456"/>
                </a:xfrm>
                <a:grpFill/>
              </p:grpSpPr>
              <p:sp>
                <p:nvSpPr>
                  <p:cNvPr id="216" name="Freeform 988">
                    <a:extLst>
                      <a:ext uri="{FF2B5EF4-FFF2-40B4-BE49-F238E27FC236}">
                        <a16:creationId xmlns:a16="http://schemas.microsoft.com/office/drawing/2014/main" id="{95F36ABA-D322-72B3-E5C2-A06375C3C238}"/>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7" name="Freeform 988">
                    <a:extLst>
                      <a:ext uri="{FF2B5EF4-FFF2-40B4-BE49-F238E27FC236}">
                        <a16:creationId xmlns:a16="http://schemas.microsoft.com/office/drawing/2014/main" id="{56F74200-CA23-C912-A7E0-D775F2B6982C}"/>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8" name="Freeform 988">
                    <a:extLst>
                      <a:ext uri="{FF2B5EF4-FFF2-40B4-BE49-F238E27FC236}">
                        <a16:creationId xmlns:a16="http://schemas.microsoft.com/office/drawing/2014/main" id="{DFCF8F46-5AA2-6E8B-271F-D412FA25EE72}"/>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9" name="Freeform 988">
                    <a:extLst>
                      <a:ext uri="{FF2B5EF4-FFF2-40B4-BE49-F238E27FC236}">
                        <a16:creationId xmlns:a16="http://schemas.microsoft.com/office/drawing/2014/main" id="{58D49850-FF05-A1E9-6B40-C25EA9C1DD5C}"/>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20" name="Freeform 988">
                    <a:extLst>
                      <a:ext uri="{FF2B5EF4-FFF2-40B4-BE49-F238E27FC236}">
                        <a16:creationId xmlns:a16="http://schemas.microsoft.com/office/drawing/2014/main" id="{AB1A950C-EE41-3D42-9FC6-ED54D4C593E7}"/>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21" name="Freeform 988">
                    <a:extLst>
                      <a:ext uri="{FF2B5EF4-FFF2-40B4-BE49-F238E27FC236}">
                        <a16:creationId xmlns:a16="http://schemas.microsoft.com/office/drawing/2014/main" id="{6816087A-2795-942A-E44F-ACB209AE5FB5}"/>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22" name="Freeform 988">
                    <a:extLst>
                      <a:ext uri="{FF2B5EF4-FFF2-40B4-BE49-F238E27FC236}">
                        <a16:creationId xmlns:a16="http://schemas.microsoft.com/office/drawing/2014/main" id="{F83D081B-3F7B-6D27-359D-A67B9A0D44D1}"/>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23" name="Freeform 988">
                    <a:extLst>
                      <a:ext uri="{FF2B5EF4-FFF2-40B4-BE49-F238E27FC236}">
                        <a16:creationId xmlns:a16="http://schemas.microsoft.com/office/drawing/2014/main" id="{28D2025A-1515-1247-C831-365D155B0B52}"/>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24" name="Freeform 988">
                    <a:extLst>
                      <a:ext uri="{FF2B5EF4-FFF2-40B4-BE49-F238E27FC236}">
                        <a16:creationId xmlns:a16="http://schemas.microsoft.com/office/drawing/2014/main" id="{E0916DA8-88B3-2A22-B911-83ABAB363E40}"/>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06" name="Group 205">
                  <a:extLst>
                    <a:ext uri="{FF2B5EF4-FFF2-40B4-BE49-F238E27FC236}">
                      <a16:creationId xmlns:a16="http://schemas.microsoft.com/office/drawing/2014/main" id="{C431987C-76DF-1BB7-FEB3-C135F525A0E5}"/>
                    </a:ext>
                  </a:extLst>
                </p:cNvPr>
                <p:cNvGrpSpPr/>
                <p:nvPr/>
              </p:nvGrpSpPr>
              <p:grpSpPr>
                <a:xfrm>
                  <a:off x="3318448" y="5452270"/>
                  <a:ext cx="2280053" cy="219456"/>
                  <a:chOff x="3318448" y="5198237"/>
                  <a:chExt cx="2280053" cy="219456"/>
                </a:xfrm>
                <a:grpFill/>
              </p:grpSpPr>
              <p:sp>
                <p:nvSpPr>
                  <p:cNvPr id="207" name="Freeform 988">
                    <a:extLst>
                      <a:ext uri="{FF2B5EF4-FFF2-40B4-BE49-F238E27FC236}">
                        <a16:creationId xmlns:a16="http://schemas.microsoft.com/office/drawing/2014/main" id="{C8C4DB33-6482-731E-917C-DAFF43D621F4}"/>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8" name="Freeform 988">
                    <a:extLst>
                      <a:ext uri="{FF2B5EF4-FFF2-40B4-BE49-F238E27FC236}">
                        <a16:creationId xmlns:a16="http://schemas.microsoft.com/office/drawing/2014/main" id="{10F05B4C-D4AD-4F4F-5DA7-13A44CB10993}"/>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9" name="Freeform 988">
                    <a:extLst>
                      <a:ext uri="{FF2B5EF4-FFF2-40B4-BE49-F238E27FC236}">
                        <a16:creationId xmlns:a16="http://schemas.microsoft.com/office/drawing/2014/main" id="{06FEF846-FB39-48D5-653B-0613D9908524}"/>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0" name="Freeform 988">
                    <a:extLst>
                      <a:ext uri="{FF2B5EF4-FFF2-40B4-BE49-F238E27FC236}">
                        <a16:creationId xmlns:a16="http://schemas.microsoft.com/office/drawing/2014/main" id="{E8EE02DF-4C78-81D5-920E-A3BBDF47D852}"/>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1" name="Freeform 988">
                    <a:extLst>
                      <a:ext uri="{FF2B5EF4-FFF2-40B4-BE49-F238E27FC236}">
                        <a16:creationId xmlns:a16="http://schemas.microsoft.com/office/drawing/2014/main" id="{ADC99453-15AD-113F-3370-085078E76FF1}"/>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2" name="Freeform 988">
                    <a:extLst>
                      <a:ext uri="{FF2B5EF4-FFF2-40B4-BE49-F238E27FC236}">
                        <a16:creationId xmlns:a16="http://schemas.microsoft.com/office/drawing/2014/main" id="{073163C7-31E1-16A3-8083-95E35EA4C7DD}"/>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3" name="Freeform 988">
                    <a:extLst>
                      <a:ext uri="{FF2B5EF4-FFF2-40B4-BE49-F238E27FC236}">
                        <a16:creationId xmlns:a16="http://schemas.microsoft.com/office/drawing/2014/main" id="{E4E77081-8844-66F4-1AF7-121F7E6C6CB1}"/>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4" name="Freeform 988">
                    <a:extLst>
                      <a:ext uri="{FF2B5EF4-FFF2-40B4-BE49-F238E27FC236}">
                        <a16:creationId xmlns:a16="http://schemas.microsoft.com/office/drawing/2014/main" id="{A4A0F37A-7A3A-77B3-85FA-FDA9258BDEFF}"/>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15" name="Freeform 988">
                    <a:extLst>
                      <a:ext uri="{FF2B5EF4-FFF2-40B4-BE49-F238E27FC236}">
                        <a16:creationId xmlns:a16="http://schemas.microsoft.com/office/drawing/2014/main" id="{0022E487-A1D0-8748-31A5-DA22B80BDCE0}"/>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grpSp>
            <p:nvGrpSpPr>
              <p:cNvPr id="184" name="Group 183">
                <a:extLst>
                  <a:ext uri="{FF2B5EF4-FFF2-40B4-BE49-F238E27FC236}">
                    <a16:creationId xmlns:a16="http://schemas.microsoft.com/office/drawing/2014/main" id="{1B9411E0-1C52-F2A8-D0AC-96A9B82FF6AF}"/>
                  </a:ext>
                </a:extLst>
              </p:cNvPr>
              <p:cNvGrpSpPr/>
              <p:nvPr/>
            </p:nvGrpSpPr>
            <p:grpSpPr>
              <a:xfrm>
                <a:off x="3318448" y="5702776"/>
                <a:ext cx="2280053" cy="473489"/>
                <a:chOff x="3318448" y="5198237"/>
                <a:chExt cx="2280053" cy="473489"/>
              </a:xfrm>
              <a:grpFill/>
            </p:grpSpPr>
            <p:grpSp>
              <p:nvGrpSpPr>
                <p:cNvPr id="185" name="Group 184">
                  <a:extLst>
                    <a:ext uri="{FF2B5EF4-FFF2-40B4-BE49-F238E27FC236}">
                      <a16:creationId xmlns:a16="http://schemas.microsoft.com/office/drawing/2014/main" id="{91500CE9-B763-070D-FFC6-37FCE420F676}"/>
                    </a:ext>
                  </a:extLst>
                </p:cNvPr>
                <p:cNvGrpSpPr/>
                <p:nvPr/>
              </p:nvGrpSpPr>
              <p:grpSpPr>
                <a:xfrm>
                  <a:off x="3318448" y="5198237"/>
                  <a:ext cx="2280053" cy="219456"/>
                  <a:chOff x="3318448" y="5198237"/>
                  <a:chExt cx="2280053" cy="219456"/>
                </a:xfrm>
                <a:grpFill/>
              </p:grpSpPr>
              <p:sp>
                <p:nvSpPr>
                  <p:cNvPr id="196" name="Freeform 988">
                    <a:extLst>
                      <a:ext uri="{FF2B5EF4-FFF2-40B4-BE49-F238E27FC236}">
                        <a16:creationId xmlns:a16="http://schemas.microsoft.com/office/drawing/2014/main" id="{09D2E51D-D3F1-E57B-3E22-8A1CA4462ACB}"/>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7" name="Freeform 988">
                    <a:extLst>
                      <a:ext uri="{FF2B5EF4-FFF2-40B4-BE49-F238E27FC236}">
                        <a16:creationId xmlns:a16="http://schemas.microsoft.com/office/drawing/2014/main" id="{058CD91D-BB88-A12A-4466-B2788583B70D}"/>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8" name="Freeform 988">
                    <a:extLst>
                      <a:ext uri="{FF2B5EF4-FFF2-40B4-BE49-F238E27FC236}">
                        <a16:creationId xmlns:a16="http://schemas.microsoft.com/office/drawing/2014/main" id="{97ED9B29-C990-0A57-2AD8-1CFC6FDABE4A}"/>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9" name="Freeform 988">
                    <a:extLst>
                      <a:ext uri="{FF2B5EF4-FFF2-40B4-BE49-F238E27FC236}">
                        <a16:creationId xmlns:a16="http://schemas.microsoft.com/office/drawing/2014/main" id="{DBF9021B-546F-1BE4-18A9-4A3D471E8489}"/>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0" name="Freeform 988">
                    <a:extLst>
                      <a:ext uri="{FF2B5EF4-FFF2-40B4-BE49-F238E27FC236}">
                        <a16:creationId xmlns:a16="http://schemas.microsoft.com/office/drawing/2014/main" id="{43F348E0-80B6-D35D-BB6D-498F7023F618}"/>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1" name="Freeform 988">
                    <a:extLst>
                      <a:ext uri="{FF2B5EF4-FFF2-40B4-BE49-F238E27FC236}">
                        <a16:creationId xmlns:a16="http://schemas.microsoft.com/office/drawing/2014/main" id="{379294C8-8FDB-D2F2-75F7-97FAD5C10672}"/>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2" name="Freeform 988">
                    <a:extLst>
                      <a:ext uri="{FF2B5EF4-FFF2-40B4-BE49-F238E27FC236}">
                        <a16:creationId xmlns:a16="http://schemas.microsoft.com/office/drawing/2014/main" id="{6A0C840F-F4E9-4E29-E920-29A13AD232AA}"/>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3" name="Freeform 988">
                    <a:extLst>
                      <a:ext uri="{FF2B5EF4-FFF2-40B4-BE49-F238E27FC236}">
                        <a16:creationId xmlns:a16="http://schemas.microsoft.com/office/drawing/2014/main" id="{5D89613D-08EC-FC15-732F-EC02E847DE03}"/>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04" name="Freeform 988">
                    <a:extLst>
                      <a:ext uri="{FF2B5EF4-FFF2-40B4-BE49-F238E27FC236}">
                        <a16:creationId xmlns:a16="http://schemas.microsoft.com/office/drawing/2014/main" id="{24CAAD62-77E2-4619-CAD6-60A4B964F345}"/>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186" name="Group 185">
                  <a:extLst>
                    <a:ext uri="{FF2B5EF4-FFF2-40B4-BE49-F238E27FC236}">
                      <a16:creationId xmlns:a16="http://schemas.microsoft.com/office/drawing/2014/main" id="{89926D9F-9606-7249-395A-DADF446118F1}"/>
                    </a:ext>
                  </a:extLst>
                </p:cNvPr>
                <p:cNvGrpSpPr/>
                <p:nvPr/>
              </p:nvGrpSpPr>
              <p:grpSpPr>
                <a:xfrm>
                  <a:off x="3318448" y="5452270"/>
                  <a:ext cx="2280053" cy="219456"/>
                  <a:chOff x="3318448" y="5198237"/>
                  <a:chExt cx="2280053" cy="219456"/>
                </a:xfrm>
                <a:grpFill/>
              </p:grpSpPr>
              <p:sp>
                <p:nvSpPr>
                  <p:cNvPr id="187" name="Freeform 988">
                    <a:extLst>
                      <a:ext uri="{FF2B5EF4-FFF2-40B4-BE49-F238E27FC236}">
                        <a16:creationId xmlns:a16="http://schemas.microsoft.com/office/drawing/2014/main" id="{B71655A2-24FD-7E74-D94F-3DEF450641E6}"/>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88" name="Freeform 988">
                    <a:extLst>
                      <a:ext uri="{FF2B5EF4-FFF2-40B4-BE49-F238E27FC236}">
                        <a16:creationId xmlns:a16="http://schemas.microsoft.com/office/drawing/2014/main" id="{210F04BF-53EB-65AA-982C-8C0857CF255F}"/>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89" name="Freeform 988">
                    <a:extLst>
                      <a:ext uri="{FF2B5EF4-FFF2-40B4-BE49-F238E27FC236}">
                        <a16:creationId xmlns:a16="http://schemas.microsoft.com/office/drawing/2014/main" id="{14EB27BD-73ED-FA07-3A16-E0A50CA7886D}"/>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0" name="Freeform 988">
                    <a:extLst>
                      <a:ext uri="{FF2B5EF4-FFF2-40B4-BE49-F238E27FC236}">
                        <a16:creationId xmlns:a16="http://schemas.microsoft.com/office/drawing/2014/main" id="{5EA3504E-AAB6-0CD7-B839-00C8E8D19EEC}"/>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1" name="Freeform 988">
                    <a:extLst>
                      <a:ext uri="{FF2B5EF4-FFF2-40B4-BE49-F238E27FC236}">
                        <a16:creationId xmlns:a16="http://schemas.microsoft.com/office/drawing/2014/main" id="{84A8DFE7-4197-DF6F-33D7-24268041A01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2" name="Freeform 988">
                    <a:extLst>
                      <a:ext uri="{FF2B5EF4-FFF2-40B4-BE49-F238E27FC236}">
                        <a16:creationId xmlns:a16="http://schemas.microsoft.com/office/drawing/2014/main" id="{824724BC-4C4E-DCC0-F7DF-2E94183FB92F}"/>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3" name="Freeform 988">
                    <a:extLst>
                      <a:ext uri="{FF2B5EF4-FFF2-40B4-BE49-F238E27FC236}">
                        <a16:creationId xmlns:a16="http://schemas.microsoft.com/office/drawing/2014/main" id="{0FD0FC8E-206C-BBB8-15E8-051DF50252C5}"/>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4" name="Freeform 988">
                    <a:extLst>
                      <a:ext uri="{FF2B5EF4-FFF2-40B4-BE49-F238E27FC236}">
                        <a16:creationId xmlns:a16="http://schemas.microsoft.com/office/drawing/2014/main" id="{EC09B01C-6814-DD10-0FB1-504A0D5D5160}"/>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95" name="Freeform 988">
                    <a:extLst>
                      <a:ext uri="{FF2B5EF4-FFF2-40B4-BE49-F238E27FC236}">
                        <a16:creationId xmlns:a16="http://schemas.microsoft.com/office/drawing/2014/main" id="{89F725F3-CE26-F1D1-68C8-FC39D0F0D70A}"/>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grpSp>
        <p:grpSp>
          <p:nvGrpSpPr>
            <p:cNvPr id="162" name="Group 161">
              <a:extLst>
                <a:ext uri="{FF2B5EF4-FFF2-40B4-BE49-F238E27FC236}">
                  <a16:creationId xmlns:a16="http://schemas.microsoft.com/office/drawing/2014/main" id="{71C89044-57DA-9B27-DF4B-15E925F3A5A6}"/>
                </a:ext>
              </a:extLst>
            </p:cNvPr>
            <p:cNvGrpSpPr/>
            <p:nvPr/>
          </p:nvGrpSpPr>
          <p:grpSpPr>
            <a:xfrm>
              <a:off x="3318448" y="6207711"/>
              <a:ext cx="2280053" cy="473489"/>
              <a:chOff x="3318448" y="5198237"/>
              <a:chExt cx="2280053" cy="473489"/>
            </a:xfrm>
            <a:grpFill/>
          </p:grpSpPr>
          <p:grpSp>
            <p:nvGrpSpPr>
              <p:cNvPr id="163" name="Group 162">
                <a:extLst>
                  <a:ext uri="{FF2B5EF4-FFF2-40B4-BE49-F238E27FC236}">
                    <a16:creationId xmlns:a16="http://schemas.microsoft.com/office/drawing/2014/main" id="{AEDADD51-E1CD-098D-0DD8-EE743F8E9441}"/>
                  </a:ext>
                </a:extLst>
              </p:cNvPr>
              <p:cNvGrpSpPr/>
              <p:nvPr/>
            </p:nvGrpSpPr>
            <p:grpSpPr>
              <a:xfrm>
                <a:off x="3318448" y="5198237"/>
                <a:ext cx="2280053" cy="219456"/>
                <a:chOff x="3318448" y="5198237"/>
                <a:chExt cx="2280053" cy="219456"/>
              </a:xfrm>
              <a:grpFill/>
            </p:grpSpPr>
            <p:sp>
              <p:nvSpPr>
                <p:cNvPr id="174" name="Freeform 988">
                  <a:extLst>
                    <a:ext uri="{FF2B5EF4-FFF2-40B4-BE49-F238E27FC236}">
                      <a16:creationId xmlns:a16="http://schemas.microsoft.com/office/drawing/2014/main" id="{29D42A09-82E1-CBFB-BA41-F37DC6B35C45}"/>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5" name="Freeform 988">
                  <a:extLst>
                    <a:ext uri="{FF2B5EF4-FFF2-40B4-BE49-F238E27FC236}">
                      <a16:creationId xmlns:a16="http://schemas.microsoft.com/office/drawing/2014/main" id="{65F43425-E5AF-0FB9-A95E-5AC80CBC16C4}"/>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6" name="Freeform 988">
                  <a:extLst>
                    <a:ext uri="{FF2B5EF4-FFF2-40B4-BE49-F238E27FC236}">
                      <a16:creationId xmlns:a16="http://schemas.microsoft.com/office/drawing/2014/main" id="{24EBD0F4-0DD7-962C-0745-4E039C94B689}"/>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7" name="Freeform 988">
                  <a:extLst>
                    <a:ext uri="{FF2B5EF4-FFF2-40B4-BE49-F238E27FC236}">
                      <a16:creationId xmlns:a16="http://schemas.microsoft.com/office/drawing/2014/main" id="{ACD3CD8C-8F52-A17A-19C2-514409B2D2C2}"/>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8" name="Freeform 988">
                  <a:extLst>
                    <a:ext uri="{FF2B5EF4-FFF2-40B4-BE49-F238E27FC236}">
                      <a16:creationId xmlns:a16="http://schemas.microsoft.com/office/drawing/2014/main" id="{07009E9E-C25A-E381-4C94-8B23F8F8A2F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9" name="Freeform 988">
                  <a:extLst>
                    <a:ext uri="{FF2B5EF4-FFF2-40B4-BE49-F238E27FC236}">
                      <a16:creationId xmlns:a16="http://schemas.microsoft.com/office/drawing/2014/main" id="{636FF08A-CB88-BA03-BB2F-0FA3881F0B3A}"/>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80" name="Freeform 988">
                  <a:extLst>
                    <a:ext uri="{FF2B5EF4-FFF2-40B4-BE49-F238E27FC236}">
                      <a16:creationId xmlns:a16="http://schemas.microsoft.com/office/drawing/2014/main" id="{8E71C9AE-F579-3603-68AA-BC60D089DE82}"/>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81" name="Freeform 988">
                  <a:extLst>
                    <a:ext uri="{FF2B5EF4-FFF2-40B4-BE49-F238E27FC236}">
                      <a16:creationId xmlns:a16="http://schemas.microsoft.com/office/drawing/2014/main" id="{33C5FD37-29E5-B594-7F7D-7FEA88817941}"/>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82" name="Freeform 988">
                  <a:extLst>
                    <a:ext uri="{FF2B5EF4-FFF2-40B4-BE49-F238E27FC236}">
                      <a16:creationId xmlns:a16="http://schemas.microsoft.com/office/drawing/2014/main" id="{7134E9E9-6E97-8B8E-3C8D-A84813F43C0F}"/>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164" name="Group 163">
                <a:extLst>
                  <a:ext uri="{FF2B5EF4-FFF2-40B4-BE49-F238E27FC236}">
                    <a16:creationId xmlns:a16="http://schemas.microsoft.com/office/drawing/2014/main" id="{2F59DF4E-C23D-4DF7-FDB6-F279B58AB2E8}"/>
                  </a:ext>
                </a:extLst>
              </p:cNvPr>
              <p:cNvGrpSpPr/>
              <p:nvPr/>
            </p:nvGrpSpPr>
            <p:grpSpPr>
              <a:xfrm>
                <a:off x="3318448" y="5452270"/>
                <a:ext cx="2280053" cy="219456"/>
                <a:chOff x="3318448" y="5198237"/>
                <a:chExt cx="2280053" cy="219456"/>
              </a:xfrm>
              <a:grpFill/>
            </p:grpSpPr>
            <p:sp>
              <p:nvSpPr>
                <p:cNvPr id="165" name="Freeform 988">
                  <a:extLst>
                    <a:ext uri="{FF2B5EF4-FFF2-40B4-BE49-F238E27FC236}">
                      <a16:creationId xmlns:a16="http://schemas.microsoft.com/office/drawing/2014/main" id="{0B708056-07DD-9F9D-A3C4-A41DB4BA8FDE}"/>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66" name="Freeform 988">
                  <a:extLst>
                    <a:ext uri="{FF2B5EF4-FFF2-40B4-BE49-F238E27FC236}">
                      <a16:creationId xmlns:a16="http://schemas.microsoft.com/office/drawing/2014/main" id="{727954D6-A237-251B-E9C6-91456736E38C}"/>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67" name="Freeform 988">
                  <a:extLst>
                    <a:ext uri="{FF2B5EF4-FFF2-40B4-BE49-F238E27FC236}">
                      <a16:creationId xmlns:a16="http://schemas.microsoft.com/office/drawing/2014/main" id="{9DE83118-F8AE-A13C-FFB4-9D4F3A8B7EE4}"/>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68" name="Freeform 988">
                  <a:extLst>
                    <a:ext uri="{FF2B5EF4-FFF2-40B4-BE49-F238E27FC236}">
                      <a16:creationId xmlns:a16="http://schemas.microsoft.com/office/drawing/2014/main" id="{52E4FDB1-94B0-3A3B-FBC6-A314A2AC688E}"/>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69" name="Freeform 988">
                  <a:extLst>
                    <a:ext uri="{FF2B5EF4-FFF2-40B4-BE49-F238E27FC236}">
                      <a16:creationId xmlns:a16="http://schemas.microsoft.com/office/drawing/2014/main" id="{A85A72BE-D00D-6E53-5DA1-EC918A490E7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0" name="Freeform 988">
                  <a:extLst>
                    <a:ext uri="{FF2B5EF4-FFF2-40B4-BE49-F238E27FC236}">
                      <a16:creationId xmlns:a16="http://schemas.microsoft.com/office/drawing/2014/main" id="{B24B8796-0AFC-9160-6523-7961666D849E}"/>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1" name="Freeform 988">
                  <a:extLst>
                    <a:ext uri="{FF2B5EF4-FFF2-40B4-BE49-F238E27FC236}">
                      <a16:creationId xmlns:a16="http://schemas.microsoft.com/office/drawing/2014/main" id="{6B45CC3E-95F2-A25A-539E-6B14FEAAFF6A}"/>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2" name="Freeform 988">
                  <a:extLst>
                    <a:ext uri="{FF2B5EF4-FFF2-40B4-BE49-F238E27FC236}">
                      <a16:creationId xmlns:a16="http://schemas.microsoft.com/office/drawing/2014/main" id="{2195A017-FFD1-06F1-A226-EC4AAB642026}"/>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173" name="Freeform 988">
                  <a:extLst>
                    <a:ext uri="{FF2B5EF4-FFF2-40B4-BE49-F238E27FC236}">
                      <a16:creationId xmlns:a16="http://schemas.microsoft.com/office/drawing/2014/main" id="{18C4D4DD-38D5-CA9F-5CDD-7BEE8411246C}"/>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grpSp>
      <p:grpSp>
        <p:nvGrpSpPr>
          <p:cNvPr id="225" name="Group 224">
            <a:extLst>
              <a:ext uri="{FF2B5EF4-FFF2-40B4-BE49-F238E27FC236}">
                <a16:creationId xmlns:a16="http://schemas.microsoft.com/office/drawing/2014/main" id="{3F89F25C-44FD-1F1E-9462-D464768A2CFF}"/>
              </a:ext>
            </a:extLst>
          </p:cNvPr>
          <p:cNvGrpSpPr/>
          <p:nvPr/>
        </p:nvGrpSpPr>
        <p:grpSpPr>
          <a:xfrm>
            <a:off x="4821798" y="3443179"/>
            <a:ext cx="2071639" cy="1363021"/>
            <a:chOff x="3323076" y="3668839"/>
            <a:chExt cx="2264695" cy="1490041"/>
          </a:xfrm>
          <a:solidFill>
            <a:srgbClr val="53565A">
              <a:lumMod val="20000"/>
              <a:lumOff val="80000"/>
            </a:srgbClr>
          </a:solidFill>
        </p:grpSpPr>
        <p:grpSp>
          <p:nvGrpSpPr>
            <p:cNvPr id="226" name="Group 225">
              <a:extLst>
                <a:ext uri="{FF2B5EF4-FFF2-40B4-BE49-F238E27FC236}">
                  <a16:creationId xmlns:a16="http://schemas.microsoft.com/office/drawing/2014/main" id="{CB94EAC9-ACE7-2FEA-A2A8-9E239EB800AC}"/>
                </a:ext>
              </a:extLst>
            </p:cNvPr>
            <p:cNvGrpSpPr/>
            <p:nvPr/>
          </p:nvGrpSpPr>
          <p:grpSpPr>
            <a:xfrm>
              <a:off x="3323076" y="3668839"/>
              <a:ext cx="2264695" cy="219456"/>
              <a:chOff x="3323076" y="3668839"/>
              <a:chExt cx="2264695" cy="219456"/>
            </a:xfrm>
            <a:grpFill/>
          </p:grpSpPr>
          <p:sp>
            <p:nvSpPr>
              <p:cNvPr id="277" name="Freeform 974">
                <a:extLst>
                  <a:ext uri="{FF2B5EF4-FFF2-40B4-BE49-F238E27FC236}">
                    <a16:creationId xmlns:a16="http://schemas.microsoft.com/office/drawing/2014/main" id="{FF483176-EA5F-F02E-FFAD-0D804D434A63}"/>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8" name="Freeform 974">
                <a:extLst>
                  <a:ext uri="{FF2B5EF4-FFF2-40B4-BE49-F238E27FC236}">
                    <a16:creationId xmlns:a16="http://schemas.microsoft.com/office/drawing/2014/main" id="{07066017-6C97-5868-49B2-DE7D4C9B3820}"/>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9" name="Freeform 974">
                <a:extLst>
                  <a:ext uri="{FF2B5EF4-FFF2-40B4-BE49-F238E27FC236}">
                    <a16:creationId xmlns:a16="http://schemas.microsoft.com/office/drawing/2014/main" id="{64BBE81F-4605-1B0D-125F-7144F2D62BF7}"/>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0" name="Freeform 974">
                <a:extLst>
                  <a:ext uri="{FF2B5EF4-FFF2-40B4-BE49-F238E27FC236}">
                    <a16:creationId xmlns:a16="http://schemas.microsoft.com/office/drawing/2014/main" id="{EA463926-A923-A507-666E-256BC557C6C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1" name="Freeform 974">
                <a:extLst>
                  <a:ext uri="{FF2B5EF4-FFF2-40B4-BE49-F238E27FC236}">
                    <a16:creationId xmlns:a16="http://schemas.microsoft.com/office/drawing/2014/main" id="{74BA0271-527A-0C1C-D27A-2102758C9956}"/>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2" name="Freeform 974">
                <a:extLst>
                  <a:ext uri="{FF2B5EF4-FFF2-40B4-BE49-F238E27FC236}">
                    <a16:creationId xmlns:a16="http://schemas.microsoft.com/office/drawing/2014/main" id="{8EDB9705-01F6-1955-CB00-D35701D4E69A}"/>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3" name="Freeform 974">
                <a:extLst>
                  <a:ext uri="{FF2B5EF4-FFF2-40B4-BE49-F238E27FC236}">
                    <a16:creationId xmlns:a16="http://schemas.microsoft.com/office/drawing/2014/main" id="{C77FB162-2A2B-6330-49B9-0C05CB7599F4}"/>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4" name="Freeform 974">
                <a:extLst>
                  <a:ext uri="{FF2B5EF4-FFF2-40B4-BE49-F238E27FC236}">
                    <a16:creationId xmlns:a16="http://schemas.microsoft.com/office/drawing/2014/main" id="{46D3C303-097B-3A2B-A4CB-49F49C3C7EF0}"/>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85" name="Freeform 974">
                <a:extLst>
                  <a:ext uri="{FF2B5EF4-FFF2-40B4-BE49-F238E27FC236}">
                    <a16:creationId xmlns:a16="http://schemas.microsoft.com/office/drawing/2014/main" id="{29FC7555-FB03-EDC2-E871-4BBB64017F1E}"/>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27" name="Group 226">
              <a:extLst>
                <a:ext uri="{FF2B5EF4-FFF2-40B4-BE49-F238E27FC236}">
                  <a16:creationId xmlns:a16="http://schemas.microsoft.com/office/drawing/2014/main" id="{85181AC9-4975-514A-8220-224006A0581A}"/>
                </a:ext>
              </a:extLst>
            </p:cNvPr>
            <p:cNvGrpSpPr/>
            <p:nvPr/>
          </p:nvGrpSpPr>
          <p:grpSpPr>
            <a:xfrm>
              <a:off x="3323076" y="3925557"/>
              <a:ext cx="2264695" cy="219456"/>
              <a:chOff x="3323076" y="3668839"/>
              <a:chExt cx="2264695" cy="219456"/>
            </a:xfrm>
            <a:grpFill/>
          </p:grpSpPr>
          <p:sp>
            <p:nvSpPr>
              <p:cNvPr id="268" name="Freeform 974">
                <a:extLst>
                  <a:ext uri="{FF2B5EF4-FFF2-40B4-BE49-F238E27FC236}">
                    <a16:creationId xmlns:a16="http://schemas.microsoft.com/office/drawing/2014/main" id="{122CF2DE-F743-E996-0B39-D431B7172146}"/>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9" name="Freeform 974">
                <a:extLst>
                  <a:ext uri="{FF2B5EF4-FFF2-40B4-BE49-F238E27FC236}">
                    <a16:creationId xmlns:a16="http://schemas.microsoft.com/office/drawing/2014/main" id="{C43312A2-D050-0E33-E129-169CD500F01C}"/>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0" name="Freeform 974">
                <a:extLst>
                  <a:ext uri="{FF2B5EF4-FFF2-40B4-BE49-F238E27FC236}">
                    <a16:creationId xmlns:a16="http://schemas.microsoft.com/office/drawing/2014/main" id="{D965F40B-9EB8-8C0F-3F0B-CD1FE589A1B0}"/>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1" name="Freeform 974">
                <a:extLst>
                  <a:ext uri="{FF2B5EF4-FFF2-40B4-BE49-F238E27FC236}">
                    <a16:creationId xmlns:a16="http://schemas.microsoft.com/office/drawing/2014/main" id="{37C3FDEE-8849-E2A6-6827-D2127A61606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2" name="Freeform 974">
                <a:extLst>
                  <a:ext uri="{FF2B5EF4-FFF2-40B4-BE49-F238E27FC236}">
                    <a16:creationId xmlns:a16="http://schemas.microsoft.com/office/drawing/2014/main" id="{5651C87B-042E-1B0A-D3C3-E062AE6BCEB8}"/>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3" name="Freeform 974">
                <a:extLst>
                  <a:ext uri="{FF2B5EF4-FFF2-40B4-BE49-F238E27FC236}">
                    <a16:creationId xmlns:a16="http://schemas.microsoft.com/office/drawing/2014/main" id="{8FD78EA3-0AC2-8026-4155-22C1C4D1BDA5}"/>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4" name="Freeform 974">
                <a:extLst>
                  <a:ext uri="{FF2B5EF4-FFF2-40B4-BE49-F238E27FC236}">
                    <a16:creationId xmlns:a16="http://schemas.microsoft.com/office/drawing/2014/main" id="{03B181AA-A7E4-2823-7E6E-4E373CA6BA59}"/>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5" name="Freeform 974">
                <a:extLst>
                  <a:ext uri="{FF2B5EF4-FFF2-40B4-BE49-F238E27FC236}">
                    <a16:creationId xmlns:a16="http://schemas.microsoft.com/office/drawing/2014/main" id="{71231B5C-EA59-3815-490D-B96D66325431}"/>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76" name="Freeform 974">
                <a:extLst>
                  <a:ext uri="{FF2B5EF4-FFF2-40B4-BE49-F238E27FC236}">
                    <a16:creationId xmlns:a16="http://schemas.microsoft.com/office/drawing/2014/main" id="{0CCABABF-AB54-FF24-B1A8-A7D5531F74ED}"/>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28" name="Group 227">
              <a:extLst>
                <a:ext uri="{FF2B5EF4-FFF2-40B4-BE49-F238E27FC236}">
                  <a16:creationId xmlns:a16="http://schemas.microsoft.com/office/drawing/2014/main" id="{A33F7830-BAE7-E372-33B1-81F99E6A0DBE}"/>
                </a:ext>
              </a:extLst>
            </p:cNvPr>
            <p:cNvGrpSpPr/>
            <p:nvPr/>
          </p:nvGrpSpPr>
          <p:grpSpPr>
            <a:xfrm>
              <a:off x="3323076" y="4178502"/>
              <a:ext cx="2264695" cy="219456"/>
              <a:chOff x="3323076" y="3668839"/>
              <a:chExt cx="2264695" cy="219456"/>
            </a:xfrm>
            <a:grpFill/>
          </p:grpSpPr>
          <p:sp>
            <p:nvSpPr>
              <p:cNvPr id="259" name="Freeform 974">
                <a:extLst>
                  <a:ext uri="{FF2B5EF4-FFF2-40B4-BE49-F238E27FC236}">
                    <a16:creationId xmlns:a16="http://schemas.microsoft.com/office/drawing/2014/main" id="{00942ECE-CF3F-BDE4-F218-0E7C828F2AE9}"/>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0" name="Freeform 974">
                <a:extLst>
                  <a:ext uri="{FF2B5EF4-FFF2-40B4-BE49-F238E27FC236}">
                    <a16:creationId xmlns:a16="http://schemas.microsoft.com/office/drawing/2014/main" id="{DB8D9307-7BF7-15F7-3A4C-0EDC0E1D7565}"/>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1" name="Freeform 974">
                <a:extLst>
                  <a:ext uri="{FF2B5EF4-FFF2-40B4-BE49-F238E27FC236}">
                    <a16:creationId xmlns:a16="http://schemas.microsoft.com/office/drawing/2014/main" id="{6798F375-06AC-52FB-6C47-51AEA557CA3B}"/>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2" name="Freeform 974">
                <a:extLst>
                  <a:ext uri="{FF2B5EF4-FFF2-40B4-BE49-F238E27FC236}">
                    <a16:creationId xmlns:a16="http://schemas.microsoft.com/office/drawing/2014/main" id="{3AC7DF2D-8479-F5DD-5364-FF2F62DFC234}"/>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3" name="Freeform 974">
                <a:extLst>
                  <a:ext uri="{FF2B5EF4-FFF2-40B4-BE49-F238E27FC236}">
                    <a16:creationId xmlns:a16="http://schemas.microsoft.com/office/drawing/2014/main" id="{8AF13673-D60E-466F-2313-E6A3B04C5D6E}"/>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4" name="Freeform 974">
                <a:extLst>
                  <a:ext uri="{FF2B5EF4-FFF2-40B4-BE49-F238E27FC236}">
                    <a16:creationId xmlns:a16="http://schemas.microsoft.com/office/drawing/2014/main" id="{EDC3EE34-3D76-4ACB-69C8-B96FA06FC9E9}"/>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5" name="Freeform 974">
                <a:extLst>
                  <a:ext uri="{FF2B5EF4-FFF2-40B4-BE49-F238E27FC236}">
                    <a16:creationId xmlns:a16="http://schemas.microsoft.com/office/drawing/2014/main" id="{781E77E9-0B5F-FEDC-65EF-57E18D80CDA3}"/>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6" name="Freeform 974">
                <a:extLst>
                  <a:ext uri="{FF2B5EF4-FFF2-40B4-BE49-F238E27FC236}">
                    <a16:creationId xmlns:a16="http://schemas.microsoft.com/office/drawing/2014/main" id="{4509C2B0-711F-A0E1-0F2F-FCF6E99D1213}"/>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67" name="Freeform 974">
                <a:extLst>
                  <a:ext uri="{FF2B5EF4-FFF2-40B4-BE49-F238E27FC236}">
                    <a16:creationId xmlns:a16="http://schemas.microsoft.com/office/drawing/2014/main" id="{73BBA539-74D4-080D-FB28-7B229C665535}"/>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29" name="Group 228">
              <a:extLst>
                <a:ext uri="{FF2B5EF4-FFF2-40B4-BE49-F238E27FC236}">
                  <a16:creationId xmlns:a16="http://schemas.microsoft.com/office/drawing/2014/main" id="{9E101575-1C10-0967-420F-76440CB21D5A}"/>
                </a:ext>
              </a:extLst>
            </p:cNvPr>
            <p:cNvGrpSpPr/>
            <p:nvPr/>
          </p:nvGrpSpPr>
          <p:grpSpPr>
            <a:xfrm>
              <a:off x="3323076" y="4435220"/>
              <a:ext cx="2264695" cy="219456"/>
              <a:chOff x="3323076" y="3668839"/>
              <a:chExt cx="2264695" cy="219456"/>
            </a:xfrm>
            <a:grpFill/>
          </p:grpSpPr>
          <p:sp>
            <p:nvSpPr>
              <p:cNvPr id="250" name="Freeform 974">
                <a:extLst>
                  <a:ext uri="{FF2B5EF4-FFF2-40B4-BE49-F238E27FC236}">
                    <a16:creationId xmlns:a16="http://schemas.microsoft.com/office/drawing/2014/main" id="{A7CFE827-1375-92B3-96E2-19645159AFAA}"/>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1" name="Freeform 974">
                <a:extLst>
                  <a:ext uri="{FF2B5EF4-FFF2-40B4-BE49-F238E27FC236}">
                    <a16:creationId xmlns:a16="http://schemas.microsoft.com/office/drawing/2014/main" id="{0A622A40-8A07-8215-8426-DE8DB889B0DB}"/>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2" name="Freeform 974">
                <a:extLst>
                  <a:ext uri="{FF2B5EF4-FFF2-40B4-BE49-F238E27FC236}">
                    <a16:creationId xmlns:a16="http://schemas.microsoft.com/office/drawing/2014/main" id="{5EA5551C-CF80-C529-96A2-09CDE5C60848}"/>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3" name="Freeform 974">
                <a:extLst>
                  <a:ext uri="{FF2B5EF4-FFF2-40B4-BE49-F238E27FC236}">
                    <a16:creationId xmlns:a16="http://schemas.microsoft.com/office/drawing/2014/main" id="{7A7A6A6C-8C7D-BFFB-C287-517CB408EBEF}"/>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4" name="Freeform 974">
                <a:extLst>
                  <a:ext uri="{FF2B5EF4-FFF2-40B4-BE49-F238E27FC236}">
                    <a16:creationId xmlns:a16="http://schemas.microsoft.com/office/drawing/2014/main" id="{49942845-C370-6928-4EC5-E72D22B42765}"/>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5" name="Freeform 974">
                <a:extLst>
                  <a:ext uri="{FF2B5EF4-FFF2-40B4-BE49-F238E27FC236}">
                    <a16:creationId xmlns:a16="http://schemas.microsoft.com/office/drawing/2014/main" id="{55CF86DF-14BF-3A52-3A74-0CBC155E7818}"/>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6" name="Freeform 974">
                <a:extLst>
                  <a:ext uri="{FF2B5EF4-FFF2-40B4-BE49-F238E27FC236}">
                    <a16:creationId xmlns:a16="http://schemas.microsoft.com/office/drawing/2014/main" id="{6DA8F53B-4E23-FCD9-0A7B-79EAC7201570}"/>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7" name="Freeform 974">
                <a:extLst>
                  <a:ext uri="{FF2B5EF4-FFF2-40B4-BE49-F238E27FC236}">
                    <a16:creationId xmlns:a16="http://schemas.microsoft.com/office/drawing/2014/main" id="{DE1C7FDB-738A-E8CB-0F04-5D4F70B50C32}"/>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58" name="Freeform 974">
                <a:extLst>
                  <a:ext uri="{FF2B5EF4-FFF2-40B4-BE49-F238E27FC236}">
                    <a16:creationId xmlns:a16="http://schemas.microsoft.com/office/drawing/2014/main" id="{2E3F567F-2258-58E2-6774-F2F8914D5FD5}"/>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30" name="Group 229">
              <a:extLst>
                <a:ext uri="{FF2B5EF4-FFF2-40B4-BE49-F238E27FC236}">
                  <a16:creationId xmlns:a16="http://schemas.microsoft.com/office/drawing/2014/main" id="{7A4650DB-AB66-A942-D7D9-E601A5D79BA5}"/>
                </a:ext>
              </a:extLst>
            </p:cNvPr>
            <p:cNvGrpSpPr/>
            <p:nvPr/>
          </p:nvGrpSpPr>
          <p:grpSpPr>
            <a:xfrm>
              <a:off x="3323076" y="4682706"/>
              <a:ext cx="2264695" cy="219456"/>
              <a:chOff x="3323076" y="3668839"/>
              <a:chExt cx="2264695" cy="219456"/>
            </a:xfrm>
            <a:grpFill/>
          </p:grpSpPr>
          <p:sp>
            <p:nvSpPr>
              <p:cNvPr id="241" name="Freeform 974">
                <a:extLst>
                  <a:ext uri="{FF2B5EF4-FFF2-40B4-BE49-F238E27FC236}">
                    <a16:creationId xmlns:a16="http://schemas.microsoft.com/office/drawing/2014/main" id="{F3238C70-2D22-67B0-A76F-4BE41439C2AF}"/>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2" name="Freeform 974">
                <a:extLst>
                  <a:ext uri="{FF2B5EF4-FFF2-40B4-BE49-F238E27FC236}">
                    <a16:creationId xmlns:a16="http://schemas.microsoft.com/office/drawing/2014/main" id="{BFB9EDE4-D6A3-954D-B101-7E6B6410C64D}"/>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3" name="Freeform 974">
                <a:extLst>
                  <a:ext uri="{FF2B5EF4-FFF2-40B4-BE49-F238E27FC236}">
                    <a16:creationId xmlns:a16="http://schemas.microsoft.com/office/drawing/2014/main" id="{C30A5D51-59C2-CC9D-397C-9D2A9E2E48A4}"/>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4" name="Freeform 974">
                <a:extLst>
                  <a:ext uri="{FF2B5EF4-FFF2-40B4-BE49-F238E27FC236}">
                    <a16:creationId xmlns:a16="http://schemas.microsoft.com/office/drawing/2014/main" id="{A3C3B4A4-9391-AF6C-B840-6D2A4A8167A3}"/>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5" name="Freeform 974">
                <a:extLst>
                  <a:ext uri="{FF2B5EF4-FFF2-40B4-BE49-F238E27FC236}">
                    <a16:creationId xmlns:a16="http://schemas.microsoft.com/office/drawing/2014/main" id="{418F955F-BABC-6296-958C-189EFA7C88BF}"/>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6" name="Freeform 974">
                <a:extLst>
                  <a:ext uri="{FF2B5EF4-FFF2-40B4-BE49-F238E27FC236}">
                    <a16:creationId xmlns:a16="http://schemas.microsoft.com/office/drawing/2014/main" id="{1F00EEE5-2746-23E9-D5A2-97F997E90FD2}"/>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7" name="Freeform 974">
                <a:extLst>
                  <a:ext uri="{FF2B5EF4-FFF2-40B4-BE49-F238E27FC236}">
                    <a16:creationId xmlns:a16="http://schemas.microsoft.com/office/drawing/2014/main" id="{5B2E2611-25CC-C79E-B0EC-50EFD27AAEE6}"/>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8" name="Freeform 974">
                <a:extLst>
                  <a:ext uri="{FF2B5EF4-FFF2-40B4-BE49-F238E27FC236}">
                    <a16:creationId xmlns:a16="http://schemas.microsoft.com/office/drawing/2014/main" id="{4875DF96-473D-2138-2C66-A32545A0B364}"/>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9" name="Freeform 974">
                <a:extLst>
                  <a:ext uri="{FF2B5EF4-FFF2-40B4-BE49-F238E27FC236}">
                    <a16:creationId xmlns:a16="http://schemas.microsoft.com/office/drawing/2014/main" id="{3C0341C8-8354-E704-C5CB-BFCEE4188B53}"/>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nvGrpSpPr>
            <p:cNvPr id="231" name="Group 230">
              <a:extLst>
                <a:ext uri="{FF2B5EF4-FFF2-40B4-BE49-F238E27FC236}">
                  <a16:creationId xmlns:a16="http://schemas.microsoft.com/office/drawing/2014/main" id="{D4F310A6-64F2-B525-8207-4A7B519EF116}"/>
                </a:ext>
              </a:extLst>
            </p:cNvPr>
            <p:cNvGrpSpPr/>
            <p:nvPr/>
          </p:nvGrpSpPr>
          <p:grpSpPr>
            <a:xfrm>
              <a:off x="3323076" y="4939424"/>
              <a:ext cx="2264695" cy="219456"/>
              <a:chOff x="3323076" y="3668839"/>
              <a:chExt cx="2264695" cy="219456"/>
            </a:xfrm>
            <a:grpFill/>
          </p:grpSpPr>
          <p:sp>
            <p:nvSpPr>
              <p:cNvPr id="232" name="Freeform 974">
                <a:extLst>
                  <a:ext uri="{FF2B5EF4-FFF2-40B4-BE49-F238E27FC236}">
                    <a16:creationId xmlns:a16="http://schemas.microsoft.com/office/drawing/2014/main" id="{F45FA6BD-CA71-4879-688B-A5DB812A955F}"/>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3" name="Freeform 974">
                <a:extLst>
                  <a:ext uri="{FF2B5EF4-FFF2-40B4-BE49-F238E27FC236}">
                    <a16:creationId xmlns:a16="http://schemas.microsoft.com/office/drawing/2014/main" id="{A880B846-AC58-D381-B919-D459C8034185}"/>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4" name="Freeform 974">
                <a:extLst>
                  <a:ext uri="{FF2B5EF4-FFF2-40B4-BE49-F238E27FC236}">
                    <a16:creationId xmlns:a16="http://schemas.microsoft.com/office/drawing/2014/main" id="{93B4E77F-BBA2-8159-835B-208B5C31ED78}"/>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5" name="Freeform 974">
                <a:extLst>
                  <a:ext uri="{FF2B5EF4-FFF2-40B4-BE49-F238E27FC236}">
                    <a16:creationId xmlns:a16="http://schemas.microsoft.com/office/drawing/2014/main" id="{B1CAB367-34F6-CD27-4889-6F005CAFC33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6" name="Freeform 974">
                <a:extLst>
                  <a:ext uri="{FF2B5EF4-FFF2-40B4-BE49-F238E27FC236}">
                    <a16:creationId xmlns:a16="http://schemas.microsoft.com/office/drawing/2014/main" id="{44D45F19-2272-D0BB-0FE6-4F69A3DFE9B6}"/>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7" name="Freeform 974">
                <a:extLst>
                  <a:ext uri="{FF2B5EF4-FFF2-40B4-BE49-F238E27FC236}">
                    <a16:creationId xmlns:a16="http://schemas.microsoft.com/office/drawing/2014/main" id="{2D03C25C-281F-A510-BCDE-8B75F51DD90F}"/>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8" name="Freeform 974">
                <a:extLst>
                  <a:ext uri="{FF2B5EF4-FFF2-40B4-BE49-F238E27FC236}">
                    <a16:creationId xmlns:a16="http://schemas.microsoft.com/office/drawing/2014/main" id="{B8A50CD0-4FD6-EDFB-3D27-C0D9C47F2677}"/>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39" name="Freeform 974">
                <a:extLst>
                  <a:ext uri="{FF2B5EF4-FFF2-40B4-BE49-F238E27FC236}">
                    <a16:creationId xmlns:a16="http://schemas.microsoft.com/office/drawing/2014/main" id="{E7355655-95DD-2549-EFDF-017877423EE8}"/>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240" name="Freeform 974">
                <a:extLst>
                  <a:ext uri="{FF2B5EF4-FFF2-40B4-BE49-F238E27FC236}">
                    <a16:creationId xmlns:a16="http://schemas.microsoft.com/office/drawing/2014/main" id="{57E2DA81-6894-C944-15F8-DE69C28083C0}"/>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a:ea typeface="+mn-ea"/>
                  <a:cs typeface="Calibri" panose="020F0502020204030204" pitchFamily="34" charset="0"/>
                </a:endParaRPr>
              </a:p>
            </p:txBody>
          </p:sp>
        </p:grpSp>
      </p:grpSp>
      <p:grpSp>
        <p:nvGrpSpPr>
          <p:cNvPr id="286" name="Group 285">
            <a:extLst>
              <a:ext uri="{FF2B5EF4-FFF2-40B4-BE49-F238E27FC236}">
                <a16:creationId xmlns:a16="http://schemas.microsoft.com/office/drawing/2014/main" id="{6F7D583E-6AD2-25F2-D12A-23B3DCDC9332}"/>
              </a:ext>
            </a:extLst>
          </p:cNvPr>
          <p:cNvGrpSpPr/>
          <p:nvPr/>
        </p:nvGrpSpPr>
        <p:grpSpPr>
          <a:xfrm>
            <a:off x="4820487" y="2044188"/>
            <a:ext cx="2069670" cy="1359234"/>
            <a:chOff x="3321642" y="2139475"/>
            <a:chExt cx="2262542" cy="1485900"/>
          </a:xfrm>
          <a:solidFill>
            <a:srgbClr val="9DD4CF"/>
          </a:solidFill>
        </p:grpSpPr>
        <p:grpSp>
          <p:nvGrpSpPr>
            <p:cNvPr id="287" name="Group 286">
              <a:extLst>
                <a:ext uri="{FF2B5EF4-FFF2-40B4-BE49-F238E27FC236}">
                  <a16:creationId xmlns:a16="http://schemas.microsoft.com/office/drawing/2014/main" id="{D0E5C489-E486-58AE-6B8C-204C74A19C59}"/>
                </a:ext>
              </a:extLst>
            </p:cNvPr>
            <p:cNvGrpSpPr/>
            <p:nvPr/>
          </p:nvGrpSpPr>
          <p:grpSpPr>
            <a:xfrm>
              <a:off x="3321642" y="2139475"/>
              <a:ext cx="2262542" cy="220890"/>
              <a:chOff x="3649188" y="1858074"/>
              <a:chExt cx="2262542" cy="220890"/>
            </a:xfrm>
            <a:grpFill/>
          </p:grpSpPr>
          <p:sp>
            <p:nvSpPr>
              <p:cNvPr id="338" name="Freeform 765">
                <a:extLst>
                  <a:ext uri="{FF2B5EF4-FFF2-40B4-BE49-F238E27FC236}">
                    <a16:creationId xmlns:a16="http://schemas.microsoft.com/office/drawing/2014/main" id="{CDCF94C7-31E9-C598-A77B-E4BADDD3C5B2}"/>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9" name="Freeform 765">
                <a:extLst>
                  <a:ext uri="{FF2B5EF4-FFF2-40B4-BE49-F238E27FC236}">
                    <a16:creationId xmlns:a16="http://schemas.microsoft.com/office/drawing/2014/main" id="{A705E5EB-A0E1-5365-53B3-A17740E4FBCC}"/>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0" name="Freeform 765">
                <a:extLst>
                  <a:ext uri="{FF2B5EF4-FFF2-40B4-BE49-F238E27FC236}">
                    <a16:creationId xmlns:a16="http://schemas.microsoft.com/office/drawing/2014/main" id="{83C84EE8-72EF-9B53-0364-5A8F0E89D18A}"/>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1" name="Freeform 765">
                <a:extLst>
                  <a:ext uri="{FF2B5EF4-FFF2-40B4-BE49-F238E27FC236}">
                    <a16:creationId xmlns:a16="http://schemas.microsoft.com/office/drawing/2014/main" id="{94171D3B-9838-5C84-D36C-0F4CB267D240}"/>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2" name="Freeform 765">
                <a:extLst>
                  <a:ext uri="{FF2B5EF4-FFF2-40B4-BE49-F238E27FC236}">
                    <a16:creationId xmlns:a16="http://schemas.microsoft.com/office/drawing/2014/main" id="{775154AB-FCC9-B062-5D3F-1697BB997301}"/>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3" name="Freeform 765">
                <a:extLst>
                  <a:ext uri="{FF2B5EF4-FFF2-40B4-BE49-F238E27FC236}">
                    <a16:creationId xmlns:a16="http://schemas.microsoft.com/office/drawing/2014/main" id="{0D15BAB6-ABFD-0055-A22E-C956B2DEDA96}"/>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4" name="Freeform 765">
                <a:extLst>
                  <a:ext uri="{FF2B5EF4-FFF2-40B4-BE49-F238E27FC236}">
                    <a16:creationId xmlns:a16="http://schemas.microsoft.com/office/drawing/2014/main" id="{707BD4CB-16B3-CDBF-2A33-33F75DEDBD54}"/>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5" name="Freeform 765">
                <a:extLst>
                  <a:ext uri="{FF2B5EF4-FFF2-40B4-BE49-F238E27FC236}">
                    <a16:creationId xmlns:a16="http://schemas.microsoft.com/office/drawing/2014/main" id="{409581FC-8F25-9AB4-0AC4-931179CB8F52}"/>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46" name="Freeform 765">
                <a:extLst>
                  <a:ext uri="{FF2B5EF4-FFF2-40B4-BE49-F238E27FC236}">
                    <a16:creationId xmlns:a16="http://schemas.microsoft.com/office/drawing/2014/main" id="{4B92D82F-DE48-E3A5-6625-C8C98530C9F3}"/>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nvGrpSpPr>
            <p:cNvPr id="288" name="Group 287">
              <a:extLst>
                <a:ext uri="{FF2B5EF4-FFF2-40B4-BE49-F238E27FC236}">
                  <a16:creationId xmlns:a16="http://schemas.microsoft.com/office/drawing/2014/main" id="{30679546-96F9-6B22-D965-5B78F7AFCECD}"/>
                </a:ext>
              </a:extLst>
            </p:cNvPr>
            <p:cNvGrpSpPr/>
            <p:nvPr/>
          </p:nvGrpSpPr>
          <p:grpSpPr>
            <a:xfrm>
              <a:off x="3321642" y="2386706"/>
              <a:ext cx="2262542" cy="220890"/>
              <a:chOff x="3649188" y="1858074"/>
              <a:chExt cx="2262542" cy="220890"/>
            </a:xfrm>
            <a:grpFill/>
          </p:grpSpPr>
          <p:sp>
            <p:nvSpPr>
              <p:cNvPr id="329" name="Freeform 765">
                <a:extLst>
                  <a:ext uri="{FF2B5EF4-FFF2-40B4-BE49-F238E27FC236}">
                    <a16:creationId xmlns:a16="http://schemas.microsoft.com/office/drawing/2014/main" id="{2995A417-3A68-C7E5-5435-3D3BE10D112D}"/>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0" name="Freeform 765">
                <a:extLst>
                  <a:ext uri="{FF2B5EF4-FFF2-40B4-BE49-F238E27FC236}">
                    <a16:creationId xmlns:a16="http://schemas.microsoft.com/office/drawing/2014/main" id="{43DFFFD3-7BF0-E231-DE64-81AB3177CB08}"/>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1" name="Freeform 765">
                <a:extLst>
                  <a:ext uri="{FF2B5EF4-FFF2-40B4-BE49-F238E27FC236}">
                    <a16:creationId xmlns:a16="http://schemas.microsoft.com/office/drawing/2014/main" id="{17E6095E-478E-A458-991F-80B287E416FD}"/>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2" name="Freeform 765">
                <a:extLst>
                  <a:ext uri="{FF2B5EF4-FFF2-40B4-BE49-F238E27FC236}">
                    <a16:creationId xmlns:a16="http://schemas.microsoft.com/office/drawing/2014/main" id="{91E8B497-1EEB-43C0-A20B-8D1C373BD7FB}"/>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3" name="Freeform 765">
                <a:extLst>
                  <a:ext uri="{FF2B5EF4-FFF2-40B4-BE49-F238E27FC236}">
                    <a16:creationId xmlns:a16="http://schemas.microsoft.com/office/drawing/2014/main" id="{FE9C79E4-7E93-363F-AFD6-5F49FF4BE1E6}"/>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4" name="Freeform 765">
                <a:extLst>
                  <a:ext uri="{FF2B5EF4-FFF2-40B4-BE49-F238E27FC236}">
                    <a16:creationId xmlns:a16="http://schemas.microsoft.com/office/drawing/2014/main" id="{595F6293-ED7A-A94B-4AE9-C18790064534}"/>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5" name="Freeform 765">
                <a:extLst>
                  <a:ext uri="{FF2B5EF4-FFF2-40B4-BE49-F238E27FC236}">
                    <a16:creationId xmlns:a16="http://schemas.microsoft.com/office/drawing/2014/main" id="{DB73BAB5-4082-CC01-9BE7-752D0FBD9A58}"/>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6" name="Freeform 765">
                <a:extLst>
                  <a:ext uri="{FF2B5EF4-FFF2-40B4-BE49-F238E27FC236}">
                    <a16:creationId xmlns:a16="http://schemas.microsoft.com/office/drawing/2014/main" id="{4D9FD996-7F78-1791-ABF9-E4BB248C2FB3}"/>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37" name="Freeform 765">
                <a:extLst>
                  <a:ext uri="{FF2B5EF4-FFF2-40B4-BE49-F238E27FC236}">
                    <a16:creationId xmlns:a16="http://schemas.microsoft.com/office/drawing/2014/main" id="{24819073-786D-C32B-9BFF-9636CB4B6A3F}"/>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nvGrpSpPr>
            <p:cNvPr id="289" name="Group 288">
              <a:extLst>
                <a:ext uri="{FF2B5EF4-FFF2-40B4-BE49-F238E27FC236}">
                  <a16:creationId xmlns:a16="http://schemas.microsoft.com/office/drawing/2014/main" id="{488B5B9C-F5D7-DD1F-F073-5DF524A716C1}"/>
                </a:ext>
              </a:extLst>
            </p:cNvPr>
            <p:cNvGrpSpPr/>
            <p:nvPr/>
          </p:nvGrpSpPr>
          <p:grpSpPr>
            <a:xfrm>
              <a:off x="3321642" y="2665803"/>
              <a:ext cx="2262542" cy="220890"/>
              <a:chOff x="3649188" y="1858074"/>
              <a:chExt cx="2262542" cy="220890"/>
            </a:xfrm>
            <a:grpFill/>
          </p:grpSpPr>
          <p:sp>
            <p:nvSpPr>
              <p:cNvPr id="320" name="Freeform 765">
                <a:extLst>
                  <a:ext uri="{FF2B5EF4-FFF2-40B4-BE49-F238E27FC236}">
                    <a16:creationId xmlns:a16="http://schemas.microsoft.com/office/drawing/2014/main" id="{FAD4756F-194B-0D5D-63BE-D89390496EEA}"/>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1" name="Freeform 765">
                <a:extLst>
                  <a:ext uri="{FF2B5EF4-FFF2-40B4-BE49-F238E27FC236}">
                    <a16:creationId xmlns:a16="http://schemas.microsoft.com/office/drawing/2014/main" id="{FFA731C4-ED93-FD8A-56AD-612EB7A5C9C9}"/>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2" name="Freeform 765">
                <a:extLst>
                  <a:ext uri="{FF2B5EF4-FFF2-40B4-BE49-F238E27FC236}">
                    <a16:creationId xmlns:a16="http://schemas.microsoft.com/office/drawing/2014/main" id="{B9C767C3-03B2-5373-6B9D-861C74B83D54}"/>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3" name="Freeform 765">
                <a:extLst>
                  <a:ext uri="{FF2B5EF4-FFF2-40B4-BE49-F238E27FC236}">
                    <a16:creationId xmlns:a16="http://schemas.microsoft.com/office/drawing/2014/main" id="{34C4A045-0AFD-FB45-5EE7-E523BDB58682}"/>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4" name="Freeform 765">
                <a:extLst>
                  <a:ext uri="{FF2B5EF4-FFF2-40B4-BE49-F238E27FC236}">
                    <a16:creationId xmlns:a16="http://schemas.microsoft.com/office/drawing/2014/main" id="{506605DE-EF50-1872-DCE2-2AF6182C28DE}"/>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5" name="Freeform 765">
                <a:extLst>
                  <a:ext uri="{FF2B5EF4-FFF2-40B4-BE49-F238E27FC236}">
                    <a16:creationId xmlns:a16="http://schemas.microsoft.com/office/drawing/2014/main" id="{EB891FB8-FF28-E7A8-940F-209C6990A449}"/>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6" name="Freeform 765">
                <a:extLst>
                  <a:ext uri="{FF2B5EF4-FFF2-40B4-BE49-F238E27FC236}">
                    <a16:creationId xmlns:a16="http://schemas.microsoft.com/office/drawing/2014/main" id="{503FFE77-8715-EDF5-8B1C-EE3EA5D8B5E0}"/>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7" name="Freeform 765">
                <a:extLst>
                  <a:ext uri="{FF2B5EF4-FFF2-40B4-BE49-F238E27FC236}">
                    <a16:creationId xmlns:a16="http://schemas.microsoft.com/office/drawing/2014/main" id="{43FC5787-97C8-0D7A-015A-45878DBD4F6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28" name="Freeform 765">
                <a:extLst>
                  <a:ext uri="{FF2B5EF4-FFF2-40B4-BE49-F238E27FC236}">
                    <a16:creationId xmlns:a16="http://schemas.microsoft.com/office/drawing/2014/main" id="{3163551D-9916-B2F7-A321-A41662F272C9}"/>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nvGrpSpPr>
            <p:cNvPr id="290" name="Group 289">
              <a:extLst>
                <a:ext uri="{FF2B5EF4-FFF2-40B4-BE49-F238E27FC236}">
                  <a16:creationId xmlns:a16="http://schemas.microsoft.com/office/drawing/2014/main" id="{4F497EFB-C443-E8C9-26A3-DEEE38B60F53}"/>
                </a:ext>
              </a:extLst>
            </p:cNvPr>
            <p:cNvGrpSpPr/>
            <p:nvPr/>
          </p:nvGrpSpPr>
          <p:grpSpPr>
            <a:xfrm>
              <a:off x="3321642" y="2913034"/>
              <a:ext cx="2262542" cy="220890"/>
              <a:chOff x="3649188" y="1858074"/>
              <a:chExt cx="2262542" cy="220890"/>
            </a:xfrm>
            <a:grpFill/>
          </p:grpSpPr>
          <p:sp>
            <p:nvSpPr>
              <p:cNvPr id="311" name="Freeform 765">
                <a:extLst>
                  <a:ext uri="{FF2B5EF4-FFF2-40B4-BE49-F238E27FC236}">
                    <a16:creationId xmlns:a16="http://schemas.microsoft.com/office/drawing/2014/main" id="{2437B249-9D0C-96A5-1D9C-F1CFA7E89D46}"/>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2" name="Freeform 765">
                <a:extLst>
                  <a:ext uri="{FF2B5EF4-FFF2-40B4-BE49-F238E27FC236}">
                    <a16:creationId xmlns:a16="http://schemas.microsoft.com/office/drawing/2014/main" id="{7A1B7BF6-A188-EE0E-B169-8B77C8895EE5}"/>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3" name="Freeform 765">
                <a:extLst>
                  <a:ext uri="{FF2B5EF4-FFF2-40B4-BE49-F238E27FC236}">
                    <a16:creationId xmlns:a16="http://schemas.microsoft.com/office/drawing/2014/main" id="{9F0E886A-9E6E-079B-A708-D0660056B223}"/>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4" name="Freeform 765">
                <a:extLst>
                  <a:ext uri="{FF2B5EF4-FFF2-40B4-BE49-F238E27FC236}">
                    <a16:creationId xmlns:a16="http://schemas.microsoft.com/office/drawing/2014/main" id="{2E49466B-D77E-C3AD-5D91-B12E9F6E1497}"/>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5" name="Freeform 765">
                <a:extLst>
                  <a:ext uri="{FF2B5EF4-FFF2-40B4-BE49-F238E27FC236}">
                    <a16:creationId xmlns:a16="http://schemas.microsoft.com/office/drawing/2014/main" id="{ACBE8E19-6494-7DFE-5DB4-342E27334D00}"/>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6" name="Freeform 765">
                <a:extLst>
                  <a:ext uri="{FF2B5EF4-FFF2-40B4-BE49-F238E27FC236}">
                    <a16:creationId xmlns:a16="http://schemas.microsoft.com/office/drawing/2014/main" id="{B6C5A25D-8852-E0A2-C2BD-113851310EF3}"/>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7" name="Freeform 765">
                <a:extLst>
                  <a:ext uri="{FF2B5EF4-FFF2-40B4-BE49-F238E27FC236}">
                    <a16:creationId xmlns:a16="http://schemas.microsoft.com/office/drawing/2014/main" id="{A78BAF27-F63F-26EB-9366-B7EA93300561}"/>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8" name="Freeform 765">
                <a:extLst>
                  <a:ext uri="{FF2B5EF4-FFF2-40B4-BE49-F238E27FC236}">
                    <a16:creationId xmlns:a16="http://schemas.microsoft.com/office/drawing/2014/main" id="{BB02AECD-2D51-9151-02DC-EC8F70C9E5F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9" name="Freeform 765">
                <a:extLst>
                  <a:ext uri="{FF2B5EF4-FFF2-40B4-BE49-F238E27FC236}">
                    <a16:creationId xmlns:a16="http://schemas.microsoft.com/office/drawing/2014/main" id="{2D03460E-4062-D38A-20F3-F2DA226E7A54}"/>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nvGrpSpPr>
            <p:cNvPr id="291" name="Group 290">
              <a:extLst>
                <a:ext uri="{FF2B5EF4-FFF2-40B4-BE49-F238E27FC236}">
                  <a16:creationId xmlns:a16="http://schemas.microsoft.com/office/drawing/2014/main" id="{DE2FAD90-8AC7-5CFF-0382-F2295A69FC7B}"/>
                </a:ext>
              </a:extLst>
            </p:cNvPr>
            <p:cNvGrpSpPr/>
            <p:nvPr/>
          </p:nvGrpSpPr>
          <p:grpSpPr>
            <a:xfrm>
              <a:off x="3321642" y="3157254"/>
              <a:ext cx="2262542" cy="220890"/>
              <a:chOff x="3649188" y="1858074"/>
              <a:chExt cx="2262542" cy="220890"/>
            </a:xfrm>
            <a:grpFill/>
          </p:grpSpPr>
          <p:sp>
            <p:nvSpPr>
              <p:cNvPr id="302" name="Freeform 765">
                <a:extLst>
                  <a:ext uri="{FF2B5EF4-FFF2-40B4-BE49-F238E27FC236}">
                    <a16:creationId xmlns:a16="http://schemas.microsoft.com/office/drawing/2014/main" id="{4620680F-7FE8-2487-F0C9-6CB4DFF462D1}"/>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3" name="Freeform 765">
                <a:extLst>
                  <a:ext uri="{FF2B5EF4-FFF2-40B4-BE49-F238E27FC236}">
                    <a16:creationId xmlns:a16="http://schemas.microsoft.com/office/drawing/2014/main" id="{C5FFF7AC-414D-1015-102B-BDD842742FA9}"/>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4" name="Freeform 765">
                <a:extLst>
                  <a:ext uri="{FF2B5EF4-FFF2-40B4-BE49-F238E27FC236}">
                    <a16:creationId xmlns:a16="http://schemas.microsoft.com/office/drawing/2014/main" id="{435F1367-D110-5E9D-FB7D-D3546D7E4CD2}"/>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5" name="Freeform 765">
                <a:extLst>
                  <a:ext uri="{FF2B5EF4-FFF2-40B4-BE49-F238E27FC236}">
                    <a16:creationId xmlns:a16="http://schemas.microsoft.com/office/drawing/2014/main" id="{F656B3B2-2AB5-3E8B-F1C4-F43ABA2405C6}"/>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6" name="Freeform 765">
                <a:extLst>
                  <a:ext uri="{FF2B5EF4-FFF2-40B4-BE49-F238E27FC236}">
                    <a16:creationId xmlns:a16="http://schemas.microsoft.com/office/drawing/2014/main" id="{E8BE70D7-8374-5DDA-CEB0-604354612D54}"/>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7" name="Freeform 765">
                <a:extLst>
                  <a:ext uri="{FF2B5EF4-FFF2-40B4-BE49-F238E27FC236}">
                    <a16:creationId xmlns:a16="http://schemas.microsoft.com/office/drawing/2014/main" id="{6F8557C6-17ED-CE3F-EB58-6C446C97781C}"/>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8" name="Freeform 765">
                <a:extLst>
                  <a:ext uri="{FF2B5EF4-FFF2-40B4-BE49-F238E27FC236}">
                    <a16:creationId xmlns:a16="http://schemas.microsoft.com/office/drawing/2014/main" id="{4120D59C-96AF-A2B3-5CE7-08A44924C7E2}"/>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9" name="Freeform 765">
                <a:extLst>
                  <a:ext uri="{FF2B5EF4-FFF2-40B4-BE49-F238E27FC236}">
                    <a16:creationId xmlns:a16="http://schemas.microsoft.com/office/drawing/2014/main" id="{D0521ABF-FDCA-D5A4-492B-1C3A81CAE562}"/>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10" name="Freeform 765">
                <a:extLst>
                  <a:ext uri="{FF2B5EF4-FFF2-40B4-BE49-F238E27FC236}">
                    <a16:creationId xmlns:a16="http://schemas.microsoft.com/office/drawing/2014/main" id="{F20434EE-FA63-5FB6-FD0F-CEB41826147A}"/>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nvGrpSpPr>
            <p:cNvPr id="292" name="Group 291">
              <a:extLst>
                <a:ext uri="{FF2B5EF4-FFF2-40B4-BE49-F238E27FC236}">
                  <a16:creationId xmlns:a16="http://schemas.microsoft.com/office/drawing/2014/main" id="{0F091648-E7EC-9477-80ED-1090047E50D2}"/>
                </a:ext>
              </a:extLst>
            </p:cNvPr>
            <p:cNvGrpSpPr/>
            <p:nvPr/>
          </p:nvGrpSpPr>
          <p:grpSpPr>
            <a:xfrm>
              <a:off x="3321642" y="3404485"/>
              <a:ext cx="2262542" cy="220890"/>
              <a:chOff x="3649188" y="1858074"/>
              <a:chExt cx="2262542" cy="220890"/>
            </a:xfrm>
            <a:grpFill/>
          </p:grpSpPr>
          <p:sp>
            <p:nvSpPr>
              <p:cNvPr id="293" name="Freeform 765">
                <a:extLst>
                  <a:ext uri="{FF2B5EF4-FFF2-40B4-BE49-F238E27FC236}">
                    <a16:creationId xmlns:a16="http://schemas.microsoft.com/office/drawing/2014/main" id="{E6DDE17A-4E34-05F7-83F1-FE25B2AEA130}"/>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4" name="Freeform 765">
                <a:extLst>
                  <a:ext uri="{FF2B5EF4-FFF2-40B4-BE49-F238E27FC236}">
                    <a16:creationId xmlns:a16="http://schemas.microsoft.com/office/drawing/2014/main" id="{79EA2B2C-0F29-031F-9950-CF62DFDD63D1}"/>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5" name="Freeform 765">
                <a:extLst>
                  <a:ext uri="{FF2B5EF4-FFF2-40B4-BE49-F238E27FC236}">
                    <a16:creationId xmlns:a16="http://schemas.microsoft.com/office/drawing/2014/main" id="{C472EC96-8E63-9556-303C-E5FC7FAC7C3B}"/>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6" name="Freeform 765">
                <a:extLst>
                  <a:ext uri="{FF2B5EF4-FFF2-40B4-BE49-F238E27FC236}">
                    <a16:creationId xmlns:a16="http://schemas.microsoft.com/office/drawing/2014/main" id="{73B5BC23-874A-EA99-5F84-216F18F118A7}"/>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7" name="Freeform 765">
                <a:extLst>
                  <a:ext uri="{FF2B5EF4-FFF2-40B4-BE49-F238E27FC236}">
                    <a16:creationId xmlns:a16="http://schemas.microsoft.com/office/drawing/2014/main" id="{9F816FE0-60CA-CE1D-B09D-7AA89CF2EB78}"/>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8" name="Freeform 765">
                <a:extLst>
                  <a:ext uri="{FF2B5EF4-FFF2-40B4-BE49-F238E27FC236}">
                    <a16:creationId xmlns:a16="http://schemas.microsoft.com/office/drawing/2014/main" id="{E251DDEA-D506-92D0-C710-7C3EF34F9FAE}"/>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299" name="Freeform 765">
                <a:extLst>
                  <a:ext uri="{FF2B5EF4-FFF2-40B4-BE49-F238E27FC236}">
                    <a16:creationId xmlns:a16="http://schemas.microsoft.com/office/drawing/2014/main" id="{A9D7551D-B019-ADF5-B311-D974F0C885AE}"/>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0" name="Freeform 765">
                <a:extLst>
                  <a:ext uri="{FF2B5EF4-FFF2-40B4-BE49-F238E27FC236}">
                    <a16:creationId xmlns:a16="http://schemas.microsoft.com/office/drawing/2014/main" id="{F0F7547D-CB69-1C99-A095-EA74F86B300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sp>
            <p:nvSpPr>
              <p:cNvPr id="301" name="Freeform 765">
                <a:extLst>
                  <a:ext uri="{FF2B5EF4-FFF2-40B4-BE49-F238E27FC236}">
                    <a16:creationId xmlns:a16="http://schemas.microsoft.com/office/drawing/2014/main" id="{8C1530F6-EA1F-FDFF-ECCF-183C27E12CFE}"/>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Calibri"/>
                  <a:ea typeface="+mn-ea"/>
                  <a:cs typeface="Calibri" panose="020F0502020204030204" pitchFamily="34" charset="0"/>
                </a:endParaRPr>
              </a:p>
            </p:txBody>
          </p:sp>
        </p:grpSp>
      </p:grpSp>
      <p:grpSp>
        <p:nvGrpSpPr>
          <p:cNvPr id="347" name="Group 346">
            <a:extLst>
              <a:ext uri="{FF2B5EF4-FFF2-40B4-BE49-F238E27FC236}">
                <a16:creationId xmlns:a16="http://schemas.microsoft.com/office/drawing/2014/main" id="{726CF20E-A965-D481-1ED8-4AD8DC274C11}"/>
              </a:ext>
            </a:extLst>
          </p:cNvPr>
          <p:cNvGrpSpPr/>
          <p:nvPr/>
        </p:nvGrpSpPr>
        <p:grpSpPr>
          <a:xfrm>
            <a:off x="4964588" y="2751545"/>
            <a:ext cx="1765790" cy="957030"/>
            <a:chOff x="4546294" y="2607534"/>
            <a:chExt cx="1930344" cy="1046217"/>
          </a:xfrm>
        </p:grpSpPr>
        <p:sp>
          <p:nvSpPr>
            <p:cNvPr id="348" name="TextBox 347">
              <a:extLst>
                <a:ext uri="{FF2B5EF4-FFF2-40B4-BE49-F238E27FC236}">
                  <a16:creationId xmlns:a16="http://schemas.microsoft.com/office/drawing/2014/main" id="{26EF9FA2-44CC-24B9-3907-3108EF93228F}"/>
                </a:ext>
              </a:extLst>
            </p:cNvPr>
            <p:cNvSpPr txBox="1"/>
            <p:nvPr/>
          </p:nvSpPr>
          <p:spPr>
            <a:xfrm>
              <a:off x="4546294" y="2607534"/>
              <a:ext cx="1930344" cy="663942"/>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914400" rtl="0" eaLnBrk="1" fontAlgn="auto" latinLnBrk="0" hangingPunct="1">
                <a:lnSpc>
                  <a:spcPts val="3662"/>
                </a:lnSpc>
                <a:spcBef>
                  <a:spcPts val="0"/>
                </a:spcBef>
                <a:spcAft>
                  <a:spcPts val="0"/>
                </a:spcAft>
                <a:buClrTx/>
                <a:buSzTx/>
                <a:buFont typeface="Wingdings 2" pitchFamily="18" charset="2"/>
                <a:buNone/>
                <a:tabLst/>
                <a:defRPr/>
              </a:pPr>
              <a:r>
                <a:rPr kumimoji="0" lang="en-US" sz="36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17000+</a:t>
              </a:r>
            </a:p>
          </p:txBody>
        </p:sp>
        <p:sp>
          <p:nvSpPr>
            <p:cNvPr id="349" name="Rectangle 348">
              <a:extLst>
                <a:ext uri="{FF2B5EF4-FFF2-40B4-BE49-F238E27FC236}">
                  <a16:creationId xmlns:a16="http://schemas.microsoft.com/office/drawing/2014/main" id="{E24C5992-A528-0EA3-F6B1-E8C8EC2019CA}"/>
                </a:ext>
              </a:extLst>
            </p:cNvPr>
            <p:cNvSpPr/>
            <p:nvPr/>
          </p:nvSpPr>
          <p:spPr>
            <a:xfrm>
              <a:off x="4546294" y="3272432"/>
              <a:ext cx="1926736" cy="381319"/>
            </a:xfrm>
            <a:prstGeom prst="rect">
              <a:avLst/>
            </a:prstGeom>
            <a:solidFill>
              <a:srgbClr val="0097A9"/>
            </a:solidFill>
          </p:spPr>
          <p:txBody>
            <a:bodyPr wrap="square" lIns="45720" tIns="45720" rIns="45720" bIns="45720" anchor="ctr">
              <a:spAutoFit/>
            </a:bodyPr>
            <a:lstStyle/>
            <a:p>
              <a:pPr marL="0" marR="0" lvl="0" indent="0" algn="ctr" defTabSz="829003" rtl="0" eaLnBrk="1" fontAlgn="auto" latinLnBrk="0" hangingPunct="1">
                <a:lnSpc>
                  <a:spcPts val="1007"/>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Professionals</a:t>
              </a:r>
            </a:p>
            <a:p>
              <a:pPr marL="0" marR="0" lvl="0" indent="0" algn="ctr" defTabSz="829003" rtl="0" eaLnBrk="1" fontAlgn="auto" latinLnBrk="0" hangingPunct="1">
                <a:lnSpc>
                  <a:spcPts val="1007"/>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spread across</a:t>
              </a:r>
            </a:p>
          </p:txBody>
        </p:sp>
      </p:grpSp>
      <p:grpSp>
        <p:nvGrpSpPr>
          <p:cNvPr id="350" name="Group 349">
            <a:extLst>
              <a:ext uri="{FF2B5EF4-FFF2-40B4-BE49-F238E27FC236}">
                <a16:creationId xmlns:a16="http://schemas.microsoft.com/office/drawing/2014/main" id="{46369E88-6BCA-F3A8-6E86-A4AB62C957CB}"/>
              </a:ext>
            </a:extLst>
          </p:cNvPr>
          <p:cNvGrpSpPr/>
          <p:nvPr/>
        </p:nvGrpSpPr>
        <p:grpSpPr>
          <a:xfrm>
            <a:off x="4964586" y="4350852"/>
            <a:ext cx="1762492" cy="1197025"/>
            <a:chOff x="4546292" y="4120595"/>
            <a:chExt cx="1926738" cy="1308576"/>
          </a:xfrm>
        </p:grpSpPr>
        <p:sp>
          <p:nvSpPr>
            <p:cNvPr id="351" name="TextBox 350">
              <a:extLst>
                <a:ext uri="{FF2B5EF4-FFF2-40B4-BE49-F238E27FC236}">
                  <a16:creationId xmlns:a16="http://schemas.microsoft.com/office/drawing/2014/main" id="{81112524-7D41-EED3-394F-6F7DA64F8533}"/>
                </a:ext>
              </a:extLst>
            </p:cNvPr>
            <p:cNvSpPr txBox="1"/>
            <p:nvPr/>
          </p:nvSpPr>
          <p:spPr>
            <a:xfrm>
              <a:off x="4546293" y="4120595"/>
              <a:ext cx="1926737" cy="939290"/>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en-US" sz="4400" b="0" i="0" u="none" strike="noStrike" kern="0" cap="none" spc="0" normalizeH="0" baseline="0" noProof="0">
                  <a:ln>
                    <a:noFill/>
                  </a:ln>
                  <a:solidFill>
                    <a:prstClr val="black"/>
                  </a:solidFill>
                  <a:effectLst/>
                  <a:uLnTx/>
                  <a:uFillTx/>
                  <a:latin typeface="Calibri"/>
                  <a:ea typeface="+mn-ea"/>
                  <a:cs typeface="Calibri" panose="020F0502020204030204" pitchFamily="34" charset="0"/>
                </a:rPr>
                <a:t>12</a:t>
              </a:r>
            </a:p>
          </p:txBody>
        </p:sp>
        <p:sp>
          <p:nvSpPr>
            <p:cNvPr id="352" name="Rectangle 351">
              <a:extLst>
                <a:ext uri="{FF2B5EF4-FFF2-40B4-BE49-F238E27FC236}">
                  <a16:creationId xmlns:a16="http://schemas.microsoft.com/office/drawing/2014/main" id="{2223E3E4-E66C-8E45-8336-76A1B2149358}"/>
                </a:ext>
              </a:extLst>
            </p:cNvPr>
            <p:cNvSpPr/>
            <p:nvPr/>
          </p:nvSpPr>
          <p:spPr bwMode="gray">
            <a:xfrm>
              <a:off x="4546292" y="5054710"/>
              <a:ext cx="1926737" cy="374461"/>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Calibri"/>
                  <a:ea typeface="+mn-ea"/>
                  <a:cs typeface="Calibri" panose="020F0502020204030204" pitchFamily="34" charset="0"/>
                </a:rPr>
                <a:t>Cities</a:t>
              </a:r>
              <a:endParaRPr kumimoji="0" lang="en-IN" sz="900" b="0" i="0" u="none" strike="noStrike" kern="0" cap="none" spc="0" normalizeH="0" baseline="0" noProof="0">
                <a:ln>
                  <a:noFill/>
                </a:ln>
                <a:solidFill>
                  <a:prstClr val="white"/>
                </a:solidFill>
                <a:effectLst/>
                <a:uLnTx/>
                <a:uFillTx/>
                <a:latin typeface="Calibri"/>
                <a:ea typeface="+mn-ea"/>
                <a:cs typeface="Calibri" panose="020F0502020204030204" pitchFamily="34" charset="0"/>
              </a:endParaRPr>
            </a:p>
          </p:txBody>
        </p:sp>
      </p:gr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048F1429-CDA1-03DD-2164-C79AB97F7802}"/>
              </a:ext>
            </a:extLst>
          </p:cNvPr>
          <p:cNvSpPr/>
          <p:nvPr/>
        </p:nvSpPr>
        <p:spPr>
          <a:xfrm>
            <a:off x="3243095" y="4274408"/>
            <a:ext cx="70609" cy="67409"/>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5" name="TextBox 290">
            <a:extLst>
              <a:ext uri="{FF2B5EF4-FFF2-40B4-BE49-F238E27FC236}">
                <a16:creationId xmlns:a16="http://schemas.microsoft.com/office/drawing/2014/main" id="{9A85B7F8-75F7-7EA3-0CC8-B8EF58D74AB2}"/>
              </a:ext>
            </a:extLst>
          </p:cNvPr>
          <p:cNvSpPr txBox="1">
            <a:spLocks noChangeArrowheads="1"/>
          </p:cNvSpPr>
          <p:nvPr/>
        </p:nvSpPr>
        <p:spPr bwMode="auto">
          <a:xfrm>
            <a:off x="2254111" y="4237816"/>
            <a:ext cx="952628" cy="123111"/>
          </a:xfrm>
          <a:prstGeom prst="rect">
            <a:avLst/>
          </a:prstGeom>
          <a:noFill/>
          <a:ln w="9525">
            <a:noFill/>
            <a:miter lim="800000"/>
            <a:headEnd/>
            <a:tailEnd/>
          </a:ln>
        </p:spPr>
        <p:txBody>
          <a:bodyPr wrap="square" lIns="0" tIns="0" rIns="0" bIns="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US" sz="800" kern="0">
                <a:solidFill>
                  <a:prstClr val="white"/>
                </a:solidFill>
                <a:latin typeface="Calibri"/>
                <a:cs typeface="Calibri" panose="020F0502020204030204" pitchFamily="34" charset="0"/>
              </a:rPr>
              <a:t>Bhubaneswar</a:t>
            </a:r>
            <a:endParaRPr kumimoji="0" lang="en-US" sz="800" b="0" i="0" u="none" strike="noStrike" kern="0" cap="none" spc="0" normalizeH="0" baseline="0" noProof="0">
              <a:ln>
                <a:noFill/>
              </a:ln>
              <a:solidFill>
                <a:prstClr val="white"/>
              </a:solidFill>
              <a:effectLst/>
              <a:uLnTx/>
              <a:uFillTx/>
              <a:latin typeface="Calibri"/>
              <a:ea typeface="+mn-ea"/>
              <a:cs typeface="Calibri" panose="020F0502020204030204" pitchFamily="34" charset="0"/>
            </a:endParaRPr>
          </a:p>
        </p:txBody>
      </p:sp>
      <p:pic>
        <p:nvPicPr>
          <p:cNvPr id="6" name="Picture 5">
            <a:extLst>
              <a:ext uri="{FF2B5EF4-FFF2-40B4-BE49-F238E27FC236}">
                <a16:creationId xmlns:a16="http://schemas.microsoft.com/office/drawing/2014/main" id="{2FE4DE39-57E9-6515-0B9C-5C6CB02FD8CB}"/>
              </a:ext>
            </a:extLst>
          </p:cNvPr>
          <p:cNvPicPr>
            <a:picLocks noChangeAspect="1"/>
          </p:cNvPicPr>
          <p:nvPr/>
        </p:nvPicPr>
        <p:blipFill>
          <a:blip r:embed="rId2"/>
          <a:stretch>
            <a:fillRect/>
          </a:stretch>
        </p:blipFill>
        <p:spPr>
          <a:xfrm>
            <a:off x="7097392" y="2070849"/>
            <a:ext cx="2934146" cy="4158014"/>
          </a:xfrm>
          <a:prstGeom prst="rect">
            <a:avLst/>
          </a:prstGeom>
        </p:spPr>
      </p:pic>
      <p:pic>
        <p:nvPicPr>
          <p:cNvPr id="8" name="Picture 7">
            <a:extLst>
              <a:ext uri="{FF2B5EF4-FFF2-40B4-BE49-F238E27FC236}">
                <a16:creationId xmlns:a16="http://schemas.microsoft.com/office/drawing/2014/main" id="{8EBC77CF-2F93-FAE6-F410-DEE1343A5447}"/>
              </a:ext>
            </a:extLst>
          </p:cNvPr>
          <p:cNvPicPr>
            <a:picLocks noChangeAspect="1"/>
          </p:cNvPicPr>
          <p:nvPr/>
        </p:nvPicPr>
        <p:blipFill>
          <a:blip r:embed="rId3"/>
          <a:stretch>
            <a:fillRect/>
          </a:stretch>
        </p:blipFill>
        <p:spPr>
          <a:xfrm>
            <a:off x="10199335" y="2098610"/>
            <a:ext cx="844114" cy="4100137"/>
          </a:xfrm>
          <a:prstGeom prst="rect">
            <a:avLst/>
          </a:prstGeom>
        </p:spPr>
      </p:pic>
    </p:spTree>
    <p:extLst>
      <p:ext uri="{BB962C8B-B14F-4D97-AF65-F5344CB8AC3E}">
        <p14:creationId xmlns:p14="http://schemas.microsoft.com/office/powerpoint/2010/main" val="353643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3245929644"/>
              </p:ext>
            </p:extLst>
          </p:nvPr>
        </p:nvGraphicFramePr>
        <p:xfrm>
          <a:off x="453292" y="899880"/>
          <a:ext cx="6922868" cy="1635375"/>
        </p:xfrm>
        <a:graphic>
          <a:graphicData uri="http://schemas.openxmlformats.org/drawingml/2006/table">
            <a:tbl>
              <a:tblPr>
                <a:tableStyleId>{2D5ABB26-0587-4C30-8999-92F81FD0307C}</a:tableStyleId>
              </a:tblPr>
              <a:tblGrid>
                <a:gridCol w="827882">
                  <a:extLst>
                    <a:ext uri="{9D8B030D-6E8A-4147-A177-3AD203B41FA5}">
                      <a16:colId xmlns:a16="http://schemas.microsoft.com/office/drawing/2014/main" val="20000"/>
                    </a:ext>
                  </a:extLst>
                </a:gridCol>
                <a:gridCol w="6094986">
                  <a:extLst>
                    <a:ext uri="{9D8B030D-6E8A-4147-A177-3AD203B41FA5}">
                      <a16:colId xmlns:a16="http://schemas.microsoft.com/office/drawing/2014/main" val="20001"/>
                    </a:ext>
                  </a:extLst>
                </a:gridCol>
              </a:tblGrid>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Consultant’s Organization</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0"/>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Our Service Offerings &amp; Credentials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1"/>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Our Experienced Pool of Experts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827144329"/>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52580" y="978333"/>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52580" y="1533318"/>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52580" y="2074986"/>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pic>
        <p:nvPicPr>
          <p:cNvPr id="2" name="Picture 1">
            <a:extLst>
              <a:ext uri="{FF2B5EF4-FFF2-40B4-BE49-F238E27FC236}">
                <a16:creationId xmlns:a16="http://schemas.microsoft.com/office/drawing/2014/main" id="{76A0F86D-7983-4DC4-99B3-E999058B1A3C}"/>
              </a:ext>
            </a:extLst>
          </p:cNvPr>
          <p:cNvPicPr>
            <a:picLocks noChangeAspect="1"/>
          </p:cNvPicPr>
          <p:nvPr/>
        </p:nvPicPr>
        <p:blipFill rotWithShape="1">
          <a:blip r:embed="rId2"/>
          <a:srcRect r="2302"/>
          <a:stretch/>
        </p:blipFill>
        <p:spPr>
          <a:xfrm>
            <a:off x="7137471" y="3582099"/>
            <a:ext cx="5054530" cy="3275901"/>
          </a:xfrm>
          <a:prstGeom prst="rect">
            <a:avLst/>
          </a:prstGeom>
        </p:spPr>
      </p:pic>
    </p:spTree>
    <p:extLst>
      <p:ext uri="{BB962C8B-B14F-4D97-AF65-F5344CB8AC3E}">
        <p14:creationId xmlns:p14="http://schemas.microsoft.com/office/powerpoint/2010/main" val="225601155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6D8F70FA-9095-E905-3C4A-B691DA09FD0D}"/>
              </a:ext>
            </a:extLst>
          </p:cNvPr>
          <p:cNvGraphicFramePr>
            <a:graphicFrameLocks noChangeAspect="1"/>
          </p:cNvGraphicFramePr>
          <p:nvPr>
            <p:custDataLst>
              <p:tags r:id="rId1"/>
            </p:custDataLst>
            <p:extLst>
              <p:ext uri="{D42A27DB-BD31-4B8C-83A1-F6EECF244321}">
                <p14:modId xmlns:p14="http://schemas.microsoft.com/office/powerpoint/2010/main" val="1603566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2" name="think-cell data - do not delete" hidden="1">
                        <a:extLst>
                          <a:ext uri="{FF2B5EF4-FFF2-40B4-BE49-F238E27FC236}">
                            <a16:creationId xmlns:a16="http://schemas.microsoft.com/office/drawing/2014/main" id="{6D8F70FA-9095-E905-3C4A-B691DA09FD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0" name="Straight Connector 29">
            <a:extLst>
              <a:ext uri="{FF2B5EF4-FFF2-40B4-BE49-F238E27FC236}">
                <a16:creationId xmlns:a16="http://schemas.microsoft.com/office/drawing/2014/main" id="{D1D2EC1F-DEFE-9EBF-34E6-3298A1E7ECC4}"/>
              </a:ext>
            </a:extLst>
          </p:cNvPr>
          <p:cNvCxnSpPr>
            <a:cxnSpLocks/>
          </p:cNvCxnSpPr>
          <p:nvPr/>
        </p:nvCxnSpPr>
        <p:spPr>
          <a:xfrm>
            <a:off x="872164" y="1111078"/>
            <a:ext cx="10159359" cy="0"/>
          </a:xfrm>
          <a:prstGeom prst="line">
            <a:avLst/>
          </a:prstGeom>
          <a:ln w="12700">
            <a:solidFill>
              <a:srgbClr val="26890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a:defRPr/>
            </a:pPr>
            <a:r>
              <a:rPr lang="en-US" sz="1800" b="1">
                <a:solidFill>
                  <a:prstClr val="black"/>
                </a:solidFill>
                <a:latin typeface="Arial" panose="020B0604020202020204" pitchFamily="34" charset="0"/>
                <a:ea typeface="Verdana" panose="020B0604030504040204" pitchFamily="34" charset="0"/>
                <a:cs typeface="Arial" panose="020B0604020202020204" pitchFamily="34" charset="0"/>
              </a:rPr>
              <a:t>Deloitte Offerings</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tangle 30">
            <a:extLst>
              <a:ext uri="{FF2B5EF4-FFF2-40B4-BE49-F238E27FC236}">
                <a16:creationId xmlns:a16="http://schemas.microsoft.com/office/drawing/2014/main" id="{88D0870E-9C5B-B413-8248-3AB0EA91006F}"/>
              </a:ext>
            </a:extLst>
          </p:cNvPr>
          <p:cNvSpPr>
            <a:spLocks noChangeArrowheads="1"/>
          </p:cNvSpPr>
          <p:nvPr/>
        </p:nvSpPr>
        <p:spPr bwMode="auto">
          <a:xfrm>
            <a:off x="0" y="3098801"/>
            <a:ext cx="12192000" cy="761344"/>
          </a:xfrm>
          <a:prstGeom prst="roundRect">
            <a:avLst>
              <a:gd name="adj" fmla="val 0"/>
            </a:avLst>
          </a:prstGeom>
          <a:solidFill>
            <a:srgbClr val="009A44"/>
          </a:solidFill>
          <a:ln w="9525" algn="ctr">
            <a:noFill/>
            <a:miter lim="800000"/>
            <a:headEnd/>
            <a:tailEnd/>
          </a:ln>
        </p:spPr>
        <p:txBody>
          <a:bodyPr wrap="square" lIns="548640" tIns="34056" rIns="326448" bIns="34056"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ctr" defTabSz="681009" rtl="0" eaLnBrk="1" fontAlgn="auto" latinLnBrk="0" hangingPunct="1">
              <a:lnSpc>
                <a:spcPct val="100000"/>
              </a:lnSpc>
              <a:spcBef>
                <a:spcPts val="0"/>
              </a:spcBef>
              <a:spcAft>
                <a:spcPts val="0"/>
              </a:spcAft>
              <a:buClrTx/>
              <a:buSzTx/>
              <a:buFontTx/>
              <a:buNone/>
              <a:tabLst/>
              <a:defRPr/>
            </a:pPr>
            <a:r>
              <a:rPr kumimoji="0" lang="en-GB" sz="1500" b="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rPr>
              <a:t>Deloitte is well-equipped to deliver solutions to the complex challenges faced by organisations across the public and private sectors. Being one of the largest organisations, our edge lies in our ability to draw upon well-equipped</a:t>
            </a:r>
            <a:r>
              <a:rPr lang="en-GB" sz="1500" kern="0">
                <a:solidFill>
                  <a:schemeClr val="bg1"/>
                </a:solidFill>
                <a:latin typeface="Arial" panose="020B0604020202020204" pitchFamily="34" charset="0"/>
                <a:cs typeface="Arial" panose="020B0604020202020204" pitchFamily="34" charset="0"/>
              </a:rPr>
              <a:t> and </a:t>
            </a:r>
            <a:r>
              <a:rPr kumimoji="0" lang="en-GB" sz="1500" b="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rPr>
              <a:t>customised services.</a:t>
            </a:r>
          </a:p>
        </p:txBody>
      </p:sp>
      <p:pic>
        <p:nvPicPr>
          <p:cNvPr id="355" name="Picture 354">
            <a:extLst>
              <a:ext uri="{FF2B5EF4-FFF2-40B4-BE49-F238E27FC236}">
                <a16:creationId xmlns:a16="http://schemas.microsoft.com/office/drawing/2014/main" id="{0282A58F-B8ED-EEA8-8AEC-330CDB2F43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6237" y="3974845"/>
            <a:ext cx="6420584" cy="2636342"/>
          </a:xfrm>
          <a:prstGeom prst="rect">
            <a:avLst/>
          </a:prstGeom>
        </p:spPr>
      </p:pic>
      <p:sp>
        <p:nvSpPr>
          <p:cNvPr id="356" name="Isosceles Triangle 355">
            <a:extLst>
              <a:ext uri="{FF2B5EF4-FFF2-40B4-BE49-F238E27FC236}">
                <a16:creationId xmlns:a16="http://schemas.microsoft.com/office/drawing/2014/main" id="{88A1A221-5FC7-2F4E-8ED7-8A333F4585CA}"/>
              </a:ext>
            </a:extLst>
          </p:cNvPr>
          <p:cNvSpPr/>
          <p:nvPr/>
        </p:nvSpPr>
        <p:spPr bwMode="gray">
          <a:xfrm rot="16200000" flipV="1">
            <a:off x="4423209" y="5059734"/>
            <a:ext cx="1497093" cy="304165"/>
          </a:xfrm>
          <a:prstGeom prst="triangle">
            <a:avLst/>
          </a:prstGeom>
          <a:solidFill>
            <a:schemeClr val="bg1">
              <a:lumMod val="95000"/>
            </a:schemeClr>
          </a:solidFill>
          <a:ln w="19050" algn="ctr">
            <a:noFill/>
            <a:miter lim="800000"/>
            <a:headEnd/>
            <a:tailEnd/>
          </a:ln>
        </p:spPr>
        <p:txBody>
          <a:bodyPr wrap="square" lIns="80615" tIns="80615" rIns="80615" bIns="80615" rtlCol="0" anchor="ctr"/>
          <a:lstStyle/>
          <a:p>
            <a:pPr marL="0" marR="0" lvl="0" indent="0" algn="l"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a:ln>
                <a:noFill/>
              </a:ln>
              <a:solidFill>
                <a:prstClr val="white"/>
              </a:solidFill>
              <a:effectLst/>
              <a:uLnTx/>
              <a:uFillTx/>
              <a:latin typeface="Calibri"/>
              <a:ea typeface="+mn-ea"/>
              <a:cs typeface="+mn-cs"/>
            </a:endParaRPr>
          </a:p>
        </p:txBody>
      </p:sp>
      <p:sp>
        <p:nvSpPr>
          <p:cNvPr id="361" name="TextBox 360">
            <a:extLst>
              <a:ext uri="{FF2B5EF4-FFF2-40B4-BE49-F238E27FC236}">
                <a16:creationId xmlns:a16="http://schemas.microsoft.com/office/drawing/2014/main" id="{0CBEC839-75E1-FFA6-8307-4DB9A54D2C5B}"/>
              </a:ext>
            </a:extLst>
          </p:cNvPr>
          <p:cNvSpPr txBox="1"/>
          <p:nvPr/>
        </p:nvSpPr>
        <p:spPr>
          <a:xfrm>
            <a:off x="313490" y="4196155"/>
            <a:ext cx="4706183" cy="2031325"/>
          </a:xfrm>
          <a:prstGeom prst="rect">
            <a:avLst/>
          </a:prstGeom>
          <a:noFill/>
        </p:spPr>
        <p:txBody>
          <a:bodyPr wrap="square">
            <a:spAutoFit/>
          </a:bodyPr>
          <a:lstStyle/>
          <a:p>
            <a:pPr algn="just"/>
            <a:r>
              <a:rPr lang="en-US" sz="1400" b="1">
                <a:latin typeface="Arial" panose="020B0604020202020204" pitchFamily="34" charset="0"/>
                <a:cs typeface="Arial" panose="020B0604020202020204" pitchFamily="34" charset="0"/>
              </a:rPr>
              <a:t>Deloitte’s Global Energy, Resources, and Industrials (ERI) </a:t>
            </a:r>
            <a:r>
              <a:rPr lang="en-US" sz="1400">
                <a:latin typeface="Arial" panose="020B0604020202020204" pitchFamily="34" charset="0"/>
                <a:cs typeface="Arial" panose="020B0604020202020204" pitchFamily="34" charset="0"/>
              </a:rPr>
              <a:t>specialists provide integrated solutions to the Industrial Products &amp; Construction, Mining &amp; Metals, Oil, Gas &amp; Chemicals, Power, Utilities &amp; Renewables sectors offering deep industry knowledge and a global network. </a:t>
            </a:r>
          </a:p>
          <a:p>
            <a:pPr algn="just"/>
            <a:endParaRPr lang="en-US" sz="1400">
              <a:latin typeface="Arial" panose="020B0604020202020204" pitchFamily="34" charset="0"/>
              <a:cs typeface="Arial" panose="020B0604020202020204" pitchFamily="34" charset="0"/>
            </a:endParaRPr>
          </a:p>
          <a:p>
            <a:pPr algn="just"/>
            <a:r>
              <a:rPr lang="en-US" sz="1400" b="1">
                <a:latin typeface="Arial" panose="020B0604020202020204" pitchFamily="34" charset="0"/>
                <a:cs typeface="Arial" panose="020B0604020202020204" pitchFamily="34" charset="0"/>
              </a:rPr>
              <a:t>The ERI team has over 300+ professionals in India well acquainted and experienced in executing a widespread variety of engagements. </a:t>
            </a:r>
          </a:p>
        </p:txBody>
      </p:sp>
      <p:sp>
        <p:nvSpPr>
          <p:cNvPr id="4" name="Rectangle 3">
            <a:extLst>
              <a:ext uri="{FF2B5EF4-FFF2-40B4-BE49-F238E27FC236}">
                <a16:creationId xmlns:a16="http://schemas.microsoft.com/office/drawing/2014/main" id="{7360FF50-801C-9F33-DC90-E97CA7163E34}"/>
              </a:ext>
            </a:extLst>
          </p:cNvPr>
          <p:cNvSpPr/>
          <p:nvPr/>
        </p:nvSpPr>
        <p:spPr bwMode="gray">
          <a:xfrm>
            <a:off x="4707576" y="899696"/>
            <a:ext cx="2269513" cy="40267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bg1"/>
                </a:solidFill>
                <a:latin typeface="Arial" panose="020B0604020202020204" pitchFamily="34" charset="0"/>
                <a:cs typeface="Arial" panose="020B0604020202020204" pitchFamily="34" charset="0"/>
              </a:rPr>
              <a:t>Business Units </a:t>
            </a:r>
          </a:p>
        </p:txBody>
      </p:sp>
      <p:grpSp>
        <p:nvGrpSpPr>
          <p:cNvPr id="5" name="Graphic 4">
            <a:extLst>
              <a:ext uri="{FF2B5EF4-FFF2-40B4-BE49-F238E27FC236}">
                <a16:creationId xmlns:a16="http://schemas.microsoft.com/office/drawing/2014/main" id="{5684A9D0-0232-868A-7150-7C89EAACA4F7}"/>
              </a:ext>
            </a:extLst>
          </p:cNvPr>
          <p:cNvGrpSpPr/>
          <p:nvPr/>
        </p:nvGrpSpPr>
        <p:grpSpPr>
          <a:xfrm>
            <a:off x="1856206" y="1545376"/>
            <a:ext cx="640080" cy="640080"/>
            <a:chOff x="905454" y="3339623"/>
            <a:chExt cx="361670" cy="361333"/>
          </a:xfrm>
          <a:solidFill>
            <a:srgbClr val="004F59"/>
          </a:solidFill>
        </p:grpSpPr>
        <p:sp>
          <p:nvSpPr>
            <p:cNvPr id="6" name="Graphic 4">
              <a:extLst>
                <a:ext uri="{FF2B5EF4-FFF2-40B4-BE49-F238E27FC236}">
                  <a16:creationId xmlns:a16="http://schemas.microsoft.com/office/drawing/2014/main" id="{5AF3F467-D8D3-4DDC-3DD7-59EADD102FD7}"/>
                </a:ext>
              </a:extLst>
            </p:cNvPr>
            <p:cNvSpPr/>
            <p:nvPr/>
          </p:nvSpPr>
          <p:spPr>
            <a:xfrm>
              <a:off x="905454" y="333962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58792 w 361670"/>
                <a:gd name="connsiteY5" fmla="*/ 280895 h 361333"/>
                <a:gd name="connsiteX6" fmla="*/ 252403 w 361670"/>
                <a:gd name="connsiteY6" fmla="*/ 287279 h 361333"/>
                <a:gd name="connsiteX7" fmla="*/ 109907 w 361670"/>
                <a:gd name="connsiteY7" fmla="*/ 287279 h 361333"/>
                <a:gd name="connsiteX8" fmla="*/ 103517 w 361670"/>
                <a:gd name="connsiteY8" fmla="*/ 280895 h 361333"/>
                <a:gd name="connsiteX9" fmla="*/ 103517 w 361670"/>
                <a:gd name="connsiteY9" fmla="*/ 81715 h 361333"/>
                <a:gd name="connsiteX10" fmla="*/ 109907 w 361670"/>
                <a:gd name="connsiteY10" fmla="*/ 75331 h 361333"/>
                <a:gd name="connsiteX11" fmla="*/ 252403 w 361670"/>
                <a:gd name="connsiteY11" fmla="*/ 75331 h 361333"/>
                <a:gd name="connsiteX12" fmla="*/ 258792 w 361670"/>
                <a:gd name="connsiteY12" fmla="*/ 81715 h 361333"/>
                <a:gd name="connsiteX13" fmla="*/ 258792 w 361670"/>
                <a:gd name="connsiteY13" fmla="*/ 280895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1157" y="0"/>
                    <a:pt x="180835" y="0"/>
                  </a:cubicBezTo>
                  <a:close/>
                  <a:moveTo>
                    <a:pt x="258792" y="280895"/>
                  </a:moveTo>
                  <a:cubicBezTo>
                    <a:pt x="258792" y="284725"/>
                    <a:pt x="256237" y="287279"/>
                    <a:pt x="252403" y="287279"/>
                  </a:cubicBezTo>
                  <a:lnTo>
                    <a:pt x="109907" y="287279"/>
                  </a:lnTo>
                  <a:cubicBezTo>
                    <a:pt x="106073" y="287279"/>
                    <a:pt x="103517" y="284725"/>
                    <a:pt x="103517" y="280895"/>
                  </a:cubicBezTo>
                  <a:lnTo>
                    <a:pt x="103517" y="81715"/>
                  </a:lnTo>
                  <a:cubicBezTo>
                    <a:pt x="103517" y="77885"/>
                    <a:pt x="106073" y="75331"/>
                    <a:pt x="109907" y="75331"/>
                  </a:cubicBezTo>
                  <a:lnTo>
                    <a:pt x="252403" y="75331"/>
                  </a:lnTo>
                  <a:cubicBezTo>
                    <a:pt x="256237" y="75331"/>
                    <a:pt x="258792" y="77885"/>
                    <a:pt x="258792" y="81715"/>
                  </a:cubicBezTo>
                  <a:lnTo>
                    <a:pt x="258792" y="280895"/>
                  </a:lnTo>
                  <a:close/>
                </a:path>
              </a:pathLst>
            </a:custGeom>
            <a:solidFill>
              <a:srgbClr val="004F59"/>
            </a:solid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06C119CC-7A57-E543-867E-2A025ABC75E6}"/>
                </a:ext>
              </a:extLst>
            </p:cNvPr>
            <p:cNvSpPr/>
            <p:nvPr/>
          </p:nvSpPr>
          <p:spPr>
            <a:xfrm>
              <a:off x="1021750" y="3427722"/>
              <a:ext cx="129715" cy="186412"/>
            </a:xfrm>
            <a:custGeom>
              <a:avLst/>
              <a:gdLst>
                <a:gd name="connsiteX0" fmla="*/ 0 w 129715"/>
                <a:gd name="connsiteY0" fmla="*/ 186412 h 186412"/>
                <a:gd name="connsiteX1" fmla="*/ 129716 w 129715"/>
                <a:gd name="connsiteY1" fmla="*/ 186412 h 186412"/>
                <a:gd name="connsiteX2" fmla="*/ 129716 w 129715"/>
                <a:gd name="connsiteY2" fmla="*/ 0 h 186412"/>
                <a:gd name="connsiteX3" fmla="*/ 0 w 129715"/>
                <a:gd name="connsiteY3" fmla="*/ 0 h 186412"/>
                <a:gd name="connsiteX4" fmla="*/ 0 w 129715"/>
                <a:gd name="connsiteY4" fmla="*/ 186412 h 186412"/>
                <a:gd name="connsiteX5" fmla="*/ 50481 w 129715"/>
                <a:gd name="connsiteY5" fmla="*/ 171091 h 186412"/>
                <a:gd name="connsiteX6" fmla="*/ 43452 w 129715"/>
                <a:gd name="connsiteY6" fmla="*/ 164068 h 186412"/>
                <a:gd name="connsiteX7" fmla="*/ 50481 w 129715"/>
                <a:gd name="connsiteY7" fmla="*/ 157046 h 186412"/>
                <a:gd name="connsiteX8" fmla="*/ 57509 w 129715"/>
                <a:gd name="connsiteY8" fmla="*/ 164068 h 186412"/>
                <a:gd name="connsiteX9" fmla="*/ 50481 w 129715"/>
                <a:gd name="connsiteY9" fmla="*/ 171091 h 186412"/>
                <a:gd name="connsiteX10" fmla="*/ 50481 w 129715"/>
                <a:gd name="connsiteY10" fmla="*/ 143001 h 186412"/>
                <a:gd name="connsiteX11" fmla="*/ 43452 w 129715"/>
                <a:gd name="connsiteY11" fmla="*/ 135979 h 186412"/>
                <a:gd name="connsiteX12" fmla="*/ 50481 w 129715"/>
                <a:gd name="connsiteY12" fmla="*/ 128957 h 186412"/>
                <a:gd name="connsiteX13" fmla="*/ 57509 w 129715"/>
                <a:gd name="connsiteY13" fmla="*/ 135979 h 186412"/>
                <a:gd name="connsiteX14" fmla="*/ 50481 w 129715"/>
                <a:gd name="connsiteY14" fmla="*/ 143001 h 186412"/>
                <a:gd name="connsiteX15" fmla="*/ 50481 w 129715"/>
                <a:gd name="connsiteY15" fmla="*/ 114273 h 186412"/>
                <a:gd name="connsiteX16" fmla="*/ 43452 w 129715"/>
                <a:gd name="connsiteY16" fmla="*/ 107251 h 186412"/>
                <a:gd name="connsiteX17" fmla="*/ 50481 w 129715"/>
                <a:gd name="connsiteY17" fmla="*/ 100229 h 186412"/>
                <a:gd name="connsiteX18" fmla="*/ 57509 w 129715"/>
                <a:gd name="connsiteY18" fmla="*/ 107251 h 186412"/>
                <a:gd name="connsiteX19" fmla="*/ 50481 w 129715"/>
                <a:gd name="connsiteY19" fmla="*/ 114273 h 186412"/>
                <a:gd name="connsiteX20" fmla="*/ 50481 w 129715"/>
                <a:gd name="connsiteY20" fmla="*/ 86184 h 186412"/>
                <a:gd name="connsiteX21" fmla="*/ 43452 w 129715"/>
                <a:gd name="connsiteY21" fmla="*/ 79162 h 186412"/>
                <a:gd name="connsiteX22" fmla="*/ 50481 w 129715"/>
                <a:gd name="connsiteY22" fmla="*/ 72139 h 186412"/>
                <a:gd name="connsiteX23" fmla="*/ 57509 w 129715"/>
                <a:gd name="connsiteY23" fmla="*/ 79162 h 186412"/>
                <a:gd name="connsiteX24" fmla="*/ 50481 w 129715"/>
                <a:gd name="connsiteY24" fmla="*/ 86184 h 186412"/>
                <a:gd name="connsiteX25" fmla="*/ 79235 w 129715"/>
                <a:gd name="connsiteY25" fmla="*/ 171091 h 186412"/>
                <a:gd name="connsiteX26" fmla="*/ 72206 w 129715"/>
                <a:gd name="connsiteY26" fmla="*/ 164068 h 186412"/>
                <a:gd name="connsiteX27" fmla="*/ 79235 w 129715"/>
                <a:gd name="connsiteY27" fmla="*/ 157046 h 186412"/>
                <a:gd name="connsiteX28" fmla="*/ 86264 w 129715"/>
                <a:gd name="connsiteY28" fmla="*/ 164068 h 186412"/>
                <a:gd name="connsiteX29" fmla="*/ 79235 w 129715"/>
                <a:gd name="connsiteY29" fmla="*/ 171091 h 186412"/>
                <a:gd name="connsiteX30" fmla="*/ 79235 w 129715"/>
                <a:gd name="connsiteY30" fmla="*/ 143001 h 186412"/>
                <a:gd name="connsiteX31" fmla="*/ 72206 w 129715"/>
                <a:gd name="connsiteY31" fmla="*/ 135979 h 186412"/>
                <a:gd name="connsiteX32" fmla="*/ 79235 w 129715"/>
                <a:gd name="connsiteY32" fmla="*/ 128957 h 186412"/>
                <a:gd name="connsiteX33" fmla="*/ 86264 w 129715"/>
                <a:gd name="connsiteY33" fmla="*/ 135979 h 186412"/>
                <a:gd name="connsiteX34" fmla="*/ 79235 w 129715"/>
                <a:gd name="connsiteY34" fmla="*/ 143001 h 186412"/>
                <a:gd name="connsiteX35" fmla="*/ 79235 w 129715"/>
                <a:gd name="connsiteY35" fmla="*/ 114273 h 186412"/>
                <a:gd name="connsiteX36" fmla="*/ 72206 w 129715"/>
                <a:gd name="connsiteY36" fmla="*/ 107251 h 186412"/>
                <a:gd name="connsiteX37" fmla="*/ 79235 w 129715"/>
                <a:gd name="connsiteY37" fmla="*/ 100229 h 186412"/>
                <a:gd name="connsiteX38" fmla="*/ 86264 w 129715"/>
                <a:gd name="connsiteY38" fmla="*/ 107251 h 186412"/>
                <a:gd name="connsiteX39" fmla="*/ 79235 w 129715"/>
                <a:gd name="connsiteY39" fmla="*/ 114273 h 186412"/>
                <a:gd name="connsiteX40" fmla="*/ 79235 w 129715"/>
                <a:gd name="connsiteY40" fmla="*/ 86184 h 186412"/>
                <a:gd name="connsiteX41" fmla="*/ 72206 w 129715"/>
                <a:gd name="connsiteY41" fmla="*/ 79162 h 186412"/>
                <a:gd name="connsiteX42" fmla="*/ 79235 w 129715"/>
                <a:gd name="connsiteY42" fmla="*/ 72139 h 186412"/>
                <a:gd name="connsiteX43" fmla="*/ 86264 w 129715"/>
                <a:gd name="connsiteY43" fmla="*/ 79162 h 186412"/>
                <a:gd name="connsiteX44" fmla="*/ 79235 w 129715"/>
                <a:gd name="connsiteY44" fmla="*/ 86184 h 186412"/>
                <a:gd name="connsiteX45" fmla="*/ 113741 w 129715"/>
                <a:gd name="connsiteY45" fmla="*/ 165345 h 186412"/>
                <a:gd name="connsiteX46" fmla="*/ 107351 w 129715"/>
                <a:gd name="connsiteY46" fmla="*/ 171729 h 186412"/>
                <a:gd name="connsiteX47" fmla="*/ 100961 w 129715"/>
                <a:gd name="connsiteY47" fmla="*/ 165345 h 186412"/>
                <a:gd name="connsiteX48" fmla="*/ 100961 w 129715"/>
                <a:gd name="connsiteY48" fmla="*/ 134702 h 186412"/>
                <a:gd name="connsiteX49" fmla="*/ 107351 w 129715"/>
                <a:gd name="connsiteY49" fmla="*/ 128318 h 186412"/>
                <a:gd name="connsiteX50" fmla="*/ 113741 w 129715"/>
                <a:gd name="connsiteY50" fmla="*/ 134702 h 186412"/>
                <a:gd name="connsiteX51" fmla="*/ 113741 w 129715"/>
                <a:gd name="connsiteY51" fmla="*/ 165345 h 186412"/>
                <a:gd name="connsiteX52" fmla="*/ 107351 w 129715"/>
                <a:gd name="connsiteY52" fmla="*/ 114273 h 186412"/>
                <a:gd name="connsiteX53" fmla="*/ 100322 w 129715"/>
                <a:gd name="connsiteY53" fmla="*/ 107251 h 186412"/>
                <a:gd name="connsiteX54" fmla="*/ 107351 w 129715"/>
                <a:gd name="connsiteY54" fmla="*/ 100229 h 186412"/>
                <a:gd name="connsiteX55" fmla="*/ 114380 w 129715"/>
                <a:gd name="connsiteY55" fmla="*/ 107251 h 186412"/>
                <a:gd name="connsiteX56" fmla="*/ 107351 w 129715"/>
                <a:gd name="connsiteY56" fmla="*/ 114273 h 186412"/>
                <a:gd name="connsiteX57" fmla="*/ 107351 w 129715"/>
                <a:gd name="connsiteY57" fmla="*/ 86184 h 186412"/>
                <a:gd name="connsiteX58" fmla="*/ 100322 w 129715"/>
                <a:gd name="connsiteY58" fmla="*/ 79162 h 186412"/>
                <a:gd name="connsiteX59" fmla="*/ 107351 w 129715"/>
                <a:gd name="connsiteY59" fmla="*/ 72139 h 186412"/>
                <a:gd name="connsiteX60" fmla="*/ 114380 w 129715"/>
                <a:gd name="connsiteY60" fmla="*/ 79162 h 186412"/>
                <a:gd name="connsiteX61" fmla="*/ 107351 w 129715"/>
                <a:gd name="connsiteY61" fmla="*/ 86184 h 186412"/>
                <a:gd name="connsiteX62" fmla="*/ 15975 w 129715"/>
                <a:gd name="connsiteY62" fmla="*/ 21706 h 186412"/>
                <a:gd name="connsiteX63" fmla="*/ 22365 w 129715"/>
                <a:gd name="connsiteY63" fmla="*/ 15322 h 186412"/>
                <a:gd name="connsiteX64" fmla="*/ 107990 w 129715"/>
                <a:gd name="connsiteY64" fmla="*/ 15322 h 186412"/>
                <a:gd name="connsiteX65" fmla="*/ 114380 w 129715"/>
                <a:gd name="connsiteY65" fmla="*/ 21706 h 186412"/>
                <a:gd name="connsiteX66" fmla="*/ 114380 w 129715"/>
                <a:gd name="connsiteY66" fmla="*/ 50434 h 186412"/>
                <a:gd name="connsiteX67" fmla="*/ 107990 w 129715"/>
                <a:gd name="connsiteY67" fmla="*/ 56818 h 186412"/>
                <a:gd name="connsiteX68" fmla="*/ 22365 w 129715"/>
                <a:gd name="connsiteY68" fmla="*/ 56818 h 186412"/>
                <a:gd name="connsiteX69" fmla="*/ 15975 w 129715"/>
                <a:gd name="connsiteY69" fmla="*/ 50434 h 186412"/>
                <a:gd name="connsiteX70" fmla="*/ 15975 w 129715"/>
                <a:gd name="connsiteY70" fmla="*/ 21706 h 186412"/>
                <a:gd name="connsiteX71" fmla="*/ 21726 w 129715"/>
                <a:gd name="connsiteY71" fmla="*/ 71501 h 186412"/>
                <a:gd name="connsiteX72" fmla="*/ 28755 w 129715"/>
                <a:gd name="connsiteY72" fmla="*/ 78523 h 186412"/>
                <a:gd name="connsiteX73" fmla="*/ 21726 w 129715"/>
                <a:gd name="connsiteY73" fmla="*/ 85546 h 186412"/>
                <a:gd name="connsiteX74" fmla="*/ 14697 w 129715"/>
                <a:gd name="connsiteY74" fmla="*/ 78523 h 186412"/>
                <a:gd name="connsiteX75" fmla="*/ 21726 w 129715"/>
                <a:gd name="connsiteY75" fmla="*/ 71501 h 186412"/>
                <a:gd name="connsiteX76" fmla="*/ 21726 w 129715"/>
                <a:gd name="connsiteY76" fmla="*/ 100229 h 186412"/>
                <a:gd name="connsiteX77" fmla="*/ 28755 w 129715"/>
                <a:gd name="connsiteY77" fmla="*/ 107251 h 186412"/>
                <a:gd name="connsiteX78" fmla="*/ 21726 w 129715"/>
                <a:gd name="connsiteY78" fmla="*/ 114273 h 186412"/>
                <a:gd name="connsiteX79" fmla="*/ 14697 w 129715"/>
                <a:gd name="connsiteY79" fmla="*/ 107251 h 186412"/>
                <a:gd name="connsiteX80" fmla="*/ 21726 w 129715"/>
                <a:gd name="connsiteY80" fmla="*/ 100229 h 186412"/>
                <a:gd name="connsiteX81" fmla="*/ 21726 w 129715"/>
                <a:gd name="connsiteY81" fmla="*/ 128318 h 186412"/>
                <a:gd name="connsiteX82" fmla="*/ 28755 w 129715"/>
                <a:gd name="connsiteY82" fmla="*/ 135341 h 186412"/>
                <a:gd name="connsiteX83" fmla="*/ 21726 w 129715"/>
                <a:gd name="connsiteY83" fmla="*/ 142363 h 186412"/>
                <a:gd name="connsiteX84" fmla="*/ 14697 w 129715"/>
                <a:gd name="connsiteY84" fmla="*/ 135341 h 186412"/>
                <a:gd name="connsiteX85" fmla="*/ 21726 w 129715"/>
                <a:gd name="connsiteY85" fmla="*/ 128318 h 186412"/>
                <a:gd name="connsiteX86" fmla="*/ 21726 w 129715"/>
                <a:gd name="connsiteY86" fmla="*/ 157046 h 186412"/>
                <a:gd name="connsiteX87" fmla="*/ 28755 w 129715"/>
                <a:gd name="connsiteY87" fmla="*/ 164068 h 186412"/>
                <a:gd name="connsiteX88" fmla="*/ 21726 w 129715"/>
                <a:gd name="connsiteY88" fmla="*/ 171091 h 186412"/>
                <a:gd name="connsiteX89" fmla="*/ 14697 w 129715"/>
                <a:gd name="connsiteY89" fmla="*/ 164068 h 186412"/>
                <a:gd name="connsiteX90" fmla="*/ 21726 w 129715"/>
                <a:gd name="connsiteY90" fmla="*/ 157046 h 18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29715" h="186412">
                  <a:moveTo>
                    <a:pt x="0" y="186412"/>
                  </a:moveTo>
                  <a:lnTo>
                    <a:pt x="129716" y="186412"/>
                  </a:lnTo>
                  <a:lnTo>
                    <a:pt x="129716" y="0"/>
                  </a:lnTo>
                  <a:lnTo>
                    <a:pt x="0" y="0"/>
                  </a:lnTo>
                  <a:lnTo>
                    <a:pt x="0" y="186412"/>
                  </a:lnTo>
                  <a:close/>
                  <a:moveTo>
                    <a:pt x="50481" y="171091"/>
                  </a:moveTo>
                  <a:cubicBezTo>
                    <a:pt x="46647" y="171091"/>
                    <a:pt x="43452" y="167899"/>
                    <a:pt x="43452" y="164068"/>
                  </a:cubicBezTo>
                  <a:cubicBezTo>
                    <a:pt x="43452" y="160238"/>
                    <a:pt x="46647" y="157046"/>
                    <a:pt x="50481" y="157046"/>
                  </a:cubicBezTo>
                  <a:cubicBezTo>
                    <a:pt x="54314" y="157046"/>
                    <a:pt x="57509" y="160238"/>
                    <a:pt x="57509" y="164068"/>
                  </a:cubicBezTo>
                  <a:cubicBezTo>
                    <a:pt x="57509" y="167899"/>
                    <a:pt x="54314" y="171091"/>
                    <a:pt x="50481" y="171091"/>
                  </a:cubicBezTo>
                  <a:close/>
                  <a:moveTo>
                    <a:pt x="50481" y="143001"/>
                  </a:moveTo>
                  <a:cubicBezTo>
                    <a:pt x="46647" y="143001"/>
                    <a:pt x="43452" y="139809"/>
                    <a:pt x="43452" y="135979"/>
                  </a:cubicBezTo>
                  <a:cubicBezTo>
                    <a:pt x="43452" y="132149"/>
                    <a:pt x="46647" y="128957"/>
                    <a:pt x="50481" y="128957"/>
                  </a:cubicBezTo>
                  <a:cubicBezTo>
                    <a:pt x="54314" y="128957"/>
                    <a:pt x="57509" y="132149"/>
                    <a:pt x="57509" y="135979"/>
                  </a:cubicBezTo>
                  <a:cubicBezTo>
                    <a:pt x="57509" y="139809"/>
                    <a:pt x="54314" y="143001"/>
                    <a:pt x="50481" y="143001"/>
                  </a:cubicBezTo>
                  <a:close/>
                  <a:moveTo>
                    <a:pt x="50481" y="114273"/>
                  </a:moveTo>
                  <a:cubicBezTo>
                    <a:pt x="46647" y="114273"/>
                    <a:pt x="43452" y="111081"/>
                    <a:pt x="43452" y="107251"/>
                  </a:cubicBezTo>
                  <a:cubicBezTo>
                    <a:pt x="43452" y="103421"/>
                    <a:pt x="46647" y="100229"/>
                    <a:pt x="50481" y="100229"/>
                  </a:cubicBezTo>
                  <a:cubicBezTo>
                    <a:pt x="54314" y="100229"/>
                    <a:pt x="57509" y="103421"/>
                    <a:pt x="57509" y="107251"/>
                  </a:cubicBezTo>
                  <a:cubicBezTo>
                    <a:pt x="57509" y="111081"/>
                    <a:pt x="54314" y="114273"/>
                    <a:pt x="50481" y="114273"/>
                  </a:cubicBezTo>
                  <a:close/>
                  <a:moveTo>
                    <a:pt x="50481" y="86184"/>
                  </a:moveTo>
                  <a:cubicBezTo>
                    <a:pt x="46647" y="86184"/>
                    <a:pt x="43452" y="82992"/>
                    <a:pt x="43452" y="79162"/>
                  </a:cubicBezTo>
                  <a:cubicBezTo>
                    <a:pt x="43452" y="75331"/>
                    <a:pt x="46647" y="72139"/>
                    <a:pt x="50481" y="72139"/>
                  </a:cubicBezTo>
                  <a:cubicBezTo>
                    <a:pt x="54314" y="72139"/>
                    <a:pt x="57509" y="75331"/>
                    <a:pt x="57509" y="79162"/>
                  </a:cubicBezTo>
                  <a:cubicBezTo>
                    <a:pt x="57509" y="82992"/>
                    <a:pt x="54314" y="86184"/>
                    <a:pt x="50481" y="86184"/>
                  </a:cubicBezTo>
                  <a:close/>
                  <a:moveTo>
                    <a:pt x="79235" y="171091"/>
                  </a:moveTo>
                  <a:cubicBezTo>
                    <a:pt x="75401" y="171091"/>
                    <a:pt x="72206" y="167899"/>
                    <a:pt x="72206" y="164068"/>
                  </a:cubicBezTo>
                  <a:cubicBezTo>
                    <a:pt x="72206" y="160238"/>
                    <a:pt x="75401" y="157046"/>
                    <a:pt x="79235" y="157046"/>
                  </a:cubicBezTo>
                  <a:cubicBezTo>
                    <a:pt x="83069" y="157046"/>
                    <a:pt x="86264" y="160238"/>
                    <a:pt x="86264" y="164068"/>
                  </a:cubicBezTo>
                  <a:cubicBezTo>
                    <a:pt x="86264" y="167899"/>
                    <a:pt x="83069" y="171091"/>
                    <a:pt x="79235" y="171091"/>
                  </a:cubicBezTo>
                  <a:close/>
                  <a:moveTo>
                    <a:pt x="79235" y="143001"/>
                  </a:moveTo>
                  <a:cubicBezTo>
                    <a:pt x="75401" y="143001"/>
                    <a:pt x="72206" y="139809"/>
                    <a:pt x="72206" y="135979"/>
                  </a:cubicBezTo>
                  <a:cubicBezTo>
                    <a:pt x="72206" y="132149"/>
                    <a:pt x="75401" y="128957"/>
                    <a:pt x="79235" y="128957"/>
                  </a:cubicBezTo>
                  <a:cubicBezTo>
                    <a:pt x="83069" y="128957"/>
                    <a:pt x="86264" y="132149"/>
                    <a:pt x="86264" y="135979"/>
                  </a:cubicBezTo>
                  <a:cubicBezTo>
                    <a:pt x="86264" y="139809"/>
                    <a:pt x="83069" y="143001"/>
                    <a:pt x="79235" y="143001"/>
                  </a:cubicBezTo>
                  <a:close/>
                  <a:moveTo>
                    <a:pt x="79235" y="114273"/>
                  </a:moveTo>
                  <a:cubicBezTo>
                    <a:pt x="75401" y="114273"/>
                    <a:pt x="72206" y="111081"/>
                    <a:pt x="72206" y="107251"/>
                  </a:cubicBezTo>
                  <a:cubicBezTo>
                    <a:pt x="72206" y="103421"/>
                    <a:pt x="75401" y="100229"/>
                    <a:pt x="79235" y="100229"/>
                  </a:cubicBezTo>
                  <a:cubicBezTo>
                    <a:pt x="83069" y="100229"/>
                    <a:pt x="86264" y="103421"/>
                    <a:pt x="86264" y="107251"/>
                  </a:cubicBezTo>
                  <a:cubicBezTo>
                    <a:pt x="86264" y="111081"/>
                    <a:pt x="83069" y="114273"/>
                    <a:pt x="79235" y="114273"/>
                  </a:cubicBezTo>
                  <a:close/>
                  <a:moveTo>
                    <a:pt x="79235" y="86184"/>
                  </a:moveTo>
                  <a:cubicBezTo>
                    <a:pt x="75401" y="86184"/>
                    <a:pt x="72206" y="82992"/>
                    <a:pt x="72206" y="79162"/>
                  </a:cubicBezTo>
                  <a:cubicBezTo>
                    <a:pt x="72206" y="75331"/>
                    <a:pt x="75401" y="72139"/>
                    <a:pt x="79235" y="72139"/>
                  </a:cubicBezTo>
                  <a:cubicBezTo>
                    <a:pt x="83069" y="72139"/>
                    <a:pt x="86264" y="75331"/>
                    <a:pt x="86264" y="79162"/>
                  </a:cubicBezTo>
                  <a:cubicBezTo>
                    <a:pt x="86264" y="82992"/>
                    <a:pt x="83069" y="86184"/>
                    <a:pt x="79235" y="86184"/>
                  </a:cubicBezTo>
                  <a:close/>
                  <a:moveTo>
                    <a:pt x="113741" y="165345"/>
                  </a:moveTo>
                  <a:cubicBezTo>
                    <a:pt x="113741" y="169176"/>
                    <a:pt x="111185" y="171729"/>
                    <a:pt x="107351" y="171729"/>
                  </a:cubicBezTo>
                  <a:cubicBezTo>
                    <a:pt x="103517" y="171729"/>
                    <a:pt x="100961" y="169176"/>
                    <a:pt x="100961" y="165345"/>
                  </a:cubicBezTo>
                  <a:lnTo>
                    <a:pt x="100961" y="134702"/>
                  </a:lnTo>
                  <a:cubicBezTo>
                    <a:pt x="100961" y="130872"/>
                    <a:pt x="103517" y="128318"/>
                    <a:pt x="107351" y="128318"/>
                  </a:cubicBezTo>
                  <a:cubicBezTo>
                    <a:pt x="111185" y="128318"/>
                    <a:pt x="113741" y="130872"/>
                    <a:pt x="113741" y="134702"/>
                  </a:cubicBezTo>
                  <a:lnTo>
                    <a:pt x="113741" y="165345"/>
                  </a:lnTo>
                  <a:close/>
                  <a:moveTo>
                    <a:pt x="107351" y="114273"/>
                  </a:moveTo>
                  <a:cubicBezTo>
                    <a:pt x="103517" y="114273"/>
                    <a:pt x="100322" y="111081"/>
                    <a:pt x="100322" y="107251"/>
                  </a:cubicBezTo>
                  <a:cubicBezTo>
                    <a:pt x="100322" y="103421"/>
                    <a:pt x="103517" y="100229"/>
                    <a:pt x="107351" y="100229"/>
                  </a:cubicBezTo>
                  <a:cubicBezTo>
                    <a:pt x="111185" y="100229"/>
                    <a:pt x="114380" y="103421"/>
                    <a:pt x="114380" y="107251"/>
                  </a:cubicBezTo>
                  <a:cubicBezTo>
                    <a:pt x="114380" y="111081"/>
                    <a:pt x="111185" y="114273"/>
                    <a:pt x="107351" y="114273"/>
                  </a:cubicBezTo>
                  <a:close/>
                  <a:moveTo>
                    <a:pt x="107351" y="86184"/>
                  </a:moveTo>
                  <a:cubicBezTo>
                    <a:pt x="103517" y="86184"/>
                    <a:pt x="100322" y="82992"/>
                    <a:pt x="100322" y="79162"/>
                  </a:cubicBezTo>
                  <a:cubicBezTo>
                    <a:pt x="100322" y="75331"/>
                    <a:pt x="103517" y="72139"/>
                    <a:pt x="107351" y="72139"/>
                  </a:cubicBezTo>
                  <a:cubicBezTo>
                    <a:pt x="111185" y="72139"/>
                    <a:pt x="114380" y="75331"/>
                    <a:pt x="114380" y="79162"/>
                  </a:cubicBezTo>
                  <a:cubicBezTo>
                    <a:pt x="114380" y="82992"/>
                    <a:pt x="111185" y="86184"/>
                    <a:pt x="107351" y="86184"/>
                  </a:cubicBezTo>
                  <a:close/>
                  <a:moveTo>
                    <a:pt x="15975" y="21706"/>
                  </a:moveTo>
                  <a:cubicBezTo>
                    <a:pt x="15975" y="17875"/>
                    <a:pt x="18531" y="15322"/>
                    <a:pt x="22365" y="15322"/>
                  </a:cubicBezTo>
                  <a:lnTo>
                    <a:pt x="107990" y="15322"/>
                  </a:lnTo>
                  <a:cubicBezTo>
                    <a:pt x="111824" y="15322"/>
                    <a:pt x="114380" y="17875"/>
                    <a:pt x="114380" y="21706"/>
                  </a:cubicBezTo>
                  <a:lnTo>
                    <a:pt x="114380" y="50434"/>
                  </a:lnTo>
                  <a:cubicBezTo>
                    <a:pt x="114380" y="54264"/>
                    <a:pt x="111824" y="56818"/>
                    <a:pt x="107990" y="56818"/>
                  </a:cubicBezTo>
                  <a:lnTo>
                    <a:pt x="22365" y="56818"/>
                  </a:lnTo>
                  <a:cubicBezTo>
                    <a:pt x="18531" y="56818"/>
                    <a:pt x="15975" y="54264"/>
                    <a:pt x="15975" y="50434"/>
                  </a:cubicBezTo>
                  <a:lnTo>
                    <a:pt x="15975" y="21706"/>
                  </a:lnTo>
                  <a:close/>
                  <a:moveTo>
                    <a:pt x="21726" y="71501"/>
                  </a:moveTo>
                  <a:cubicBezTo>
                    <a:pt x="25560" y="71501"/>
                    <a:pt x="28755" y="74693"/>
                    <a:pt x="28755" y="78523"/>
                  </a:cubicBezTo>
                  <a:cubicBezTo>
                    <a:pt x="28755" y="82354"/>
                    <a:pt x="25560" y="85546"/>
                    <a:pt x="21726" y="85546"/>
                  </a:cubicBezTo>
                  <a:cubicBezTo>
                    <a:pt x="17892" y="85546"/>
                    <a:pt x="14697" y="82354"/>
                    <a:pt x="14697" y="78523"/>
                  </a:cubicBezTo>
                  <a:cubicBezTo>
                    <a:pt x="14697" y="74693"/>
                    <a:pt x="17892" y="71501"/>
                    <a:pt x="21726" y="71501"/>
                  </a:cubicBezTo>
                  <a:close/>
                  <a:moveTo>
                    <a:pt x="21726" y="100229"/>
                  </a:moveTo>
                  <a:cubicBezTo>
                    <a:pt x="25560" y="100229"/>
                    <a:pt x="28755" y="103421"/>
                    <a:pt x="28755" y="107251"/>
                  </a:cubicBezTo>
                  <a:cubicBezTo>
                    <a:pt x="28755" y="111081"/>
                    <a:pt x="25560" y="114273"/>
                    <a:pt x="21726" y="114273"/>
                  </a:cubicBezTo>
                  <a:cubicBezTo>
                    <a:pt x="17892" y="114273"/>
                    <a:pt x="14697" y="111081"/>
                    <a:pt x="14697" y="107251"/>
                  </a:cubicBezTo>
                  <a:cubicBezTo>
                    <a:pt x="14697" y="103421"/>
                    <a:pt x="17892" y="100229"/>
                    <a:pt x="21726" y="100229"/>
                  </a:cubicBezTo>
                  <a:close/>
                  <a:moveTo>
                    <a:pt x="21726" y="128318"/>
                  </a:moveTo>
                  <a:cubicBezTo>
                    <a:pt x="25560" y="128318"/>
                    <a:pt x="28755" y="131510"/>
                    <a:pt x="28755" y="135341"/>
                  </a:cubicBezTo>
                  <a:cubicBezTo>
                    <a:pt x="28755" y="139171"/>
                    <a:pt x="25560" y="142363"/>
                    <a:pt x="21726" y="142363"/>
                  </a:cubicBezTo>
                  <a:cubicBezTo>
                    <a:pt x="17892" y="142363"/>
                    <a:pt x="14697" y="139171"/>
                    <a:pt x="14697" y="135341"/>
                  </a:cubicBezTo>
                  <a:cubicBezTo>
                    <a:pt x="14697" y="131510"/>
                    <a:pt x="17892" y="128318"/>
                    <a:pt x="21726" y="128318"/>
                  </a:cubicBezTo>
                  <a:close/>
                  <a:moveTo>
                    <a:pt x="21726" y="157046"/>
                  </a:moveTo>
                  <a:cubicBezTo>
                    <a:pt x="25560" y="157046"/>
                    <a:pt x="28755" y="160238"/>
                    <a:pt x="28755" y="164068"/>
                  </a:cubicBezTo>
                  <a:cubicBezTo>
                    <a:pt x="28755" y="167899"/>
                    <a:pt x="25560" y="171091"/>
                    <a:pt x="21726" y="171091"/>
                  </a:cubicBezTo>
                  <a:cubicBezTo>
                    <a:pt x="17892" y="171091"/>
                    <a:pt x="14697" y="167899"/>
                    <a:pt x="14697" y="164068"/>
                  </a:cubicBezTo>
                  <a:cubicBezTo>
                    <a:pt x="14697" y="160238"/>
                    <a:pt x="17892" y="157046"/>
                    <a:pt x="21726" y="157046"/>
                  </a:cubicBezTo>
                  <a:close/>
                </a:path>
              </a:pathLst>
            </a:custGeom>
            <a:solidFill>
              <a:srgbClr val="004F59"/>
            </a:solid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E69C9754-BBA8-3C93-47D5-4505A906DE57}"/>
                </a:ext>
              </a:extLst>
            </p:cNvPr>
            <p:cNvSpPr/>
            <p:nvPr/>
          </p:nvSpPr>
          <p:spPr>
            <a:xfrm>
              <a:off x="1050505" y="3455812"/>
              <a:ext cx="72845" cy="15959"/>
            </a:xfrm>
            <a:custGeom>
              <a:avLst/>
              <a:gdLst>
                <a:gd name="connsiteX0" fmla="*/ 0 w 72845"/>
                <a:gd name="connsiteY0" fmla="*/ 0 h 15959"/>
                <a:gd name="connsiteX1" fmla="*/ 72845 w 72845"/>
                <a:gd name="connsiteY1" fmla="*/ 0 h 15959"/>
                <a:gd name="connsiteX2" fmla="*/ 72845 w 72845"/>
                <a:gd name="connsiteY2" fmla="*/ 15960 h 15959"/>
                <a:gd name="connsiteX3" fmla="*/ 0 w 72845"/>
                <a:gd name="connsiteY3" fmla="*/ 15960 h 15959"/>
              </a:gdLst>
              <a:ahLst/>
              <a:cxnLst>
                <a:cxn ang="0">
                  <a:pos x="connsiteX0" y="connsiteY0"/>
                </a:cxn>
                <a:cxn ang="0">
                  <a:pos x="connsiteX1" y="connsiteY1"/>
                </a:cxn>
                <a:cxn ang="0">
                  <a:pos x="connsiteX2" y="connsiteY2"/>
                </a:cxn>
                <a:cxn ang="0">
                  <a:pos x="connsiteX3" y="connsiteY3"/>
                </a:cxn>
              </a:cxnLst>
              <a:rect l="l" t="t" r="r" b="b"/>
              <a:pathLst>
                <a:path w="72845" h="15959">
                  <a:moveTo>
                    <a:pt x="0" y="0"/>
                  </a:moveTo>
                  <a:lnTo>
                    <a:pt x="72845" y="0"/>
                  </a:lnTo>
                  <a:lnTo>
                    <a:pt x="72845" y="15960"/>
                  </a:lnTo>
                  <a:lnTo>
                    <a:pt x="0" y="15960"/>
                  </a:lnTo>
                  <a:close/>
                </a:path>
              </a:pathLst>
            </a:custGeom>
            <a:solidFill>
              <a:srgbClr val="004F59"/>
            </a:solidFill>
            <a:ln w="6390" cap="flat">
              <a:noFill/>
              <a:prstDash val="solid"/>
              <a:miter/>
            </a:ln>
          </p:spPr>
          <p:txBody>
            <a:bodyPr rtlCol="0" anchor="ctr"/>
            <a:lstStyle/>
            <a:p>
              <a:endParaRPr lang="en-US"/>
            </a:p>
          </p:txBody>
        </p:sp>
      </p:grpSp>
      <p:sp>
        <p:nvSpPr>
          <p:cNvPr id="12" name="TextBox 11">
            <a:extLst>
              <a:ext uri="{FF2B5EF4-FFF2-40B4-BE49-F238E27FC236}">
                <a16:creationId xmlns:a16="http://schemas.microsoft.com/office/drawing/2014/main" id="{FFF853FD-8235-CF0C-109C-E6246D42FD36}"/>
              </a:ext>
            </a:extLst>
          </p:cNvPr>
          <p:cNvSpPr txBox="1"/>
          <p:nvPr/>
        </p:nvSpPr>
        <p:spPr>
          <a:xfrm>
            <a:off x="1286082" y="2372690"/>
            <a:ext cx="1642145" cy="400110"/>
          </a:xfrm>
          <a:prstGeom prst="rect">
            <a:avLst/>
          </a:prstGeom>
          <a:noFill/>
        </p:spPr>
        <p:txBody>
          <a:bodyPr wrap="square">
            <a:spAutoFit/>
          </a:bodyPr>
          <a:lstStyle/>
          <a:p>
            <a:r>
              <a:rPr kumimoji="0" lang="en-GB" sz="2000" b="0" u="none" strike="noStrike" kern="0" cap="none" spc="0" normalizeH="0" baseline="0" noProof="0">
                <a:ln>
                  <a:noFill/>
                </a:ln>
                <a:solidFill>
                  <a:srgbClr val="004F59"/>
                </a:solidFill>
                <a:effectLst/>
                <a:uLnTx/>
                <a:uFillTx/>
                <a:latin typeface="Arial" panose="020B0604020202020204" pitchFamily="34" charset="0"/>
                <a:cs typeface="Arial" panose="020B0604020202020204" pitchFamily="34" charset="0"/>
              </a:rPr>
              <a:t>Tax &amp; Legal</a:t>
            </a:r>
            <a:endParaRPr lang="en-US" sz="2000">
              <a:solidFill>
                <a:srgbClr val="004F59"/>
              </a:solidFill>
            </a:endParaRPr>
          </a:p>
        </p:txBody>
      </p:sp>
      <p:grpSp>
        <p:nvGrpSpPr>
          <p:cNvPr id="13" name="Graphic 4">
            <a:extLst>
              <a:ext uri="{FF2B5EF4-FFF2-40B4-BE49-F238E27FC236}">
                <a16:creationId xmlns:a16="http://schemas.microsoft.com/office/drawing/2014/main" id="{EF11D520-CF0A-43A4-F651-FC242ACBB6D2}"/>
              </a:ext>
            </a:extLst>
          </p:cNvPr>
          <p:cNvGrpSpPr/>
          <p:nvPr/>
        </p:nvGrpSpPr>
        <p:grpSpPr>
          <a:xfrm>
            <a:off x="4403368" y="1545376"/>
            <a:ext cx="640080" cy="640080"/>
            <a:chOff x="10325499" y="3339623"/>
            <a:chExt cx="361670" cy="361971"/>
          </a:xfrm>
          <a:solidFill>
            <a:srgbClr val="0076A8"/>
          </a:solidFill>
        </p:grpSpPr>
        <p:sp>
          <p:nvSpPr>
            <p:cNvPr id="14" name="Graphic 4">
              <a:extLst>
                <a:ext uri="{FF2B5EF4-FFF2-40B4-BE49-F238E27FC236}">
                  <a16:creationId xmlns:a16="http://schemas.microsoft.com/office/drawing/2014/main" id="{988B1EF0-A5D9-F195-077D-6E183180916E}"/>
                </a:ext>
              </a:extLst>
            </p:cNvPr>
            <p:cNvSpPr/>
            <p:nvPr/>
          </p:nvSpPr>
          <p:spPr>
            <a:xfrm>
              <a:off x="10489720" y="3543272"/>
              <a:ext cx="8307" cy="45964"/>
            </a:xfrm>
            <a:custGeom>
              <a:avLst/>
              <a:gdLst>
                <a:gd name="connsiteX0" fmla="*/ 0 w 8307"/>
                <a:gd name="connsiteY0" fmla="*/ 45964 h 45964"/>
                <a:gd name="connsiteX1" fmla="*/ 3834 w 8307"/>
                <a:gd name="connsiteY1" fmla="*/ 45964 h 45964"/>
                <a:gd name="connsiteX2" fmla="*/ 8307 w 8307"/>
                <a:gd name="connsiteY2" fmla="*/ 45964 h 45964"/>
                <a:gd name="connsiteX3" fmla="*/ 8307 w 8307"/>
                <a:gd name="connsiteY3" fmla="*/ 0 h 45964"/>
                <a:gd name="connsiteX4" fmla="*/ 0 w 8307"/>
                <a:gd name="connsiteY4" fmla="*/ 0 h 45964"/>
                <a:gd name="connsiteX5" fmla="*/ 0 w 8307"/>
                <a:gd name="connsiteY5" fmla="*/ 45964 h 4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07" h="45964">
                  <a:moveTo>
                    <a:pt x="0" y="45964"/>
                  </a:moveTo>
                  <a:cubicBezTo>
                    <a:pt x="1278" y="45964"/>
                    <a:pt x="2556" y="45964"/>
                    <a:pt x="3834" y="45964"/>
                  </a:cubicBezTo>
                  <a:cubicBezTo>
                    <a:pt x="5112" y="45964"/>
                    <a:pt x="6390" y="45964"/>
                    <a:pt x="8307" y="45964"/>
                  </a:cubicBezTo>
                  <a:lnTo>
                    <a:pt x="8307" y="0"/>
                  </a:lnTo>
                  <a:lnTo>
                    <a:pt x="0" y="0"/>
                  </a:lnTo>
                  <a:lnTo>
                    <a:pt x="0" y="45964"/>
                  </a:lnTo>
                  <a:close/>
                </a:path>
              </a:pathLst>
            </a:custGeom>
            <a:solidFill>
              <a:srgbClr val="0076A8"/>
            </a:solidFill>
            <a:ln w="6390"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3D414430-F914-FC7F-982E-28280905D231}"/>
                </a:ext>
              </a:extLst>
            </p:cNvPr>
            <p:cNvSpPr/>
            <p:nvPr/>
          </p:nvSpPr>
          <p:spPr>
            <a:xfrm>
              <a:off x="10478857" y="3490924"/>
              <a:ext cx="29393" cy="39580"/>
            </a:xfrm>
            <a:custGeom>
              <a:avLst/>
              <a:gdLst>
                <a:gd name="connsiteX0" fmla="*/ 0 w 29393"/>
                <a:gd name="connsiteY0" fmla="*/ 0 h 39580"/>
                <a:gd name="connsiteX1" fmla="*/ 29394 w 29393"/>
                <a:gd name="connsiteY1" fmla="*/ 0 h 39580"/>
                <a:gd name="connsiteX2" fmla="*/ 29394 w 29393"/>
                <a:gd name="connsiteY2" fmla="*/ 39581 h 39580"/>
                <a:gd name="connsiteX3" fmla="*/ 0 w 29393"/>
                <a:gd name="connsiteY3" fmla="*/ 39581 h 39580"/>
              </a:gdLst>
              <a:ahLst/>
              <a:cxnLst>
                <a:cxn ang="0">
                  <a:pos x="connsiteX0" y="connsiteY0"/>
                </a:cxn>
                <a:cxn ang="0">
                  <a:pos x="connsiteX1" y="connsiteY1"/>
                </a:cxn>
                <a:cxn ang="0">
                  <a:pos x="connsiteX2" y="connsiteY2"/>
                </a:cxn>
                <a:cxn ang="0">
                  <a:pos x="connsiteX3" y="connsiteY3"/>
                </a:cxn>
              </a:cxnLst>
              <a:rect l="l" t="t" r="r" b="b"/>
              <a:pathLst>
                <a:path w="29393" h="39580">
                  <a:moveTo>
                    <a:pt x="0" y="0"/>
                  </a:moveTo>
                  <a:lnTo>
                    <a:pt x="29394" y="0"/>
                  </a:lnTo>
                  <a:lnTo>
                    <a:pt x="29394" y="39581"/>
                  </a:lnTo>
                  <a:lnTo>
                    <a:pt x="0" y="39581"/>
                  </a:lnTo>
                  <a:close/>
                </a:path>
              </a:pathLst>
            </a:custGeom>
            <a:solidFill>
              <a:srgbClr val="0076A8"/>
            </a:solidFill>
            <a:ln w="6390"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B771846D-471C-9AFC-E9DB-52A9D5A5D3F8}"/>
                </a:ext>
              </a:extLst>
            </p:cNvPr>
            <p:cNvSpPr/>
            <p:nvPr/>
          </p:nvSpPr>
          <p:spPr>
            <a:xfrm>
              <a:off x="10412394" y="3426445"/>
              <a:ext cx="162909" cy="161515"/>
            </a:xfrm>
            <a:custGeom>
              <a:avLst/>
              <a:gdLst>
                <a:gd name="connsiteX0" fmla="*/ 81160 w 162909"/>
                <a:gd name="connsiteY0" fmla="*/ 0 h 161515"/>
                <a:gd name="connsiteX1" fmla="*/ 8 w 162909"/>
                <a:gd name="connsiteY1" fmla="*/ 81715 h 161515"/>
                <a:gd name="connsiteX2" fmla="*/ 65185 w 162909"/>
                <a:gd name="connsiteY2" fmla="*/ 161515 h 161515"/>
                <a:gd name="connsiteX3" fmla="*/ 65185 w 162909"/>
                <a:gd name="connsiteY3" fmla="*/ 116827 h 161515"/>
                <a:gd name="connsiteX4" fmla="*/ 60713 w 162909"/>
                <a:gd name="connsiteY4" fmla="*/ 116827 h 161515"/>
                <a:gd name="connsiteX5" fmla="*/ 54323 w 162909"/>
                <a:gd name="connsiteY5" fmla="*/ 110443 h 161515"/>
                <a:gd name="connsiteX6" fmla="*/ 54323 w 162909"/>
                <a:gd name="connsiteY6" fmla="*/ 58094 h 161515"/>
                <a:gd name="connsiteX7" fmla="*/ 60713 w 162909"/>
                <a:gd name="connsiteY7" fmla="*/ 51710 h 161515"/>
                <a:gd name="connsiteX8" fmla="*/ 102886 w 162909"/>
                <a:gd name="connsiteY8" fmla="*/ 51710 h 161515"/>
                <a:gd name="connsiteX9" fmla="*/ 109276 w 162909"/>
                <a:gd name="connsiteY9" fmla="*/ 58094 h 161515"/>
                <a:gd name="connsiteX10" fmla="*/ 109276 w 162909"/>
                <a:gd name="connsiteY10" fmla="*/ 110443 h 161515"/>
                <a:gd name="connsiteX11" fmla="*/ 102886 w 162909"/>
                <a:gd name="connsiteY11" fmla="*/ 116827 h 161515"/>
                <a:gd name="connsiteX12" fmla="*/ 98413 w 162909"/>
                <a:gd name="connsiteY12" fmla="*/ 116827 h 161515"/>
                <a:gd name="connsiteX13" fmla="*/ 98413 w 162909"/>
                <a:gd name="connsiteY13" fmla="*/ 160876 h 161515"/>
                <a:gd name="connsiteX14" fmla="*/ 161034 w 162909"/>
                <a:gd name="connsiteY14" fmla="*/ 64478 h 161515"/>
                <a:gd name="connsiteX15" fmla="*/ 81160 w 162909"/>
                <a:gd name="connsiteY15" fmla="*/ 0 h 161515"/>
                <a:gd name="connsiteX16" fmla="*/ 81160 w 162909"/>
                <a:gd name="connsiteY16" fmla="*/ 0 h 161515"/>
                <a:gd name="connsiteX17" fmla="*/ 81160 w 162909"/>
                <a:gd name="connsiteY17" fmla="*/ 44050 h 161515"/>
                <a:gd name="connsiteX18" fmla="*/ 64546 w 162909"/>
                <a:gd name="connsiteY18" fmla="*/ 27451 h 161515"/>
                <a:gd name="connsiteX19" fmla="*/ 81160 w 162909"/>
                <a:gd name="connsiteY19" fmla="*/ 10853 h 161515"/>
                <a:gd name="connsiteX20" fmla="*/ 97775 w 162909"/>
                <a:gd name="connsiteY20" fmla="*/ 27451 h 161515"/>
                <a:gd name="connsiteX21" fmla="*/ 97775 w 162909"/>
                <a:gd name="connsiteY21" fmla="*/ 27451 h 161515"/>
                <a:gd name="connsiteX22" fmla="*/ 81160 w 162909"/>
                <a:gd name="connsiteY22" fmla="*/ 44050 h 161515"/>
                <a:gd name="connsiteX23" fmla="*/ 81160 w 162909"/>
                <a:gd name="connsiteY23" fmla="*/ 44050 h 16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2909" h="161515">
                  <a:moveTo>
                    <a:pt x="81160" y="0"/>
                  </a:moveTo>
                  <a:cubicBezTo>
                    <a:pt x="35792" y="0"/>
                    <a:pt x="-631" y="36389"/>
                    <a:pt x="8" y="81715"/>
                  </a:cubicBezTo>
                  <a:cubicBezTo>
                    <a:pt x="8" y="120019"/>
                    <a:pt x="27485" y="153216"/>
                    <a:pt x="65185" y="161515"/>
                  </a:cubicBezTo>
                  <a:lnTo>
                    <a:pt x="65185" y="116827"/>
                  </a:lnTo>
                  <a:lnTo>
                    <a:pt x="60713" y="116827"/>
                  </a:lnTo>
                  <a:cubicBezTo>
                    <a:pt x="56879" y="116827"/>
                    <a:pt x="54323" y="114273"/>
                    <a:pt x="54323" y="110443"/>
                  </a:cubicBezTo>
                  <a:lnTo>
                    <a:pt x="54323" y="58094"/>
                  </a:lnTo>
                  <a:cubicBezTo>
                    <a:pt x="54323" y="54264"/>
                    <a:pt x="56879" y="51710"/>
                    <a:pt x="60713" y="51710"/>
                  </a:cubicBezTo>
                  <a:lnTo>
                    <a:pt x="102886" y="51710"/>
                  </a:lnTo>
                  <a:cubicBezTo>
                    <a:pt x="106720" y="51710"/>
                    <a:pt x="109276" y="54264"/>
                    <a:pt x="109276" y="58094"/>
                  </a:cubicBezTo>
                  <a:lnTo>
                    <a:pt x="109276" y="110443"/>
                  </a:lnTo>
                  <a:cubicBezTo>
                    <a:pt x="109276" y="114273"/>
                    <a:pt x="106720" y="116827"/>
                    <a:pt x="102886" y="116827"/>
                  </a:cubicBezTo>
                  <a:lnTo>
                    <a:pt x="98413" y="116827"/>
                  </a:lnTo>
                  <a:lnTo>
                    <a:pt x="98413" y="160876"/>
                  </a:lnTo>
                  <a:cubicBezTo>
                    <a:pt x="142504" y="151300"/>
                    <a:pt x="170619" y="108528"/>
                    <a:pt x="161034" y="64478"/>
                  </a:cubicBezTo>
                  <a:cubicBezTo>
                    <a:pt x="152728" y="26813"/>
                    <a:pt x="119500" y="0"/>
                    <a:pt x="81160" y="0"/>
                  </a:cubicBezTo>
                  <a:lnTo>
                    <a:pt x="81160" y="0"/>
                  </a:lnTo>
                  <a:close/>
                  <a:moveTo>
                    <a:pt x="81160" y="44050"/>
                  </a:moveTo>
                  <a:cubicBezTo>
                    <a:pt x="72215" y="44050"/>
                    <a:pt x="64546" y="36389"/>
                    <a:pt x="64546" y="27451"/>
                  </a:cubicBezTo>
                  <a:cubicBezTo>
                    <a:pt x="64546" y="18514"/>
                    <a:pt x="72215" y="10853"/>
                    <a:pt x="81160" y="10853"/>
                  </a:cubicBezTo>
                  <a:cubicBezTo>
                    <a:pt x="90106" y="10853"/>
                    <a:pt x="97775" y="18514"/>
                    <a:pt x="97775" y="27451"/>
                  </a:cubicBezTo>
                  <a:lnTo>
                    <a:pt x="97775" y="27451"/>
                  </a:lnTo>
                  <a:cubicBezTo>
                    <a:pt x="97775" y="36389"/>
                    <a:pt x="90106" y="44050"/>
                    <a:pt x="81160" y="44050"/>
                  </a:cubicBezTo>
                  <a:lnTo>
                    <a:pt x="81160" y="44050"/>
                  </a:lnTo>
                  <a:close/>
                </a:path>
              </a:pathLst>
            </a:custGeom>
            <a:solidFill>
              <a:srgbClr val="0076A8"/>
            </a:solidFill>
            <a:ln w="6390" cap="flat">
              <a:noFill/>
              <a:prstDash val="solid"/>
              <a:miter/>
            </a:ln>
          </p:spPr>
          <p:txBody>
            <a:bodyPr rtlCol="0" anchor="ctr"/>
            <a:lstStyle/>
            <a:p>
              <a:endParaRPr lang="en-US"/>
            </a:p>
          </p:txBody>
        </p:sp>
        <p:sp>
          <p:nvSpPr>
            <p:cNvPr id="17" name="Graphic 4">
              <a:extLst>
                <a:ext uri="{FF2B5EF4-FFF2-40B4-BE49-F238E27FC236}">
                  <a16:creationId xmlns:a16="http://schemas.microsoft.com/office/drawing/2014/main" id="{D98D793F-CBD0-AF33-7F5F-CA122F6D3C4A}"/>
                </a:ext>
              </a:extLst>
            </p:cNvPr>
            <p:cNvSpPr/>
            <p:nvPr/>
          </p:nvSpPr>
          <p:spPr>
            <a:xfrm>
              <a:off x="10325499" y="3339623"/>
              <a:ext cx="361670" cy="361971"/>
            </a:xfrm>
            <a:custGeom>
              <a:avLst/>
              <a:gdLst>
                <a:gd name="connsiteX0" fmla="*/ 180835 w 361670"/>
                <a:gd name="connsiteY0" fmla="*/ 0 h 361971"/>
                <a:gd name="connsiteX1" fmla="*/ 0 w 361670"/>
                <a:gd name="connsiteY1" fmla="*/ 180667 h 361971"/>
                <a:gd name="connsiteX2" fmla="*/ 180835 w 361670"/>
                <a:gd name="connsiteY2" fmla="*/ 361972 h 361971"/>
                <a:gd name="connsiteX3" fmla="*/ 361670 w 361670"/>
                <a:gd name="connsiteY3" fmla="*/ 181305 h 361971"/>
                <a:gd name="connsiteX4" fmla="*/ 361670 w 361670"/>
                <a:gd name="connsiteY4" fmla="*/ 181305 h 361971"/>
                <a:gd name="connsiteX5" fmla="*/ 180835 w 361670"/>
                <a:gd name="connsiteY5" fmla="*/ 0 h 361971"/>
                <a:gd name="connsiteX6" fmla="*/ 180835 w 361670"/>
                <a:gd name="connsiteY6" fmla="*/ 0 h 361971"/>
                <a:gd name="connsiteX7" fmla="*/ 285630 w 361670"/>
                <a:gd name="connsiteY7" fmla="*/ 286641 h 361971"/>
                <a:gd name="connsiteX8" fmla="*/ 281157 w 361670"/>
                <a:gd name="connsiteY8" fmla="*/ 288556 h 361971"/>
                <a:gd name="connsiteX9" fmla="*/ 276684 w 361670"/>
                <a:gd name="connsiteY9" fmla="*/ 286641 h 361971"/>
                <a:gd name="connsiteX10" fmla="*/ 230038 w 361670"/>
                <a:gd name="connsiteY10" fmla="*/ 238761 h 361971"/>
                <a:gd name="connsiteX11" fmla="*/ 97766 w 361670"/>
                <a:gd name="connsiteY11" fmla="*/ 230462 h 361971"/>
                <a:gd name="connsiteX12" fmla="*/ 106073 w 361670"/>
                <a:gd name="connsiteY12" fmla="*/ 98313 h 361971"/>
                <a:gd name="connsiteX13" fmla="*/ 238344 w 361670"/>
                <a:gd name="connsiteY13" fmla="*/ 106613 h 361971"/>
                <a:gd name="connsiteX14" fmla="*/ 238984 w 361670"/>
                <a:gd name="connsiteY14" fmla="*/ 229185 h 361971"/>
                <a:gd name="connsiteX15" fmla="*/ 285630 w 361670"/>
                <a:gd name="connsiteY15" fmla="*/ 277065 h 361971"/>
                <a:gd name="connsiteX16" fmla="*/ 285630 w 361670"/>
                <a:gd name="connsiteY16" fmla="*/ 286641 h 361971"/>
                <a:gd name="connsiteX17" fmla="*/ 285630 w 361670"/>
                <a:gd name="connsiteY17" fmla="*/ 28664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1670" h="361971">
                  <a:moveTo>
                    <a:pt x="180835" y="0"/>
                  </a:moveTo>
                  <a:cubicBezTo>
                    <a:pt x="80513" y="0"/>
                    <a:pt x="0" y="81077"/>
                    <a:pt x="0" y="180667"/>
                  </a:cubicBezTo>
                  <a:cubicBezTo>
                    <a:pt x="0" y="280895"/>
                    <a:pt x="81152" y="361972"/>
                    <a:pt x="180835" y="361972"/>
                  </a:cubicBezTo>
                  <a:cubicBezTo>
                    <a:pt x="281157" y="361972"/>
                    <a:pt x="361670" y="280895"/>
                    <a:pt x="361670" y="181305"/>
                  </a:cubicBezTo>
                  <a:lnTo>
                    <a:pt x="361670" y="181305"/>
                  </a:lnTo>
                  <a:cubicBezTo>
                    <a:pt x="361670" y="81077"/>
                    <a:pt x="280518" y="0"/>
                    <a:pt x="180835" y="0"/>
                  </a:cubicBezTo>
                  <a:cubicBezTo>
                    <a:pt x="180835" y="0"/>
                    <a:pt x="180835" y="0"/>
                    <a:pt x="180835" y="0"/>
                  </a:cubicBezTo>
                  <a:close/>
                  <a:moveTo>
                    <a:pt x="285630" y="286641"/>
                  </a:moveTo>
                  <a:cubicBezTo>
                    <a:pt x="284352" y="287917"/>
                    <a:pt x="283074" y="288556"/>
                    <a:pt x="281157" y="288556"/>
                  </a:cubicBezTo>
                  <a:cubicBezTo>
                    <a:pt x="279240" y="288556"/>
                    <a:pt x="277962" y="287917"/>
                    <a:pt x="276684" y="286641"/>
                  </a:cubicBezTo>
                  <a:lnTo>
                    <a:pt x="230038" y="238761"/>
                  </a:lnTo>
                  <a:cubicBezTo>
                    <a:pt x="191059" y="272596"/>
                    <a:pt x="132271" y="268766"/>
                    <a:pt x="97766" y="230462"/>
                  </a:cubicBezTo>
                  <a:cubicBezTo>
                    <a:pt x="63261" y="192158"/>
                    <a:pt x="67733" y="132787"/>
                    <a:pt x="106073" y="98313"/>
                  </a:cubicBezTo>
                  <a:cubicBezTo>
                    <a:pt x="145051" y="64478"/>
                    <a:pt x="203839" y="68309"/>
                    <a:pt x="238344" y="106613"/>
                  </a:cubicBezTo>
                  <a:cubicBezTo>
                    <a:pt x="269016" y="141724"/>
                    <a:pt x="269655" y="194073"/>
                    <a:pt x="238984" y="229185"/>
                  </a:cubicBezTo>
                  <a:lnTo>
                    <a:pt x="285630" y="277065"/>
                  </a:lnTo>
                  <a:cubicBezTo>
                    <a:pt x="288186" y="279618"/>
                    <a:pt x="288186" y="284087"/>
                    <a:pt x="285630" y="286641"/>
                  </a:cubicBezTo>
                  <a:lnTo>
                    <a:pt x="285630" y="286641"/>
                  </a:lnTo>
                  <a:close/>
                </a:path>
              </a:pathLst>
            </a:custGeom>
            <a:solidFill>
              <a:srgbClr val="0076A8"/>
            </a:solidFill>
            <a:ln w="6390" cap="flat">
              <a:noFill/>
              <a:prstDash val="solid"/>
              <a:miter/>
            </a:ln>
          </p:spPr>
          <p:txBody>
            <a:bodyPr rtlCol="0" anchor="ctr"/>
            <a:lstStyle/>
            <a:p>
              <a:endParaRPr lang="en-US"/>
            </a:p>
          </p:txBody>
        </p:sp>
        <p:sp>
          <p:nvSpPr>
            <p:cNvPr id="18" name="Graphic 4">
              <a:extLst>
                <a:ext uri="{FF2B5EF4-FFF2-40B4-BE49-F238E27FC236}">
                  <a16:creationId xmlns:a16="http://schemas.microsoft.com/office/drawing/2014/main" id="{F73D89FD-3067-A0F8-9A40-55324953BDB2}"/>
                </a:ext>
              </a:extLst>
            </p:cNvPr>
            <p:cNvSpPr/>
            <p:nvPr/>
          </p:nvSpPr>
          <p:spPr>
            <a:xfrm>
              <a:off x="10489720" y="3450066"/>
              <a:ext cx="7668" cy="7660"/>
            </a:xfrm>
            <a:custGeom>
              <a:avLst/>
              <a:gdLst>
                <a:gd name="connsiteX0" fmla="*/ 3834 w 7668"/>
                <a:gd name="connsiteY0" fmla="*/ 0 h 7660"/>
                <a:gd name="connsiteX1" fmla="*/ 0 w 7668"/>
                <a:gd name="connsiteY1" fmla="*/ 3831 h 7660"/>
                <a:gd name="connsiteX2" fmla="*/ 3834 w 7668"/>
                <a:gd name="connsiteY2" fmla="*/ 7661 h 7660"/>
                <a:gd name="connsiteX3" fmla="*/ 7668 w 7668"/>
                <a:gd name="connsiteY3" fmla="*/ 3831 h 7660"/>
                <a:gd name="connsiteX4" fmla="*/ 7668 w 7668"/>
                <a:gd name="connsiteY4" fmla="*/ 3831 h 7660"/>
                <a:gd name="connsiteX5" fmla="*/ 3834 w 7668"/>
                <a:gd name="connsiteY5" fmla="*/ 0 h 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68" h="7660">
                  <a:moveTo>
                    <a:pt x="3834" y="0"/>
                  </a:moveTo>
                  <a:cubicBezTo>
                    <a:pt x="1917" y="0"/>
                    <a:pt x="0" y="1915"/>
                    <a:pt x="0" y="3831"/>
                  </a:cubicBezTo>
                  <a:cubicBezTo>
                    <a:pt x="0" y="5746"/>
                    <a:pt x="1917" y="7661"/>
                    <a:pt x="3834" y="7661"/>
                  </a:cubicBezTo>
                  <a:cubicBezTo>
                    <a:pt x="5751" y="7661"/>
                    <a:pt x="7668" y="5746"/>
                    <a:pt x="7668" y="3831"/>
                  </a:cubicBezTo>
                  <a:lnTo>
                    <a:pt x="7668" y="3831"/>
                  </a:lnTo>
                  <a:cubicBezTo>
                    <a:pt x="7668" y="1915"/>
                    <a:pt x="5751" y="0"/>
                    <a:pt x="3834" y="0"/>
                  </a:cubicBezTo>
                  <a:close/>
                </a:path>
              </a:pathLst>
            </a:custGeom>
            <a:solidFill>
              <a:srgbClr val="0076A8"/>
            </a:solidFill>
            <a:ln w="6390" cap="flat">
              <a:noFill/>
              <a:prstDash val="solid"/>
              <a:miter/>
            </a:ln>
          </p:spPr>
          <p:txBody>
            <a:bodyPr rtlCol="0" anchor="ctr"/>
            <a:lstStyle/>
            <a:p>
              <a:endParaRPr lang="en-US"/>
            </a:p>
          </p:txBody>
        </p:sp>
      </p:grpSp>
      <p:sp>
        <p:nvSpPr>
          <p:cNvPr id="19" name="TextBox 18">
            <a:extLst>
              <a:ext uri="{FF2B5EF4-FFF2-40B4-BE49-F238E27FC236}">
                <a16:creationId xmlns:a16="http://schemas.microsoft.com/office/drawing/2014/main" id="{336D7831-4D40-5CB3-102E-B2E8E31C94AD}"/>
              </a:ext>
            </a:extLst>
          </p:cNvPr>
          <p:cNvSpPr txBox="1"/>
          <p:nvPr/>
        </p:nvSpPr>
        <p:spPr>
          <a:xfrm>
            <a:off x="3351999" y="2374254"/>
            <a:ext cx="2480235" cy="400110"/>
          </a:xfrm>
          <a:prstGeom prst="rect">
            <a:avLst/>
          </a:prstGeom>
          <a:noFill/>
        </p:spPr>
        <p:txBody>
          <a:bodyPr wrap="square">
            <a:spAutoFit/>
          </a:bodyPr>
          <a:lstStyle/>
          <a:p>
            <a:pPr algn="ctr"/>
            <a:r>
              <a:rPr kumimoji="0" lang="en-GB" sz="2000" b="0" u="none" strike="noStrike" kern="0" cap="none" spc="0" normalizeH="0" baseline="0" noProof="0">
                <a:ln>
                  <a:noFill/>
                </a:ln>
                <a:solidFill>
                  <a:srgbClr val="0076A8"/>
                </a:solidFill>
                <a:effectLst/>
                <a:uLnTx/>
                <a:uFillTx/>
                <a:latin typeface="Arial" panose="020B0604020202020204" pitchFamily="34" charset="0"/>
                <a:cs typeface="Arial" panose="020B0604020202020204" pitchFamily="34" charset="0"/>
              </a:rPr>
              <a:t>Audit &amp; Assurance</a:t>
            </a:r>
            <a:endParaRPr lang="en-US" sz="2000">
              <a:solidFill>
                <a:srgbClr val="0076A8"/>
              </a:solidFill>
            </a:endParaRPr>
          </a:p>
        </p:txBody>
      </p:sp>
      <p:grpSp>
        <p:nvGrpSpPr>
          <p:cNvPr id="20" name="Graphic 6">
            <a:extLst>
              <a:ext uri="{FF2B5EF4-FFF2-40B4-BE49-F238E27FC236}">
                <a16:creationId xmlns:a16="http://schemas.microsoft.com/office/drawing/2014/main" id="{C1B29C08-D7B6-56B4-5E46-4A8DFB647C61}"/>
              </a:ext>
            </a:extLst>
          </p:cNvPr>
          <p:cNvGrpSpPr/>
          <p:nvPr/>
        </p:nvGrpSpPr>
        <p:grpSpPr>
          <a:xfrm>
            <a:off x="6756335" y="1562850"/>
            <a:ext cx="640080" cy="640080"/>
            <a:chOff x="904176" y="4305520"/>
            <a:chExt cx="362309" cy="361971"/>
          </a:xfrm>
          <a:solidFill>
            <a:srgbClr val="046A38"/>
          </a:solidFill>
        </p:grpSpPr>
        <p:sp>
          <p:nvSpPr>
            <p:cNvPr id="21" name="Graphic 6">
              <a:extLst>
                <a:ext uri="{FF2B5EF4-FFF2-40B4-BE49-F238E27FC236}">
                  <a16:creationId xmlns:a16="http://schemas.microsoft.com/office/drawing/2014/main" id="{0D53C92D-9D13-2AF0-10D6-8B02E1062D07}"/>
                </a:ext>
              </a:extLst>
            </p:cNvPr>
            <p:cNvSpPr/>
            <p:nvPr/>
          </p:nvSpPr>
          <p:spPr>
            <a:xfrm>
              <a:off x="1038364" y="4571093"/>
              <a:ext cx="118852" cy="20428"/>
            </a:xfrm>
            <a:custGeom>
              <a:avLst/>
              <a:gdLst>
                <a:gd name="connsiteX0" fmla="*/ 0 w 118852"/>
                <a:gd name="connsiteY0" fmla="*/ 0 h 20428"/>
                <a:gd name="connsiteX1" fmla="*/ 118853 w 118852"/>
                <a:gd name="connsiteY1" fmla="*/ 0 h 20428"/>
                <a:gd name="connsiteX2" fmla="*/ 118853 w 118852"/>
                <a:gd name="connsiteY2" fmla="*/ 20429 h 20428"/>
                <a:gd name="connsiteX3" fmla="*/ 0 w 118852"/>
                <a:gd name="connsiteY3" fmla="*/ 20429 h 20428"/>
              </a:gdLst>
              <a:ahLst/>
              <a:cxnLst>
                <a:cxn ang="0">
                  <a:pos x="connsiteX0" y="connsiteY0"/>
                </a:cxn>
                <a:cxn ang="0">
                  <a:pos x="connsiteX1" y="connsiteY1"/>
                </a:cxn>
                <a:cxn ang="0">
                  <a:pos x="connsiteX2" y="connsiteY2"/>
                </a:cxn>
                <a:cxn ang="0">
                  <a:pos x="connsiteX3" y="connsiteY3"/>
                </a:cxn>
              </a:cxnLst>
              <a:rect l="l" t="t" r="r" b="b"/>
              <a:pathLst>
                <a:path w="118852" h="20428">
                  <a:moveTo>
                    <a:pt x="0" y="0"/>
                  </a:moveTo>
                  <a:lnTo>
                    <a:pt x="118853" y="0"/>
                  </a:lnTo>
                  <a:lnTo>
                    <a:pt x="118853" y="20429"/>
                  </a:lnTo>
                  <a:lnTo>
                    <a:pt x="0" y="20429"/>
                  </a:lnTo>
                  <a:close/>
                </a:path>
              </a:pathLst>
            </a:custGeom>
            <a:solidFill>
              <a:srgbClr val="046A38"/>
            </a:solidFill>
            <a:ln w="6390" cap="flat">
              <a:noFill/>
              <a:prstDash val="solid"/>
              <a:miter/>
            </a:ln>
          </p:spPr>
          <p:txBody>
            <a:bodyPr rtlCol="0" anchor="ctr"/>
            <a:lstStyle/>
            <a:p>
              <a:endParaRPr lang="en-US"/>
            </a:p>
          </p:txBody>
        </p:sp>
        <p:sp>
          <p:nvSpPr>
            <p:cNvPr id="22" name="Graphic 6">
              <a:extLst>
                <a:ext uri="{FF2B5EF4-FFF2-40B4-BE49-F238E27FC236}">
                  <a16:creationId xmlns:a16="http://schemas.microsoft.com/office/drawing/2014/main" id="{1AB48AA2-7A04-A85B-2472-CBB032F60E66}"/>
                </a:ext>
              </a:extLst>
            </p:cNvPr>
            <p:cNvSpPr/>
            <p:nvPr/>
          </p:nvSpPr>
          <p:spPr>
            <a:xfrm>
              <a:off x="1006415" y="4389150"/>
              <a:ext cx="155275" cy="170452"/>
            </a:xfrm>
            <a:custGeom>
              <a:avLst/>
              <a:gdLst>
                <a:gd name="connsiteX0" fmla="*/ 155275 w 155275"/>
                <a:gd name="connsiteY0" fmla="*/ 79161 h 170452"/>
                <a:gd name="connsiteX1" fmla="*/ 145691 w 155275"/>
                <a:gd name="connsiteY1" fmla="*/ 74692 h 170452"/>
                <a:gd name="connsiteX2" fmla="*/ 142496 w 155275"/>
                <a:gd name="connsiteY2" fmla="*/ 67032 h 170452"/>
                <a:gd name="connsiteX3" fmla="*/ 148247 w 155275"/>
                <a:gd name="connsiteY3" fmla="*/ 51072 h 170452"/>
                <a:gd name="connsiteX4" fmla="*/ 132272 w 155275"/>
                <a:gd name="connsiteY4" fmla="*/ 46603 h 170452"/>
                <a:gd name="connsiteX5" fmla="*/ 127799 w 155275"/>
                <a:gd name="connsiteY5" fmla="*/ 38942 h 170452"/>
                <a:gd name="connsiteX6" fmla="*/ 132272 w 155275"/>
                <a:gd name="connsiteY6" fmla="*/ 18513 h 170452"/>
                <a:gd name="connsiteX7" fmla="*/ 107351 w 155275"/>
                <a:gd name="connsiteY7" fmla="*/ 18513 h 170452"/>
                <a:gd name="connsiteX8" fmla="*/ 103517 w 155275"/>
                <a:gd name="connsiteY8" fmla="*/ 17236 h 170452"/>
                <a:gd name="connsiteX9" fmla="*/ 80513 w 155275"/>
                <a:gd name="connsiteY9" fmla="*/ 0 h 170452"/>
                <a:gd name="connsiteX10" fmla="*/ 80513 w 155275"/>
                <a:gd name="connsiteY10" fmla="*/ 20428 h 170452"/>
                <a:gd name="connsiteX11" fmla="*/ 77318 w 155275"/>
                <a:gd name="connsiteY11" fmla="*/ 26174 h 170452"/>
                <a:gd name="connsiteX12" fmla="*/ 0 w 155275"/>
                <a:gd name="connsiteY12" fmla="*/ 72139 h 170452"/>
                <a:gd name="connsiteX13" fmla="*/ 11502 w 155275"/>
                <a:gd name="connsiteY13" fmla="*/ 95121 h 170452"/>
                <a:gd name="connsiteX14" fmla="*/ 63899 w 155275"/>
                <a:gd name="connsiteY14" fmla="*/ 80438 h 170452"/>
                <a:gd name="connsiteX15" fmla="*/ 67733 w 155275"/>
                <a:gd name="connsiteY15" fmla="*/ 80438 h 170452"/>
                <a:gd name="connsiteX16" fmla="*/ 86264 w 155275"/>
                <a:gd name="connsiteY16" fmla="*/ 96398 h 170452"/>
                <a:gd name="connsiteX17" fmla="*/ 78596 w 155275"/>
                <a:gd name="connsiteY17" fmla="*/ 115550 h 170452"/>
                <a:gd name="connsiteX18" fmla="*/ 47925 w 155275"/>
                <a:gd name="connsiteY18" fmla="*/ 170452 h 170452"/>
                <a:gd name="connsiteX19" fmla="*/ 133550 w 155275"/>
                <a:gd name="connsiteY19" fmla="*/ 170452 h 170452"/>
                <a:gd name="connsiteX20" fmla="*/ 133550 w 155275"/>
                <a:gd name="connsiteY20" fmla="*/ 151939 h 170452"/>
                <a:gd name="connsiteX21" fmla="*/ 139940 w 155275"/>
                <a:gd name="connsiteY21" fmla="*/ 145555 h 170452"/>
                <a:gd name="connsiteX22" fmla="*/ 144413 w 155275"/>
                <a:gd name="connsiteY22" fmla="*/ 145555 h 170452"/>
                <a:gd name="connsiteX23" fmla="*/ 134828 w 155275"/>
                <a:gd name="connsiteY23" fmla="*/ 130872 h 170452"/>
                <a:gd name="connsiteX24" fmla="*/ 134189 w 155275"/>
                <a:gd name="connsiteY24" fmla="*/ 125126 h 170452"/>
                <a:gd name="connsiteX25" fmla="*/ 138023 w 155275"/>
                <a:gd name="connsiteY25" fmla="*/ 121296 h 170452"/>
                <a:gd name="connsiteX26" fmla="*/ 154636 w 155275"/>
                <a:gd name="connsiteY26" fmla="*/ 115550 h 170452"/>
                <a:gd name="connsiteX27" fmla="*/ 143774 w 155275"/>
                <a:gd name="connsiteY27" fmla="*/ 100867 h 170452"/>
                <a:gd name="connsiteX28" fmla="*/ 143774 w 155275"/>
                <a:gd name="connsiteY28" fmla="*/ 93206 h 170452"/>
                <a:gd name="connsiteX29" fmla="*/ 155275 w 155275"/>
                <a:gd name="connsiteY29" fmla="*/ 79161 h 17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5275" h="170452">
                  <a:moveTo>
                    <a:pt x="155275" y="79161"/>
                  </a:moveTo>
                  <a:lnTo>
                    <a:pt x="145691" y="74692"/>
                  </a:lnTo>
                  <a:cubicBezTo>
                    <a:pt x="142496" y="73416"/>
                    <a:pt x="141218" y="69585"/>
                    <a:pt x="142496" y="67032"/>
                  </a:cubicBezTo>
                  <a:lnTo>
                    <a:pt x="148247" y="51072"/>
                  </a:lnTo>
                  <a:lnTo>
                    <a:pt x="132272" y="46603"/>
                  </a:lnTo>
                  <a:cubicBezTo>
                    <a:pt x="129077" y="45964"/>
                    <a:pt x="127160" y="42134"/>
                    <a:pt x="127799" y="38942"/>
                  </a:cubicBezTo>
                  <a:lnTo>
                    <a:pt x="132272" y="18513"/>
                  </a:lnTo>
                  <a:lnTo>
                    <a:pt x="107351" y="18513"/>
                  </a:lnTo>
                  <a:cubicBezTo>
                    <a:pt x="106073" y="18513"/>
                    <a:pt x="104795" y="17875"/>
                    <a:pt x="103517" y="17236"/>
                  </a:cubicBezTo>
                  <a:lnTo>
                    <a:pt x="80513" y="0"/>
                  </a:lnTo>
                  <a:lnTo>
                    <a:pt x="80513" y="20428"/>
                  </a:lnTo>
                  <a:cubicBezTo>
                    <a:pt x="80513" y="22982"/>
                    <a:pt x="79235" y="24897"/>
                    <a:pt x="77318" y="26174"/>
                  </a:cubicBezTo>
                  <a:lnTo>
                    <a:pt x="0" y="72139"/>
                  </a:lnTo>
                  <a:lnTo>
                    <a:pt x="11502" y="95121"/>
                  </a:lnTo>
                  <a:lnTo>
                    <a:pt x="63899" y="80438"/>
                  </a:lnTo>
                  <a:cubicBezTo>
                    <a:pt x="65177" y="79800"/>
                    <a:pt x="66455" y="79800"/>
                    <a:pt x="67733" y="80438"/>
                  </a:cubicBezTo>
                  <a:cubicBezTo>
                    <a:pt x="69011" y="81076"/>
                    <a:pt x="83069" y="85545"/>
                    <a:pt x="86264" y="96398"/>
                  </a:cubicBezTo>
                  <a:cubicBezTo>
                    <a:pt x="88181" y="102782"/>
                    <a:pt x="85625" y="109166"/>
                    <a:pt x="78596" y="115550"/>
                  </a:cubicBezTo>
                  <a:cubicBezTo>
                    <a:pt x="59426" y="134702"/>
                    <a:pt x="49842" y="151939"/>
                    <a:pt x="47925" y="170452"/>
                  </a:cubicBezTo>
                  <a:lnTo>
                    <a:pt x="133550" y="170452"/>
                  </a:lnTo>
                  <a:lnTo>
                    <a:pt x="133550" y="151939"/>
                  </a:lnTo>
                  <a:cubicBezTo>
                    <a:pt x="133550" y="148108"/>
                    <a:pt x="136106" y="145555"/>
                    <a:pt x="139940" y="145555"/>
                  </a:cubicBezTo>
                  <a:lnTo>
                    <a:pt x="144413" y="145555"/>
                  </a:lnTo>
                  <a:lnTo>
                    <a:pt x="134828" y="130872"/>
                  </a:lnTo>
                  <a:cubicBezTo>
                    <a:pt x="133550" y="128956"/>
                    <a:pt x="133550" y="127041"/>
                    <a:pt x="134189" y="125126"/>
                  </a:cubicBezTo>
                  <a:cubicBezTo>
                    <a:pt x="134828" y="123211"/>
                    <a:pt x="136106" y="121934"/>
                    <a:pt x="138023" y="121296"/>
                  </a:cubicBezTo>
                  <a:lnTo>
                    <a:pt x="154636" y="115550"/>
                  </a:lnTo>
                  <a:lnTo>
                    <a:pt x="143774" y="100867"/>
                  </a:lnTo>
                  <a:cubicBezTo>
                    <a:pt x="141857" y="98313"/>
                    <a:pt x="141857" y="95121"/>
                    <a:pt x="143774" y="93206"/>
                  </a:cubicBezTo>
                  <a:lnTo>
                    <a:pt x="155275" y="79161"/>
                  </a:lnTo>
                  <a:close/>
                </a:path>
              </a:pathLst>
            </a:custGeom>
            <a:solidFill>
              <a:srgbClr val="046A38"/>
            </a:solidFill>
            <a:ln w="6390" cap="flat">
              <a:noFill/>
              <a:prstDash val="solid"/>
              <a:miter/>
            </a:ln>
          </p:spPr>
          <p:txBody>
            <a:bodyPr rtlCol="0" anchor="ctr"/>
            <a:lstStyle/>
            <a:p>
              <a:endParaRPr lang="en-US"/>
            </a:p>
          </p:txBody>
        </p:sp>
        <p:sp>
          <p:nvSpPr>
            <p:cNvPr id="23" name="Graphic 6">
              <a:extLst>
                <a:ext uri="{FF2B5EF4-FFF2-40B4-BE49-F238E27FC236}">
                  <a16:creationId xmlns:a16="http://schemas.microsoft.com/office/drawing/2014/main" id="{76751CE8-06EB-0E8B-E312-68430A6D958E}"/>
                </a:ext>
              </a:extLst>
            </p:cNvPr>
            <p:cNvSpPr/>
            <p:nvPr/>
          </p:nvSpPr>
          <p:spPr>
            <a:xfrm>
              <a:off x="904176" y="4305520"/>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181474 w 362309"/>
                <a:gd name="connsiteY4" fmla="*/ 0 h 361971"/>
                <a:gd name="connsiteX5" fmla="*/ 273489 w 362309"/>
                <a:gd name="connsiteY5" fmla="*/ 203649 h 361971"/>
                <a:gd name="connsiteX6" fmla="*/ 269655 w 362309"/>
                <a:gd name="connsiteY6" fmla="*/ 207479 h 361971"/>
                <a:gd name="connsiteX7" fmla="*/ 253042 w 362309"/>
                <a:gd name="connsiteY7" fmla="*/ 213225 h 361971"/>
                <a:gd name="connsiteX8" fmla="*/ 264543 w 362309"/>
                <a:gd name="connsiteY8" fmla="*/ 231100 h 361971"/>
                <a:gd name="connsiteX9" fmla="*/ 264543 w 362309"/>
                <a:gd name="connsiteY9" fmla="*/ 237484 h 361971"/>
                <a:gd name="connsiteX10" fmla="*/ 258792 w 362309"/>
                <a:gd name="connsiteY10" fmla="*/ 240676 h 361971"/>
                <a:gd name="connsiteX11" fmla="*/ 248569 w 362309"/>
                <a:gd name="connsiteY11" fmla="*/ 240676 h 361971"/>
                <a:gd name="connsiteX12" fmla="*/ 248569 w 362309"/>
                <a:gd name="connsiteY12" fmla="*/ 252806 h 361971"/>
                <a:gd name="connsiteX13" fmla="*/ 258792 w 362309"/>
                <a:gd name="connsiteY13" fmla="*/ 252806 h 361971"/>
                <a:gd name="connsiteX14" fmla="*/ 265182 w 362309"/>
                <a:gd name="connsiteY14" fmla="*/ 259190 h 361971"/>
                <a:gd name="connsiteX15" fmla="*/ 265182 w 362309"/>
                <a:gd name="connsiteY15" fmla="*/ 292386 h 361971"/>
                <a:gd name="connsiteX16" fmla="*/ 258792 w 362309"/>
                <a:gd name="connsiteY16" fmla="*/ 298770 h 361971"/>
                <a:gd name="connsiteX17" fmla="*/ 127160 w 362309"/>
                <a:gd name="connsiteY17" fmla="*/ 298770 h 361971"/>
                <a:gd name="connsiteX18" fmla="*/ 120770 w 362309"/>
                <a:gd name="connsiteY18" fmla="*/ 292386 h 361971"/>
                <a:gd name="connsiteX19" fmla="*/ 120770 w 362309"/>
                <a:gd name="connsiteY19" fmla="*/ 259190 h 361971"/>
                <a:gd name="connsiteX20" fmla="*/ 127160 w 362309"/>
                <a:gd name="connsiteY20" fmla="*/ 252806 h 361971"/>
                <a:gd name="connsiteX21" fmla="*/ 137384 w 362309"/>
                <a:gd name="connsiteY21" fmla="*/ 252806 h 361971"/>
                <a:gd name="connsiteX22" fmla="*/ 171889 w 362309"/>
                <a:gd name="connsiteY22" fmla="*/ 188966 h 361971"/>
                <a:gd name="connsiteX23" fmla="*/ 175723 w 362309"/>
                <a:gd name="connsiteY23" fmla="*/ 181944 h 361971"/>
                <a:gd name="connsiteX24" fmla="*/ 168055 w 362309"/>
                <a:gd name="connsiteY24" fmla="*/ 175560 h 361971"/>
                <a:gd name="connsiteX25" fmla="*/ 112463 w 362309"/>
                <a:gd name="connsiteY25" fmla="*/ 191519 h 361971"/>
                <a:gd name="connsiteX26" fmla="*/ 104795 w 362309"/>
                <a:gd name="connsiteY26" fmla="*/ 188327 h 361971"/>
                <a:gd name="connsiteX27" fmla="*/ 88181 w 362309"/>
                <a:gd name="connsiteY27" fmla="*/ 155131 h 361971"/>
                <a:gd name="connsiteX28" fmla="*/ 90737 w 362309"/>
                <a:gd name="connsiteY28" fmla="*/ 146832 h 361971"/>
                <a:gd name="connsiteX29" fmla="*/ 169972 w 362309"/>
                <a:gd name="connsiteY29" fmla="*/ 99590 h 361971"/>
                <a:gd name="connsiteX30" fmla="*/ 169972 w 362309"/>
                <a:gd name="connsiteY30" fmla="*/ 70224 h 361971"/>
                <a:gd name="connsiteX31" fmla="*/ 173806 w 362309"/>
                <a:gd name="connsiteY31" fmla="*/ 64478 h 361971"/>
                <a:gd name="connsiteX32" fmla="*/ 180196 w 362309"/>
                <a:gd name="connsiteY32" fmla="*/ 65117 h 361971"/>
                <a:gd name="connsiteX33" fmla="*/ 211507 w 362309"/>
                <a:gd name="connsiteY33" fmla="*/ 88738 h 361971"/>
                <a:gd name="connsiteX34" fmla="*/ 242179 w 362309"/>
                <a:gd name="connsiteY34" fmla="*/ 88738 h 361971"/>
                <a:gd name="connsiteX35" fmla="*/ 247291 w 362309"/>
                <a:gd name="connsiteY35" fmla="*/ 91291 h 361971"/>
                <a:gd name="connsiteX36" fmla="*/ 248569 w 362309"/>
                <a:gd name="connsiteY36" fmla="*/ 96398 h 361971"/>
                <a:gd name="connsiteX37" fmla="*/ 243457 w 362309"/>
                <a:gd name="connsiteY37" fmla="*/ 118742 h 361971"/>
                <a:gd name="connsiteX38" fmla="*/ 260070 w 362309"/>
                <a:gd name="connsiteY38" fmla="*/ 123211 h 361971"/>
                <a:gd name="connsiteX39" fmla="*/ 263904 w 362309"/>
                <a:gd name="connsiteY39" fmla="*/ 126403 h 361971"/>
                <a:gd name="connsiteX40" fmla="*/ 264543 w 362309"/>
                <a:gd name="connsiteY40" fmla="*/ 131510 h 361971"/>
                <a:gd name="connsiteX41" fmla="*/ 258153 w 362309"/>
                <a:gd name="connsiteY41" fmla="*/ 148747 h 361971"/>
                <a:gd name="connsiteX42" fmla="*/ 269655 w 362309"/>
                <a:gd name="connsiteY42" fmla="*/ 154492 h 361971"/>
                <a:gd name="connsiteX43" fmla="*/ 272850 w 362309"/>
                <a:gd name="connsiteY43" fmla="*/ 158961 h 361971"/>
                <a:gd name="connsiteX44" fmla="*/ 271572 w 362309"/>
                <a:gd name="connsiteY44" fmla="*/ 164068 h 361971"/>
                <a:gd name="connsiteX45" fmla="*/ 258792 w 362309"/>
                <a:gd name="connsiteY45" fmla="*/ 180028 h 361971"/>
                <a:gd name="connsiteX46" fmla="*/ 271572 w 362309"/>
                <a:gd name="connsiteY46" fmla="*/ 197265 h 361971"/>
                <a:gd name="connsiteX47" fmla="*/ 273489 w 362309"/>
                <a:gd name="connsiteY47" fmla="*/ 20364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1971">
                  <a:moveTo>
                    <a:pt x="181474" y="0"/>
                  </a:moveTo>
                  <a:cubicBezTo>
                    <a:pt x="81152" y="0"/>
                    <a:pt x="0" y="81077"/>
                    <a:pt x="0" y="180667"/>
                  </a:cubicBezTo>
                  <a:cubicBezTo>
                    <a:pt x="0" y="280257"/>
                    <a:pt x="81152" y="361972"/>
                    <a:pt x="180835" y="361972"/>
                  </a:cubicBezTo>
                  <a:cubicBezTo>
                    <a:pt x="281157" y="361972"/>
                    <a:pt x="362309" y="280895"/>
                    <a:pt x="362309" y="181305"/>
                  </a:cubicBezTo>
                  <a:cubicBezTo>
                    <a:pt x="362309" y="81077"/>
                    <a:pt x="281157" y="0"/>
                    <a:pt x="181474" y="0"/>
                  </a:cubicBezTo>
                  <a:close/>
                  <a:moveTo>
                    <a:pt x="273489" y="203649"/>
                  </a:moveTo>
                  <a:cubicBezTo>
                    <a:pt x="272850" y="205564"/>
                    <a:pt x="271572" y="206841"/>
                    <a:pt x="269655" y="207479"/>
                  </a:cubicBezTo>
                  <a:lnTo>
                    <a:pt x="253042" y="213225"/>
                  </a:lnTo>
                  <a:lnTo>
                    <a:pt x="264543" y="231100"/>
                  </a:lnTo>
                  <a:cubicBezTo>
                    <a:pt x="265821" y="233015"/>
                    <a:pt x="265821" y="235569"/>
                    <a:pt x="264543" y="237484"/>
                  </a:cubicBezTo>
                  <a:cubicBezTo>
                    <a:pt x="263265" y="239399"/>
                    <a:pt x="261348" y="240676"/>
                    <a:pt x="258792" y="240676"/>
                  </a:cubicBezTo>
                  <a:lnTo>
                    <a:pt x="248569" y="240676"/>
                  </a:lnTo>
                  <a:lnTo>
                    <a:pt x="248569" y="252806"/>
                  </a:lnTo>
                  <a:lnTo>
                    <a:pt x="258792" y="252806"/>
                  </a:lnTo>
                  <a:cubicBezTo>
                    <a:pt x="262626" y="252806"/>
                    <a:pt x="265182" y="255359"/>
                    <a:pt x="265182" y="259190"/>
                  </a:cubicBezTo>
                  <a:lnTo>
                    <a:pt x="265182" y="292386"/>
                  </a:lnTo>
                  <a:cubicBezTo>
                    <a:pt x="265182" y="296217"/>
                    <a:pt x="262626" y="298770"/>
                    <a:pt x="258792" y="298770"/>
                  </a:cubicBezTo>
                  <a:lnTo>
                    <a:pt x="127160" y="298770"/>
                  </a:lnTo>
                  <a:cubicBezTo>
                    <a:pt x="123326" y="298770"/>
                    <a:pt x="120770" y="296217"/>
                    <a:pt x="120770" y="292386"/>
                  </a:cubicBezTo>
                  <a:lnTo>
                    <a:pt x="120770" y="259190"/>
                  </a:lnTo>
                  <a:cubicBezTo>
                    <a:pt x="120770" y="255359"/>
                    <a:pt x="123326" y="252806"/>
                    <a:pt x="127160" y="252806"/>
                  </a:cubicBezTo>
                  <a:lnTo>
                    <a:pt x="137384" y="252806"/>
                  </a:lnTo>
                  <a:cubicBezTo>
                    <a:pt x="139940" y="224078"/>
                    <a:pt x="157831" y="203011"/>
                    <a:pt x="171889" y="188966"/>
                  </a:cubicBezTo>
                  <a:cubicBezTo>
                    <a:pt x="175084" y="185774"/>
                    <a:pt x="176362" y="183220"/>
                    <a:pt x="175723" y="181944"/>
                  </a:cubicBezTo>
                  <a:cubicBezTo>
                    <a:pt x="175084" y="179390"/>
                    <a:pt x="171250" y="176836"/>
                    <a:pt x="168055" y="175560"/>
                  </a:cubicBezTo>
                  <a:lnTo>
                    <a:pt x="112463" y="191519"/>
                  </a:lnTo>
                  <a:cubicBezTo>
                    <a:pt x="109268" y="192158"/>
                    <a:pt x="106073" y="190881"/>
                    <a:pt x="104795" y="188327"/>
                  </a:cubicBezTo>
                  <a:lnTo>
                    <a:pt x="88181" y="155131"/>
                  </a:lnTo>
                  <a:cubicBezTo>
                    <a:pt x="86903" y="151939"/>
                    <a:pt x="87542" y="148747"/>
                    <a:pt x="90737" y="146832"/>
                  </a:cubicBezTo>
                  <a:lnTo>
                    <a:pt x="169972" y="99590"/>
                  </a:lnTo>
                  <a:lnTo>
                    <a:pt x="169972" y="70224"/>
                  </a:lnTo>
                  <a:cubicBezTo>
                    <a:pt x="169972" y="67670"/>
                    <a:pt x="171250" y="65755"/>
                    <a:pt x="173806" y="64478"/>
                  </a:cubicBezTo>
                  <a:cubicBezTo>
                    <a:pt x="175723" y="63202"/>
                    <a:pt x="178279" y="63840"/>
                    <a:pt x="180196" y="65117"/>
                  </a:cubicBezTo>
                  <a:lnTo>
                    <a:pt x="211507" y="88738"/>
                  </a:lnTo>
                  <a:lnTo>
                    <a:pt x="242179" y="88738"/>
                  </a:lnTo>
                  <a:cubicBezTo>
                    <a:pt x="244096" y="88738"/>
                    <a:pt x="246013" y="89376"/>
                    <a:pt x="247291" y="91291"/>
                  </a:cubicBezTo>
                  <a:cubicBezTo>
                    <a:pt x="248569" y="92568"/>
                    <a:pt x="249208" y="94483"/>
                    <a:pt x="248569" y="96398"/>
                  </a:cubicBezTo>
                  <a:lnTo>
                    <a:pt x="243457" y="118742"/>
                  </a:lnTo>
                  <a:lnTo>
                    <a:pt x="260070" y="123211"/>
                  </a:lnTo>
                  <a:cubicBezTo>
                    <a:pt x="261987" y="123849"/>
                    <a:pt x="263265" y="125126"/>
                    <a:pt x="263904" y="126403"/>
                  </a:cubicBezTo>
                  <a:cubicBezTo>
                    <a:pt x="264543" y="127680"/>
                    <a:pt x="264543" y="129595"/>
                    <a:pt x="264543" y="131510"/>
                  </a:cubicBezTo>
                  <a:lnTo>
                    <a:pt x="258153" y="148747"/>
                  </a:lnTo>
                  <a:lnTo>
                    <a:pt x="269655" y="154492"/>
                  </a:lnTo>
                  <a:cubicBezTo>
                    <a:pt x="271572" y="155131"/>
                    <a:pt x="272850" y="157046"/>
                    <a:pt x="272850" y="158961"/>
                  </a:cubicBezTo>
                  <a:cubicBezTo>
                    <a:pt x="273489" y="160876"/>
                    <a:pt x="272850" y="162792"/>
                    <a:pt x="271572" y="164068"/>
                  </a:cubicBezTo>
                  <a:lnTo>
                    <a:pt x="258792" y="180028"/>
                  </a:lnTo>
                  <a:lnTo>
                    <a:pt x="271572" y="197265"/>
                  </a:lnTo>
                  <a:cubicBezTo>
                    <a:pt x="274128" y="199819"/>
                    <a:pt x="274128" y="201734"/>
                    <a:pt x="273489" y="203649"/>
                  </a:cubicBezTo>
                  <a:close/>
                </a:path>
              </a:pathLst>
            </a:custGeom>
            <a:solidFill>
              <a:srgbClr val="046A38"/>
            </a:solidFill>
            <a:ln w="6390" cap="flat">
              <a:noFill/>
              <a:prstDash val="solid"/>
              <a:miter/>
            </a:ln>
          </p:spPr>
          <p:txBody>
            <a:bodyPr rtlCol="0" anchor="ctr"/>
            <a:lstStyle/>
            <a:p>
              <a:endParaRPr lang="en-US"/>
            </a:p>
          </p:txBody>
        </p:sp>
      </p:grpSp>
      <p:sp>
        <p:nvSpPr>
          <p:cNvPr id="24" name="TextBox 23">
            <a:extLst>
              <a:ext uri="{FF2B5EF4-FFF2-40B4-BE49-F238E27FC236}">
                <a16:creationId xmlns:a16="http://schemas.microsoft.com/office/drawing/2014/main" id="{936FCFBF-A195-A9DC-BABE-3F8289226588}"/>
              </a:ext>
            </a:extLst>
          </p:cNvPr>
          <p:cNvSpPr txBox="1"/>
          <p:nvPr/>
        </p:nvSpPr>
        <p:spPr>
          <a:xfrm>
            <a:off x="5858269" y="2261635"/>
            <a:ext cx="2480235" cy="707886"/>
          </a:xfrm>
          <a:prstGeom prst="rect">
            <a:avLst/>
          </a:prstGeom>
          <a:noFill/>
        </p:spPr>
        <p:txBody>
          <a:bodyPr wrap="square">
            <a:spAutoFit/>
          </a:bodyPr>
          <a:lstStyle/>
          <a:p>
            <a:pPr algn="ctr"/>
            <a:r>
              <a:rPr lang="en-US" sz="2000" kern="0">
                <a:solidFill>
                  <a:srgbClr val="046A38"/>
                </a:solidFill>
                <a:latin typeface="Arial" panose="020B0604020202020204" pitchFamily="34" charset="0"/>
                <a:cs typeface="Arial" panose="020B0604020202020204" pitchFamily="34" charset="0"/>
              </a:rPr>
              <a:t>Strategy, Risk &amp; Transactions </a:t>
            </a:r>
          </a:p>
        </p:txBody>
      </p:sp>
      <p:grpSp>
        <p:nvGrpSpPr>
          <p:cNvPr id="25" name="Graphic 4">
            <a:extLst>
              <a:ext uri="{FF2B5EF4-FFF2-40B4-BE49-F238E27FC236}">
                <a16:creationId xmlns:a16="http://schemas.microsoft.com/office/drawing/2014/main" id="{61011258-020E-3430-0752-44699E0C2B68}"/>
              </a:ext>
            </a:extLst>
          </p:cNvPr>
          <p:cNvGrpSpPr/>
          <p:nvPr/>
        </p:nvGrpSpPr>
        <p:grpSpPr>
          <a:xfrm>
            <a:off x="9543844" y="1551068"/>
            <a:ext cx="640080" cy="640080"/>
            <a:chOff x="10324860" y="1402085"/>
            <a:chExt cx="361670" cy="361333"/>
          </a:xfrm>
          <a:solidFill>
            <a:srgbClr val="00A3E0"/>
          </a:solidFill>
        </p:grpSpPr>
        <p:sp>
          <p:nvSpPr>
            <p:cNvPr id="26" name="Graphic 4">
              <a:extLst>
                <a:ext uri="{FF2B5EF4-FFF2-40B4-BE49-F238E27FC236}">
                  <a16:creationId xmlns:a16="http://schemas.microsoft.com/office/drawing/2014/main" id="{D3D6D2C3-F532-3B78-EEF1-3FB0EF92D75E}"/>
                </a:ext>
              </a:extLst>
            </p:cNvPr>
            <p:cNvSpPr/>
            <p:nvPr/>
          </p:nvSpPr>
          <p:spPr>
            <a:xfrm>
              <a:off x="10403456" y="1554662"/>
              <a:ext cx="169972" cy="91291"/>
            </a:xfrm>
            <a:custGeom>
              <a:avLst/>
              <a:gdLst>
                <a:gd name="connsiteX0" fmla="*/ 0 w 169972"/>
                <a:gd name="connsiteY0" fmla="*/ 0 h 91291"/>
                <a:gd name="connsiteX1" fmla="*/ 0 w 169972"/>
                <a:gd name="connsiteY1" fmla="*/ 91291 h 91291"/>
                <a:gd name="connsiteX2" fmla="*/ 169972 w 169972"/>
                <a:gd name="connsiteY2" fmla="*/ 91291 h 91291"/>
                <a:gd name="connsiteX3" fmla="*/ 169972 w 169972"/>
                <a:gd name="connsiteY3" fmla="*/ 0 h 91291"/>
                <a:gd name="connsiteX4" fmla="*/ 0 w 169972"/>
                <a:gd name="connsiteY4" fmla="*/ 0 h 91291"/>
                <a:gd name="connsiteX5" fmla="*/ 84986 w 169972"/>
                <a:gd name="connsiteY5" fmla="*/ 51072 h 91291"/>
                <a:gd name="connsiteX6" fmla="*/ 68373 w 169972"/>
                <a:gd name="connsiteY6" fmla="*/ 34474 h 91291"/>
                <a:gd name="connsiteX7" fmla="*/ 80513 w 169972"/>
                <a:gd name="connsiteY7" fmla="*/ 18514 h 91291"/>
                <a:gd name="connsiteX8" fmla="*/ 80513 w 169972"/>
                <a:gd name="connsiteY8" fmla="*/ 14683 h 91291"/>
                <a:gd name="connsiteX9" fmla="*/ 85625 w 169972"/>
                <a:gd name="connsiteY9" fmla="*/ 9576 h 91291"/>
                <a:gd name="connsiteX10" fmla="*/ 90738 w 169972"/>
                <a:gd name="connsiteY10" fmla="*/ 14683 h 91291"/>
                <a:gd name="connsiteX11" fmla="*/ 90738 w 169972"/>
                <a:gd name="connsiteY11" fmla="*/ 18514 h 91291"/>
                <a:gd name="connsiteX12" fmla="*/ 102878 w 169972"/>
                <a:gd name="connsiteY12" fmla="*/ 34474 h 91291"/>
                <a:gd name="connsiteX13" fmla="*/ 97766 w 169972"/>
                <a:gd name="connsiteY13" fmla="*/ 39581 h 91291"/>
                <a:gd name="connsiteX14" fmla="*/ 92654 w 169972"/>
                <a:gd name="connsiteY14" fmla="*/ 34474 h 91291"/>
                <a:gd name="connsiteX15" fmla="*/ 85625 w 169972"/>
                <a:gd name="connsiteY15" fmla="*/ 27451 h 91291"/>
                <a:gd name="connsiteX16" fmla="*/ 78597 w 169972"/>
                <a:gd name="connsiteY16" fmla="*/ 34474 h 91291"/>
                <a:gd name="connsiteX17" fmla="*/ 85625 w 169972"/>
                <a:gd name="connsiteY17" fmla="*/ 41496 h 91291"/>
                <a:gd name="connsiteX18" fmla="*/ 102239 w 169972"/>
                <a:gd name="connsiteY18" fmla="*/ 58094 h 91291"/>
                <a:gd name="connsiteX19" fmla="*/ 90098 w 169972"/>
                <a:gd name="connsiteY19" fmla="*/ 74054 h 91291"/>
                <a:gd name="connsiteX20" fmla="*/ 90098 w 169972"/>
                <a:gd name="connsiteY20" fmla="*/ 77885 h 91291"/>
                <a:gd name="connsiteX21" fmla="*/ 84986 w 169972"/>
                <a:gd name="connsiteY21" fmla="*/ 82992 h 91291"/>
                <a:gd name="connsiteX22" fmla="*/ 79874 w 169972"/>
                <a:gd name="connsiteY22" fmla="*/ 77885 h 91291"/>
                <a:gd name="connsiteX23" fmla="*/ 79874 w 169972"/>
                <a:gd name="connsiteY23" fmla="*/ 74054 h 91291"/>
                <a:gd name="connsiteX24" fmla="*/ 67733 w 169972"/>
                <a:gd name="connsiteY24" fmla="*/ 58094 h 91291"/>
                <a:gd name="connsiteX25" fmla="*/ 72845 w 169972"/>
                <a:gd name="connsiteY25" fmla="*/ 52987 h 91291"/>
                <a:gd name="connsiteX26" fmla="*/ 77958 w 169972"/>
                <a:gd name="connsiteY26" fmla="*/ 58094 h 91291"/>
                <a:gd name="connsiteX27" fmla="*/ 84986 w 169972"/>
                <a:gd name="connsiteY27" fmla="*/ 65117 h 91291"/>
                <a:gd name="connsiteX28" fmla="*/ 92015 w 169972"/>
                <a:gd name="connsiteY28" fmla="*/ 58094 h 91291"/>
                <a:gd name="connsiteX29" fmla="*/ 84986 w 169972"/>
                <a:gd name="connsiteY29" fmla="*/ 51072 h 91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9972" h="91291">
                  <a:moveTo>
                    <a:pt x="0" y="0"/>
                  </a:moveTo>
                  <a:lnTo>
                    <a:pt x="0" y="91291"/>
                  </a:lnTo>
                  <a:lnTo>
                    <a:pt x="169972" y="91291"/>
                  </a:lnTo>
                  <a:lnTo>
                    <a:pt x="169972" y="0"/>
                  </a:lnTo>
                  <a:lnTo>
                    <a:pt x="0" y="0"/>
                  </a:lnTo>
                  <a:close/>
                  <a:moveTo>
                    <a:pt x="84986" y="51072"/>
                  </a:moveTo>
                  <a:cubicBezTo>
                    <a:pt x="76040" y="51072"/>
                    <a:pt x="68373" y="43411"/>
                    <a:pt x="68373" y="34474"/>
                  </a:cubicBezTo>
                  <a:cubicBezTo>
                    <a:pt x="68373" y="26813"/>
                    <a:pt x="73484" y="20429"/>
                    <a:pt x="80513" y="18514"/>
                  </a:cubicBezTo>
                  <a:lnTo>
                    <a:pt x="80513" y="14683"/>
                  </a:lnTo>
                  <a:cubicBezTo>
                    <a:pt x="80513" y="12130"/>
                    <a:pt x="82430" y="9576"/>
                    <a:pt x="85625" y="9576"/>
                  </a:cubicBezTo>
                  <a:cubicBezTo>
                    <a:pt x="88820" y="9576"/>
                    <a:pt x="90738" y="11491"/>
                    <a:pt x="90738" y="14683"/>
                  </a:cubicBezTo>
                  <a:lnTo>
                    <a:pt x="90738" y="18514"/>
                  </a:lnTo>
                  <a:cubicBezTo>
                    <a:pt x="97766" y="20429"/>
                    <a:pt x="102878" y="26813"/>
                    <a:pt x="102878" y="34474"/>
                  </a:cubicBezTo>
                  <a:cubicBezTo>
                    <a:pt x="102878" y="37027"/>
                    <a:pt x="100961" y="39581"/>
                    <a:pt x="97766" y="39581"/>
                  </a:cubicBezTo>
                  <a:cubicBezTo>
                    <a:pt x="94571" y="39581"/>
                    <a:pt x="92654" y="37666"/>
                    <a:pt x="92654" y="34474"/>
                  </a:cubicBezTo>
                  <a:cubicBezTo>
                    <a:pt x="92654" y="30643"/>
                    <a:pt x="89459" y="27451"/>
                    <a:pt x="85625" y="27451"/>
                  </a:cubicBezTo>
                  <a:cubicBezTo>
                    <a:pt x="81792" y="27451"/>
                    <a:pt x="78597" y="30643"/>
                    <a:pt x="78597" y="34474"/>
                  </a:cubicBezTo>
                  <a:cubicBezTo>
                    <a:pt x="78597" y="38304"/>
                    <a:pt x="81792" y="41496"/>
                    <a:pt x="85625" y="41496"/>
                  </a:cubicBezTo>
                  <a:cubicBezTo>
                    <a:pt x="95210" y="41496"/>
                    <a:pt x="102239" y="49157"/>
                    <a:pt x="102239" y="58094"/>
                  </a:cubicBezTo>
                  <a:cubicBezTo>
                    <a:pt x="102239" y="65755"/>
                    <a:pt x="97128" y="72139"/>
                    <a:pt x="90098" y="74054"/>
                  </a:cubicBezTo>
                  <a:lnTo>
                    <a:pt x="90098" y="77885"/>
                  </a:lnTo>
                  <a:cubicBezTo>
                    <a:pt x="90098" y="80438"/>
                    <a:pt x="88181" y="82992"/>
                    <a:pt x="84986" y="82992"/>
                  </a:cubicBezTo>
                  <a:cubicBezTo>
                    <a:pt x="81792" y="82992"/>
                    <a:pt x="79874" y="81077"/>
                    <a:pt x="79874" y="77885"/>
                  </a:cubicBezTo>
                  <a:lnTo>
                    <a:pt x="79874" y="74054"/>
                  </a:lnTo>
                  <a:cubicBezTo>
                    <a:pt x="72845" y="72139"/>
                    <a:pt x="67733" y="65755"/>
                    <a:pt x="67733" y="58094"/>
                  </a:cubicBezTo>
                  <a:cubicBezTo>
                    <a:pt x="67733" y="55541"/>
                    <a:pt x="69650" y="52987"/>
                    <a:pt x="72845" y="52987"/>
                  </a:cubicBezTo>
                  <a:cubicBezTo>
                    <a:pt x="76040" y="52987"/>
                    <a:pt x="77958" y="54902"/>
                    <a:pt x="77958" y="58094"/>
                  </a:cubicBezTo>
                  <a:cubicBezTo>
                    <a:pt x="77958" y="61925"/>
                    <a:pt x="81153" y="65117"/>
                    <a:pt x="84986" y="65117"/>
                  </a:cubicBezTo>
                  <a:cubicBezTo>
                    <a:pt x="88820" y="65117"/>
                    <a:pt x="92015" y="61925"/>
                    <a:pt x="92015" y="58094"/>
                  </a:cubicBezTo>
                  <a:cubicBezTo>
                    <a:pt x="92654" y="54264"/>
                    <a:pt x="88820" y="51072"/>
                    <a:pt x="84986" y="51072"/>
                  </a:cubicBezTo>
                  <a:close/>
                </a:path>
              </a:pathLst>
            </a:custGeom>
            <a:grpFill/>
            <a:ln w="6390" cap="flat">
              <a:noFill/>
              <a:prstDash val="solid"/>
              <a:miter/>
            </a:ln>
          </p:spPr>
          <p:txBody>
            <a:bodyPr rtlCol="0" anchor="ctr"/>
            <a:lstStyle/>
            <a:p>
              <a:endParaRPr lang="en-US"/>
            </a:p>
          </p:txBody>
        </p:sp>
        <p:sp>
          <p:nvSpPr>
            <p:cNvPr id="27" name="Graphic 4">
              <a:extLst>
                <a:ext uri="{FF2B5EF4-FFF2-40B4-BE49-F238E27FC236}">
                  <a16:creationId xmlns:a16="http://schemas.microsoft.com/office/drawing/2014/main" id="{7F0912FC-1645-85E3-F8F7-2258C06C790E}"/>
                </a:ext>
              </a:extLst>
            </p:cNvPr>
            <p:cNvSpPr/>
            <p:nvPr/>
          </p:nvSpPr>
          <p:spPr>
            <a:xfrm>
              <a:off x="10438601" y="1520188"/>
              <a:ext cx="169972" cy="91929"/>
            </a:xfrm>
            <a:custGeom>
              <a:avLst/>
              <a:gdLst>
                <a:gd name="connsiteX0" fmla="*/ 0 w 169972"/>
                <a:gd name="connsiteY0" fmla="*/ 21706 h 91929"/>
                <a:gd name="connsiteX1" fmla="*/ 141217 w 169972"/>
                <a:gd name="connsiteY1" fmla="*/ 21706 h 91929"/>
                <a:gd name="connsiteX2" fmla="*/ 147607 w 169972"/>
                <a:gd name="connsiteY2" fmla="*/ 28089 h 91929"/>
                <a:gd name="connsiteX3" fmla="*/ 147607 w 169972"/>
                <a:gd name="connsiteY3" fmla="*/ 91929 h 91929"/>
                <a:gd name="connsiteX4" fmla="*/ 150164 w 169972"/>
                <a:gd name="connsiteY4" fmla="*/ 91291 h 91929"/>
                <a:gd name="connsiteX5" fmla="*/ 169972 w 169972"/>
                <a:gd name="connsiteY5" fmla="*/ 91291 h 91929"/>
                <a:gd name="connsiteX6" fmla="*/ 169972 w 169972"/>
                <a:gd name="connsiteY6" fmla="*/ 0 h 91929"/>
                <a:gd name="connsiteX7" fmla="*/ 0 w 169972"/>
                <a:gd name="connsiteY7" fmla="*/ 0 h 91929"/>
                <a:gd name="connsiteX8" fmla="*/ 0 w 169972"/>
                <a:gd name="connsiteY8" fmla="*/ 21706 h 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72" h="91929">
                  <a:moveTo>
                    <a:pt x="0" y="21706"/>
                  </a:moveTo>
                  <a:lnTo>
                    <a:pt x="141217" y="21706"/>
                  </a:lnTo>
                  <a:cubicBezTo>
                    <a:pt x="145052" y="21706"/>
                    <a:pt x="147607" y="24259"/>
                    <a:pt x="147607" y="28089"/>
                  </a:cubicBezTo>
                  <a:lnTo>
                    <a:pt x="147607" y="91929"/>
                  </a:lnTo>
                  <a:cubicBezTo>
                    <a:pt x="148247" y="91929"/>
                    <a:pt x="148886" y="91291"/>
                    <a:pt x="150164" y="91291"/>
                  </a:cubicBezTo>
                  <a:lnTo>
                    <a:pt x="169972" y="91291"/>
                  </a:lnTo>
                  <a:lnTo>
                    <a:pt x="169972" y="0"/>
                  </a:lnTo>
                  <a:lnTo>
                    <a:pt x="0" y="0"/>
                  </a:lnTo>
                  <a:lnTo>
                    <a:pt x="0" y="21706"/>
                  </a:lnTo>
                  <a:close/>
                </a:path>
              </a:pathLst>
            </a:custGeom>
            <a:grpFill/>
            <a:ln w="6390" cap="flat">
              <a:noFill/>
              <a:prstDash val="solid"/>
              <a:miter/>
            </a:ln>
          </p:spPr>
          <p:txBody>
            <a:bodyPr rtlCol="0" anchor="ctr"/>
            <a:lstStyle/>
            <a:p>
              <a:endParaRPr lang="en-US"/>
            </a:p>
          </p:txBody>
        </p:sp>
        <p:sp>
          <p:nvSpPr>
            <p:cNvPr id="28" name="Graphic 4">
              <a:extLst>
                <a:ext uri="{FF2B5EF4-FFF2-40B4-BE49-F238E27FC236}">
                  <a16:creationId xmlns:a16="http://schemas.microsoft.com/office/drawing/2014/main" id="{A1C7C25E-3190-737A-4EDA-124D1698465C}"/>
                </a:ext>
              </a:extLst>
            </p:cNvPr>
            <p:cNvSpPr/>
            <p:nvPr/>
          </p:nvSpPr>
          <p:spPr>
            <a:xfrm>
              <a:off x="10324860" y="1402085"/>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96492 w 361670"/>
                <a:gd name="connsiteY5" fmla="*/ 215779 h 361333"/>
                <a:gd name="connsiteX6" fmla="*/ 290103 w 361670"/>
                <a:gd name="connsiteY6" fmla="*/ 222163 h 361333"/>
                <a:gd name="connsiteX7" fmla="*/ 263904 w 361670"/>
                <a:gd name="connsiteY7" fmla="*/ 222163 h 361333"/>
                <a:gd name="connsiteX8" fmla="*/ 261348 w 361670"/>
                <a:gd name="connsiteY8" fmla="*/ 221524 h 361333"/>
                <a:gd name="connsiteX9" fmla="*/ 261348 w 361670"/>
                <a:gd name="connsiteY9" fmla="*/ 250252 h 361333"/>
                <a:gd name="connsiteX10" fmla="*/ 254958 w 361670"/>
                <a:gd name="connsiteY10" fmla="*/ 256636 h 361333"/>
                <a:gd name="connsiteX11" fmla="*/ 72206 w 361670"/>
                <a:gd name="connsiteY11" fmla="*/ 256636 h 361333"/>
                <a:gd name="connsiteX12" fmla="*/ 65816 w 361670"/>
                <a:gd name="connsiteY12" fmla="*/ 250252 h 361333"/>
                <a:gd name="connsiteX13" fmla="*/ 65816 w 361670"/>
                <a:gd name="connsiteY13" fmla="*/ 146193 h 361333"/>
                <a:gd name="connsiteX14" fmla="*/ 72206 w 361670"/>
                <a:gd name="connsiteY14" fmla="*/ 139809 h 361333"/>
                <a:gd name="connsiteX15" fmla="*/ 100322 w 361670"/>
                <a:gd name="connsiteY15" fmla="*/ 139809 h 361333"/>
                <a:gd name="connsiteX16" fmla="*/ 100322 w 361670"/>
                <a:gd name="connsiteY16" fmla="*/ 111720 h 361333"/>
                <a:gd name="connsiteX17" fmla="*/ 106712 w 361670"/>
                <a:gd name="connsiteY17" fmla="*/ 105336 h 361333"/>
                <a:gd name="connsiteX18" fmla="*/ 289464 w 361670"/>
                <a:gd name="connsiteY18" fmla="*/ 105336 h 361333"/>
                <a:gd name="connsiteX19" fmla="*/ 295854 w 361670"/>
                <a:gd name="connsiteY19" fmla="*/ 111720 h 361333"/>
                <a:gd name="connsiteX20" fmla="*/ 295854 w 361670"/>
                <a:gd name="connsiteY20" fmla="*/ 2157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1670" h="361333">
                  <a:moveTo>
                    <a:pt x="180835" y="0"/>
                  </a:moveTo>
                  <a:cubicBezTo>
                    <a:pt x="80513" y="0"/>
                    <a:pt x="0" y="81077"/>
                    <a:pt x="0" y="180667"/>
                  </a:cubicBezTo>
                  <a:cubicBezTo>
                    <a:pt x="0" y="280257"/>
                    <a:pt x="81152" y="361333"/>
                    <a:pt x="180835" y="361333"/>
                  </a:cubicBezTo>
                  <a:cubicBezTo>
                    <a:pt x="280518" y="361333"/>
                    <a:pt x="361670" y="280257"/>
                    <a:pt x="361670" y="180667"/>
                  </a:cubicBezTo>
                  <a:cubicBezTo>
                    <a:pt x="361670" y="81077"/>
                    <a:pt x="281157" y="0"/>
                    <a:pt x="180835" y="0"/>
                  </a:cubicBezTo>
                  <a:close/>
                  <a:moveTo>
                    <a:pt x="296492" y="215779"/>
                  </a:moveTo>
                  <a:cubicBezTo>
                    <a:pt x="296492" y="219609"/>
                    <a:pt x="293937" y="222163"/>
                    <a:pt x="290103" y="222163"/>
                  </a:cubicBezTo>
                  <a:lnTo>
                    <a:pt x="263904" y="222163"/>
                  </a:lnTo>
                  <a:cubicBezTo>
                    <a:pt x="263265" y="222163"/>
                    <a:pt x="262626" y="222163"/>
                    <a:pt x="261348" y="221524"/>
                  </a:cubicBezTo>
                  <a:lnTo>
                    <a:pt x="261348" y="250252"/>
                  </a:lnTo>
                  <a:cubicBezTo>
                    <a:pt x="261348" y="254082"/>
                    <a:pt x="258792" y="256636"/>
                    <a:pt x="254958" y="256636"/>
                  </a:cubicBezTo>
                  <a:lnTo>
                    <a:pt x="72206" y="256636"/>
                  </a:lnTo>
                  <a:cubicBezTo>
                    <a:pt x="68372" y="256636"/>
                    <a:pt x="65816" y="254082"/>
                    <a:pt x="65816" y="250252"/>
                  </a:cubicBezTo>
                  <a:lnTo>
                    <a:pt x="65816" y="146193"/>
                  </a:lnTo>
                  <a:cubicBezTo>
                    <a:pt x="65816" y="142363"/>
                    <a:pt x="68372" y="139809"/>
                    <a:pt x="72206" y="139809"/>
                  </a:cubicBezTo>
                  <a:lnTo>
                    <a:pt x="100322" y="139809"/>
                  </a:lnTo>
                  <a:lnTo>
                    <a:pt x="100322" y="111720"/>
                  </a:lnTo>
                  <a:cubicBezTo>
                    <a:pt x="100322" y="107889"/>
                    <a:pt x="102878" y="105336"/>
                    <a:pt x="106712" y="105336"/>
                  </a:cubicBezTo>
                  <a:lnTo>
                    <a:pt x="289464" y="105336"/>
                  </a:lnTo>
                  <a:cubicBezTo>
                    <a:pt x="293298" y="105336"/>
                    <a:pt x="295854" y="107889"/>
                    <a:pt x="295854" y="111720"/>
                  </a:cubicBezTo>
                  <a:lnTo>
                    <a:pt x="295854" y="215779"/>
                  </a:lnTo>
                  <a:close/>
                </a:path>
              </a:pathLst>
            </a:custGeom>
            <a:grpFill/>
            <a:ln w="6390" cap="flat">
              <a:noFill/>
              <a:prstDash val="solid"/>
              <a:miter/>
            </a:ln>
          </p:spPr>
          <p:txBody>
            <a:bodyPr rtlCol="0" anchor="ctr"/>
            <a:lstStyle/>
            <a:p>
              <a:endParaRPr lang="en-US"/>
            </a:p>
          </p:txBody>
        </p:sp>
      </p:grpSp>
      <p:sp>
        <p:nvSpPr>
          <p:cNvPr id="29" name="TextBox 28">
            <a:extLst>
              <a:ext uri="{FF2B5EF4-FFF2-40B4-BE49-F238E27FC236}">
                <a16:creationId xmlns:a16="http://schemas.microsoft.com/office/drawing/2014/main" id="{43AD33D4-81A1-B754-A75F-D6F49E65B17C}"/>
              </a:ext>
            </a:extLst>
          </p:cNvPr>
          <p:cNvSpPr txBox="1"/>
          <p:nvPr/>
        </p:nvSpPr>
        <p:spPr>
          <a:xfrm>
            <a:off x="8623767" y="2241464"/>
            <a:ext cx="2480235" cy="707886"/>
          </a:xfrm>
          <a:prstGeom prst="rect">
            <a:avLst/>
          </a:prstGeom>
          <a:noFill/>
        </p:spPr>
        <p:txBody>
          <a:bodyPr wrap="square">
            <a:spAutoFit/>
          </a:bodyPr>
          <a:lstStyle/>
          <a:p>
            <a:pPr algn="ctr"/>
            <a:r>
              <a:rPr lang="en-US" sz="2000" kern="0">
                <a:solidFill>
                  <a:srgbClr val="00A3E0"/>
                </a:solidFill>
                <a:latin typeface="Arial" panose="020B0604020202020204" pitchFamily="34" charset="0"/>
                <a:cs typeface="Arial" panose="020B0604020202020204" pitchFamily="34" charset="0"/>
              </a:rPr>
              <a:t>Technology &amp; Transformation</a:t>
            </a:r>
          </a:p>
        </p:txBody>
      </p:sp>
    </p:spTree>
    <p:extLst>
      <p:ext uri="{BB962C8B-B14F-4D97-AF65-F5344CB8AC3E}">
        <p14:creationId xmlns:p14="http://schemas.microsoft.com/office/powerpoint/2010/main" val="9608349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Deloitte Offerings &amp; Credentials - </a:t>
            </a:r>
            <a:r>
              <a:rPr lang="en-IN" sz="1800" b="1">
                <a:solidFill>
                  <a:prstClr val="black"/>
                </a:solidFill>
                <a:latin typeface="Arial" panose="020B0604020202020204" pitchFamily="34" charset="0"/>
                <a:ea typeface="Verdana" panose="020B0604030504040204" pitchFamily="34" charset="0"/>
                <a:cs typeface="Arial" panose="020B0604020202020204" pitchFamily="34" charset="0"/>
              </a:rPr>
              <a:t>Market &amp; Regulatory Reforms </a:t>
            </a:r>
            <a:endParaRPr lang="en-US" sz="1800" b="1">
              <a:solidFill>
                <a:prstClr val="black"/>
              </a:solidFill>
              <a:latin typeface="Arial" panose="020B060402020202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23F314CA-3001-ED4B-65E5-DF115DF3A369}"/>
              </a:ext>
            </a:extLst>
          </p:cNvPr>
          <p:cNvSpPr txBox="1"/>
          <p:nvPr/>
        </p:nvSpPr>
        <p:spPr>
          <a:xfrm>
            <a:off x="479904" y="1068931"/>
            <a:ext cx="5026417" cy="317393"/>
          </a:xfrm>
          <a:prstGeom prst="rect">
            <a:avLst/>
          </a:prstGeom>
          <a:solidFill>
            <a:schemeClr val="accent4"/>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Market and Regulatory Reforms</a:t>
            </a:r>
            <a:endParaRPr kumimoji="0" lang="en-IN" sz="14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167" name="Rectangle 166">
            <a:extLst>
              <a:ext uri="{FF2B5EF4-FFF2-40B4-BE49-F238E27FC236}">
                <a16:creationId xmlns:a16="http://schemas.microsoft.com/office/drawing/2014/main" id="{A57A54D4-792F-55E5-FE1C-104BEEA7FD3B}"/>
              </a:ext>
            </a:extLst>
          </p:cNvPr>
          <p:cNvSpPr/>
          <p:nvPr/>
        </p:nvSpPr>
        <p:spPr bwMode="gray">
          <a:xfrm>
            <a:off x="1240325" y="1433889"/>
            <a:ext cx="3844022" cy="188998"/>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50" b="1" i="1">
                <a:solidFill>
                  <a:srgbClr val="53565A"/>
                </a:solidFill>
                <a:latin typeface="Arial" panose="020B0604020202020204" pitchFamily="34" charset="0"/>
                <a:cs typeface="Arial" panose="020B0604020202020204" pitchFamily="34" charset="0"/>
              </a:rPr>
              <a:t>Evolving Role of Market Players &amp; Market Reforms</a:t>
            </a:r>
          </a:p>
        </p:txBody>
      </p:sp>
      <p:sp>
        <p:nvSpPr>
          <p:cNvPr id="168" name="Rectangle 167">
            <a:extLst>
              <a:ext uri="{FF2B5EF4-FFF2-40B4-BE49-F238E27FC236}">
                <a16:creationId xmlns:a16="http://schemas.microsoft.com/office/drawing/2014/main" id="{712905E1-6009-2274-618B-E40B37BDDD70}"/>
              </a:ext>
            </a:extLst>
          </p:cNvPr>
          <p:cNvSpPr/>
          <p:nvPr/>
        </p:nvSpPr>
        <p:spPr bwMode="gray">
          <a:xfrm>
            <a:off x="402350" y="2022423"/>
            <a:ext cx="502160" cy="146469"/>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50" b="1">
                <a:solidFill>
                  <a:prstClr val="black"/>
                </a:solidFill>
                <a:latin typeface="Arial" panose="020B0604020202020204" pitchFamily="34" charset="0"/>
                <a:cs typeface="Arial" panose="020B0604020202020204" pitchFamily="34" charset="0"/>
              </a:rPr>
              <a:t>Now</a:t>
            </a:r>
          </a:p>
        </p:txBody>
      </p:sp>
      <p:sp>
        <p:nvSpPr>
          <p:cNvPr id="169" name="Rectangle 168">
            <a:extLst>
              <a:ext uri="{FF2B5EF4-FFF2-40B4-BE49-F238E27FC236}">
                <a16:creationId xmlns:a16="http://schemas.microsoft.com/office/drawing/2014/main" id="{73CB3CC9-3751-E30A-A898-C21377F5DCAC}"/>
              </a:ext>
            </a:extLst>
          </p:cNvPr>
          <p:cNvSpPr/>
          <p:nvPr/>
        </p:nvSpPr>
        <p:spPr bwMode="gray">
          <a:xfrm>
            <a:off x="402350" y="2520531"/>
            <a:ext cx="502160" cy="146469"/>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50" b="1">
                <a:solidFill>
                  <a:prstClr val="black"/>
                </a:solidFill>
                <a:latin typeface="Arial" panose="020B0604020202020204" pitchFamily="34" charset="0"/>
                <a:cs typeface="Arial" panose="020B0604020202020204" pitchFamily="34" charset="0"/>
              </a:rPr>
              <a:t>Future</a:t>
            </a:r>
          </a:p>
        </p:txBody>
      </p:sp>
      <p:sp>
        <p:nvSpPr>
          <p:cNvPr id="170" name="Rectangle 169">
            <a:extLst>
              <a:ext uri="{FF2B5EF4-FFF2-40B4-BE49-F238E27FC236}">
                <a16:creationId xmlns:a16="http://schemas.microsoft.com/office/drawing/2014/main" id="{C172882C-0FC5-7570-8637-B8E9D1868556}"/>
              </a:ext>
            </a:extLst>
          </p:cNvPr>
          <p:cNvSpPr/>
          <p:nvPr/>
        </p:nvSpPr>
        <p:spPr bwMode="gray">
          <a:xfrm>
            <a:off x="1905107" y="1729493"/>
            <a:ext cx="694803" cy="121252"/>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800" b="1">
                <a:solidFill>
                  <a:prstClr val="black"/>
                </a:solidFill>
                <a:latin typeface="Arial" panose="020B0604020202020204" pitchFamily="34" charset="0"/>
                <a:cs typeface="Arial" panose="020B0604020202020204" pitchFamily="34" charset="0"/>
              </a:rPr>
              <a:t>Transmission</a:t>
            </a:r>
          </a:p>
        </p:txBody>
      </p:sp>
      <p:sp>
        <p:nvSpPr>
          <p:cNvPr id="171" name="Rectangle 170">
            <a:extLst>
              <a:ext uri="{FF2B5EF4-FFF2-40B4-BE49-F238E27FC236}">
                <a16:creationId xmlns:a16="http://schemas.microsoft.com/office/drawing/2014/main" id="{72EF1740-33F1-3BD6-D29C-A25BE4B30868}"/>
              </a:ext>
            </a:extLst>
          </p:cNvPr>
          <p:cNvSpPr/>
          <p:nvPr/>
        </p:nvSpPr>
        <p:spPr bwMode="gray">
          <a:xfrm>
            <a:off x="2895699" y="1723606"/>
            <a:ext cx="631638" cy="121252"/>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800" b="1">
                <a:solidFill>
                  <a:prstClr val="black"/>
                </a:solidFill>
                <a:latin typeface="Arial" panose="020B0604020202020204" pitchFamily="34" charset="0"/>
                <a:cs typeface="Arial" panose="020B0604020202020204" pitchFamily="34" charset="0"/>
              </a:rPr>
              <a:t>Distribution</a:t>
            </a:r>
          </a:p>
        </p:txBody>
      </p:sp>
      <p:sp>
        <p:nvSpPr>
          <p:cNvPr id="172" name="Rectangle 171">
            <a:extLst>
              <a:ext uri="{FF2B5EF4-FFF2-40B4-BE49-F238E27FC236}">
                <a16:creationId xmlns:a16="http://schemas.microsoft.com/office/drawing/2014/main" id="{F286C1EA-8DB4-4AA4-EF41-71B2E49795B4}"/>
              </a:ext>
            </a:extLst>
          </p:cNvPr>
          <p:cNvSpPr/>
          <p:nvPr/>
        </p:nvSpPr>
        <p:spPr bwMode="gray">
          <a:xfrm>
            <a:off x="956892" y="2454841"/>
            <a:ext cx="773465" cy="482237"/>
          </a:xfrm>
          <a:prstGeom prst="rect">
            <a:avLst/>
          </a:prstGeom>
          <a:solidFill>
            <a:srgbClr val="86BC25"/>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Renewable</a:t>
            </a:r>
          </a:p>
        </p:txBody>
      </p:sp>
      <p:sp>
        <p:nvSpPr>
          <p:cNvPr id="173" name="Rectangle 172">
            <a:extLst>
              <a:ext uri="{FF2B5EF4-FFF2-40B4-BE49-F238E27FC236}">
                <a16:creationId xmlns:a16="http://schemas.microsoft.com/office/drawing/2014/main" id="{62EA1D99-E9FC-938B-3AA5-6E4F0E70C1B7}"/>
              </a:ext>
            </a:extLst>
          </p:cNvPr>
          <p:cNvSpPr/>
          <p:nvPr/>
        </p:nvSpPr>
        <p:spPr bwMode="gray">
          <a:xfrm>
            <a:off x="956892" y="1885258"/>
            <a:ext cx="773465" cy="482237"/>
          </a:xfrm>
          <a:prstGeom prst="rect">
            <a:avLst/>
          </a:prstGeom>
          <a:solidFill>
            <a:srgbClr val="007CB0"/>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Fossil</a:t>
            </a:r>
          </a:p>
        </p:txBody>
      </p:sp>
      <p:sp>
        <p:nvSpPr>
          <p:cNvPr id="174" name="Freeform 88">
            <a:extLst>
              <a:ext uri="{FF2B5EF4-FFF2-40B4-BE49-F238E27FC236}">
                <a16:creationId xmlns:a16="http://schemas.microsoft.com/office/drawing/2014/main" id="{1C17DF9D-CF84-9660-5F2B-7694D1529875}"/>
              </a:ext>
            </a:extLst>
          </p:cNvPr>
          <p:cNvSpPr>
            <a:spLocks noEditPoints="1"/>
          </p:cNvSpPr>
          <p:nvPr/>
        </p:nvSpPr>
        <p:spPr bwMode="auto">
          <a:xfrm>
            <a:off x="1253582" y="1932049"/>
            <a:ext cx="205246" cy="262122"/>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175" name="Rectangle 174">
            <a:extLst>
              <a:ext uri="{FF2B5EF4-FFF2-40B4-BE49-F238E27FC236}">
                <a16:creationId xmlns:a16="http://schemas.microsoft.com/office/drawing/2014/main" id="{4B4C62EA-6D34-48C9-B895-5C73F1A559B6}"/>
              </a:ext>
            </a:extLst>
          </p:cNvPr>
          <p:cNvSpPr/>
          <p:nvPr/>
        </p:nvSpPr>
        <p:spPr bwMode="gray">
          <a:xfrm>
            <a:off x="1056515" y="1729462"/>
            <a:ext cx="574217" cy="121252"/>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800" b="1">
                <a:solidFill>
                  <a:prstClr val="black"/>
                </a:solidFill>
                <a:latin typeface="Arial" panose="020B0604020202020204" pitchFamily="34" charset="0"/>
                <a:cs typeface="Arial" panose="020B0604020202020204" pitchFamily="34" charset="0"/>
              </a:rPr>
              <a:t>Generation</a:t>
            </a:r>
          </a:p>
        </p:txBody>
      </p:sp>
      <p:sp>
        <p:nvSpPr>
          <p:cNvPr id="176" name="Rectangle 175">
            <a:extLst>
              <a:ext uri="{FF2B5EF4-FFF2-40B4-BE49-F238E27FC236}">
                <a16:creationId xmlns:a16="http://schemas.microsoft.com/office/drawing/2014/main" id="{F2F64D64-3038-C282-8D1B-7420792EE250}"/>
              </a:ext>
            </a:extLst>
          </p:cNvPr>
          <p:cNvSpPr/>
          <p:nvPr/>
        </p:nvSpPr>
        <p:spPr bwMode="gray">
          <a:xfrm>
            <a:off x="1889127" y="1888375"/>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Base-load</a:t>
            </a:r>
          </a:p>
        </p:txBody>
      </p:sp>
      <p:grpSp>
        <p:nvGrpSpPr>
          <p:cNvPr id="177" name="Group 176">
            <a:extLst>
              <a:ext uri="{FF2B5EF4-FFF2-40B4-BE49-F238E27FC236}">
                <a16:creationId xmlns:a16="http://schemas.microsoft.com/office/drawing/2014/main" id="{9E8952F3-A019-7931-58AC-FBE385C5B8D3}"/>
              </a:ext>
            </a:extLst>
          </p:cNvPr>
          <p:cNvGrpSpPr/>
          <p:nvPr/>
        </p:nvGrpSpPr>
        <p:grpSpPr>
          <a:xfrm>
            <a:off x="2103072" y="1933303"/>
            <a:ext cx="352451" cy="264339"/>
            <a:chOff x="2974262" y="4155935"/>
            <a:chExt cx="682569" cy="450340"/>
          </a:xfrm>
          <a:solidFill>
            <a:sysClr val="window" lastClr="FFFFFF"/>
          </a:solidFill>
        </p:grpSpPr>
        <p:sp>
          <p:nvSpPr>
            <p:cNvPr id="178" name="Freeform 185">
              <a:extLst>
                <a:ext uri="{FF2B5EF4-FFF2-40B4-BE49-F238E27FC236}">
                  <a16:creationId xmlns:a16="http://schemas.microsoft.com/office/drawing/2014/main" id="{B5EF01E1-6ED5-5D51-6A12-28389611C155}"/>
                </a:ext>
              </a:extLst>
            </p:cNvPr>
            <p:cNvSpPr>
              <a:spLocks noEditPoints="1"/>
            </p:cNvSpPr>
            <p:nvPr/>
          </p:nvSpPr>
          <p:spPr bwMode="auto">
            <a:xfrm>
              <a:off x="2974262" y="4284605"/>
              <a:ext cx="273608" cy="321670"/>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5C5C5C"/>
                </a:solidFill>
                <a:effectLst/>
                <a:uLnTx/>
                <a:uFillTx/>
                <a:latin typeface="Arial" panose="020B0604020202020204" pitchFamily="34" charset="0"/>
                <a:cs typeface="Arial" panose="020B0604020202020204" pitchFamily="34" charset="0"/>
              </a:endParaRPr>
            </a:p>
          </p:txBody>
        </p:sp>
        <p:sp>
          <p:nvSpPr>
            <p:cNvPr id="179" name="Freeform 185">
              <a:extLst>
                <a:ext uri="{FF2B5EF4-FFF2-40B4-BE49-F238E27FC236}">
                  <a16:creationId xmlns:a16="http://schemas.microsoft.com/office/drawing/2014/main" id="{7B3A9CF3-1C75-C2C4-6CB3-82B553886F81}"/>
                </a:ext>
              </a:extLst>
            </p:cNvPr>
            <p:cNvSpPr>
              <a:spLocks noEditPoints="1"/>
            </p:cNvSpPr>
            <p:nvPr/>
          </p:nvSpPr>
          <p:spPr bwMode="auto">
            <a:xfrm>
              <a:off x="3273780" y="4155935"/>
              <a:ext cx="383051" cy="450337"/>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5C5C5C"/>
                </a:solidFill>
                <a:effectLst/>
                <a:uLnTx/>
                <a:uFillTx/>
                <a:latin typeface="Arial" panose="020B0604020202020204" pitchFamily="34" charset="0"/>
                <a:cs typeface="Arial" panose="020B0604020202020204" pitchFamily="34" charset="0"/>
              </a:endParaRPr>
            </a:p>
          </p:txBody>
        </p:sp>
      </p:grpSp>
      <p:grpSp>
        <p:nvGrpSpPr>
          <p:cNvPr id="180" name="Group 179">
            <a:extLst>
              <a:ext uri="{FF2B5EF4-FFF2-40B4-BE49-F238E27FC236}">
                <a16:creationId xmlns:a16="http://schemas.microsoft.com/office/drawing/2014/main" id="{BB961115-7F76-5AF0-6AB4-32071BC5A4C0}"/>
              </a:ext>
            </a:extLst>
          </p:cNvPr>
          <p:cNvGrpSpPr>
            <a:grpSpLocks noChangeAspect="1"/>
          </p:cNvGrpSpPr>
          <p:nvPr/>
        </p:nvGrpSpPr>
        <p:grpSpPr>
          <a:xfrm>
            <a:off x="1417720" y="2478547"/>
            <a:ext cx="244944" cy="264338"/>
            <a:chOff x="2131557" y="3941199"/>
            <a:chExt cx="443385" cy="485133"/>
          </a:xfrm>
          <a:solidFill>
            <a:sysClr val="window" lastClr="FFFFFF"/>
          </a:solidFill>
        </p:grpSpPr>
        <p:sp>
          <p:nvSpPr>
            <p:cNvPr id="181" name="object 134">
              <a:extLst>
                <a:ext uri="{FF2B5EF4-FFF2-40B4-BE49-F238E27FC236}">
                  <a16:creationId xmlns:a16="http://schemas.microsoft.com/office/drawing/2014/main" id="{E7B91FE5-25B0-3885-95F7-030D4E06B064}"/>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2" name="object 135">
              <a:extLst>
                <a:ext uri="{FF2B5EF4-FFF2-40B4-BE49-F238E27FC236}">
                  <a16:creationId xmlns:a16="http://schemas.microsoft.com/office/drawing/2014/main" id="{5E296908-7F3A-483E-9653-F8B5558A949D}"/>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3" name="object 136">
              <a:extLst>
                <a:ext uri="{FF2B5EF4-FFF2-40B4-BE49-F238E27FC236}">
                  <a16:creationId xmlns:a16="http://schemas.microsoft.com/office/drawing/2014/main" id="{48282311-FE46-6267-053F-115A149F370D}"/>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4" name="object 137">
              <a:extLst>
                <a:ext uri="{FF2B5EF4-FFF2-40B4-BE49-F238E27FC236}">
                  <a16:creationId xmlns:a16="http://schemas.microsoft.com/office/drawing/2014/main" id="{70D3661E-C00D-8521-4FEE-6D8DB59ED4AC}"/>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5" name="object 138">
              <a:extLst>
                <a:ext uri="{FF2B5EF4-FFF2-40B4-BE49-F238E27FC236}">
                  <a16:creationId xmlns:a16="http://schemas.microsoft.com/office/drawing/2014/main" id="{75070136-C268-1CFE-C515-1031BBE767F6}"/>
                </a:ext>
              </a:extLst>
            </p:cNvPr>
            <p:cNvSpPr/>
            <p:nvPr/>
          </p:nvSpPr>
          <p:spPr>
            <a:xfrm>
              <a:off x="2324469" y="4141457"/>
              <a:ext cx="173475" cy="149799"/>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6" name="object 139">
              <a:extLst>
                <a:ext uri="{FF2B5EF4-FFF2-40B4-BE49-F238E27FC236}">
                  <a16:creationId xmlns:a16="http://schemas.microsoft.com/office/drawing/2014/main" id="{22638AE5-3146-CF2A-A34A-3C6CD5A49D7E}"/>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7" name="object 140">
              <a:extLst>
                <a:ext uri="{FF2B5EF4-FFF2-40B4-BE49-F238E27FC236}">
                  <a16:creationId xmlns:a16="http://schemas.microsoft.com/office/drawing/2014/main" id="{F273C023-ED6C-A8E8-DB26-FF8DCFB97802}"/>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8" name="object 142">
              <a:extLst>
                <a:ext uri="{FF2B5EF4-FFF2-40B4-BE49-F238E27FC236}">
                  <a16:creationId xmlns:a16="http://schemas.microsoft.com/office/drawing/2014/main" id="{0E9CC3C5-4810-96C7-5EB0-9AF725EA8F24}"/>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9" name="object 137">
              <a:extLst>
                <a:ext uri="{FF2B5EF4-FFF2-40B4-BE49-F238E27FC236}">
                  <a16:creationId xmlns:a16="http://schemas.microsoft.com/office/drawing/2014/main" id="{8845DB6A-C2DD-20B6-5DB9-68A01363047E}"/>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190" name="Rectangle 189">
            <a:extLst>
              <a:ext uri="{FF2B5EF4-FFF2-40B4-BE49-F238E27FC236}">
                <a16:creationId xmlns:a16="http://schemas.microsoft.com/office/drawing/2014/main" id="{934C4011-E85F-48B2-83B8-1DC83513F1BA}"/>
              </a:ext>
            </a:extLst>
          </p:cNvPr>
          <p:cNvSpPr/>
          <p:nvPr/>
        </p:nvSpPr>
        <p:spPr bwMode="gray">
          <a:xfrm>
            <a:off x="2821362" y="1888375"/>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One-Way</a:t>
            </a:r>
          </a:p>
        </p:txBody>
      </p:sp>
      <p:grpSp>
        <p:nvGrpSpPr>
          <p:cNvPr id="191" name="Group 190">
            <a:extLst>
              <a:ext uri="{FF2B5EF4-FFF2-40B4-BE49-F238E27FC236}">
                <a16:creationId xmlns:a16="http://schemas.microsoft.com/office/drawing/2014/main" id="{3EE7E50B-8DBE-4973-7D4B-76B199939A1D}"/>
              </a:ext>
            </a:extLst>
          </p:cNvPr>
          <p:cNvGrpSpPr/>
          <p:nvPr/>
        </p:nvGrpSpPr>
        <p:grpSpPr>
          <a:xfrm>
            <a:off x="3083273" y="1945829"/>
            <a:ext cx="326658" cy="229833"/>
            <a:chOff x="2587935" y="1943318"/>
            <a:chExt cx="285667" cy="200992"/>
          </a:xfrm>
        </p:grpSpPr>
        <p:sp>
          <p:nvSpPr>
            <p:cNvPr id="192" name="Arrow: Right 191">
              <a:extLst>
                <a:ext uri="{FF2B5EF4-FFF2-40B4-BE49-F238E27FC236}">
                  <a16:creationId xmlns:a16="http://schemas.microsoft.com/office/drawing/2014/main" id="{76F70E05-8E49-288A-63BF-2D96452F5FFD}"/>
                </a:ext>
              </a:extLst>
            </p:cNvPr>
            <p:cNvSpPr/>
            <p:nvPr/>
          </p:nvSpPr>
          <p:spPr bwMode="gray">
            <a:xfrm>
              <a:off x="2587935" y="1943318"/>
              <a:ext cx="285667" cy="200992"/>
            </a:xfrm>
            <a:prstGeom prst="right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93" name="Lightning Bolt 192">
              <a:extLst>
                <a:ext uri="{FF2B5EF4-FFF2-40B4-BE49-F238E27FC236}">
                  <a16:creationId xmlns:a16="http://schemas.microsoft.com/office/drawing/2014/main" id="{6848D05F-E3F4-B733-5D22-72D4DE575EEC}"/>
                </a:ext>
              </a:extLst>
            </p:cNvPr>
            <p:cNvSpPr/>
            <p:nvPr/>
          </p:nvSpPr>
          <p:spPr bwMode="gray">
            <a:xfrm rot="1751820">
              <a:off x="2674974" y="1996214"/>
              <a:ext cx="66029" cy="90571"/>
            </a:xfrm>
            <a:prstGeom prst="lightningBol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194" name="Rectangle 193">
            <a:extLst>
              <a:ext uri="{FF2B5EF4-FFF2-40B4-BE49-F238E27FC236}">
                <a16:creationId xmlns:a16="http://schemas.microsoft.com/office/drawing/2014/main" id="{07126EB4-6837-FAD4-2D6A-51C11165FFF9}"/>
              </a:ext>
            </a:extLst>
          </p:cNvPr>
          <p:cNvSpPr/>
          <p:nvPr/>
        </p:nvSpPr>
        <p:spPr bwMode="gray">
          <a:xfrm>
            <a:off x="3753597" y="1885258"/>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Provider</a:t>
            </a:r>
          </a:p>
        </p:txBody>
      </p:sp>
      <p:sp>
        <p:nvSpPr>
          <p:cNvPr id="195" name="Rectangle 194">
            <a:extLst>
              <a:ext uri="{FF2B5EF4-FFF2-40B4-BE49-F238E27FC236}">
                <a16:creationId xmlns:a16="http://schemas.microsoft.com/office/drawing/2014/main" id="{510BE1ED-2947-833E-4A05-F0A1BB0A26B4}"/>
              </a:ext>
            </a:extLst>
          </p:cNvPr>
          <p:cNvSpPr/>
          <p:nvPr/>
        </p:nvSpPr>
        <p:spPr bwMode="gray">
          <a:xfrm>
            <a:off x="3824510" y="1731085"/>
            <a:ext cx="631638" cy="121252"/>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800" b="1">
                <a:solidFill>
                  <a:prstClr val="black"/>
                </a:solidFill>
                <a:latin typeface="Arial" panose="020B0604020202020204" pitchFamily="34" charset="0"/>
                <a:cs typeface="Arial" panose="020B0604020202020204" pitchFamily="34" charset="0"/>
              </a:rPr>
              <a:t>Retail</a:t>
            </a:r>
          </a:p>
        </p:txBody>
      </p:sp>
      <p:grpSp>
        <p:nvGrpSpPr>
          <p:cNvPr id="196" name="Group 844">
            <a:extLst>
              <a:ext uri="{FF2B5EF4-FFF2-40B4-BE49-F238E27FC236}">
                <a16:creationId xmlns:a16="http://schemas.microsoft.com/office/drawing/2014/main" id="{42EB68F9-60D4-EF19-B264-C0CB94D237DE}"/>
              </a:ext>
            </a:extLst>
          </p:cNvPr>
          <p:cNvGrpSpPr>
            <a:grpSpLocks noChangeAspect="1"/>
          </p:cNvGrpSpPr>
          <p:nvPr/>
        </p:nvGrpSpPr>
        <p:grpSpPr bwMode="auto">
          <a:xfrm>
            <a:off x="4301168" y="1961241"/>
            <a:ext cx="167851" cy="167007"/>
            <a:chOff x="4371" y="3110"/>
            <a:chExt cx="199" cy="198"/>
          </a:xfrm>
          <a:solidFill>
            <a:sysClr val="window" lastClr="FFFFFF"/>
          </a:solidFill>
        </p:grpSpPr>
        <p:sp>
          <p:nvSpPr>
            <p:cNvPr id="197" name="Freeform 845">
              <a:extLst>
                <a:ext uri="{FF2B5EF4-FFF2-40B4-BE49-F238E27FC236}">
                  <a16:creationId xmlns:a16="http://schemas.microsoft.com/office/drawing/2014/main" id="{86A0C304-CC6C-E855-C12D-F359B439AA48}"/>
                </a:ext>
              </a:extLst>
            </p:cNvPr>
            <p:cNvSpPr>
              <a:spLocks noEditPoints="1"/>
            </p:cNvSpPr>
            <p:nvPr/>
          </p:nvSpPr>
          <p:spPr bwMode="auto">
            <a:xfrm>
              <a:off x="4371" y="3166"/>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198" name="Freeform 846">
              <a:extLst>
                <a:ext uri="{FF2B5EF4-FFF2-40B4-BE49-F238E27FC236}">
                  <a16:creationId xmlns:a16="http://schemas.microsoft.com/office/drawing/2014/main" id="{0EE9EA72-2630-2046-1F99-A0E1EC554547}"/>
                </a:ext>
              </a:extLst>
            </p:cNvPr>
            <p:cNvSpPr>
              <a:spLocks noEditPoints="1"/>
            </p:cNvSpPr>
            <p:nvPr/>
          </p:nvSpPr>
          <p:spPr bwMode="auto">
            <a:xfrm>
              <a:off x="4379"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199" name="Freeform 847">
              <a:extLst>
                <a:ext uri="{FF2B5EF4-FFF2-40B4-BE49-F238E27FC236}">
                  <a16:creationId xmlns:a16="http://schemas.microsoft.com/office/drawing/2014/main" id="{E72923A4-272E-1D39-156D-E0B820CB9542}"/>
                </a:ext>
              </a:extLst>
            </p:cNvPr>
            <p:cNvSpPr>
              <a:spLocks noEditPoints="1"/>
            </p:cNvSpPr>
            <p:nvPr/>
          </p:nvSpPr>
          <p:spPr bwMode="auto">
            <a:xfrm>
              <a:off x="4513" y="3166"/>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0" name="Freeform 848">
              <a:extLst>
                <a:ext uri="{FF2B5EF4-FFF2-40B4-BE49-F238E27FC236}">
                  <a16:creationId xmlns:a16="http://schemas.microsoft.com/office/drawing/2014/main" id="{3DEAE175-743D-1B5E-184A-0B8C8AB66893}"/>
                </a:ext>
              </a:extLst>
            </p:cNvPr>
            <p:cNvSpPr>
              <a:spLocks noEditPoints="1"/>
            </p:cNvSpPr>
            <p:nvPr/>
          </p:nvSpPr>
          <p:spPr bwMode="auto">
            <a:xfrm>
              <a:off x="4520" y="3110"/>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1" name="Freeform 849">
              <a:extLst>
                <a:ext uri="{FF2B5EF4-FFF2-40B4-BE49-F238E27FC236}">
                  <a16:creationId xmlns:a16="http://schemas.microsoft.com/office/drawing/2014/main" id="{CF925E93-7079-173E-96D4-0F06824B647C}"/>
                </a:ext>
              </a:extLst>
            </p:cNvPr>
            <p:cNvSpPr>
              <a:spLocks noEditPoints="1"/>
            </p:cNvSpPr>
            <p:nvPr/>
          </p:nvSpPr>
          <p:spPr bwMode="auto">
            <a:xfrm>
              <a:off x="4442" y="3166"/>
              <a:ext cx="57" cy="142"/>
            </a:xfrm>
            <a:custGeom>
              <a:avLst/>
              <a:gdLst>
                <a:gd name="T0" fmla="*/ 75 w 85"/>
                <a:gd name="T1" fmla="*/ 0 h 213"/>
                <a:gd name="T2" fmla="*/ 11 w 85"/>
                <a:gd name="T3" fmla="*/ 0 h 213"/>
                <a:gd name="T4" fmla="*/ 0 w 85"/>
                <a:gd name="T5" fmla="*/ 11 h 213"/>
                <a:gd name="T6" fmla="*/ 0 w 85"/>
                <a:gd name="T7" fmla="*/ 96 h 213"/>
                <a:gd name="T8" fmla="*/ 11 w 85"/>
                <a:gd name="T9" fmla="*/ 107 h 213"/>
                <a:gd name="T10" fmla="*/ 11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5 w 85"/>
                <a:gd name="T25" fmla="*/ 203 h 213"/>
                <a:gd name="T26" fmla="*/ 75 w 85"/>
                <a:gd name="T27" fmla="*/ 107 h 213"/>
                <a:gd name="T28" fmla="*/ 85 w 85"/>
                <a:gd name="T29" fmla="*/ 96 h 213"/>
                <a:gd name="T30" fmla="*/ 85 w 85"/>
                <a:gd name="T31" fmla="*/ 11 h 213"/>
                <a:gd name="T32" fmla="*/ 75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5" y="0"/>
                  </a:moveTo>
                  <a:cubicBezTo>
                    <a:pt x="11" y="0"/>
                    <a:pt x="11" y="0"/>
                    <a:pt x="11" y="0"/>
                  </a:cubicBezTo>
                  <a:cubicBezTo>
                    <a:pt x="5" y="0"/>
                    <a:pt x="0" y="5"/>
                    <a:pt x="0" y="11"/>
                  </a:cubicBezTo>
                  <a:cubicBezTo>
                    <a:pt x="0" y="96"/>
                    <a:pt x="0" y="96"/>
                    <a:pt x="0" y="96"/>
                  </a:cubicBezTo>
                  <a:cubicBezTo>
                    <a:pt x="0" y="102"/>
                    <a:pt x="5" y="107"/>
                    <a:pt x="11" y="107"/>
                  </a:cubicBezTo>
                  <a:cubicBezTo>
                    <a:pt x="11" y="203"/>
                    <a:pt x="11" y="203"/>
                    <a:pt x="11" y="203"/>
                  </a:cubicBezTo>
                  <a:cubicBezTo>
                    <a:pt x="11"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5" y="209"/>
                    <a:pt x="75" y="203"/>
                  </a:cubicBezTo>
                  <a:cubicBezTo>
                    <a:pt x="75" y="107"/>
                    <a:pt x="75" y="107"/>
                    <a:pt x="75" y="107"/>
                  </a:cubicBezTo>
                  <a:cubicBezTo>
                    <a:pt x="81" y="107"/>
                    <a:pt x="85" y="102"/>
                    <a:pt x="85" y="96"/>
                  </a:cubicBezTo>
                  <a:cubicBezTo>
                    <a:pt x="85" y="11"/>
                    <a:pt x="85" y="11"/>
                    <a:pt x="85" y="11"/>
                  </a:cubicBezTo>
                  <a:cubicBezTo>
                    <a:pt x="85" y="5"/>
                    <a:pt x="81" y="0"/>
                    <a:pt x="75"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2" name="Freeform 850">
              <a:extLst>
                <a:ext uri="{FF2B5EF4-FFF2-40B4-BE49-F238E27FC236}">
                  <a16:creationId xmlns:a16="http://schemas.microsoft.com/office/drawing/2014/main" id="{4BF62B33-98F4-3517-24EB-7DEA8BBA6CC7}"/>
                </a:ext>
              </a:extLst>
            </p:cNvPr>
            <p:cNvSpPr>
              <a:spLocks noEditPoints="1"/>
            </p:cNvSpPr>
            <p:nvPr/>
          </p:nvSpPr>
          <p:spPr bwMode="auto">
            <a:xfrm>
              <a:off x="4450"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03" name="Freeform 146">
            <a:extLst>
              <a:ext uri="{FF2B5EF4-FFF2-40B4-BE49-F238E27FC236}">
                <a16:creationId xmlns:a16="http://schemas.microsoft.com/office/drawing/2014/main" id="{5C62456C-20A1-8684-A19C-2575470AFBCD}"/>
              </a:ext>
            </a:extLst>
          </p:cNvPr>
          <p:cNvSpPr>
            <a:spLocks noEditPoints="1"/>
          </p:cNvSpPr>
          <p:nvPr/>
        </p:nvSpPr>
        <p:spPr bwMode="auto">
          <a:xfrm>
            <a:off x="4064522" y="2066649"/>
            <a:ext cx="145976" cy="97827"/>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4" name="Freeform 324">
            <a:extLst>
              <a:ext uri="{FF2B5EF4-FFF2-40B4-BE49-F238E27FC236}">
                <a16:creationId xmlns:a16="http://schemas.microsoft.com/office/drawing/2014/main" id="{6D78C8D6-528A-D001-161C-68A7F9186366}"/>
              </a:ext>
            </a:extLst>
          </p:cNvPr>
          <p:cNvSpPr>
            <a:spLocks noEditPoints="1"/>
          </p:cNvSpPr>
          <p:nvPr/>
        </p:nvSpPr>
        <p:spPr bwMode="auto">
          <a:xfrm>
            <a:off x="3810230" y="1945829"/>
            <a:ext cx="161706" cy="219753"/>
          </a:xfrm>
          <a:custGeom>
            <a:avLst/>
            <a:gdLst>
              <a:gd name="T0" fmla="*/ 90 w 235"/>
              <a:gd name="T1" fmla="*/ 215 h 320"/>
              <a:gd name="T2" fmla="*/ 107 w 235"/>
              <a:gd name="T3" fmla="*/ 224 h 320"/>
              <a:gd name="T4" fmla="*/ 96 w 235"/>
              <a:gd name="T5" fmla="*/ 234 h 320"/>
              <a:gd name="T6" fmla="*/ 92 w 235"/>
              <a:gd name="T7" fmla="*/ 276 h 320"/>
              <a:gd name="T8" fmla="*/ 106 w 235"/>
              <a:gd name="T9" fmla="*/ 270 h 320"/>
              <a:gd name="T10" fmla="*/ 92 w 235"/>
              <a:gd name="T11" fmla="*/ 257 h 320"/>
              <a:gd name="T12" fmla="*/ 87 w 235"/>
              <a:gd name="T13" fmla="*/ 270 h 320"/>
              <a:gd name="T14" fmla="*/ 58 w 235"/>
              <a:gd name="T15" fmla="*/ 233 h 320"/>
              <a:gd name="T16" fmla="*/ 61 w 235"/>
              <a:gd name="T17" fmla="*/ 216 h 320"/>
              <a:gd name="T18" fmla="*/ 44 w 235"/>
              <a:gd name="T19" fmla="*/ 228 h 320"/>
              <a:gd name="T20" fmla="*/ 63 w 235"/>
              <a:gd name="T21" fmla="*/ 185 h 320"/>
              <a:gd name="T22" fmla="*/ 58 w 235"/>
              <a:gd name="T23" fmla="*/ 171 h 320"/>
              <a:gd name="T24" fmla="*/ 43 w 235"/>
              <a:gd name="T25" fmla="*/ 181 h 320"/>
              <a:gd name="T26" fmla="*/ 96 w 235"/>
              <a:gd name="T27" fmla="*/ 192 h 320"/>
              <a:gd name="T28" fmla="*/ 106 w 235"/>
              <a:gd name="T29" fmla="*/ 177 h 320"/>
              <a:gd name="T30" fmla="*/ 86 w 235"/>
              <a:gd name="T31" fmla="*/ 181 h 320"/>
              <a:gd name="T32" fmla="*/ 92 w 235"/>
              <a:gd name="T33" fmla="*/ 148 h 320"/>
              <a:gd name="T34" fmla="*/ 107 w 235"/>
              <a:gd name="T35" fmla="*/ 138 h 320"/>
              <a:gd name="T36" fmla="*/ 98 w 235"/>
              <a:gd name="T37" fmla="*/ 128 h 320"/>
              <a:gd name="T38" fmla="*/ 87 w 235"/>
              <a:gd name="T39" fmla="*/ 142 h 320"/>
              <a:gd name="T40" fmla="*/ 58 w 235"/>
              <a:gd name="T41" fmla="*/ 148 h 320"/>
              <a:gd name="T42" fmla="*/ 61 w 235"/>
              <a:gd name="T43" fmla="*/ 131 h 320"/>
              <a:gd name="T44" fmla="*/ 52 w 235"/>
              <a:gd name="T45" fmla="*/ 128 h 320"/>
              <a:gd name="T46" fmla="*/ 43 w 235"/>
              <a:gd name="T47" fmla="*/ 138 h 320"/>
              <a:gd name="T48" fmla="*/ 54 w 235"/>
              <a:gd name="T49" fmla="*/ 106 h 320"/>
              <a:gd name="T50" fmla="*/ 61 w 235"/>
              <a:gd name="T51" fmla="*/ 88 h 320"/>
              <a:gd name="T52" fmla="*/ 48 w 235"/>
              <a:gd name="T53" fmla="*/ 87 h 320"/>
              <a:gd name="T54" fmla="*/ 46 w 235"/>
              <a:gd name="T55" fmla="*/ 103 h 320"/>
              <a:gd name="T56" fmla="*/ 100 w 235"/>
              <a:gd name="T57" fmla="*/ 105 h 320"/>
              <a:gd name="T58" fmla="*/ 104 w 235"/>
              <a:gd name="T59" fmla="*/ 88 h 320"/>
              <a:gd name="T60" fmla="*/ 86 w 235"/>
              <a:gd name="T61" fmla="*/ 96 h 320"/>
              <a:gd name="T62" fmla="*/ 100 w 235"/>
              <a:gd name="T63" fmla="*/ 63 h 320"/>
              <a:gd name="T64" fmla="*/ 106 w 235"/>
              <a:gd name="T65" fmla="*/ 49 h 320"/>
              <a:gd name="T66" fmla="*/ 87 w 235"/>
              <a:gd name="T67" fmla="*/ 49 h 320"/>
              <a:gd name="T68" fmla="*/ 50 w 235"/>
              <a:gd name="T69" fmla="*/ 63 h 320"/>
              <a:gd name="T70" fmla="*/ 63 w 235"/>
              <a:gd name="T71" fmla="*/ 49 h 320"/>
              <a:gd name="T72" fmla="*/ 43 w 235"/>
              <a:gd name="T73" fmla="*/ 53 h 320"/>
              <a:gd name="T74" fmla="*/ 182 w 235"/>
              <a:gd name="T75" fmla="*/ 234 h 320"/>
              <a:gd name="T76" fmla="*/ 191 w 235"/>
              <a:gd name="T77" fmla="*/ 220 h 320"/>
              <a:gd name="T78" fmla="*/ 184 w 235"/>
              <a:gd name="T79" fmla="*/ 213 h 320"/>
              <a:gd name="T80" fmla="*/ 174 w 235"/>
              <a:gd name="T81" fmla="*/ 216 h 320"/>
              <a:gd name="T82" fmla="*/ 174 w 235"/>
              <a:gd name="T83" fmla="*/ 231 h 320"/>
              <a:gd name="T84" fmla="*/ 186 w 235"/>
              <a:gd name="T85" fmla="*/ 191 h 320"/>
              <a:gd name="T86" fmla="*/ 191 w 235"/>
              <a:gd name="T87" fmla="*/ 177 h 320"/>
              <a:gd name="T88" fmla="*/ 174 w 235"/>
              <a:gd name="T89" fmla="*/ 173 h 320"/>
              <a:gd name="T90" fmla="*/ 174 w 235"/>
              <a:gd name="T91" fmla="*/ 189 h 320"/>
              <a:gd name="T92" fmla="*/ 186 w 235"/>
              <a:gd name="T93" fmla="*/ 148 h 320"/>
              <a:gd name="T94" fmla="*/ 189 w 235"/>
              <a:gd name="T95" fmla="*/ 131 h 320"/>
              <a:gd name="T96" fmla="*/ 174 w 235"/>
              <a:gd name="T97" fmla="*/ 131 h 320"/>
              <a:gd name="T98" fmla="*/ 235 w 235"/>
              <a:gd name="T99" fmla="*/ 96 h 320"/>
              <a:gd name="T100" fmla="*/ 0 w 235"/>
              <a:gd name="T101" fmla="*/ 309 h 320"/>
              <a:gd name="T102" fmla="*/ 150 w 235"/>
              <a:gd name="T103" fmla="*/ 10 h 320"/>
              <a:gd name="T104" fmla="*/ 22 w 235"/>
              <a:gd name="T105" fmla="*/ 298 h 320"/>
              <a:gd name="T106" fmla="*/ 64 w 235"/>
              <a:gd name="T107" fmla="*/ 266 h 320"/>
              <a:gd name="T108" fmla="*/ 22 w 235"/>
              <a:gd name="T109" fmla="*/ 21 h 320"/>
              <a:gd name="T110" fmla="*/ 150 w 235"/>
              <a:gd name="T111" fmla="*/ 298 h 320"/>
              <a:gd name="T112" fmla="*/ 192 w 235"/>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320">
                <a:moveTo>
                  <a:pt x="87" y="228"/>
                </a:moveTo>
                <a:cubicBezTo>
                  <a:pt x="86" y="226"/>
                  <a:pt x="86" y="225"/>
                  <a:pt x="86" y="224"/>
                </a:cubicBezTo>
                <a:cubicBezTo>
                  <a:pt x="86" y="221"/>
                  <a:pt x="87" y="218"/>
                  <a:pt x="89" y="216"/>
                </a:cubicBezTo>
                <a:cubicBezTo>
                  <a:pt x="89" y="216"/>
                  <a:pt x="90" y="215"/>
                  <a:pt x="90" y="215"/>
                </a:cubicBezTo>
                <a:cubicBezTo>
                  <a:pt x="91" y="214"/>
                  <a:pt x="92" y="214"/>
                  <a:pt x="92" y="214"/>
                </a:cubicBezTo>
                <a:cubicBezTo>
                  <a:pt x="93" y="214"/>
                  <a:pt x="94" y="213"/>
                  <a:pt x="94" y="213"/>
                </a:cubicBezTo>
                <a:cubicBezTo>
                  <a:pt x="98" y="212"/>
                  <a:pt x="101" y="214"/>
                  <a:pt x="104" y="216"/>
                </a:cubicBezTo>
                <a:cubicBezTo>
                  <a:pt x="106" y="218"/>
                  <a:pt x="107" y="221"/>
                  <a:pt x="107" y="224"/>
                </a:cubicBezTo>
                <a:cubicBezTo>
                  <a:pt x="107" y="225"/>
                  <a:pt x="107" y="226"/>
                  <a:pt x="106" y="228"/>
                </a:cubicBezTo>
                <a:cubicBezTo>
                  <a:pt x="106" y="229"/>
                  <a:pt x="105" y="230"/>
                  <a:pt x="104" y="231"/>
                </a:cubicBezTo>
                <a:cubicBezTo>
                  <a:pt x="103" y="232"/>
                  <a:pt x="102" y="233"/>
                  <a:pt x="100" y="233"/>
                </a:cubicBezTo>
                <a:cubicBezTo>
                  <a:pt x="99" y="234"/>
                  <a:pt x="98" y="234"/>
                  <a:pt x="96" y="234"/>
                </a:cubicBezTo>
                <a:cubicBezTo>
                  <a:pt x="93" y="234"/>
                  <a:pt x="91" y="233"/>
                  <a:pt x="89" y="231"/>
                </a:cubicBezTo>
                <a:cubicBezTo>
                  <a:pt x="88" y="230"/>
                  <a:pt x="87" y="229"/>
                  <a:pt x="87" y="228"/>
                </a:cubicBezTo>
                <a:close/>
                <a:moveTo>
                  <a:pt x="89" y="274"/>
                </a:moveTo>
                <a:cubicBezTo>
                  <a:pt x="90" y="275"/>
                  <a:pt x="91" y="276"/>
                  <a:pt x="92" y="276"/>
                </a:cubicBezTo>
                <a:cubicBezTo>
                  <a:pt x="94" y="277"/>
                  <a:pt x="95" y="277"/>
                  <a:pt x="96" y="277"/>
                </a:cubicBezTo>
                <a:cubicBezTo>
                  <a:pt x="98" y="277"/>
                  <a:pt x="99" y="277"/>
                  <a:pt x="100" y="276"/>
                </a:cubicBezTo>
                <a:cubicBezTo>
                  <a:pt x="102" y="276"/>
                  <a:pt x="103" y="275"/>
                  <a:pt x="104" y="274"/>
                </a:cubicBezTo>
                <a:cubicBezTo>
                  <a:pt x="105" y="273"/>
                  <a:pt x="106" y="272"/>
                  <a:pt x="106" y="270"/>
                </a:cubicBezTo>
                <a:cubicBezTo>
                  <a:pt x="107" y="269"/>
                  <a:pt x="107" y="268"/>
                  <a:pt x="107" y="266"/>
                </a:cubicBezTo>
                <a:cubicBezTo>
                  <a:pt x="107" y="265"/>
                  <a:pt x="107" y="264"/>
                  <a:pt x="106" y="262"/>
                </a:cubicBezTo>
                <a:cubicBezTo>
                  <a:pt x="106" y="261"/>
                  <a:pt x="105" y="260"/>
                  <a:pt x="104" y="259"/>
                </a:cubicBezTo>
                <a:cubicBezTo>
                  <a:pt x="101" y="256"/>
                  <a:pt x="96" y="255"/>
                  <a:pt x="92" y="257"/>
                </a:cubicBezTo>
                <a:cubicBezTo>
                  <a:pt x="91" y="257"/>
                  <a:pt x="90" y="258"/>
                  <a:pt x="89" y="259"/>
                </a:cubicBezTo>
                <a:cubicBezTo>
                  <a:pt x="88" y="260"/>
                  <a:pt x="87" y="261"/>
                  <a:pt x="87" y="262"/>
                </a:cubicBezTo>
                <a:cubicBezTo>
                  <a:pt x="86" y="264"/>
                  <a:pt x="86" y="265"/>
                  <a:pt x="86" y="266"/>
                </a:cubicBezTo>
                <a:cubicBezTo>
                  <a:pt x="86" y="268"/>
                  <a:pt x="86" y="269"/>
                  <a:pt x="87" y="270"/>
                </a:cubicBezTo>
                <a:cubicBezTo>
                  <a:pt x="87" y="272"/>
                  <a:pt x="88" y="273"/>
                  <a:pt x="89" y="274"/>
                </a:cubicBezTo>
                <a:close/>
                <a:moveTo>
                  <a:pt x="46" y="231"/>
                </a:moveTo>
                <a:cubicBezTo>
                  <a:pt x="48" y="233"/>
                  <a:pt x="51" y="234"/>
                  <a:pt x="54" y="234"/>
                </a:cubicBezTo>
                <a:cubicBezTo>
                  <a:pt x="55" y="234"/>
                  <a:pt x="56" y="234"/>
                  <a:pt x="58" y="233"/>
                </a:cubicBezTo>
                <a:cubicBezTo>
                  <a:pt x="59" y="233"/>
                  <a:pt x="60" y="232"/>
                  <a:pt x="61" y="231"/>
                </a:cubicBezTo>
                <a:cubicBezTo>
                  <a:pt x="62" y="230"/>
                  <a:pt x="63" y="229"/>
                  <a:pt x="63" y="228"/>
                </a:cubicBezTo>
                <a:cubicBezTo>
                  <a:pt x="64" y="226"/>
                  <a:pt x="64" y="225"/>
                  <a:pt x="64" y="224"/>
                </a:cubicBezTo>
                <a:cubicBezTo>
                  <a:pt x="64" y="221"/>
                  <a:pt x="63" y="218"/>
                  <a:pt x="61" y="216"/>
                </a:cubicBezTo>
                <a:cubicBezTo>
                  <a:pt x="60" y="215"/>
                  <a:pt x="59" y="214"/>
                  <a:pt x="58" y="214"/>
                </a:cubicBezTo>
                <a:cubicBezTo>
                  <a:pt x="54" y="212"/>
                  <a:pt x="49" y="213"/>
                  <a:pt x="46" y="216"/>
                </a:cubicBezTo>
                <a:cubicBezTo>
                  <a:pt x="44" y="218"/>
                  <a:pt x="43" y="221"/>
                  <a:pt x="43" y="224"/>
                </a:cubicBezTo>
                <a:cubicBezTo>
                  <a:pt x="43" y="225"/>
                  <a:pt x="43" y="226"/>
                  <a:pt x="44" y="228"/>
                </a:cubicBezTo>
                <a:cubicBezTo>
                  <a:pt x="44" y="229"/>
                  <a:pt x="45" y="230"/>
                  <a:pt x="46" y="231"/>
                </a:cubicBezTo>
                <a:close/>
                <a:moveTo>
                  <a:pt x="54" y="192"/>
                </a:moveTo>
                <a:cubicBezTo>
                  <a:pt x="57" y="192"/>
                  <a:pt x="59" y="191"/>
                  <a:pt x="61" y="189"/>
                </a:cubicBezTo>
                <a:cubicBezTo>
                  <a:pt x="62" y="188"/>
                  <a:pt x="63" y="186"/>
                  <a:pt x="63" y="185"/>
                </a:cubicBezTo>
                <a:cubicBezTo>
                  <a:pt x="64" y="184"/>
                  <a:pt x="64" y="182"/>
                  <a:pt x="64" y="181"/>
                </a:cubicBezTo>
                <a:cubicBezTo>
                  <a:pt x="64" y="180"/>
                  <a:pt x="64" y="178"/>
                  <a:pt x="63" y="177"/>
                </a:cubicBezTo>
                <a:cubicBezTo>
                  <a:pt x="63" y="176"/>
                  <a:pt x="62" y="174"/>
                  <a:pt x="61" y="173"/>
                </a:cubicBezTo>
                <a:cubicBezTo>
                  <a:pt x="60" y="172"/>
                  <a:pt x="59" y="172"/>
                  <a:pt x="58" y="171"/>
                </a:cubicBezTo>
                <a:cubicBezTo>
                  <a:pt x="55" y="170"/>
                  <a:pt x="52" y="170"/>
                  <a:pt x="50" y="171"/>
                </a:cubicBezTo>
                <a:cubicBezTo>
                  <a:pt x="48" y="172"/>
                  <a:pt x="47" y="172"/>
                  <a:pt x="46" y="173"/>
                </a:cubicBezTo>
                <a:cubicBezTo>
                  <a:pt x="45" y="174"/>
                  <a:pt x="44" y="176"/>
                  <a:pt x="44" y="177"/>
                </a:cubicBezTo>
                <a:cubicBezTo>
                  <a:pt x="43" y="178"/>
                  <a:pt x="43" y="180"/>
                  <a:pt x="43" y="181"/>
                </a:cubicBezTo>
                <a:cubicBezTo>
                  <a:pt x="43" y="184"/>
                  <a:pt x="44" y="187"/>
                  <a:pt x="46" y="189"/>
                </a:cubicBezTo>
                <a:cubicBezTo>
                  <a:pt x="48" y="191"/>
                  <a:pt x="51" y="192"/>
                  <a:pt x="54" y="192"/>
                </a:cubicBezTo>
                <a:close/>
                <a:moveTo>
                  <a:pt x="92" y="191"/>
                </a:moveTo>
                <a:cubicBezTo>
                  <a:pt x="94" y="191"/>
                  <a:pt x="95" y="192"/>
                  <a:pt x="96" y="192"/>
                </a:cubicBezTo>
                <a:cubicBezTo>
                  <a:pt x="99" y="192"/>
                  <a:pt x="102" y="191"/>
                  <a:pt x="104" y="189"/>
                </a:cubicBezTo>
                <a:cubicBezTo>
                  <a:pt x="105" y="188"/>
                  <a:pt x="106" y="186"/>
                  <a:pt x="106" y="185"/>
                </a:cubicBezTo>
                <a:cubicBezTo>
                  <a:pt x="107" y="184"/>
                  <a:pt x="107" y="182"/>
                  <a:pt x="107" y="181"/>
                </a:cubicBezTo>
                <a:cubicBezTo>
                  <a:pt x="107" y="180"/>
                  <a:pt x="107" y="178"/>
                  <a:pt x="106" y="177"/>
                </a:cubicBezTo>
                <a:cubicBezTo>
                  <a:pt x="106" y="176"/>
                  <a:pt x="105" y="174"/>
                  <a:pt x="104" y="173"/>
                </a:cubicBezTo>
                <a:cubicBezTo>
                  <a:pt x="100" y="169"/>
                  <a:pt x="93" y="169"/>
                  <a:pt x="89" y="173"/>
                </a:cubicBezTo>
                <a:cubicBezTo>
                  <a:pt x="88" y="174"/>
                  <a:pt x="87" y="176"/>
                  <a:pt x="87" y="177"/>
                </a:cubicBezTo>
                <a:cubicBezTo>
                  <a:pt x="86" y="178"/>
                  <a:pt x="86" y="180"/>
                  <a:pt x="86" y="181"/>
                </a:cubicBezTo>
                <a:cubicBezTo>
                  <a:pt x="86" y="184"/>
                  <a:pt x="87" y="187"/>
                  <a:pt x="89" y="189"/>
                </a:cubicBezTo>
                <a:cubicBezTo>
                  <a:pt x="90" y="190"/>
                  <a:pt x="91" y="190"/>
                  <a:pt x="92" y="191"/>
                </a:cubicBezTo>
                <a:close/>
                <a:moveTo>
                  <a:pt x="89" y="146"/>
                </a:moveTo>
                <a:cubicBezTo>
                  <a:pt x="90" y="147"/>
                  <a:pt x="91" y="148"/>
                  <a:pt x="92" y="148"/>
                </a:cubicBezTo>
                <a:cubicBezTo>
                  <a:pt x="94" y="149"/>
                  <a:pt x="95" y="149"/>
                  <a:pt x="96" y="149"/>
                </a:cubicBezTo>
                <a:cubicBezTo>
                  <a:pt x="98" y="149"/>
                  <a:pt x="99" y="149"/>
                  <a:pt x="100" y="148"/>
                </a:cubicBezTo>
                <a:cubicBezTo>
                  <a:pt x="102" y="148"/>
                  <a:pt x="103" y="147"/>
                  <a:pt x="104" y="146"/>
                </a:cubicBezTo>
                <a:cubicBezTo>
                  <a:pt x="106" y="144"/>
                  <a:pt x="107" y="141"/>
                  <a:pt x="107" y="138"/>
                </a:cubicBezTo>
                <a:cubicBezTo>
                  <a:pt x="107" y="136"/>
                  <a:pt x="106" y="133"/>
                  <a:pt x="104" y="131"/>
                </a:cubicBezTo>
                <a:cubicBezTo>
                  <a:pt x="103" y="130"/>
                  <a:pt x="103" y="130"/>
                  <a:pt x="102" y="129"/>
                </a:cubicBezTo>
                <a:cubicBezTo>
                  <a:pt x="102" y="129"/>
                  <a:pt x="101" y="129"/>
                  <a:pt x="100" y="129"/>
                </a:cubicBezTo>
                <a:cubicBezTo>
                  <a:pt x="100" y="128"/>
                  <a:pt x="99" y="128"/>
                  <a:pt x="98" y="128"/>
                </a:cubicBezTo>
                <a:cubicBezTo>
                  <a:pt x="96" y="127"/>
                  <a:pt x="94" y="128"/>
                  <a:pt x="92" y="129"/>
                </a:cubicBezTo>
                <a:cubicBezTo>
                  <a:pt x="91" y="129"/>
                  <a:pt x="90" y="130"/>
                  <a:pt x="89" y="131"/>
                </a:cubicBezTo>
                <a:cubicBezTo>
                  <a:pt x="87" y="133"/>
                  <a:pt x="86" y="136"/>
                  <a:pt x="86" y="138"/>
                </a:cubicBezTo>
                <a:cubicBezTo>
                  <a:pt x="86" y="140"/>
                  <a:pt x="86" y="141"/>
                  <a:pt x="87" y="142"/>
                </a:cubicBezTo>
                <a:cubicBezTo>
                  <a:pt x="87" y="144"/>
                  <a:pt x="88" y="145"/>
                  <a:pt x="89" y="146"/>
                </a:cubicBezTo>
                <a:close/>
                <a:moveTo>
                  <a:pt x="50" y="148"/>
                </a:moveTo>
                <a:cubicBezTo>
                  <a:pt x="51" y="149"/>
                  <a:pt x="52" y="149"/>
                  <a:pt x="54" y="149"/>
                </a:cubicBezTo>
                <a:cubicBezTo>
                  <a:pt x="55" y="149"/>
                  <a:pt x="56" y="149"/>
                  <a:pt x="58" y="148"/>
                </a:cubicBezTo>
                <a:cubicBezTo>
                  <a:pt x="59" y="148"/>
                  <a:pt x="60" y="147"/>
                  <a:pt x="61" y="146"/>
                </a:cubicBezTo>
                <a:cubicBezTo>
                  <a:pt x="62" y="145"/>
                  <a:pt x="63" y="144"/>
                  <a:pt x="63" y="142"/>
                </a:cubicBezTo>
                <a:cubicBezTo>
                  <a:pt x="64" y="141"/>
                  <a:pt x="64" y="140"/>
                  <a:pt x="64" y="138"/>
                </a:cubicBezTo>
                <a:cubicBezTo>
                  <a:pt x="64" y="136"/>
                  <a:pt x="63" y="133"/>
                  <a:pt x="61" y="131"/>
                </a:cubicBezTo>
                <a:cubicBezTo>
                  <a:pt x="61" y="130"/>
                  <a:pt x="60" y="130"/>
                  <a:pt x="60" y="129"/>
                </a:cubicBezTo>
                <a:cubicBezTo>
                  <a:pt x="59" y="129"/>
                  <a:pt x="58" y="129"/>
                  <a:pt x="58" y="129"/>
                </a:cubicBezTo>
                <a:cubicBezTo>
                  <a:pt x="57" y="128"/>
                  <a:pt x="56" y="128"/>
                  <a:pt x="56" y="128"/>
                </a:cubicBezTo>
                <a:cubicBezTo>
                  <a:pt x="54" y="128"/>
                  <a:pt x="53" y="128"/>
                  <a:pt x="52" y="128"/>
                </a:cubicBezTo>
                <a:cubicBezTo>
                  <a:pt x="51" y="128"/>
                  <a:pt x="50" y="128"/>
                  <a:pt x="50" y="129"/>
                </a:cubicBezTo>
                <a:cubicBezTo>
                  <a:pt x="49" y="129"/>
                  <a:pt x="48" y="129"/>
                  <a:pt x="48" y="129"/>
                </a:cubicBezTo>
                <a:cubicBezTo>
                  <a:pt x="47" y="130"/>
                  <a:pt x="47" y="130"/>
                  <a:pt x="46" y="131"/>
                </a:cubicBezTo>
                <a:cubicBezTo>
                  <a:pt x="44" y="133"/>
                  <a:pt x="43" y="136"/>
                  <a:pt x="43" y="138"/>
                </a:cubicBezTo>
                <a:cubicBezTo>
                  <a:pt x="43" y="141"/>
                  <a:pt x="44" y="144"/>
                  <a:pt x="46" y="146"/>
                </a:cubicBezTo>
                <a:cubicBezTo>
                  <a:pt x="47" y="147"/>
                  <a:pt x="48" y="148"/>
                  <a:pt x="50" y="148"/>
                </a:cubicBezTo>
                <a:close/>
                <a:moveTo>
                  <a:pt x="50" y="105"/>
                </a:moveTo>
                <a:cubicBezTo>
                  <a:pt x="51" y="106"/>
                  <a:pt x="52" y="106"/>
                  <a:pt x="54" y="106"/>
                </a:cubicBezTo>
                <a:cubicBezTo>
                  <a:pt x="57" y="106"/>
                  <a:pt x="59" y="105"/>
                  <a:pt x="61" y="103"/>
                </a:cubicBezTo>
                <a:cubicBezTo>
                  <a:pt x="63" y="101"/>
                  <a:pt x="64" y="99"/>
                  <a:pt x="64" y="96"/>
                </a:cubicBezTo>
                <a:cubicBezTo>
                  <a:pt x="64" y="94"/>
                  <a:pt x="64" y="93"/>
                  <a:pt x="63" y="92"/>
                </a:cubicBezTo>
                <a:cubicBezTo>
                  <a:pt x="63" y="90"/>
                  <a:pt x="62" y="89"/>
                  <a:pt x="61" y="88"/>
                </a:cubicBezTo>
                <a:cubicBezTo>
                  <a:pt x="60" y="87"/>
                  <a:pt x="59" y="86"/>
                  <a:pt x="58" y="86"/>
                </a:cubicBezTo>
                <a:cubicBezTo>
                  <a:pt x="56" y="85"/>
                  <a:pt x="54" y="85"/>
                  <a:pt x="52" y="85"/>
                </a:cubicBezTo>
                <a:cubicBezTo>
                  <a:pt x="51" y="85"/>
                  <a:pt x="50" y="86"/>
                  <a:pt x="50" y="86"/>
                </a:cubicBezTo>
                <a:cubicBezTo>
                  <a:pt x="49" y="86"/>
                  <a:pt x="48" y="86"/>
                  <a:pt x="48" y="87"/>
                </a:cubicBezTo>
                <a:cubicBezTo>
                  <a:pt x="47" y="87"/>
                  <a:pt x="47" y="88"/>
                  <a:pt x="46" y="88"/>
                </a:cubicBezTo>
                <a:cubicBezTo>
                  <a:pt x="45" y="89"/>
                  <a:pt x="44" y="90"/>
                  <a:pt x="44" y="92"/>
                </a:cubicBezTo>
                <a:cubicBezTo>
                  <a:pt x="43" y="93"/>
                  <a:pt x="43" y="94"/>
                  <a:pt x="43" y="96"/>
                </a:cubicBezTo>
                <a:cubicBezTo>
                  <a:pt x="43" y="99"/>
                  <a:pt x="44" y="101"/>
                  <a:pt x="46" y="103"/>
                </a:cubicBezTo>
                <a:cubicBezTo>
                  <a:pt x="47" y="104"/>
                  <a:pt x="48" y="105"/>
                  <a:pt x="50" y="105"/>
                </a:cubicBezTo>
                <a:close/>
                <a:moveTo>
                  <a:pt x="92" y="105"/>
                </a:moveTo>
                <a:cubicBezTo>
                  <a:pt x="94" y="106"/>
                  <a:pt x="95" y="106"/>
                  <a:pt x="96" y="106"/>
                </a:cubicBezTo>
                <a:cubicBezTo>
                  <a:pt x="98" y="106"/>
                  <a:pt x="99" y="106"/>
                  <a:pt x="100" y="105"/>
                </a:cubicBezTo>
                <a:cubicBezTo>
                  <a:pt x="102" y="105"/>
                  <a:pt x="103" y="104"/>
                  <a:pt x="104" y="103"/>
                </a:cubicBezTo>
                <a:cubicBezTo>
                  <a:pt x="106" y="101"/>
                  <a:pt x="107" y="99"/>
                  <a:pt x="107" y="96"/>
                </a:cubicBezTo>
                <a:cubicBezTo>
                  <a:pt x="107" y="94"/>
                  <a:pt x="107" y="93"/>
                  <a:pt x="106" y="92"/>
                </a:cubicBezTo>
                <a:cubicBezTo>
                  <a:pt x="106" y="90"/>
                  <a:pt x="105" y="89"/>
                  <a:pt x="104" y="88"/>
                </a:cubicBezTo>
                <a:cubicBezTo>
                  <a:pt x="101" y="85"/>
                  <a:pt x="96" y="84"/>
                  <a:pt x="92" y="86"/>
                </a:cubicBezTo>
                <a:cubicBezTo>
                  <a:pt x="91" y="86"/>
                  <a:pt x="90" y="87"/>
                  <a:pt x="89" y="88"/>
                </a:cubicBezTo>
                <a:cubicBezTo>
                  <a:pt x="88" y="89"/>
                  <a:pt x="87" y="90"/>
                  <a:pt x="87" y="92"/>
                </a:cubicBezTo>
                <a:cubicBezTo>
                  <a:pt x="86" y="93"/>
                  <a:pt x="86" y="94"/>
                  <a:pt x="86" y="96"/>
                </a:cubicBezTo>
                <a:cubicBezTo>
                  <a:pt x="86" y="99"/>
                  <a:pt x="87" y="101"/>
                  <a:pt x="89" y="103"/>
                </a:cubicBezTo>
                <a:cubicBezTo>
                  <a:pt x="90" y="104"/>
                  <a:pt x="91" y="105"/>
                  <a:pt x="92" y="105"/>
                </a:cubicBezTo>
                <a:close/>
                <a:moveTo>
                  <a:pt x="96" y="64"/>
                </a:moveTo>
                <a:cubicBezTo>
                  <a:pt x="98" y="64"/>
                  <a:pt x="99" y="63"/>
                  <a:pt x="100" y="63"/>
                </a:cubicBezTo>
                <a:cubicBezTo>
                  <a:pt x="102" y="62"/>
                  <a:pt x="103" y="62"/>
                  <a:pt x="104" y="61"/>
                </a:cubicBezTo>
                <a:cubicBezTo>
                  <a:pt x="105" y="59"/>
                  <a:pt x="106" y="58"/>
                  <a:pt x="106" y="57"/>
                </a:cubicBezTo>
                <a:cubicBezTo>
                  <a:pt x="107" y="56"/>
                  <a:pt x="107" y="54"/>
                  <a:pt x="107" y="53"/>
                </a:cubicBezTo>
                <a:cubicBezTo>
                  <a:pt x="107" y="52"/>
                  <a:pt x="107" y="50"/>
                  <a:pt x="106" y="49"/>
                </a:cubicBezTo>
                <a:cubicBezTo>
                  <a:pt x="106" y="48"/>
                  <a:pt x="105" y="46"/>
                  <a:pt x="104" y="45"/>
                </a:cubicBezTo>
                <a:cubicBezTo>
                  <a:pt x="103" y="44"/>
                  <a:pt x="102" y="44"/>
                  <a:pt x="100" y="43"/>
                </a:cubicBezTo>
                <a:cubicBezTo>
                  <a:pt x="97" y="41"/>
                  <a:pt x="92" y="42"/>
                  <a:pt x="89" y="45"/>
                </a:cubicBezTo>
                <a:cubicBezTo>
                  <a:pt x="88" y="46"/>
                  <a:pt x="87" y="48"/>
                  <a:pt x="87" y="49"/>
                </a:cubicBezTo>
                <a:cubicBezTo>
                  <a:pt x="86" y="50"/>
                  <a:pt x="86" y="52"/>
                  <a:pt x="86" y="53"/>
                </a:cubicBezTo>
                <a:cubicBezTo>
                  <a:pt x="86" y="56"/>
                  <a:pt x="87" y="59"/>
                  <a:pt x="89" y="61"/>
                </a:cubicBezTo>
                <a:cubicBezTo>
                  <a:pt x="91" y="63"/>
                  <a:pt x="93" y="64"/>
                  <a:pt x="96" y="64"/>
                </a:cubicBezTo>
                <a:close/>
                <a:moveTo>
                  <a:pt x="50" y="63"/>
                </a:moveTo>
                <a:cubicBezTo>
                  <a:pt x="51" y="63"/>
                  <a:pt x="52" y="64"/>
                  <a:pt x="54" y="64"/>
                </a:cubicBezTo>
                <a:cubicBezTo>
                  <a:pt x="57" y="64"/>
                  <a:pt x="59" y="63"/>
                  <a:pt x="61" y="61"/>
                </a:cubicBezTo>
                <a:cubicBezTo>
                  <a:pt x="63" y="59"/>
                  <a:pt x="64" y="56"/>
                  <a:pt x="64" y="53"/>
                </a:cubicBezTo>
                <a:cubicBezTo>
                  <a:pt x="64" y="52"/>
                  <a:pt x="64" y="50"/>
                  <a:pt x="63" y="49"/>
                </a:cubicBezTo>
                <a:cubicBezTo>
                  <a:pt x="63" y="48"/>
                  <a:pt x="62" y="46"/>
                  <a:pt x="61" y="45"/>
                </a:cubicBezTo>
                <a:cubicBezTo>
                  <a:pt x="57" y="41"/>
                  <a:pt x="50" y="41"/>
                  <a:pt x="46" y="45"/>
                </a:cubicBezTo>
                <a:cubicBezTo>
                  <a:pt x="45" y="46"/>
                  <a:pt x="44" y="48"/>
                  <a:pt x="44" y="49"/>
                </a:cubicBezTo>
                <a:cubicBezTo>
                  <a:pt x="43" y="50"/>
                  <a:pt x="43" y="52"/>
                  <a:pt x="43" y="53"/>
                </a:cubicBezTo>
                <a:cubicBezTo>
                  <a:pt x="43" y="56"/>
                  <a:pt x="44" y="59"/>
                  <a:pt x="46" y="61"/>
                </a:cubicBezTo>
                <a:cubicBezTo>
                  <a:pt x="47" y="62"/>
                  <a:pt x="48" y="62"/>
                  <a:pt x="50" y="63"/>
                </a:cubicBezTo>
                <a:close/>
                <a:moveTo>
                  <a:pt x="174" y="231"/>
                </a:moveTo>
                <a:cubicBezTo>
                  <a:pt x="176" y="233"/>
                  <a:pt x="179" y="234"/>
                  <a:pt x="182" y="234"/>
                </a:cubicBezTo>
                <a:cubicBezTo>
                  <a:pt x="184" y="234"/>
                  <a:pt x="187" y="233"/>
                  <a:pt x="189" y="231"/>
                </a:cubicBezTo>
                <a:cubicBezTo>
                  <a:pt x="190" y="230"/>
                  <a:pt x="191" y="229"/>
                  <a:pt x="191" y="228"/>
                </a:cubicBezTo>
                <a:cubicBezTo>
                  <a:pt x="192" y="226"/>
                  <a:pt x="192" y="225"/>
                  <a:pt x="192" y="224"/>
                </a:cubicBezTo>
                <a:cubicBezTo>
                  <a:pt x="192" y="222"/>
                  <a:pt x="192" y="221"/>
                  <a:pt x="191" y="220"/>
                </a:cubicBezTo>
                <a:cubicBezTo>
                  <a:pt x="191" y="218"/>
                  <a:pt x="190" y="217"/>
                  <a:pt x="189" y="216"/>
                </a:cubicBezTo>
                <a:cubicBezTo>
                  <a:pt x="189" y="216"/>
                  <a:pt x="188" y="215"/>
                  <a:pt x="188" y="215"/>
                </a:cubicBezTo>
                <a:cubicBezTo>
                  <a:pt x="187" y="214"/>
                  <a:pt x="186" y="214"/>
                  <a:pt x="186" y="214"/>
                </a:cubicBezTo>
                <a:cubicBezTo>
                  <a:pt x="185" y="214"/>
                  <a:pt x="184" y="213"/>
                  <a:pt x="184" y="213"/>
                </a:cubicBezTo>
                <a:cubicBezTo>
                  <a:pt x="182" y="213"/>
                  <a:pt x="181" y="213"/>
                  <a:pt x="180" y="213"/>
                </a:cubicBezTo>
                <a:cubicBezTo>
                  <a:pt x="179" y="213"/>
                  <a:pt x="178" y="214"/>
                  <a:pt x="178" y="214"/>
                </a:cubicBezTo>
                <a:cubicBezTo>
                  <a:pt x="177" y="214"/>
                  <a:pt x="176" y="214"/>
                  <a:pt x="176" y="215"/>
                </a:cubicBezTo>
                <a:cubicBezTo>
                  <a:pt x="175" y="215"/>
                  <a:pt x="175" y="216"/>
                  <a:pt x="174" y="216"/>
                </a:cubicBezTo>
                <a:cubicBezTo>
                  <a:pt x="173" y="217"/>
                  <a:pt x="172" y="218"/>
                  <a:pt x="172" y="220"/>
                </a:cubicBezTo>
                <a:cubicBezTo>
                  <a:pt x="171" y="221"/>
                  <a:pt x="171" y="222"/>
                  <a:pt x="171" y="224"/>
                </a:cubicBezTo>
                <a:cubicBezTo>
                  <a:pt x="171" y="225"/>
                  <a:pt x="171" y="226"/>
                  <a:pt x="172" y="228"/>
                </a:cubicBezTo>
                <a:cubicBezTo>
                  <a:pt x="172" y="229"/>
                  <a:pt x="173" y="230"/>
                  <a:pt x="174" y="231"/>
                </a:cubicBezTo>
                <a:close/>
                <a:moveTo>
                  <a:pt x="174" y="189"/>
                </a:moveTo>
                <a:cubicBezTo>
                  <a:pt x="175" y="190"/>
                  <a:pt x="176" y="190"/>
                  <a:pt x="178" y="191"/>
                </a:cubicBezTo>
                <a:cubicBezTo>
                  <a:pt x="179" y="191"/>
                  <a:pt x="180" y="192"/>
                  <a:pt x="182" y="192"/>
                </a:cubicBezTo>
                <a:cubicBezTo>
                  <a:pt x="183" y="192"/>
                  <a:pt x="184" y="191"/>
                  <a:pt x="186" y="191"/>
                </a:cubicBezTo>
                <a:cubicBezTo>
                  <a:pt x="187" y="190"/>
                  <a:pt x="188" y="190"/>
                  <a:pt x="189" y="189"/>
                </a:cubicBezTo>
                <a:cubicBezTo>
                  <a:pt x="190" y="188"/>
                  <a:pt x="191" y="186"/>
                  <a:pt x="191" y="185"/>
                </a:cubicBezTo>
                <a:cubicBezTo>
                  <a:pt x="192" y="184"/>
                  <a:pt x="192" y="182"/>
                  <a:pt x="192" y="181"/>
                </a:cubicBezTo>
                <a:cubicBezTo>
                  <a:pt x="192" y="180"/>
                  <a:pt x="192" y="178"/>
                  <a:pt x="191" y="177"/>
                </a:cubicBezTo>
                <a:cubicBezTo>
                  <a:pt x="191" y="176"/>
                  <a:pt x="190" y="174"/>
                  <a:pt x="189" y="173"/>
                </a:cubicBezTo>
                <a:cubicBezTo>
                  <a:pt x="188" y="172"/>
                  <a:pt x="187" y="172"/>
                  <a:pt x="186" y="171"/>
                </a:cubicBezTo>
                <a:cubicBezTo>
                  <a:pt x="183" y="170"/>
                  <a:pt x="180" y="170"/>
                  <a:pt x="178" y="171"/>
                </a:cubicBezTo>
                <a:cubicBezTo>
                  <a:pt x="176" y="172"/>
                  <a:pt x="175" y="172"/>
                  <a:pt x="174" y="173"/>
                </a:cubicBezTo>
                <a:cubicBezTo>
                  <a:pt x="173" y="174"/>
                  <a:pt x="172" y="176"/>
                  <a:pt x="172" y="177"/>
                </a:cubicBezTo>
                <a:cubicBezTo>
                  <a:pt x="171" y="178"/>
                  <a:pt x="171" y="180"/>
                  <a:pt x="171" y="181"/>
                </a:cubicBezTo>
                <a:cubicBezTo>
                  <a:pt x="171" y="182"/>
                  <a:pt x="171" y="184"/>
                  <a:pt x="172" y="185"/>
                </a:cubicBezTo>
                <a:cubicBezTo>
                  <a:pt x="172" y="186"/>
                  <a:pt x="173" y="188"/>
                  <a:pt x="174" y="189"/>
                </a:cubicBezTo>
                <a:close/>
                <a:moveTo>
                  <a:pt x="174" y="146"/>
                </a:moveTo>
                <a:cubicBezTo>
                  <a:pt x="175" y="147"/>
                  <a:pt x="176" y="148"/>
                  <a:pt x="178" y="148"/>
                </a:cubicBezTo>
                <a:cubicBezTo>
                  <a:pt x="179" y="149"/>
                  <a:pt x="180" y="149"/>
                  <a:pt x="182" y="149"/>
                </a:cubicBezTo>
                <a:cubicBezTo>
                  <a:pt x="183" y="149"/>
                  <a:pt x="184" y="149"/>
                  <a:pt x="186" y="148"/>
                </a:cubicBezTo>
                <a:cubicBezTo>
                  <a:pt x="187" y="148"/>
                  <a:pt x="188" y="147"/>
                  <a:pt x="189" y="146"/>
                </a:cubicBezTo>
                <a:cubicBezTo>
                  <a:pt x="190" y="145"/>
                  <a:pt x="191" y="144"/>
                  <a:pt x="191" y="142"/>
                </a:cubicBezTo>
                <a:cubicBezTo>
                  <a:pt x="192" y="141"/>
                  <a:pt x="192" y="140"/>
                  <a:pt x="192" y="138"/>
                </a:cubicBezTo>
                <a:cubicBezTo>
                  <a:pt x="192" y="136"/>
                  <a:pt x="191" y="133"/>
                  <a:pt x="189" y="131"/>
                </a:cubicBezTo>
                <a:cubicBezTo>
                  <a:pt x="187" y="128"/>
                  <a:pt x="183" y="127"/>
                  <a:pt x="180" y="128"/>
                </a:cubicBezTo>
                <a:cubicBezTo>
                  <a:pt x="179" y="128"/>
                  <a:pt x="178" y="128"/>
                  <a:pt x="178" y="129"/>
                </a:cubicBezTo>
                <a:cubicBezTo>
                  <a:pt x="177" y="129"/>
                  <a:pt x="176" y="129"/>
                  <a:pt x="176" y="129"/>
                </a:cubicBezTo>
                <a:cubicBezTo>
                  <a:pt x="175" y="130"/>
                  <a:pt x="175" y="130"/>
                  <a:pt x="174" y="131"/>
                </a:cubicBezTo>
                <a:cubicBezTo>
                  <a:pt x="172" y="133"/>
                  <a:pt x="171" y="136"/>
                  <a:pt x="171" y="138"/>
                </a:cubicBezTo>
                <a:cubicBezTo>
                  <a:pt x="171" y="140"/>
                  <a:pt x="171" y="141"/>
                  <a:pt x="172" y="142"/>
                </a:cubicBezTo>
                <a:cubicBezTo>
                  <a:pt x="172" y="144"/>
                  <a:pt x="173" y="145"/>
                  <a:pt x="174" y="146"/>
                </a:cubicBezTo>
                <a:close/>
                <a:moveTo>
                  <a:pt x="235" y="96"/>
                </a:moveTo>
                <a:cubicBezTo>
                  <a:pt x="235" y="309"/>
                  <a:pt x="235" y="309"/>
                  <a:pt x="235" y="309"/>
                </a:cubicBezTo>
                <a:cubicBezTo>
                  <a:pt x="235" y="315"/>
                  <a:pt x="230" y="320"/>
                  <a:pt x="224" y="320"/>
                </a:cubicBezTo>
                <a:cubicBezTo>
                  <a:pt x="11" y="320"/>
                  <a:pt x="11" y="320"/>
                  <a:pt x="11" y="320"/>
                </a:cubicBezTo>
                <a:cubicBezTo>
                  <a:pt x="5" y="320"/>
                  <a:pt x="0" y="315"/>
                  <a:pt x="0" y="309"/>
                </a:cubicBezTo>
                <a:cubicBezTo>
                  <a:pt x="0" y="10"/>
                  <a:pt x="0" y="10"/>
                  <a:pt x="0" y="10"/>
                </a:cubicBezTo>
                <a:cubicBezTo>
                  <a:pt x="0" y="4"/>
                  <a:pt x="5" y="0"/>
                  <a:pt x="11" y="0"/>
                </a:cubicBezTo>
                <a:cubicBezTo>
                  <a:pt x="139" y="0"/>
                  <a:pt x="139" y="0"/>
                  <a:pt x="139" y="0"/>
                </a:cubicBezTo>
                <a:cubicBezTo>
                  <a:pt x="145" y="0"/>
                  <a:pt x="150" y="4"/>
                  <a:pt x="150" y="10"/>
                </a:cubicBezTo>
                <a:cubicBezTo>
                  <a:pt x="150" y="85"/>
                  <a:pt x="150" y="85"/>
                  <a:pt x="150" y="85"/>
                </a:cubicBezTo>
                <a:cubicBezTo>
                  <a:pt x="224" y="85"/>
                  <a:pt x="224" y="85"/>
                  <a:pt x="224" y="85"/>
                </a:cubicBezTo>
                <a:cubicBezTo>
                  <a:pt x="230" y="85"/>
                  <a:pt x="235" y="90"/>
                  <a:pt x="235" y="96"/>
                </a:cubicBezTo>
                <a:close/>
                <a:moveTo>
                  <a:pt x="22" y="298"/>
                </a:moveTo>
                <a:cubicBezTo>
                  <a:pt x="43" y="298"/>
                  <a:pt x="43" y="298"/>
                  <a:pt x="43" y="298"/>
                </a:cubicBezTo>
                <a:cubicBezTo>
                  <a:pt x="43" y="266"/>
                  <a:pt x="43" y="266"/>
                  <a:pt x="43" y="266"/>
                </a:cubicBezTo>
                <a:cubicBezTo>
                  <a:pt x="43" y="260"/>
                  <a:pt x="48" y="256"/>
                  <a:pt x="54" y="256"/>
                </a:cubicBezTo>
                <a:cubicBezTo>
                  <a:pt x="60" y="256"/>
                  <a:pt x="64" y="260"/>
                  <a:pt x="64" y="266"/>
                </a:cubicBezTo>
                <a:cubicBezTo>
                  <a:pt x="64" y="298"/>
                  <a:pt x="64" y="298"/>
                  <a:pt x="64" y="298"/>
                </a:cubicBezTo>
                <a:cubicBezTo>
                  <a:pt x="128" y="298"/>
                  <a:pt x="128" y="298"/>
                  <a:pt x="128" y="298"/>
                </a:cubicBezTo>
                <a:cubicBezTo>
                  <a:pt x="128" y="21"/>
                  <a:pt x="128" y="21"/>
                  <a:pt x="128" y="21"/>
                </a:cubicBezTo>
                <a:cubicBezTo>
                  <a:pt x="22" y="21"/>
                  <a:pt x="22" y="21"/>
                  <a:pt x="22" y="21"/>
                </a:cubicBezTo>
                <a:lnTo>
                  <a:pt x="22" y="298"/>
                </a:lnTo>
                <a:close/>
                <a:moveTo>
                  <a:pt x="214" y="106"/>
                </a:moveTo>
                <a:cubicBezTo>
                  <a:pt x="150" y="106"/>
                  <a:pt x="150" y="106"/>
                  <a:pt x="150" y="106"/>
                </a:cubicBezTo>
                <a:cubicBezTo>
                  <a:pt x="150" y="298"/>
                  <a:pt x="150" y="298"/>
                  <a:pt x="150" y="298"/>
                </a:cubicBezTo>
                <a:cubicBezTo>
                  <a:pt x="171" y="298"/>
                  <a:pt x="171" y="298"/>
                  <a:pt x="171" y="298"/>
                </a:cubicBezTo>
                <a:cubicBezTo>
                  <a:pt x="171" y="266"/>
                  <a:pt x="171" y="266"/>
                  <a:pt x="171" y="266"/>
                </a:cubicBezTo>
                <a:cubicBezTo>
                  <a:pt x="171" y="260"/>
                  <a:pt x="176" y="256"/>
                  <a:pt x="182" y="256"/>
                </a:cubicBezTo>
                <a:cubicBezTo>
                  <a:pt x="188" y="256"/>
                  <a:pt x="192" y="260"/>
                  <a:pt x="192" y="266"/>
                </a:cubicBezTo>
                <a:cubicBezTo>
                  <a:pt x="192" y="298"/>
                  <a:pt x="192" y="298"/>
                  <a:pt x="192" y="298"/>
                </a:cubicBezTo>
                <a:cubicBezTo>
                  <a:pt x="214" y="298"/>
                  <a:pt x="214" y="298"/>
                  <a:pt x="214" y="298"/>
                </a:cubicBezTo>
                <a:lnTo>
                  <a:pt x="214" y="10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5" name="Arrow: Curved Down 204">
            <a:extLst>
              <a:ext uri="{FF2B5EF4-FFF2-40B4-BE49-F238E27FC236}">
                <a16:creationId xmlns:a16="http://schemas.microsoft.com/office/drawing/2014/main" id="{650467B0-F9BC-DCDF-1B34-C55304733413}"/>
              </a:ext>
            </a:extLst>
          </p:cNvPr>
          <p:cNvSpPr/>
          <p:nvPr/>
        </p:nvSpPr>
        <p:spPr bwMode="gray">
          <a:xfrm flipH="1">
            <a:off x="3978596" y="1908964"/>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206" name="Group 638">
            <a:extLst>
              <a:ext uri="{FF2B5EF4-FFF2-40B4-BE49-F238E27FC236}">
                <a16:creationId xmlns:a16="http://schemas.microsoft.com/office/drawing/2014/main" id="{E98375D1-2638-E7CC-2738-464E879B3FCC}"/>
              </a:ext>
            </a:extLst>
          </p:cNvPr>
          <p:cNvGrpSpPr>
            <a:grpSpLocks noChangeAspect="1"/>
          </p:cNvGrpSpPr>
          <p:nvPr/>
        </p:nvGrpSpPr>
        <p:grpSpPr bwMode="auto">
          <a:xfrm>
            <a:off x="4953960" y="1943770"/>
            <a:ext cx="164114" cy="256120"/>
            <a:chOff x="4405" y="2330"/>
            <a:chExt cx="132" cy="206"/>
          </a:xfrm>
          <a:solidFill>
            <a:srgbClr val="86BC25"/>
          </a:solidFill>
        </p:grpSpPr>
        <p:sp>
          <p:nvSpPr>
            <p:cNvPr id="207" name="Freeform 639">
              <a:extLst>
                <a:ext uri="{FF2B5EF4-FFF2-40B4-BE49-F238E27FC236}">
                  <a16:creationId xmlns:a16="http://schemas.microsoft.com/office/drawing/2014/main" id="{441966E3-128B-7243-1B86-68344096FD89}"/>
                </a:ext>
              </a:extLst>
            </p:cNvPr>
            <p:cNvSpPr>
              <a:spLocks/>
            </p:cNvSpPr>
            <p:nvPr/>
          </p:nvSpPr>
          <p:spPr bwMode="auto">
            <a:xfrm>
              <a:off x="4463" y="243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08" name="Freeform 640">
              <a:extLst>
                <a:ext uri="{FF2B5EF4-FFF2-40B4-BE49-F238E27FC236}">
                  <a16:creationId xmlns:a16="http://schemas.microsoft.com/office/drawing/2014/main" id="{E6A3E70C-DBF6-93E0-CE28-CD95FC4C456C}"/>
                </a:ext>
              </a:extLst>
            </p:cNvPr>
            <p:cNvSpPr>
              <a:spLocks noEditPoints="1"/>
            </p:cNvSpPr>
            <p:nvPr/>
          </p:nvSpPr>
          <p:spPr bwMode="auto">
            <a:xfrm>
              <a:off x="4405" y="233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09" name="Rectangle 208">
            <a:extLst>
              <a:ext uri="{FF2B5EF4-FFF2-40B4-BE49-F238E27FC236}">
                <a16:creationId xmlns:a16="http://schemas.microsoft.com/office/drawing/2014/main" id="{FE4B9760-9DD0-1A93-1E12-F9BA102185EA}"/>
              </a:ext>
            </a:extLst>
          </p:cNvPr>
          <p:cNvSpPr/>
          <p:nvPr/>
        </p:nvSpPr>
        <p:spPr bwMode="gray">
          <a:xfrm>
            <a:off x="4685831" y="1884078"/>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Consumers</a:t>
            </a:r>
          </a:p>
        </p:txBody>
      </p:sp>
      <p:sp>
        <p:nvSpPr>
          <p:cNvPr id="210" name="Rectangle 209">
            <a:extLst>
              <a:ext uri="{FF2B5EF4-FFF2-40B4-BE49-F238E27FC236}">
                <a16:creationId xmlns:a16="http://schemas.microsoft.com/office/drawing/2014/main" id="{58939914-412A-1748-DC0E-0EA389AF6C6C}"/>
              </a:ext>
            </a:extLst>
          </p:cNvPr>
          <p:cNvSpPr/>
          <p:nvPr/>
        </p:nvSpPr>
        <p:spPr bwMode="gray">
          <a:xfrm>
            <a:off x="4750408" y="1726109"/>
            <a:ext cx="631638" cy="121252"/>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800" b="1">
                <a:solidFill>
                  <a:prstClr val="black"/>
                </a:solidFill>
                <a:latin typeface="Arial" panose="020B0604020202020204" pitchFamily="34" charset="0"/>
                <a:cs typeface="Arial" panose="020B0604020202020204" pitchFamily="34" charset="0"/>
              </a:rPr>
              <a:t>Consumers</a:t>
            </a:r>
          </a:p>
        </p:txBody>
      </p:sp>
      <p:grpSp>
        <p:nvGrpSpPr>
          <p:cNvPr id="211" name="Group 828">
            <a:extLst>
              <a:ext uri="{FF2B5EF4-FFF2-40B4-BE49-F238E27FC236}">
                <a16:creationId xmlns:a16="http://schemas.microsoft.com/office/drawing/2014/main" id="{D9D38696-56A3-41ED-BBDB-B20DC02EC784}"/>
              </a:ext>
            </a:extLst>
          </p:cNvPr>
          <p:cNvGrpSpPr>
            <a:grpSpLocks noChangeAspect="1"/>
          </p:cNvGrpSpPr>
          <p:nvPr/>
        </p:nvGrpSpPr>
        <p:grpSpPr bwMode="auto">
          <a:xfrm>
            <a:off x="5000649" y="1964350"/>
            <a:ext cx="164115" cy="203464"/>
            <a:chOff x="5127" y="3083"/>
            <a:chExt cx="171" cy="212"/>
          </a:xfrm>
          <a:solidFill>
            <a:sysClr val="window" lastClr="FFFFFF"/>
          </a:solidFill>
        </p:grpSpPr>
        <p:sp>
          <p:nvSpPr>
            <p:cNvPr id="212" name="Freeform 829">
              <a:extLst>
                <a:ext uri="{FF2B5EF4-FFF2-40B4-BE49-F238E27FC236}">
                  <a16:creationId xmlns:a16="http://schemas.microsoft.com/office/drawing/2014/main" id="{8938EAC1-6088-2BE6-AFEE-8AD9F5A9C550}"/>
                </a:ext>
              </a:extLst>
            </p:cNvPr>
            <p:cNvSpPr>
              <a:spLocks noEditPoints="1"/>
            </p:cNvSpPr>
            <p:nvPr/>
          </p:nvSpPr>
          <p:spPr bwMode="auto">
            <a:xfrm>
              <a:off x="5226" y="3139"/>
              <a:ext cx="72" cy="156"/>
            </a:xfrm>
            <a:custGeom>
              <a:avLst/>
              <a:gdLst>
                <a:gd name="T0" fmla="*/ 74 w 107"/>
                <a:gd name="T1" fmla="*/ 8 h 235"/>
                <a:gd name="T2" fmla="*/ 64 w 107"/>
                <a:gd name="T3" fmla="*/ 0 h 235"/>
                <a:gd name="T4" fmla="*/ 43 w 107"/>
                <a:gd name="T5" fmla="*/ 0 h 235"/>
                <a:gd name="T6" fmla="*/ 32 w 107"/>
                <a:gd name="T7" fmla="*/ 8 h 235"/>
                <a:gd name="T8" fmla="*/ 0 w 107"/>
                <a:gd name="T9" fmla="*/ 136 h 235"/>
                <a:gd name="T10" fmla="*/ 2 w 107"/>
                <a:gd name="T11" fmla="*/ 145 h 235"/>
                <a:gd name="T12" fmla="*/ 11 w 107"/>
                <a:gd name="T13" fmla="*/ 149 h 235"/>
                <a:gd name="T14" fmla="*/ 21 w 107"/>
                <a:gd name="T15" fmla="*/ 149 h 235"/>
                <a:gd name="T16" fmla="*/ 21 w 107"/>
                <a:gd name="T17" fmla="*/ 224 h 235"/>
                <a:gd name="T18" fmla="*/ 32 w 107"/>
                <a:gd name="T19" fmla="*/ 235 h 235"/>
                <a:gd name="T20" fmla="*/ 43 w 107"/>
                <a:gd name="T21" fmla="*/ 224 h 235"/>
                <a:gd name="T22" fmla="*/ 43 w 107"/>
                <a:gd name="T23" fmla="*/ 149 h 235"/>
                <a:gd name="T24" fmla="*/ 64 w 107"/>
                <a:gd name="T25" fmla="*/ 149 h 235"/>
                <a:gd name="T26" fmla="*/ 64 w 107"/>
                <a:gd name="T27" fmla="*/ 224 h 235"/>
                <a:gd name="T28" fmla="*/ 75 w 107"/>
                <a:gd name="T29" fmla="*/ 235 h 235"/>
                <a:gd name="T30" fmla="*/ 85 w 107"/>
                <a:gd name="T31" fmla="*/ 224 h 235"/>
                <a:gd name="T32" fmla="*/ 85 w 107"/>
                <a:gd name="T33" fmla="*/ 149 h 235"/>
                <a:gd name="T34" fmla="*/ 96 w 107"/>
                <a:gd name="T35" fmla="*/ 149 h 235"/>
                <a:gd name="T36" fmla="*/ 104 w 107"/>
                <a:gd name="T37" fmla="*/ 145 h 235"/>
                <a:gd name="T38" fmla="*/ 106 w 107"/>
                <a:gd name="T39" fmla="*/ 136 h 235"/>
                <a:gd name="T40" fmla="*/ 74 w 107"/>
                <a:gd name="T41" fmla="*/ 8 h 235"/>
                <a:gd name="T42" fmla="*/ 51 w 107"/>
                <a:gd name="T43" fmla="*/ 21 h 235"/>
                <a:gd name="T44" fmla="*/ 56 w 107"/>
                <a:gd name="T45" fmla="*/ 21 h 235"/>
                <a:gd name="T46" fmla="*/ 82 w 107"/>
                <a:gd name="T47" fmla="*/ 128 h 235"/>
                <a:gd name="T48" fmla="*/ 24 w 107"/>
                <a:gd name="T49" fmla="*/ 128 h 235"/>
                <a:gd name="T50" fmla="*/ 51 w 107"/>
                <a:gd name="T51" fmla="*/ 2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235">
                  <a:moveTo>
                    <a:pt x="74" y="8"/>
                  </a:moveTo>
                  <a:cubicBezTo>
                    <a:pt x="73" y="3"/>
                    <a:pt x="69" y="0"/>
                    <a:pt x="64" y="0"/>
                  </a:cubicBezTo>
                  <a:cubicBezTo>
                    <a:pt x="43" y="0"/>
                    <a:pt x="43" y="0"/>
                    <a:pt x="43" y="0"/>
                  </a:cubicBezTo>
                  <a:cubicBezTo>
                    <a:pt x="38" y="0"/>
                    <a:pt x="34" y="3"/>
                    <a:pt x="32" y="8"/>
                  </a:cubicBezTo>
                  <a:cubicBezTo>
                    <a:pt x="0" y="136"/>
                    <a:pt x="0" y="136"/>
                    <a:pt x="0" y="136"/>
                  </a:cubicBezTo>
                  <a:cubicBezTo>
                    <a:pt x="0" y="139"/>
                    <a:pt x="0" y="143"/>
                    <a:pt x="2" y="145"/>
                  </a:cubicBezTo>
                  <a:cubicBezTo>
                    <a:pt x="4" y="148"/>
                    <a:pt x="7" y="149"/>
                    <a:pt x="11" y="149"/>
                  </a:cubicBezTo>
                  <a:cubicBezTo>
                    <a:pt x="21" y="149"/>
                    <a:pt x="21" y="149"/>
                    <a:pt x="21" y="149"/>
                  </a:cubicBezTo>
                  <a:cubicBezTo>
                    <a:pt x="21" y="224"/>
                    <a:pt x="21" y="224"/>
                    <a:pt x="21" y="224"/>
                  </a:cubicBezTo>
                  <a:cubicBezTo>
                    <a:pt x="21" y="230"/>
                    <a:pt x="26" y="235"/>
                    <a:pt x="32" y="235"/>
                  </a:cubicBezTo>
                  <a:cubicBezTo>
                    <a:pt x="38" y="235"/>
                    <a:pt x="43" y="230"/>
                    <a:pt x="43" y="224"/>
                  </a:cubicBezTo>
                  <a:cubicBezTo>
                    <a:pt x="43" y="149"/>
                    <a:pt x="43" y="149"/>
                    <a:pt x="43" y="149"/>
                  </a:cubicBezTo>
                  <a:cubicBezTo>
                    <a:pt x="64" y="149"/>
                    <a:pt x="64" y="149"/>
                    <a:pt x="64" y="149"/>
                  </a:cubicBezTo>
                  <a:cubicBezTo>
                    <a:pt x="64" y="224"/>
                    <a:pt x="64" y="224"/>
                    <a:pt x="64" y="224"/>
                  </a:cubicBezTo>
                  <a:cubicBezTo>
                    <a:pt x="64" y="230"/>
                    <a:pt x="69" y="235"/>
                    <a:pt x="75" y="235"/>
                  </a:cubicBezTo>
                  <a:cubicBezTo>
                    <a:pt x="81" y="235"/>
                    <a:pt x="85" y="230"/>
                    <a:pt x="85" y="224"/>
                  </a:cubicBezTo>
                  <a:cubicBezTo>
                    <a:pt x="85" y="149"/>
                    <a:pt x="85" y="149"/>
                    <a:pt x="85" y="149"/>
                  </a:cubicBezTo>
                  <a:cubicBezTo>
                    <a:pt x="96" y="149"/>
                    <a:pt x="96" y="149"/>
                    <a:pt x="96" y="149"/>
                  </a:cubicBezTo>
                  <a:cubicBezTo>
                    <a:pt x="99" y="149"/>
                    <a:pt x="102" y="148"/>
                    <a:pt x="104" y="145"/>
                  </a:cubicBezTo>
                  <a:cubicBezTo>
                    <a:pt x="106" y="143"/>
                    <a:pt x="107" y="139"/>
                    <a:pt x="106" y="136"/>
                  </a:cubicBezTo>
                  <a:lnTo>
                    <a:pt x="74" y="8"/>
                  </a:lnTo>
                  <a:close/>
                  <a:moveTo>
                    <a:pt x="51" y="21"/>
                  </a:moveTo>
                  <a:cubicBezTo>
                    <a:pt x="56" y="21"/>
                    <a:pt x="56" y="21"/>
                    <a:pt x="56" y="21"/>
                  </a:cubicBezTo>
                  <a:cubicBezTo>
                    <a:pt x="82" y="128"/>
                    <a:pt x="82" y="128"/>
                    <a:pt x="82" y="128"/>
                  </a:cubicBezTo>
                  <a:cubicBezTo>
                    <a:pt x="24" y="128"/>
                    <a:pt x="24" y="128"/>
                    <a:pt x="24" y="128"/>
                  </a:cubicBezTo>
                  <a:lnTo>
                    <a:pt x="5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13" name="Freeform 830">
              <a:extLst>
                <a:ext uri="{FF2B5EF4-FFF2-40B4-BE49-F238E27FC236}">
                  <a16:creationId xmlns:a16="http://schemas.microsoft.com/office/drawing/2014/main" id="{21202279-4CD0-FB7A-4FD0-31D5CCA206D0}"/>
                </a:ext>
              </a:extLst>
            </p:cNvPr>
            <p:cNvSpPr>
              <a:spLocks noEditPoints="1"/>
            </p:cNvSpPr>
            <p:nvPr/>
          </p:nvSpPr>
          <p:spPr bwMode="auto">
            <a:xfrm>
              <a:off x="5240"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14" name="Freeform 831">
              <a:extLst>
                <a:ext uri="{FF2B5EF4-FFF2-40B4-BE49-F238E27FC236}">
                  <a16:creationId xmlns:a16="http://schemas.microsoft.com/office/drawing/2014/main" id="{2DD9ED5B-769E-2D06-C4B5-C6FE25A38201}"/>
                </a:ext>
              </a:extLst>
            </p:cNvPr>
            <p:cNvSpPr>
              <a:spLocks noEditPoints="1"/>
            </p:cNvSpPr>
            <p:nvPr/>
          </p:nvSpPr>
          <p:spPr bwMode="auto">
            <a:xfrm>
              <a:off x="5127" y="3139"/>
              <a:ext cx="71" cy="156"/>
            </a:xfrm>
            <a:custGeom>
              <a:avLst/>
              <a:gdLst>
                <a:gd name="T0" fmla="*/ 96 w 106"/>
                <a:gd name="T1" fmla="*/ 0 h 235"/>
                <a:gd name="T2" fmla="*/ 10 w 106"/>
                <a:gd name="T3" fmla="*/ 0 h 235"/>
                <a:gd name="T4" fmla="*/ 0 w 106"/>
                <a:gd name="T5" fmla="*/ 11 h 235"/>
                <a:gd name="T6" fmla="*/ 0 w 106"/>
                <a:gd name="T7" fmla="*/ 117 h 235"/>
                <a:gd name="T8" fmla="*/ 10 w 106"/>
                <a:gd name="T9" fmla="*/ 128 h 235"/>
                <a:gd name="T10" fmla="*/ 21 w 106"/>
                <a:gd name="T11" fmla="*/ 128 h 235"/>
                <a:gd name="T12" fmla="*/ 21 w 106"/>
                <a:gd name="T13" fmla="*/ 224 h 235"/>
                <a:gd name="T14" fmla="*/ 32 w 106"/>
                <a:gd name="T15" fmla="*/ 235 h 235"/>
                <a:gd name="T16" fmla="*/ 42 w 106"/>
                <a:gd name="T17" fmla="*/ 224 h 235"/>
                <a:gd name="T18" fmla="*/ 42 w 106"/>
                <a:gd name="T19" fmla="*/ 128 h 235"/>
                <a:gd name="T20" fmla="*/ 64 w 106"/>
                <a:gd name="T21" fmla="*/ 128 h 235"/>
                <a:gd name="T22" fmla="*/ 64 w 106"/>
                <a:gd name="T23" fmla="*/ 224 h 235"/>
                <a:gd name="T24" fmla="*/ 74 w 106"/>
                <a:gd name="T25" fmla="*/ 235 h 235"/>
                <a:gd name="T26" fmla="*/ 85 w 106"/>
                <a:gd name="T27" fmla="*/ 224 h 235"/>
                <a:gd name="T28" fmla="*/ 85 w 106"/>
                <a:gd name="T29" fmla="*/ 128 h 235"/>
                <a:gd name="T30" fmla="*/ 96 w 106"/>
                <a:gd name="T31" fmla="*/ 128 h 235"/>
                <a:gd name="T32" fmla="*/ 106 w 106"/>
                <a:gd name="T33" fmla="*/ 117 h 235"/>
                <a:gd name="T34" fmla="*/ 106 w 106"/>
                <a:gd name="T35" fmla="*/ 11 h 235"/>
                <a:gd name="T36" fmla="*/ 96 w 106"/>
                <a:gd name="T37" fmla="*/ 0 h 235"/>
                <a:gd name="T38" fmla="*/ 85 w 106"/>
                <a:gd name="T39" fmla="*/ 107 h 235"/>
                <a:gd name="T40" fmla="*/ 21 w 106"/>
                <a:gd name="T41" fmla="*/ 107 h 235"/>
                <a:gd name="T42" fmla="*/ 21 w 106"/>
                <a:gd name="T43" fmla="*/ 21 h 235"/>
                <a:gd name="T44" fmla="*/ 85 w 106"/>
                <a:gd name="T45" fmla="*/ 21 h 235"/>
                <a:gd name="T46" fmla="*/ 85 w 106"/>
                <a:gd name="T47"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235">
                  <a:moveTo>
                    <a:pt x="96" y="0"/>
                  </a:moveTo>
                  <a:cubicBezTo>
                    <a:pt x="10" y="0"/>
                    <a:pt x="10" y="0"/>
                    <a:pt x="10" y="0"/>
                  </a:cubicBezTo>
                  <a:cubicBezTo>
                    <a:pt x="4" y="0"/>
                    <a:pt x="0" y="5"/>
                    <a:pt x="0" y="11"/>
                  </a:cubicBezTo>
                  <a:cubicBezTo>
                    <a:pt x="0" y="117"/>
                    <a:pt x="0" y="117"/>
                    <a:pt x="0" y="117"/>
                  </a:cubicBezTo>
                  <a:cubicBezTo>
                    <a:pt x="0" y="123"/>
                    <a:pt x="4" y="128"/>
                    <a:pt x="10" y="128"/>
                  </a:cubicBezTo>
                  <a:cubicBezTo>
                    <a:pt x="21" y="128"/>
                    <a:pt x="21" y="128"/>
                    <a:pt x="21" y="128"/>
                  </a:cubicBezTo>
                  <a:cubicBezTo>
                    <a:pt x="21" y="224"/>
                    <a:pt x="21" y="224"/>
                    <a:pt x="21" y="224"/>
                  </a:cubicBezTo>
                  <a:cubicBezTo>
                    <a:pt x="21" y="230"/>
                    <a:pt x="26" y="235"/>
                    <a:pt x="32" y="235"/>
                  </a:cubicBezTo>
                  <a:cubicBezTo>
                    <a:pt x="38" y="235"/>
                    <a:pt x="42" y="230"/>
                    <a:pt x="42" y="224"/>
                  </a:cubicBezTo>
                  <a:cubicBezTo>
                    <a:pt x="42" y="128"/>
                    <a:pt x="42" y="128"/>
                    <a:pt x="42" y="128"/>
                  </a:cubicBezTo>
                  <a:cubicBezTo>
                    <a:pt x="64" y="128"/>
                    <a:pt x="64" y="128"/>
                    <a:pt x="64" y="128"/>
                  </a:cubicBezTo>
                  <a:cubicBezTo>
                    <a:pt x="64" y="224"/>
                    <a:pt x="64" y="224"/>
                    <a:pt x="64" y="224"/>
                  </a:cubicBezTo>
                  <a:cubicBezTo>
                    <a:pt x="64" y="230"/>
                    <a:pt x="68" y="235"/>
                    <a:pt x="74" y="235"/>
                  </a:cubicBezTo>
                  <a:cubicBezTo>
                    <a:pt x="80" y="235"/>
                    <a:pt x="85" y="230"/>
                    <a:pt x="85" y="224"/>
                  </a:cubicBezTo>
                  <a:cubicBezTo>
                    <a:pt x="85" y="128"/>
                    <a:pt x="85" y="128"/>
                    <a:pt x="85" y="128"/>
                  </a:cubicBezTo>
                  <a:cubicBezTo>
                    <a:pt x="96" y="128"/>
                    <a:pt x="96" y="128"/>
                    <a:pt x="96" y="128"/>
                  </a:cubicBezTo>
                  <a:cubicBezTo>
                    <a:pt x="102" y="128"/>
                    <a:pt x="106" y="123"/>
                    <a:pt x="106" y="117"/>
                  </a:cubicBezTo>
                  <a:cubicBezTo>
                    <a:pt x="106" y="11"/>
                    <a:pt x="106" y="11"/>
                    <a:pt x="106" y="11"/>
                  </a:cubicBezTo>
                  <a:cubicBezTo>
                    <a:pt x="106" y="5"/>
                    <a:pt x="102" y="0"/>
                    <a:pt x="96" y="0"/>
                  </a:cubicBezTo>
                  <a:close/>
                  <a:moveTo>
                    <a:pt x="85" y="107"/>
                  </a:moveTo>
                  <a:cubicBezTo>
                    <a:pt x="21" y="107"/>
                    <a:pt x="21" y="107"/>
                    <a:pt x="21" y="107"/>
                  </a:cubicBezTo>
                  <a:cubicBezTo>
                    <a:pt x="21" y="21"/>
                    <a:pt x="21" y="21"/>
                    <a:pt x="21" y="21"/>
                  </a:cubicBezTo>
                  <a:cubicBezTo>
                    <a:pt x="85" y="21"/>
                    <a:pt x="85" y="21"/>
                    <a:pt x="85" y="21"/>
                  </a:cubicBezTo>
                  <a:lnTo>
                    <a:pt x="85"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15" name="Freeform 832">
              <a:extLst>
                <a:ext uri="{FF2B5EF4-FFF2-40B4-BE49-F238E27FC236}">
                  <a16:creationId xmlns:a16="http://schemas.microsoft.com/office/drawing/2014/main" id="{7EBC5181-30AC-36F9-8A25-D414831ED367}"/>
                </a:ext>
              </a:extLst>
            </p:cNvPr>
            <p:cNvSpPr>
              <a:spLocks noEditPoints="1"/>
            </p:cNvSpPr>
            <p:nvPr/>
          </p:nvSpPr>
          <p:spPr bwMode="auto">
            <a:xfrm>
              <a:off x="5141"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16" name="Rectangle 215">
            <a:extLst>
              <a:ext uri="{FF2B5EF4-FFF2-40B4-BE49-F238E27FC236}">
                <a16:creationId xmlns:a16="http://schemas.microsoft.com/office/drawing/2014/main" id="{A2595C48-1E99-165B-CB02-745F8C8FD27C}"/>
              </a:ext>
            </a:extLst>
          </p:cNvPr>
          <p:cNvSpPr/>
          <p:nvPr/>
        </p:nvSpPr>
        <p:spPr bwMode="gray">
          <a:xfrm>
            <a:off x="1889127" y="2457959"/>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Balancing</a:t>
            </a:r>
          </a:p>
        </p:txBody>
      </p:sp>
      <p:grpSp>
        <p:nvGrpSpPr>
          <p:cNvPr id="217" name="Group 216">
            <a:extLst>
              <a:ext uri="{FF2B5EF4-FFF2-40B4-BE49-F238E27FC236}">
                <a16:creationId xmlns:a16="http://schemas.microsoft.com/office/drawing/2014/main" id="{CE9941B9-269B-7D1A-33EB-FBA974F1BF2F}"/>
              </a:ext>
            </a:extLst>
          </p:cNvPr>
          <p:cNvGrpSpPr/>
          <p:nvPr/>
        </p:nvGrpSpPr>
        <p:grpSpPr>
          <a:xfrm>
            <a:off x="1936680" y="2489857"/>
            <a:ext cx="352451" cy="264339"/>
            <a:chOff x="2974262" y="4155935"/>
            <a:chExt cx="682569" cy="450340"/>
          </a:xfrm>
          <a:solidFill>
            <a:sysClr val="window" lastClr="FFFFFF"/>
          </a:solidFill>
        </p:grpSpPr>
        <p:sp>
          <p:nvSpPr>
            <p:cNvPr id="218" name="Freeform 185">
              <a:extLst>
                <a:ext uri="{FF2B5EF4-FFF2-40B4-BE49-F238E27FC236}">
                  <a16:creationId xmlns:a16="http://schemas.microsoft.com/office/drawing/2014/main" id="{8E72D56D-165B-5E84-84D7-E0BFEBA96D83}"/>
                </a:ext>
              </a:extLst>
            </p:cNvPr>
            <p:cNvSpPr>
              <a:spLocks noEditPoints="1"/>
            </p:cNvSpPr>
            <p:nvPr/>
          </p:nvSpPr>
          <p:spPr bwMode="auto">
            <a:xfrm>
              <a:off x="2974262" y="4284605"/>
              <a:ext cx="273608" cy="321670"/>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5C5C5C"/>
                </a:solidFill>
                <a:effectLst/>
                <a:uLnTx/>
                <a:uFillTx/>
                <a:latin typeface="Arial" panose="020B0604020202020204" pitchFamily="34" charset="0"/>
                <a:cs typeface="Arial" panose="020B0604020202020204" pitchFamily="34" charset="0"/>
              </a:endParaRPr>
            </a:p>
          </p:txBody>
        </p:sp>
        <p:sp>
          <p:nvSpPr>
            <p:cNvPr id="219" name="Freeform 185">
              <a:extLst>
                <a:ext uri="{FF2B5EF4-FFF2-40B4-BE49-F238E27FC236}">
                  <a16:creationId xmlns:a16="http://schemas.microsoft.com/office/drawing/2014/main" id="{5D39BB45-D75E-21C3-177E-AD8B4C575257}"/>
                </a:ext>
              </a:extLst>
            </p:cNvPr>
            <p:cNvSpPr>
              <a:spLocks noEditPoints="1"/>
            </p:cNvSpPr>
            <p:nvPr/>
          </p:nvSpPr>
          <p:spPr bwMode="auto">
            <a:xfrm>
              <a:off x="3273780" y="4155935"/>
              <a:ext cx="383051" cy="450337"/>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5C5C5C"/>
                </a:solidFill>
                <a:effectLst/>
                <a:uLnTx/>
                <a:uFillTx/>
                <a:latin typeface="Arial" panose="020B0604020202020204" pitchFamily="34" charset="0"/>
                <a:cs typeface="Arial" panose="020B0604020202020204" pitchFamily="34" charset="0"/>
              </a:endParaRPr>
            </a:p>
          </p:txBody>
        </p:sp>
      </p:grpSp>
      <p:sp>
        <p:nvSpPr>
          <p:cNvPr id="220" name="Rectangle 219">
            <a:extLst>
              <a:ext uri="{FF2B5EF4-FFF2-40B4-BE49-F238E27FC236}">
                <a16:creationId xmlns:a16="http://schemas.microsoft.com/office/drawing/2014/main" id="{75DFFD16-4267-35AA-797D-64E44B5FF5F0}"/>
              </a:ext>
            </a:extLst>
          </p:cNvPr>
          <p:cNvSpPr/>
          <p:nvPr/>
        </p:nvSpPr>
        <p:spPr bwMode="gray">
          <a:xfrm>
            <a:off x="2821362" y="2457959"/>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Two-Way</a:t>
            </a:r>
          </a:p>
        </p:txBody>
      </p:sp>
      <p:sp>
        <p:nvSpPr>
          <p:cNvPr id="221" name="Arrow: Right 176">
            <a:extLst>
              <a:ext uri="{FF2B5EF4-FFF2-40B4-BE49-F238E27FC236}">
                <a16:creationId xmlns:a16="http://schemas.microsoft.com/office/drawing/2014/main" id="{7EB0B5A2-ED2C-74D0-12DB-AD1FA0FC4CA3}"/>
              </a:ext>
            </a:extLst>
          </p:cNvPr>
          <p:cNvSpPr/>
          <p:nvPr/>
        </p:nvSpPr>
        <p:spPr bwMode="gray">
          <a:xfrm>
            <a:off x="2924199" y="2515412"/>
            <a:ext cx="485733" cy="229833"/>
          </a:xfrm>
          <a:prstGeom prst="leftRight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22" name="Rectangle 221">
            <a:extLst>
              <a:ext uri="{FF2B5EF4-FFF2-40B4-BE49-F238E27FC236}">
                <a16:creationId xmlns:a16="http://schemas.microsoft.com/office/drawing/2014/main" id="{76553BFB-CAC0-FC47-9D33-D2234DB91FB9}"/>
              </a:ext>
            </a:extLst>
          </p:cNvPr>
          <p:cNvSpPr/>
          <p:nvPr/>
        </p:nvSpPr>
        <p:spPr bwMode="gray">
          <a:xfrm>
            <a:off x="3753597" y="2454841"/>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Facilitator</a:t>
            </a:r>
          </a:p>
        </p:txBody>
      </p:sp>
      <p:grpSp>
        <p:nvGrpSpPr>
          <p:cNvPr id="223" name="Group 844">
            <a:extLst>
              <a:ext uri="{FF2B5EF4-FFF2-40B4-BE49-F238E27FC236}">
                <a16:creationId xmlns:a16="http://schemas.microsoft.com/office/drawing/2014/main" id="{84EB6F49-CFD2-6764-E0EE-3F3F6DCB07B3}"/>
              </a:ext>
            </a:extLst>
          </p:cNvPr>
          <p:cNvGrpSpPr>
            <a:grpSpLocks noChangeAspect="1"/>
          </p:cNvGrpSpPr>
          <p:nvPr/>
        </p:nvGrpSpPr>
        <p:grpSpPr bwMode="auto">
          <a:xfrm>
            <a:off x="4301168" y="2530824"/>
            <a:ext cx="167851" cy="167007"/>
            <a:chOff x="4371" y="3110"/>
            <a:chExt cx="199" cy="198"/>
          </a:xfrm>
          <a:solidFill>
            <a:sysClr val="window" lastClr="FFFFFF"/>
          </a:solidFill>
        </p:grpSpPr>
        <p:sp>
          <p:nvSpPr>
            <p:cNvPr id="224" name="Freeform 845">
              <a:extLst>
                <a:ext uri="{FF2B5EF4-FFF2-40B4-BE49-F238E27FC236}">
                  <a16:creationId xmlns:a16="http://schemas.microsoft.com/office/drawing/2014/main" id="{49536E6A-DA2B-AFFA-AF92-67618A8F9E78}"/>
                </a:ext>
              </a:extLst>
            </p:cNvPr>
            <p:cNvSpPr>
              <a:spLocks noEditPoints="1"/>
            </p:cNvSpPr>
            <p:nvPr/>
          </p:nvSpPr>
          <p:spPr bwMode="auto">
            <a:xfrm>
              <a:off x="4371" y="3166"/>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25" name="Freeform 846">
              <a:extLst>
                <a:ext uri="{FF2B5EF4-FFF2-40B4-BE49-F238E27FC236}">
                  <a16:creationId xmlns:a16="http://schemas.microsoft.com/office/drawing/2014/main" id="{C68730B2-39A5-C3AB-5A4B-C8B86A66DB82}"/>
                </a:ext>
              </a:extLst>
            </p:cNvPr>
            <p:cNvSpPr>
              <a:spLocks noEditPoints="1"/>
            </p:cNvSpPr>
            <p:nvPr/>
          </p:nvSpPr>
          <p:spPr bwMode="auto">
            <a:xfrm>
              <a:off x="4379"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26" name="Freeform 847">
              <a:extLst>
                <a:ext uri="{FF2B5EF4-FFF2-40B4-BE49-F238E27FC236}">
                  <a16:creationId xmlns:a16="http://schemas.microsoft.com/office/drawing/2014/main" id="{748B1186-8D28-5925-6574-39AD0073744A}"/>
                </a:ext>
              </a:extLst>
            </p:cNvPr>
            <p:cNvSpPr>
              <a:spLocks noEditPoints="1"/>
            </p:cNvSpPr>
            <p:nvPr/>
          </p:nvSpPr>
          <p:spPr bwMode="auto">
            <a:xfrm>
              <a:off x="4513" y="3166"/>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27" name="Freeform 848">
              <a:extLst>
                <a:ext uri="{FF2B5EF4-FFF2-40B4-BE49-F238E27FC236}">
                  <a16:creationId xmlns:a16="http://schemas.microsoft.com/office/drawing/2014/main" id="{6CADA6BA-7308-D466-ABFC-8B164B6D9468}"/>
                </a:ext>
              </a:extLst>
            </p:cNvPr>
            <p:cNvSpPr>
              <a:spLocks noEditPoints="1"/>
            </p:cNvSpPr>
            <p:nvPr/>
          </p:nvSpPr>
          <p:spPr bwMode="auto">
            <a:xfrm>
              <a:off x="4520" y="3110"/>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28" name="Freeform 849">
              <a:extLst>
                <a:ext uri="{FF2B5EF4-FFF2-40B4-BE49-F238E27FC236}">
                  <a16:creationId xmlns:a16="http://schemas.microsoft.com/office/drawing/2014/main" id="{8B9C8CA2-F0AE-C7F7-9177-F12F1EF41042}"/>
                </a:ext>
              </a:extLst>
            </p:cNvPr>
            <p:cNvSpPr>
              <a:spLocks noEditPoints="1"/>
            </p:cNvSpPr>
            <p:nvPr/>
          </p:nvSpPr>
          <p:spPr bwMode="auto">
            <a:xfrm>
              <a:off x="4442" y="3166"/>
              <a:ext cx="57" cy="142"/>
            </a:xfrm>
            <a:custGeom>
              <a:avLst/>
              <a:gdLst>
                <a:gd name="T0" fmla="*/ 75 w 85"/>
                <a:gd name="T1" fmla="*/ 0 h 213"/>
                <a:gd name="T2" fmla="*/ 11 w 85"/>
                <a:gd name="T3" fmla="*/ 0 h 213"/>
                <a:gd name="T4" fmla="*/ 0 w 85"/>
                <a:gd name="T5" fmla="*/ 11 h 213"/>
                <a:gd name="T6" fmla="*/ 0 w 85"/>
                <a:gd name="T7" fmla="*/ 96 h 213"/>
                <a:gd name="T8" fmla="*/ 11 w 85"/>
                <a:gd name="T9" fmla="*/ 107 h 213"/>
                <a:gd name="T10" fmla="*/ 11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5 w 85"/>
                <a:gd name="T25" fmla="*/ 203 h 213"/>
                <a:gd name="T26" fmla="*/ 75 w 85"/>
                <a:gd name="T27" fmla="*/ 107 h 213"/>
                <a:gd name="T28" fmla="*/ 85 w 85"/>
                <a:gd name="T29" fmla="*/ 96 h 213"/>
                <a:gd name="T30" fmla="*/ 85 w 85"/>
                <a:gd name="T31" fmla="*/ 11 h 213"/>
                <a:gd name="T32" fmla="*/ 75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5" y="0"/>
                  </a:moveTo>
                  <a:cubicBezTo>
                    <a:pt x="11" y="0"/>
                    <a:pt x="11" y="0"/>
                    <a:pt x="11" y="0"/>
                  </a:cubicBezTo>
                  <a:cubicBezTo>
                    <a:pt x="5" y="0"/>
                    <a:pt x="0" y="5"/>
                    <a:pt x="0" y="11"/>
                  </a:cubicBezTo>
                  <a:cubicBezTo>
                    <a:pt x="0" y="96"/>
                    <a:pt x="0" y="96"/>
                    <a:pt x="0" y="96"/>
                  </a:cubicBezTo>
                  <a:cubicBezTo>
                    <a:pt x="0" y="102"/>
                    <a:pt x="5" y="107"/>
                    <a:pt x="11" y="107"/>
                  </a:cubicBezTo>
                  <a:cubicBezTo>
                    <a:pt x="11" y="203"/>
                    <a:pt x="11" y="203"/>
                    <a:pt x="11" y="203"/>
                  </a:cubicBezTo>
                  <a:cubicBezTo>
                    <a:pt x="11"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5" y="209"/>
                    <a:pt x="75" y="203"/>
                  </a:cubicBezTo>
                  <a:cubicBezTo>
                    <a:pt x="75" y="107"/>
                    <a:pt x="75" y="107"/>
                    <a:pt x="75" y="107"/>
                  </a:cubicBezTo>
                  <a:cubicBezTo>
                    <a:pt x="81" y="107"/>
                    <a:pt x="85" y="102"/>
                    <a:pt x="85" y="96"/>
                  </a:cubicBezTo>
                  <a:cubicBezTo>
                    <a:pt x="85" y="11"/>
                    <a:pt x="85" y="11"/>
                    <a:pt x="85" y="11"/>
                  </a:cubicBezTo>
                  <a:cubicBezTo>
                    <a:pt x="85" y="5"/>
                    <a:pt x="81" y="0"/>
                    <a:pt x="75"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29" name="Freeform 850">
              <a:extLst>
                <a:ext uri="{FF2B5EF4-FFF2-40B4-BE49-F238E27FC236}">
                  <a16:creationId xmlns:a16="http://schemas.microsoft.com/office/drawing/2014/main" id="{EA5E0B09-C1E4-0EA5-A6D3-95602103D85C}"/>
                </a:ext>
              </a:extLst>
            </p:cNvPr>
            <p:cNvSpPr>
              <a:spLocks noEditPoints="1"/>
            </p:cNvSpPr>
            <p:nvPr/>
          </p:nvSpPr>
          <p:spPr bwMode="auto">
            <a:xfrm>
              <a:off x="4450"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30" name="Freeform 146">
            <a:extLst>
              <a:ext uri="{FF2B5EF4-FFF2-40B4-BE49-F238E27FC236}">
                <a16:creationId xmlns:a16="http://schemas.microsoft.com/office/drawing/2014/main" id="{F66AAAC1-4731-770C-BCE0-FD690253D800}"/>
              </a:ext>
            </a:extLst>
          </p:cNvPr>
          <p:cNvSpPr>
            <a:spLocks noEditPoints="1"/>
          </p:cNvSpPr>
          <p:nvPr/>
        </p:nvSpPr>
        <p:spPr bwMode="auto">
          <a:xfrm>
            <a:off x="4063363" y="2573976"/>
            <a:ext cx="145976" cy="97827"/>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31" name="Freeform 324">
            <a:extLst>
              <a:ext uri="{FF2B5EF4-FFF2-40B4-BE49-F238E27FC236}">
                <a16:creationId xmlns:a16="http://schemas.microsoft.com/office/drawing/2014/main" id="{2CCAD3E7-F16F-BFA5-78F9-F38C981CD1C3}"/>
              </a:ext>
            </a:extLst>
          </p:cNvPr>
          <p:cNvSpPr>
            <a:spLocks noEditPoints="1"/>
          </p:cNvSpPr>
          <p:nvPr/>
        </p:nvSpPr>
        <p:spPr bwMode="auto">
          <a:xfrm>
            <a:off x="3810230" y="2515412"/>
            <a:ext cx="161706" cy="219753"/>
          </a:xfrm>
          <a:custGeom>
            <a:avLst/>
            <a:gdLst>
              <a:gd name="T0" fmla="*/ 90 w 235"/>
              <a:gd name="T1" fmla="*/ 215 h 320"/>
              <a:gd name="T2" fmla="*/ 107 w 235"/>
              <a:gd name="T3" fmla="*/ 224 h 320"/>
              <a:gd name="T4" fmla="*/ 96 w 235"/>
              <a:gd name="T5" fmla="*/ 234 h 320"/>
              <a:gd name="T6" fmla="*/ 92 w 235"/>
              <a:gd name="T7" fmla="*/ 276 h 320"/>
              <a:gd name="T8" fmla="*/ 106 w 235"/>
              <a:gd name="T9" fmla="*/ 270 h 320"/>
              <a:gd name="T10" fmla="*/ 92 w 235"/>
              <a:gd name="T11" fmla="*/ 257 h 320"/>
              <a:gd name="T12" fmla="*/ 87 w 235"/>
              <a:gd name="T13" fmla="*/ 270 h 320"/>
              <a:gd name="T14" fmla="*/ 58 w 235"/>
              <a:gd name="T15" fmla="*/ 233 h 320"/>
              <a:gd name="T16" fmla="*/ 61 w 235"/>
              <a:gd name="T17" fmla="*/ 216 h 320"/>
              <a:gd name="T18" fmla="*/ 44 w 235"/>
              <a:gd name="T19" fmla="*/ 228 h 320"/>
              <a:gd name="T20" fmla="*/ 63 w 235"/>
              <a:gd name="T21" fmla="*/ 185 h 320"/>
              <a:gd name="T22" fmla="*/ 58 w 235"/>
              <a:gd name="T23" fmla="*/ 171 h 320"/>
              <a:gd name="T24" fmla="*/ 43 w 235"/>
              <a:gd name="T25" fmla="*/ 181 h 320"/>
              <a:gd name="T26" fmla="*/ 96 w 235"/>
              <a:gd name="T27" fmla="*/ 192 h 320"/>
              <a:gd name="T28" fmla="*/ 106 w 235"/>
              <a:gd name="T29" fmla="*/ 177 h 320"/>
              <a:gd name="T30" fmla="*/ 86 w 235"/>
              <a:gd name="T31" fmla="*/ 181 h 320"/>
              <a:gd name="T32" fmla="*/ 92 w 235"/>
              <a:gd name="T33" fmla="*/ 148 h 320"/>
              <a:gd name="T34" fmla="*/ 107 w 235"/>
              <a:gd name="T35" fmla="*/ 138 h 320"/>
              <a:gd name="T36" fmla="*/ 98 w 235"/>
              <a:gd name="T37" fmla="*/ 128 h 320"/>
              <a:gd name="T38" fmla="*/ 87 w 235"/>
              <a:gd name="T39" fmla="*/ 142 h 320"/>
              <a:gd name="T40" fmla="*/ 58 w 235"/>
              <a:gd name="T41" fmla="*/ 148 h 320"/>
              <a:gd name="T42" fmla="*/ 61 w 235"/>
              <a:gd name="T43" fmla="*/ 131 h 320"/>
              <a:gd name="T44" fmla="*/ 52 w 235"/>
              <a:gd name="T45" fmla="*/ 128 h 320"/>
              <a:gd name="T46" fmla="*/ 43 w 235"/>
              <a:gd name="T47" fmla="*/ 138 h 320"/>
              <a:gd name="T48" fmla="*/ 54 w 235"/>
              <a:gd name="T49" fmla="*/ 106 h 320"/>
              <a:gd name="T50" fmla="*/ 61 w 235"/>
              <a:gd name="T51" fmla="*/ 88 h 320"/>
              <a:gd name="T52" fmla="*/ 48 w 235"/>
              <a:gd name="T53" fmla="*/ 87 h 320"/>
              <a:gd name="T54" fmla="*/ 46 w 235"/>
              <a:gd name="T55" fmla="*/ 103 h 320"/>
              <a:gd name="T56" fmla="*/ 100 w 235"/>
              <a:gd name="T57" fmla="*/ 105 h 320"/>
              <a:gd name="T58" fmla="*/ 104 w 235"/>
              <a:gd name="T59" fmla="*/ 88 h 320"/>
              <a:gd name="T60" fmla="*/ 86 w 235"/>
              <a:gd name="T61" fmla="*/ 96 h 320"/>
              <a:gd name="T62" fmla="*/ 100 w 235"/>
              <a:gd name="T63" fmla="*/ 63 h 320"/>
              <a:gd name="T64" fmla="*/ 106 w 235"/>
              <a:gd name="T65" fmla="*/ 49 h 320"/>
              <a:gd name="T66" fmla="*/ 87 w 235"/>
              <a:gd name="T67" fmla="*/ 49 h 320"/>
              <a:gd name="T68" fmla="*/ 50 w 235"/>
              <a:gd name="T69" fmla="*/ 63 h 320"/>
              <a:gd name="T70" fmla="*/ 63 w 235"/>
              <a:gd name="T71" fmla="*/ 49 h 320"/>
              <a:gd name="T72" fmla="*/ 43 w 235"/>
              <a:gd name="T73" fmla="*/ 53 h 320"/>
              <a:gd name="T74" fmla="*/ 182 w 235"/>
              <a:gd name="T75" fmla="*/ 234 h 320"/>
              <a:gd name="T76" fmla="*/ 191 w 235"/>
              <a:gd name="T77" fmla="*/ 220 h 320"/>
              <a:gd name="T78" fmla="*/ 184 w 235"/>
              <a:gd name="T79" fmla="*/ 213 h 320"/>
              <a:gd name="T80" fmla="*/ 174 w 235"/>
              <a:gd name="T81" fmla="*/ 216 h 320"/>
              <a:gd name="T82" fmla="*/ 174 w 235"/>
              <a:gd name="T83" fmla="*/ 231 h 320"/>
              <a:gd name="T84" fmla="*/ 186 w 235"/>
              <a:gd name="T85" fmla="*/ 191 h 320"/>
              <a:gd name="T86" fmla="*/ 191 w 235"/>
              <a:gd name="T87" fmla="*/ 177 h 320"/>
              <a:gd name="T88" fmla="*/ 174 w 235"/>
              <a:gd name="T89" fmla="*/ 173 h 320"/>
              <a:gd name="T90" fmla="*/ 174 w 235"/>
              <a:gd name="T91" fmla="*/ 189 h 320"/>
              <a:gd name="T92" fmla="*/ 186 w 235"/>
              <a:gd name="T93" fmla="*/ 148 h 320"/>
              <a:gd name="T94" fmla="*/ 189 w 235"/>
              <a:gd name="T95" fmla="*/ 131 h 320"/>
              <a:gd name="T96" fmla="*/ 174 w 235"/>
              <a:gd name="T97" fmla="*/ 131 h 320"/>
              <a:gd name="T98" fmla="*/ 235 w 235"/>
              <a:gd name="T99" fmla="*/ 96 h 320"/>
              <a:gd name="T100" fmla="*/ 0 w 235"/>
              <a:gd name="T101" fmla="*/ 309 h 320"/>
              <a:gd name="T102" fmla="*/ 150 w 235"/>
              <a:gd name="T103" fmla="*/ 10 h 320"/>
              <a:gd name="T104" fmla="*/ 22 w 235"/>
              <a:gd name="T105" fmla="*/ 298 h 320"/>
              <a:gd name="T106" fmla="*/ 64 w 235"/>
              <a:gd name="T107" fmla="*/ 266 h 320"/>
              <a:gd name="T108" fmla="*/ 22 w 235"/>
              <a:gd name="T109" fmla="*/ 21 h 320"/>
              <a:gd name="T110" fmla="*/ 150 w 235"/>
              <a:gd name="T111" fmla="*/ 298 h 320"/>
              <a:gd name="T112" fmla="*/ 192 w 235"/>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320">
                <a:moveTo>
                  <a:pt x="87" y="228"/>
                </a:moveTo>
                <a:cubicBezTo>
                  <a:pt x="86" y="226"/>
                  <a:pt x="86" y="225"/>
                  <a:pt x="86" y="224"/>
                </a:cubicBezTo>
                <a:cubicBezTo>
                  <a:pt x="86" y="221"/>
                  <a:pt x="87" y="218"/>
                  <a:pt x="89" y="216"/>
                </a:cubicBezTo>
                <a:cubicBezTo>
                  <a:pt x="89" y="216"/>
                  <a:pt x="90" y="215"/>
                  <a:pt x="90" y="215"/>
                </a:cubicBezTo>
                <a:cubicBezTo>
                  <a:pt x="91" y="214"/>
                  <a:pt x="92" y="214"/>
                  <a:pt x="92" y="214"/>
                </a:cubicBezTo>
                <a:cubicBezTo>
                  <a:pt x="93" y="214"/>
                  <a:pt x="94" y="213"/>
                  <a:pt x="94" y="213"/>
                </a:cubicBezTo>
                <a:cubicBezTo>
                  <a:pt x="98" y="212"/>
                  <a:pt x="101" y="214"/>
                  <a:pt x="104" y="216"/>
                </a:cubicBezTo>
                <a:cubicBezTo>
                  <a:pt x="106" y="218"/>
                  <a:pt x="107" y="221"/>
                  <a:pt x="107" y="224"/>
                </a:cubicBezTo>
                <a:cubicBezTo>
                  <a:pt x="107" y="225"/>
                  <a:pt x="107" y="226"/>
                  <a:pt x="106" y="228"/>
                </a:cubicBezTo>
                <a:cubicBezTo>
                  <a:pt x="106" y="229"/>
                  <a:pt x="105" y="230"/>
                  <a:pt x="104" y="231"/>
                </a:cubicBezTo>
                <a:cubicBezTo>
                  <a:pt x="103" y="232"/>
                  <a:pt x="102" y="233"/>
                  <a:pt x="100" y="233"/>
                </a:cubicBezTo>
                <a:cubicBezTo>
                  <a:pt x="99" y="234"/>
                  <a:pt x="98" y="234"/>
                  <a:pt x="96" y="234"/>
                </a:cubicBezTo>
                <a:cubicBezTo>
                  <a:pt x="93" y="234"/>
                  <a:pt x="91" y="233"/>
                  <a:pt x="89" y="231"/>
                </a:cubicBezTo>
                <a:cubicBezTo>
                  <a:pt x="88" y="230"/>
                  <a:pt x="87" y="229"/>
                  <a:pt x="87" y="228"/>
                </a:cubicBezTo>
                <a:close/>
                <a:moveTo>
                  <a:pt x="89" y="274"/>
                </a:moveTo>
                <a:cubicBezTo>
                  <a:pt x="90" y="275"/>
                  <a:pt x="91" y="276"/>
                  <a:pt x="92" y="276"/>
                </a:cubicBezTo>
                <a:cubicBezTo>
                  <a:pt x="94" y="277"/>
                  <a:pt x="95" y="277"/>
                  <a:pt x="96" y="277"/>
                </a:cubicBezTo>
                <a:cubicBezTo>
                  <a:pt x="98" y="277"/>
                  <a:pt x="99" y="277"/>
                  <a:pt x="100" y="276"/>
                </a:cubicBezTo>
                <a:cubicBezTo>
                  <a:pt x="102" y="276"/>
                  <a:pt x="103" y="275"/>
                  <a:pt x="104" y="274"/>
                </a:cubicBezTo>
                <a:cubicBezTo>
                  <a:pt x="105" y="273"/>
                  <a:pt x="106" y="272"/>
                  <a:pt x="106" y="270"/>
                </a:cubicBezTo>
                <a:cubicBezTo>
                  <a:pt x="107" y="269"/>
                  <a:pt x="107" y="268"/>
                  <a:pt x="107" y="266"/>
                </a:cubicBezTo>
                <a:cubicBezTo>
                  <a:pt x="107" y="265"/>
                  <a:pt x="107" y="264"/>
                  <a:pt x="106" y="262"/>
                </a:cubicBezTo>
                <a:cubicBezTo>
                  <a:pt x="106" y="261"/>
                  <a:pt x="105" y="260"/>
                  <a:pt x="104" y="259"/>
                </a:cubicBezTo>
                <a:cubicBezTo>
                  <a:pt x="101" y="256"/>
                  <a:pt x="96" y="255"/>
                  <a:pt x="92" y="257"/>
                </a:cubicBezTo>
                <a:cubicBezTo>
                  <a:pt x="91" y="257"/>
                  <a:pt x="90" y="258"/>
                  <a:pt x="89" y="259"/>
                </a:cubicBezTo>
                <a:cubicBezTo>
                  <a:pt x="88" y="260"/>
                  <a:pt x="87" y="261"/>
                  <a:pt x="87" y="262"/>
                </a:cubicBezTo>
                <a:cubicBezTo>
                  <a:pt x="86" y="264"/>
                  <a:pt x="86" y="265"/>
                  <a:pt x="86" y="266"/>
                </a:cubicBezTo>
                <a:cubicBezTo>
                  <a:pt x="86" y="268"/>
                  <a:pt x="86" y="269"/>
                  <a:pt x="87" y="270"/>
                </a:cubicBezTo>
                <a:cubicBezTo>
                  <a:pt x="87" y="272"/>
                  <a:pt x="88" y="273"/>
                  <a:pt x="89" y="274"/>
                </a:cubicBezTo>
                <a:close/>
                <a:moveTo>
                  <a:pt x="46" y="231"/>
                </a:moveTo>
                <a:cubicBezTo>
                  <a:pt x="48" y="233"/>
                  <a:pt x="51" y="234"/>
                  <a:pt x="54" y="234"/>
                </a:cubicBezTo>
                <a:cubicBezTo>
                  <a:pt x="55" y="234"/>
                  <a:pt x="56" y="234"/>
                  <a:pt x="58" y="233"/>
                </a:cubicBezTo>
                <a:cubicBezTo>
                  <a:pt x="59" y="233"/>
                  <a:pt x="60" y="232"/>
                  <a:pt x="61" y="231"/>
                </a:cubicBezTo>
                <a:cubicBezTo>
                  <a:pt x="62" y="230"/>
                  <a:pt x="63" y="229"/>
                  <a:pt x="63" y="228"/>
                </a:cubicBezTo>
                <a:cubicBezTo>
                  <a:pt x="64" y="226"/>
                  <a:pt x="64" y="225"/>
                  <a:pt x="64" y="224"/>
                </a:cubicBezTo>
                <a:cubicBezTo>
                  <a:pt x="64" y="221"/>
                  <a:pt x="63" y="218"/>
                  <a:pt x="61" y="216"/>
                </a:cubicBezTo>
                <a:cubicBezTo>
                  <a:pt x="60" y="215"/>
                  <a:pt x="59" y="214"/>
                  <a:pt x="58" y="214"/>
                </a:cubicBezTo>
                <a:cubicBezTo>
                  <a:pt x="54" y="212"/>
                  <a:pt x="49" y="213"/>
                  <a:pt x="46" y="216"/>
                </a:cubicBezTo>
                <a:cubicBezTo>
                  <a:pt x="44" y="218"/>
                  <a:pt x="43" y="221"/>
                  <a:pt x="43" y="224"/>
                </a:cubicBezTo>
                <a:cubicBezTo>
                  <a:pt x="43" y="225"/>
                  <a:pt x="43" y="226"/>
                  <a:pt x="44" y="228"/>
                </a:cubicBezTo>
                <a:cubicBezTo>
                  <a:pt x="44" y="229"/>
                  <a:pt x="45" y="230"/>
                  <a:pt x="46" y="231"/>
                </a:cubicBezTo>
                <a:close/>
                <a:moveTo>
                  <a:pt x="54" y="192"/>
                </a:moveTo>
                <a:cubicBezTo>
                  <a:pt x="57" y="192"/>
                  <a:pt x="59" y="191"/>
                  <a:pt x="61" y="189"/>
                </a:cubicBezTo>
                <a:cubicBezTo>
                  <a:pt x="62" y="188"/>
                  <a:pt x="63" y="186"/>
                  <a:pt x="63" y="185"/>
                </a:cubicBezTo>
                <a:cubicBezTo>
                  <a:pt x="64" y="184"/>
                  <a:pt x="64" y="182"/>
                  <a:pt x="64" y="181"/>
                </a:cubicBezTo>
                <a:cubicBezTo>
                  <a:pt x="64" y="180"/>
                  <a:pt x="64" y="178"/>
                  <a:pt x="63" y="177"/>
                </a:cubicBezTo>
                <a:cubicBezTo>
                  <a:pt x="63" y="176"/>
                  <a:pt x="62" y="174"/>
                  <a:pt x="61" y="173"/>
                </a:cubicBezTo>
                <a:cubicBezTo>
                  <a:pt x="60" y="172"/>
                  <a:pt x="59" y="172"/>
                  <a:pt x="58" y="171"/>
                </a:cubicBezTo>
                <a:cubicBezTo>
                  <a:pt x="55" y="170"/>
                  <a:pt x="52" y="170"/>
                  <a:pt x="50" y="171"/>
                </a:cubicBezTo>
                <a:cubicBezTo>
                  <a:pt x="48" y="172"/>
                  <a:pt x="47" y="172"/>
                  <a:pt x="46" y="173"/>
                </a:cubicBezTo>
                <a:cubicBezTo>
                  <a:pt x="45" y="174"/>
                  <a:pt x="44" y="176"/>
                  <a:pt x="44" y="177"/>
                </a:cubicBezTo>
                <a:cubicBezTo>
                  <a:pt x="43" y="178"/>
                  <a:pt x="43" y="180"/>
                  <a:pt x="43" y="181"/>
                </a:cubicBezTo>
                <a:cubicBezTo>
                  <a:pt x="43" y="184"/>
                  <a:pt x="44" y="187"/>
                  <a:pt x="46" y="189"/>
                </a:cubicBezTo>
                <a:cubicBezTo>
                  <a:pt x="48" y="191"/>
                  <a:pt x="51" y="192"/>
                  <a:pt x="54" y="192"/>
                </a:cubicBezTo>
                <a:close/>
                <a:moveTo>
                  <a:pt x="92" y="191"/>
                </a:moveTo>
                <a:cubicBezTo>
                  <a:pt x="94" y="191"/>
                  <a:pt x="95" y="192"/>
                  <a:pt x="96" y="192"/>
                </a:cubicBezTo>
                <a:cubicBezTo>
                  <a:pt x="99" y="192"/>
                  <a:pt x="102" y="191"/>
                  <a:pt x="104" y="189"/>
                </a:cubicBezTo>
                <a:cubicBezTo>
                  <a:pt x="105" y="188"/>
                  <a:pt x="106" y="186"/>
                  <a:pt x="106" y="185"/>
                </a:cubicBezTo>
                <a:cubicBezTo>
                  <a:pt x="107" y="184"/>
                  <a:pt x="107" y="182"/>
                  <a:pt x="107" y="181"/>
                </a:cubicBezTo>
                <a:cubicBezTo>
                  <a:pt x="107" y="180"/>
                  <a:pt x="107" y="178"/>
                  <a:pt x="106" y="177"/>
                </a:cubicBezTo>
                <a:cubicBezTo>
                  <a:pt x="106" y="176"/>
                  <a:pt x="105" y="174"/>
                  <a:pt x="104" y="173"/>
                </a:cubicBezTo>
                <a:cubicBezTo>
                  <a:pt x="100" y="169"/>
                  <a:pt x="93" y="169"/>
                  <a:pt x="89" y="173"/>
                </a:cubicBezTo>
                <a:cubicBezTo>
                  <a:pt x="88" y="174"/>
                  <a:pt x="87" y="176"/>
                  <a:pt x="87" y="177"/>
                </a:cubicBezTo>
                <a:cubicBezTo>
                  <a:pt x="86" y="178"/>
                  <a:pt x="86" y="180"/>
                  <a:pt x="86" y="181"/>
                </a:cubicBezTo>
                <a:cubicBezTo>
                  <a:pt x="86" y="184"/>
                  <a:pt x="87" y="187"/>
                  <a:pt x="89" y="189"/>
                </a:cubicBezTo>
                <a:cubicBezTo>
                  <a:pt x="90" y="190"/>
                  <a:pt x="91" y="190"/>
                  <a:pt x="92" y="191"/>
                </a:cubicBezTo>
                <a:close/>
                <a:moveTo>
                  <a:pt x="89" y="146"/>
                </a:moveTo>
                <a:cubicBezTo>
                  <a:pt x="90" y="147"/>
                  <a:pt x="91" y="148"/>
                  <a:pt x="92" y="148"/>
                </a:cubicBezTo>
                <a:cubicBezTo>
                  <a:pt x="94" y="149"/>
                  <a:pt x="95" y="149"/>
                  <a:pt x="96" y="149"/>
                </a:cubicBezTo>
                <a:cubicBezTo>
                  <a:pt x="98" y="149"/>
                  <a:pt x="99" y="149"/>
                  <a:pt x="100" y="148"/>
                </a:cubicBezTo>
                <a:cubicBezTo>
                  <a:pt x="102" y="148"/>
                  <a:pt x="103" y="147"/>
                  <a:pt x="104" y="146"/>
                </a:cubicBezTo>
                <a:cubicBezTo>
                  <a:pt x="106" y="144"/>
                  <a:pt x="107" y="141"/>
                  <a:pt x="107" y="138"/>
                </a:cubicBezTo>
                <a:cubicBezTo>
                  <a:pt x="107" y="136"/>
                  <a:pt x="106" y="133"/>
                  <a:pt x="104" y="131"/>
                </a:cubicBezTo>
                <a:cubicBezTo>
                  <a:pt x="103" y="130"/>
                  <a:pt x="103" y="130"/>
                  <a:pt x="102" y="129"/>
                </a:cubicBezTo>
                <a:cubicBezTo>
                  <a:pt x="102" y="129"/>
                  <a:pt x="101" y="129"/>
                  <a:pt x="100" y="129"/>
                </a:cubicBezTo>
                <a:cubicBezTo>
                  <a:pt x="100" y="128"/>
                  <a:pt x="99" y="128"/>
                  <a:pt x="98" y="128"/>
                </a:cubicBezTo>
                <a:cubicBezTo>
                  <a:pt x="96" y="127"/>
                  <a:pt x="94" y="128"/>
                  <a:pt x="92" y="129"/>
                </a:cubicBezTo>
                <a:cubicBezTo>
                  <a:pt x="91" y="129"/>
                  <a:pt x="90" y="130"/>
                  <a:pt x="89" y="131"/>
                </a:cubicBezTo>
                <a:cubicBezTo>
                  <a:pt x="87" y="133"/>
                  <a:pt x="86" y="136"/>
                  <a:pt x="86" y="138"/>
                </a:cubicBezTo>
                <a:cubicBezTo>
                  <a:pt x="86" y="140"/>
                  <a:pt x="86" y="141"/>
                  <a:pt x="87" y="142"/>
                </a:cubicBezTo>
                <a:cubicBezTo>
                  <a:pt x="87" y="144"/>
                  <a:pt x="88" y="145"/>
                  <a:pt x="89" y="146"/>
                </a:cubicBezTo>
                <a:close/>
                <a:moveTo>
                  <a:pt x="50" y="148"/>
                </a:moveTo>
                <a:cubicBezTo>
                  <a:pt x="51" y="149"/>
                  <a:pt x="52" y="149"/>
                  <a:pt x="54" y="149"/>
                </a:cubicBezTo>
                <a:cubicBezTo>
                  <a:pt x="55" y="149"/>
                  <a:pt x="56" y="149"/>
                  <a:pt x="58" y="148"/>
                </a:cubicBezTo>
                <a:cubicBezTo>
                  <a:pt x="59" y="148"/>
                  <a:pt x="60" y="147"/>
                  <a:pt x="61" y="146"/>
                </a:cubicBezTo>
                <a:cubicBezTo>
                  <a:pt x="62" y="145"/>
                  <a:pt x="63" y="144"/>
                  <a:pt x="63" y="142"/>
                </a:cubicBezTo>
                <a:cubicBezTo>
                  <a:pt x="64" y="141"/>
                  <a:pt x="64" y="140"/>
                  <a:pt x="64" y="138"/>
                </a:cubicBezTo>
                <a:cubicBezTo>
                  <a:pt x="64" y="136"/>
                  <a:pt x="63" y="133"/>
                  <a:pt x="61" y="131"/>
                </a:cubicBezTo>
                <a:cubicBezTo>
                  <a:pt x="61" y="130"/>
                  <a:pt x="60" y="130"/>
                  <a:pt x="60" y="129"/>
                </a:cubicBezTo>
                <a:cubicBezTo>
                  <a:pt x="59" y="129"/>
                  <a:pt x="58" y="129"/>
                  <a:pt x="58" y="129"/>
                </a:cubicBezTo>
                <a:cubicBezTo>
                  <a:pt x="57" y="128"/>
                  <a:pt x="56" y="128"/>
                  <a:pt x="56" y="128"/>
                </a:cubicBezTo>
                <a:cubicBezTo>
                  <a:pt x="54" y="128"/>
                  <a:pt x="53" y="128"/>
                  <a:pt x="52" y="128"/>
                </a:cubicBezTo>
                <a:cubicBezTo>
                  <a:pt x="51" y="128"/>
                  <a:pt x="50" y="128"/>
                  <a:pt x="50" y="129"/>
                </a:cubicBezTo>
                <a:cubicBezTo>
                  <a:pt x="49" y="129"/>
                  <a:pt x="48" y="129"/>
                  <a:pt x="48" y="129"/>
                </a:cubicBezTo>
                <a:cubicBezTo>
                  <a:pt x="47" y="130"/>
                  <a:pt x="47" y="130"/>
                  <a:pt x="46" y="131"/>
                </a:cubicBezTo>
                <a:cubicBezTo>
                  <a:pt x="44" y="133"/>
                  <a:pt x="43" y="136"/>
                  <a:pt x="43" y="138"/>
                </a:cubicBezTo>
                <a:cubicBezTo>
                  <a:pt x="43" y="141"/>
                  <a:pt x="44" y="144"/>
                  <a:pt x="46" y="146"/>
                </a:cubicBezTo>
                <a:cubicBezTo>
                  <a:pt x="47" y="147"/>
                  <a:pt x="48" y="148"/>
                  <a:pt x="50" y="148"/>
                </a:cubicBezTo>
                <a:close/>
                <a:moveTo>
                  <a:pt x="50" y="105"/>
                </a:moveTo>
                <a:cubicBezTo>
                  <a:pt x="51" y="106"/>
                  <a:pt x="52" y="106"/>
                  <a:pt x="54" y="106"/>
                </a:cubicBezTo>
                <a:cubicBezTo>
                  <a:pt x="57" y="106"/>
                  <a:pt x="59" y="105"/>
                  <a:pt x="61" y="103"/>
                </a:cubicBezTo>
                <a:cubicBezTo>
                  <a:pt x="63" y="101"/>
                  <a:pt x="64" y="99"/>
                  <a:pt x="64" y="96"/>
                </a:cubicBezTo>
                <a:cubicBezTo>
                  <a:pt x="64" y="94"/>
                  <a:pt x="64" y="93"/>
                  <a:pt x="63" y="92"/>
                </a:cubicBezTo>
                <a:cubicBezTo>
                  <a:pt x="63" y="90"/>
                  <a:pt x="62" y="89"/>
                  <a:pt x="61" y="88"/>
                </a:cubicBezTo>
                <a:cubicBezTo>
                  <a:pt x="60" y="87"/>
                  <a:pt x="59" y="86"/>
                  <a:pt x="58" y="86"/>
                </a:cubicBezTo>
                <a:cubicBezTo>
                  <a:pt x="56" y="85"/>
                  <a:pt x="54" y="85"/>
                  <a:pt x="52" y="85"/>
                </a:cubicBezTo>
                <a:cubicBezTo>
                  <a:pt x="51" y="85"/>
                  <a:pt x="50" y="86"/>
                  <a:pt x="50" y="86"/>
                </a:cubicBezTo>
                <a:cubicBezTo>
                  <a:pt x="49" y="86"/>
                  <a:pt x="48" y="86"/>
                  <a:pt x="48" y="87"/>
                </a:cubicBezTo>
                <a:cubicBezTo>
                  <a:pt x="47" y="87"/>
                  <a:pt x="47" y="88"/>
                  <a:pt x="46" y="88"/>
                </a:cubicBezTo>
                <a:cubicBezTo>
                  <a:pt x="45" y="89"/>
                  <a:pt x="44" y="90"/>
                  <a:pt x="44" y="92"/>
                </a:cubicBezTo>
                <a:cubicBezTo>
                  <a:pt x="43" y="93"/>
                  <a:pt x="43" y="94"/>
                  <a:pt x="43" y="96"/>
                </a:cubicBezTo>
                <a:cubicBezTo>
                  <a:pt x="43" y="99"/>
                  <a:pt x="44" y="101"/>
                  <a:pt x="46" y="103"/>
                </a:cubicBezTo>
                <a:cubicBezTo>
                  <a:pt x="47" y="104"/>
                  <a:pt x="48" y="105"/>
                  <a:pt x="50" y="105"/>
                </a:cubicBezTo>
                <a:close/>
                <a:moveTo>
                  <a:pt x="92" y="105"/>
                </a:moveTo>
                <a:cubicBezTo>
                  <a:pt x="94" y="106"/>
                  <a:pt x="95" y="106"/>
                  <a:pt x="96" y="106"/>
                </a:cubicBezTo>
                <a:cubicBezTo>
                  <a:pt x="98" y="106"/>
                  <a:pt x="99" y="106"/>
                  <a:pt x="100" y="105"/>
                </a:cubicBezTo>
                <a:cubicBezTo>
                  <a:pt x="102" y="105"/>
                  <a:pt x="103" y="104"/>
                  <a:pt x="104" y="103"/>
                </a:cubicBezTo>
                <a:cubicBezTo>
                  <a:pt x="106" y="101"/>
                  <a:pt x="107" y="99"/>
                  <a:pt x="107" y="96"/>
                </a:cubicBezTo>
                <a:cubicBezTo>
                  <a:pt x="107" y="94"/>
                  <a:pt x="107" y="93"/>
                  <a:pt x="106" y="92"/>
                </a:cubicBezTo>
                <a:cubicBezTo>
                  <a:pt x="106" y="90"/>
                  <a:pt x="105" y="89"/>
                  <a:pt x="104" y="88"/>
                </a:cubicBezTo>
                <a:cubicBezTo>
                  <a:pt x="101" y="85"/>
                  <a:pt x="96" y="84"/>
                  <a:pt x="92" y="86"/>
                </a:cubicBezTo>
                <a:cubicBezTo>
                  <a:pt x="91" y="86"/>
                  <a:pt x="90" y="87"/>
                  <a:pt x="89" y="88"/>
                </a:cubicBezTo>
                <a:cubicBezTo>
                  <a:pt x="88" y="89"/>
                  <a:pt x="87" y="90"/>
                  <a:pt x="87" y="92"/>
                </a:cubicBezTo>
                <a:cubicBezTo>
                  <a:pt x="86" y="93"/>
                  <a:pt x="86" y="94"/>
                  <a:pt x="86" y="96"/>
                </a:cubicBezTo>
                <a:cubicBezTo>
                  <a:pt x="86" y="99"/>
                  <a:pt x="87" y="101"/>
                  <a:pt x="89" y="103"/>
                </a:cubicBezTo>
                <a:cubicBezTo>
                  <a:pt x="90" y="104"/>
                  <a:pt x="91" y="105"/>
                  <a:pt x="92" y="105"/>
                </a:cubicBezTo>
                <a:close/>
                <a:moveTo>
                  <a:pt x="96" y="64"/>
                </a:moveTo>
                <a:cubicBezTo>
                  <a:pt x="98" y="64"/>
                  <a:pt x="99" y="63"/>
                  <a:pt x="100" y="63"/>
                </a:cubicBezTo>
                <a:cubicBezTo>
                  <a:pt x="102" y="62"/>
                  <a:pt x="103" y="62"/>
                  <a:pt x="104" y="61"/>
                </a:cubicBezTo>
                <a:cubicBezTo>
                  <a:pt x="105" y="59"/>
                  <a:pt x="106" y="58"/>
                  <a:pt x="106" y="57"/>
                </a:cubicBezTo>
                <a:cubicBezTo>
                  <a:pt x="107" y="56"/>
                  <a:pt x="107" y="54"/>
                  <a:pt x="107" y="53"/>
                </a:cubicBezTo>
                <a:cubicBezTo>
                  <a:pt x="107" y="52"/>
                  <a:pt x="107" y="50"/>
                  <a:pt x="106" y="49"/>
                </a:cubicBezTo>
                <a:cubicBezTo>
                  <a:pt x="106" y="48"/>
                  <a:pt x="105" y="46"/>
                  <a:pt x="104" y="45"/>
                </a:cubicBezTo>
                <a:cubicBezTo>
                  <a:pt x="103" y="44"/>
                  <a:pt x="102" y="44"/>
                  <a:pt x="100" y="43"/>
                </a:cubicBezTo>
                <a:cubicBezTo>
                  <a:pt x="97" y="41"/>
                  <a:pt x="92" y="42"/>
                  <a:pt x="89" y="45"/>
                </a:cubicBezTo>
                <a:cubicBezTo>
                  <a:pt x="88" y="46"/>
                  <a:pt x="87" y="48"/>
                  <a:pt x="87" y="49"/>
                </a:cubicBezTo>
                <a:cubicBezTo>
                  <a:pt x="86" y="50"/>
                  <a:pt x="86" y="52"/>
                  <a:pt x="86" y="53"/>
                </a:cubicBezTo>
                <a:cubicBezTo>
                  <a:pt x="86" y="56"/>
                  <a:pt x="87" y="59"/>
                  <a:pt x="89" y="61"/>
                </a:cubicBezTo>
                <a:cubicBezTo>
                  <a:pt x="91" y="63"/>
                  <a:pt x="93" y="64"/>
                  <a:pt x="96" y="64"/>
                </a:cubicBezTo>
                <a:close/>
                <a:moveTo>
                  <a:pt x="50" y="63"/>
                </a:moveTo>
                <a:cubicBezTo>
                  <a:pt x="51" y="63"/>
                  <a:pt x="52" y="64"/>
                  <a:pt x="54" y="64"/>
                </a:cubicBezTo>
                <a:cubicBezTo>
                  <a:pt x="57" y="64"/>
                  <a:pt x="59" y="63"/>
                  <a:pt x="61" y="61"/>
                </a:cubicBezTo>
                <a:cubicBezTo>
                  <a:pt x="63" y="59"/>
                  <a:pt x="64" y="56"/>
                  <a:pt x="64" y="53"/>
                </a:cubicBezTo>
                <a:cubicBezTo>
                  <a:pt x="64" y="52"/>
                  <a:pt x="64" y="50"/>
                  <a:pt x="63" y="49"/>
                </a:cubicBezTo>
                <a:cubicBezTo>
                  <a:pt x="63" y="48"/>
                  <a:pt x="62" y="46"/>
                  <a:pt x="61" y="45"/>
                </a:cubicBezTo>
                <a:cubicBezTo>
                  <a:pt x="57" y="41"/>
                  <a:pt x="50" y="41"/>
                  <a:pt x="46" y="45"/>
                </a:cubicBezTo>
                <a:cubicBezTo>
                  <a:pt x="45" y="46"/>
                  <a:pt x="44" y="48"/>
                  <a:pt x="44" y="49"/>
                </a:cubicBezTo>
                <a:cubicBezTo>
                  <a:pt x="43" y="50"/>
                  <a:pt x="43" y="52"/>
                  <a:pt x="43" y="53"/>
                </a:cubicBezTo>
                <a:cubicBezTo>
                  <a:pt x="43" y="56"/>
                  <a:pt x="44" y="59"/>
                  <a:pt x="46" y="61"/>
                </a:cubicBezTo>
                <a:cubicBezTo>
                  <a:pt x="47" y="62"/>
                  <a:pt x="48" y="62"/>
                  <a:pt x="50" y="63"/>
                </a:cubicBezTo>
                <a:close/>
                <a:moveTo>
                  <a:pt x="174" y="231"/>
                </a:moveTo>
                <a:cubicBezTo>
                  <a:pt x="176" y="233"/>
                  <a:pt x="179" y="234"/>
                  <a:pt x="182" y="234"/>
                </a:cubicBezTo>
                <a:cubicBezTo>
                  <a:pt x="184" y="234"/>
                  <a:pt x="187" y="233"/>
                  <a:pt x="189" y="231"/>
                </a:cubicBezTo>
                <a:cubicBezTo>
                  <a:pt x="190" y="230"/>
                  <a:pt x="191" y="229"/>
                  <a:pt x="191" y="228"/>
                </a:cubicBezTo>
                <a:cubicBezTo>
                  <a:pt x="192" y="226"/>
                  <a:pt x="192" y="225"/>
                  <a:pt x="192" y="224"/>
                </a:cubicBezTo>
                <a:cubicBezTo>
                  <a:pt x="192" y="222"/>
                  <a:pt x="192" y="221"/>
                  <a:pt x="191" y="220"/>
                </a:cubicBezTo>
                <a:cubicBezTo>
                  <a:pt x="191" y="218"/>
                  <a:pt x="190" y="217"/>
                  <a:pt x="189" y="216"/>
                </a:cubicBezTo>
                <a:cubicBezTo>
                  <a:pt x="189" y="216"/>
                  <a:pt x="188" y="215"/>
                  <a:pt x="188" y="215"/>
                </a:cubicBezTo>
                <a:cubicBezTo>
                  <a:pt x="187" y="214"/>
                  <a:pt x="186" y="214"/>
                  <a:pt x="186" y="214"/>
                </a:cubicBezTo>
                <a:cubicBezTo>
                  <a:pt x="185" y="214"/>
                  <a:pt x="184" y="213"/>
                  <a:pt x="184" y="213"/>
                </a:cubicBezTo>
                <a:cubicBezTo>
                  <a:pt x="182" y="213"/>
                  <a:pt x="181" y="213"/>
                  <a:pt x="180" y="213"/>
                </a:cubicBezTo>
                <a:cubicBezTo>
                  <a:pt x="179" y="213"/>
                  <a:pt x="178" y="214"/>
                  <a:pt x="178" y="214"/>
                </a:cubicBezTo>
                <a:cubicBezTo>
                  <a:pt x="177" y="214"/>
                  <a:pt x="176" y="214"/>
                  <a:pt x="176" y="215"/>
                </a:cubicBezTo>
                <a:cubicBezTo>
                  <a:pt x="175" y="215"/>
                  <a:pt x="175" y="216"/>
                  <a:pt x="174" y="216"/>
                </a:cubicBezTo>
                <a:cubicBezTo>
                  <a:pt x="173" y="217"/>
                  <a:pt x="172" y="218"/>
                  <a:pt x="172" y="220"/>
                </a:cubicBezTo>
                <a:cubicBezTo>
                  <a:pt x="171" y="221"/>
                  <a:pt x="171" y="222"/>
                  <a:pt x="171" y="224"/>
                </a:cubicBezTo>
                <a:cubicBezTo>
                  <a:pt x="171" y="225"/>
                  <a:pt x="171" y="226"/>
                  <a:pt x="172" y="228"/>
                </a:cubicBezTo>
                <a:cubicBezTo>
                  <a:pt x="172" y="229"/>
                  <a:pt x="173" y="230"/>
                  <a:pt x="174" y="231"/>
                </a:cubicBezTo>
                <a:close/>
                <a:moveTo>
                  <a:pt x="174" y="189"/>
                </a:moveTo>
                <a:cubicBezTo>
                  <a:pt x="175" y="190"/>
                  <a:pt x="176" y="190"/>
                  <a:pt x="178" y="191"/>
                </a:cubicBezTo>
                <a:cubicBezTo>
                  <a:pt x="179" y="191"/>
                  <a:pt x="180" y="192"/>
                  <a:pt x="182" y="192"/>
                </a:cubicBezTo>
                <a:cubicBezTo>
                  <a:pt x="183" y="192"/>
                  <a:pt x="184" y="191"/>
                  <a:pt x="186" y="191"/>
                </a:cubicBezTo>
                <a:cubicBezTo>
                  <a:pt x="187" y="190"/>
                  <a:pt x="188" y="190"/>
                  <a:pt x="189" y="189"/>
                </a:cubicBezTo>
                <a:cubicBezTo>
                  <a:pt x="190" y="188"/>
                  <a:pt x="191" y="186"/>
                  <a:pt x="191" y="185"/>
                </a:cubicBezTo>
                <a:cubicBezTo>
                  <a:pt x="192" y="184"/>
                  <a:pt x="192" y="182"/>
                  <a:pt x="192" y="181"/>
                </a:cubicBezTo>
                <a:cubicBezTo>
                  <a:pt x="192" y="180"/>
                  <a:pt x="192" y="178"/>
                  <a:pt x="191" y="177"/>
                </a:cubicBezTo>
                <a:cubicBezTo>
                  <a:pt x="191" y="176"/>
                  <a:pt x="190" y="174"/>
                  <a:pt x="189" y="173"/>
                </a:cubicBezTo>
                <a:cubicBezTo>
                  <a:pt x="188" y="172"/>
                  <a:pt x="187" y="172"/>
                  <a:pt x="186" y="171"/>
                </a:cubicBezTo>
                <a:cubicBezTo>
                  <a:pt x="183" y="170"/>
                  <a:pt x="180" y="170"/>
                  <a:pt x="178" y="171"/>
                </a:cubicBezTo>
                <a:cubicBezTo>
                  <a:pt x="176" y="172"/>
                  <a:pt x="175" y="172"/>
                  <a:pt x="174" y="173"/>
                </a:cubicBezTo>
                <a:cubicBezTo>
                  <a:pt x="173" y="174"/>
                  <a:pt x="172" y="176"/>
                  <a:pt x="172" y="177"/>
                </a:cubicBezTo>
                <a:cubicBezTo>
                  <a:pt x="171" y="178"/>
                  <a:pt x="171" y="180"/>
                  <a:pt x="171" y="181"/>
                </a:cubicBezTo>
                <a:cubicBezTo>
                  <a:pt x="171" y="182"/>
                  <a:pt x="171" y="184"/>
                  <a:pt x="172" y="185"/>
                </a:cubicBezTo>
                <a:cubicBezTo>
                  <a:pt x="172" y="186"/>
                  <a:pt x="173" y="188"/>
                  <a:pt x="174" y="189"/>
                </a:cubicBezTo>
                <a:close/>
                <a:moveTo>
                  <a:pt x="174" y="146"/>
                </a:moveTo>
                <a:cubicBezTo>
                  <a:pt x="175" y="147"/>
                  <a:pt x="176" y="148"/>
                  <a:pt x="178" y="148"/>
                </a:cubicBezTo>
                <a:cubicBezTo>
                  <a:pt x="179" y="149"/>
                  <a:pt x="180" y="149"/>
                  <a:pt x="182" y="149"/>
                </a:cubicBezTo>
                <a:cubicBezTo>
                  <a:pt x="183" y="149"/>
                  <a:pt x="184" y="149"/>
                  <a:pt x="186" y="148"/>
                </a:cubicBezTo>
                <a:cubicBezTo>
                  <a:pt x="187" y="148"/>
                  <a:pt x="188" y="147"/>
                  <a:pt x="189" y="146"/>
                </a:cubicBezTo>
                <a:cubicBezTo>
                  <a:pt x="190" y="145"/>
                  <a:pt x="191" y="144"/>
                  <a:pt x="191" y="142"/>
                </a:cubicBezTo>
                <a:cubicBezTo>
                  <a:pt x="192" y="141"/>
                  <a:pt x="192" y="140"/>
                  <a:pt x="192" y="138"/>
                </a:cubicBezTo>
                <a:cubicBezTo>
                  <a:pt x="192" y="136"/>
                  <a:pt x="191" y="133"/>
                  <a:pt x="189" y="131"/>
                </a:cubicBezTo>
                <a:cubicBezTo>
                  <a:pt x="187" y="128"/>
                  <a:pt x="183" y="127"/>
                  <a:pt x="180" y="128"/>
                </a:cubicBezTo>
                <a:cubicBezTo>
                  <a:pt x="179" y="128"/>
                  <a:pt x="178" y="128"/>
                  <a:pt x="178" y="129"/>
                </a:cubicBezTo>
                <a:cubicBezTo>
                  <a:pt x="177" y="129"/>
                  <a:pt x="176" y="129"/>
                  <a:pt x="176" y="129"/>
                </a:cubicBezTo>
                <a:cubicBezTo>
                  <a:pt x="175" y="130"/>
                  <a:pt x="175" y="130"/>
                  <a:pt x="174" y="131"/>
                </a:cubicBezTo>
                <a:cubicBezTo>
                  <a:pt x="172" y="133"/>
                  <a:pt x="171" y="136"/>
                  <a:pt x="171" y="138"/>
                </a:cubicBezTo>
                <a:cubicBezTo>
                  <a:pt x="171" y="140"/>
                  <a:pt x="171" y="141"/>
                  <a:pt x="172" y="142"/>
                </a:cubicBezTo>
                <a:cubicBezTo>
                  <a:pt x="172" y="144"/>
                  <a:pt x="173" y="145"/>
                  <a:pt x="174" y="146"/>
                </a:cubicBezTo>
                <a:close/>
                <a:moveTo>
                  <a:pt x="235" y="96"/>
                </a:moveTo>
                <a:cubicBezTo>
                  <a:pt x="235" y="309"/>
                  <a:pt x="235" y="309"/>
                  <a:pt x="235" y="309"/>
                </a:cubicBezTo>
                <a:cubicBezTo>
                  <a:pt x="235" y="315"/>
                  <a:pt x="230" y="320"/>
                  <a:pt x="224" y="320"/>
                </a:cubicBezTo>
                <a:cubicBezTo>
                  <a:pt x="11" y="320"/>
                  <a:pt x="11" y="320"/>
                  <a:pt x="11" y="320"/>
                </a:cubicBezTo>
                <a:cubicBezTo>
                  <a:pt x="5" y="320"/>
                  <a:pt x="0" y="315"/>
                  <a:pt x="0" y="309"/>
                </a:cubicBezTo>
                <a:cubicBezTo>
                  <a:pt x="0" y="10"/>
                  <a:pt x="0" y="10"/>
                  <a:pt x="0" y="10"/>
                </a:cubicBezTo>
                <a:cubicBezTo>
                  <a:pt x="0" y="4"/>
                  <a:pt x="5" y="0"/>
                  <a:pt x="11" y="0"/>
                </a:cubicBezTo>
                <a:cubicBezTo>
                  <a:pt x="139" y="0"/>
                  <a:pt x="139" y="0"/>
                  <a:pt x="139" y="0"/>
                </a:cubicBezTo>
                <a:cubicBezTo>
                  <a:pt x="145" y="0"/>
                  <a:pt x="150" y="4"/>
                  <a:pt x="150" y="10"/>
                </a:cubicBezTo>
                <a:cubicBezTo>
                  <a:pt x="150" y="85"/>
                  <a:pt x="150" y="85"/>
                  <a:pt x="150" y="85"/>
                </a:cubicBezTo>
                <a:cubicBezTo>
                  <a:pt x="224" y="85"/>
                  <a:pt x="224" y="85"/>
                  <a:pt x="224" y="85"/>
                </a:cubicBezTo>
                <a:cubicBezTo>
                  <a:pt x="230" y="85"/>
                  <a:pt x="235" y="90"/>
                  <a:pt x="235" y="96"/>
                </a:cubicBezTo>
                <a:close/>
                <a:moveTo>
                  <a:pt x="22" y="298"/>
                </a:moveTo>
                <a:cubicBezTo>
                  <a:pt x="43" y="298"/>
                  <a:pt x="43" y="298"/>
                  <a:pt x="43" y="298"/>
                </a:cubicBezTo>
                <a:cubicBezTo>
                  <a:pt x="43" y="266"/>
                  <a:pt x="43" y="266"/>
                  <a:pt x="43" y="266"/>
                </a:cubicBezTo>
                <a:cubicBezTo>
                  <a:pt x="43" y="260"/>
                  <a:pt x="48" y="256"/>
                  <a:pt x="54" y="256"/>
                </a:cubicBezTo>
                <a:cubicBezTo>
                  <a:pt x="60" y="256"/>
                  <a:pt x="64" y="260"/>
                  <a:pt x="64" y="266"/>
                </a:cubicBezTo>
                <a:cubicBezTo>
                  <a:pt x="64" y="298"/>
                  <a:pt x="64" y="298"/>
                  <a:pt x="64" y="298"/>
                </a:cubicBezTo>
                <a:cubicBezTo>
                  <a:pt x="128" y="298"/>
                  <a:pt x="128" y="298"/>
                  <a:pt x="128" y="298"/>
                </a:cubicBezTo>
                <a:cubicBezTo>
                  <a:pt x="128" y="21"/>
                  <a:pt x="128" y="21"/>
                  <a:pt x="128" y="21"/>
                </a:cubicBezTo>
                <a:cubicBezTo>
                  <a:pt x="22" y="21"/>
                  <a:pt x="22" y="21"/>
                  <a:pt x="22" y="21"/>
                </a:cubicBezTo>
                <a:lnTo>
                  <a:pt x="22" y="298"/>
                </a:lnTo>
                <a:close/>
                <a:moveTo>
                  <a:pt x="214" y="106"/>
                </a:moveTo>
                <a:cubicBezTo>
                  <a:pt x="150" y="106"/>
                  <a:pt x="150" y="106"/>
                  <a:pt x="150" y="106"/>
                </a:cubicBezTo>
                <a:cubicBezTo>
                  <a:pt x="150" y="298"/>
                  <a:pt x="150" y="298"/>
                  <a:pt x="150" y="298"/>
                </a:cubicBezTo>
                <a:cubicBezTo>
                  <a:pt x="171" y="298"/>
                  <a:pt x="171" y="298"/>
                  <a:pt x="171" y="298"/>
                </a:cubicBezTo>
                <a:cubicBezTo>
                  <a:pt x="171" y="266"/>
                  <a:pt x="171" y="266"/>
                  <a:pt x="171" y="266"/>
                </a:cubicBezTo>
                <a:cubicBezTo>
                  <a:pt x="171" y="260"/>
                  <a:pt x="176" y="256"/>
                  <a:pt x="182" y="256"/>
                </a:cubicBezTo>
                <a:cubicBezTo>
                  <a:pt x="188" y="256"/>
                  <a:pt x="192" y="260"/>
                  <a:pt x="192" y="266"/>
                </a:cubicBezTo>
                <a:cubicBezTo>
                  <a:pt x="192" y="298"/>
                  <a:pt x="192" y="298"/>
                  <a:pt x="192" y="298"/>
                </a:cubicBezTo>
                <a:cubicBezTo>
                  <a:pt x="214" y="298"/>
                  <a:pt x="214" y="298"/>
                  <a:pt x="214" y="298"/>
                </a:cubicBezTo>
                <a:lnTo>
                  <a:pt x="214" y="10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32" name="Arrow: Curved Down 231">
            <a:extLst>
              <a:ext uri="{FF2B5EF4-FFF2-40B4-BE49-F238E27FC236}">
                <a16:creationId xmlns:a16="http://schemas.microsoft.com/office/drawing/2014/main" id="{E4B962C6-CC0A-16E1-43B4-EB446BC4DE68}"/>
              </a:ext>
            </a:extLst>
          </p:cNvPr>
          <p:cNvSpPr/>
          <p:nvPr/>
        </p:nvSpPr>
        <p:spPr bwMode="gray">
          <a:xfrm flipH="1">
            <a:off x="3978596" y="2478547"/>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233" name="Group 638">
            <a:extLst>
              <a:ext uri="{FF2B5EF4-FFF2-40B4-BE49-F238E27FC236}">
                <a16:creationId xmlns:a16="http://schemas.microsoft.com/office/drawing/2014/main" id="{054E14D6-0560-BBE3-8E42-639A8D299977}"/>
              </a:ext>
            </a:extLst>
          </p:cNvPr>
          <p:cNvGrpSpPr>
            <a:grpSpLocks noChangeAspect="1"/>
          </p:cNvGrpSpPr>
          <p:nvPr/>
        </p:nvGrpSpPr>
        <p:grpSpPr bwMode="auto">
          <a:xfrm>
            <a:off x="1104302" y="2504923"/>
            <a:ext cx="164114" cy="256120"/>
            <a:chOff x="4405" y="2330"/>
            <a:chExt cx="132" cy="206"/>
          </a:xfrm>
          <a:solidFill>
            <a:sysClr val="window" lastClr="FFFFFF"/>
          </a:solidFill>
        </p:grpSpPr>
        <p:sp>
          <p:nvSpPr>
            <p:cNvPr id="234" name="Freeform 639">
              <a:extLst>
                <a:ext uri="{FF2B5EF4-FFF2-40B4-BE49-F238E27FC236}">
                  <a16:creationId xmlns:a16="http://schemas.microsoft.com/office/drawing/2014/main" id="{1765FA01-1CA8-C9D2-B7DF-872F3A7ABD91}"/>
                </a:ext>
              </a:extLst>
            </p:cNvPr>
            <p:cNvSpPr>
              <a:spLocks/>
            </p:cNvSpPr>
            <p:nvPr/>
          </p:nvSpPr>
          <p:spPr bwMode="auto">
            <a:xfrm>
              <a:off x="4463" y="243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35" name="Freeform 640">
              <a:extLst>
                <a:ext uri="{FF2B5EF4-FFF2-40B4-BE49-F238E27FC236}">
                  <a16:creationId xmlns:a16="http://schemas.microsoft.com/office/drawing/2014/main" id="{1F0E8DF0-5296-CF45-A3B0-0C7E8AE7568E}"/>
                </a:ext>
              </a:extLst>
            </p:cNvPr>
            <p:cNvSpPr>
              <a:spLocks noEditPoints="1"/>
            </p:cNvSpPr>
            <p:nvPr/>
          </p:nvSpPr>
          <p:spPr bwMode="auto">
            <a:xfrm>
              <a:off x="4405" y="233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36" name="Rectangle 235">
            <a:extLst>
              <a:ext uri="{FF2B5EF4-FFF2-40B4-BE49-F238E27FC236}">
                <a16:creationId xmlns:a16="http://schemas.microsoft.com/office/drawing/2014/main" id="{2E53F5B8-4763-0520-4220-6B074F25ACD6}"/>
              </a:ext>
            </a:extLst>
          </p:cNvPr>
          <p:cNvSpPr/>
          <p:nvPr/>
        </p:nvSpPr>
        <p:spPr bwMode="gray">
          <a:xfrm>
            <a:off x="4680204" y="2450184"/>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Prosumers</a:t>
            </a:r>
          </a:p>
        </p:txBody>
      </p:sp>
      <p:grpSp>
        <p:nvGrpSpPr>
          <p:cNvPr id="237" name="Group 828">
            <a:extLst>
              <a:ext uri="{FF2B5EF4-FFF2-40B4-BE49-F238E27FC236}">
                <a16:creationId xmlns:a16="http://schemas.microsoft.com/office/drawing/2014/main" id="{E30CB40C-4219-D374-C4B3-374F984E840A}"/>
              </a:ext>
            </a:extLst>
          </p:cNvPr>
          <p:cNvGrpSpPr>
            <a:grpSpLocks noChangeAspect="1"/>
          </p:cNvGrpSpPr>
          <p:nvPr/>
        </p:nvGrpSpPr>
        <p:grpSpPr bwMode="auto">
          <a:xfrm>
            <a:off x="5238979" y="2510489"/>
            <a:ext cx="164115" cy="203464"/>
            <a:chOff x="5127" y="3083"/>
            <a:chExt cx="171" cy="212"/>
          </a:xfrm>
          <a:solidFill>
            <a:sysClr val="window" lastClr="FFFFFF"/>
          </a:solidFill>
        </p:grpSpPr>
        <p:sp>
          <p:nvSpPr>
            <p:cNvPr id="238" name="Freeform 829">
              <a:extLst>
                <a:ext uri="{FF2B5EF4-FFF2-40B4-BE49-F238E27FC236}">
                  <a16:creationId xmlns:a16="http://schemas.microsoft.com/office/drawing/2014/main" id="{BAECD383-FB7D-350A-8391-FCE4C8A5303B}"/>
                </a:ext>
              </a:extLst>
            </p:cNvPr>
            <p:cNvSpPr>
              <a:spLocks noEditPoints="1"/>
            </p:cNvSpPr>
            <p:nvPr/>
          </p:nvSpPr>
          <p:spPr bwMode="auto">
            <a:xfrm>
              <a:off x="5226" y="3139"/>
              <a:ext cx="72" cy="156"/>
            </a:xfrm>
            <a:custGeom>
              <a:avLst/>
              <a:gdLst>
                <a:gd name="T0" fmla="*/ 74 w 107"/>
                <a:gd name="T1" fmla="*/ 8 h 235"/>
                <a:gd name="T2" fmla="*/ 64 w 107"/>
                <a:gd name="T3" fmla="*/ 0 h 235"/>
                <a:gd name="T4" fmla="*/ 43 w 107"/>
                <a:gd name="T5" fmla="*/ 0 h 235"/>
                <a:gd name="T6" fmla="*/ 32 w 107"/>
                <a:gd name="T7" fmla="*/ 8 h 235"/>
                <a:gd name="T8" fmla="*/ 0 w 107"/>
                <a:gd name="T9" fmla="*/ 136 h 235"/>
                <a:gd name="T10" fmla="*/ 2 w 107"/>
                <a:gd name="T11" fmla="*/ 145 h 235"/>
                <a:gd name="T12" fmla="*/ 11 w 107"/>
                <a:gd name="T13" fmla="*/ 149 h 235"/>
                <a:gd name="T14" fmla="*/ 21 w 107"/>
                <a:gd name="T15" fmla="*/ 149 h 235"/>
                <a:gd name="T16" fmla="*/ 21 w 107"/>
                <a:gd name="T17" fmla="*/ 224 h 235"/>
                <a:gd name="T18" fmla="*/ 32 w 107"/>
                <a:gd name="T19" fmla="*/ 235 h 235"/>
                <a:gd name="T20" fmla="*/ 43 w 107"/>
                <a:gd name="T21" fmla="*/ 224 h 235"/>
                <a:gd name="T22" fmla="*/ 43 w 107"/>
                <a:gd name="T23" fmla="*/ 149 h 235"/>
                <a:gd name="T24" fmla="*/ 64 w 107"/>
                <a:gd name="T25" fmla="*/ 149 h 235"/>
                <a:gd name="T26" fmla="*/ 64 w 107"/>
                <a:gd name="T27" fmla="*/ 224 h 235"/>
                <a:gd name="T28" fmla="*/ 75 w 107"/>
                <a:gd name="T29" fmla="*/ 235 h 235"/>
                <a:gd name="T30" fmla="*/ 85 w 107"/>
                <a:gd name="T31" fmla="*/ 224 h 235"/>
                <a:gd name="T32" fmla="*/ 85 w 107"/>
                <a:gd name="T33" fmla="*/ 149 h 235"/>
                <a:gd name="T34" fmla="*/ 96 w 107"/>
                <a:gd name="T35" fmla="*/ 149 h 235"/>
                <a:gd name="T36" fmla="*/ 104 w 107"/>
                <a:gd name="T37" fmla="*/ 145 h 235"/>
                <a:gd name="T38" fmla="*/ 106 w 107"/>
                <a:gd name="T39" fmla="*/ 136 h 235"/>
                <a:gd name="T40" fmla="*/ 74 w 107"/>
                <a:gd name="T41" fmla="*/ 8 h 235"/>
                <a:gd name="T42" fmla="*/ 51 w 107"/>
                <a:gd name="T43" fmla="*/ 21 h 235"/>
                <a:gd name="T44" fmla="*/ 56 w 107"/>
                <a:gd name="T45" fmla="*/ 21 h 235"/>
                <a:gd name="T46" fmla="*/ 82 w 107"/>
                <a:gd name="T47" fmla="*/ 128 h 235"/>
                <a:gd name="T48" fmla="*/ 24 w 107"/>
                <a:gd name="T49" fmla="*/ 128 h 235"/>
                <a:gd name="T50" fmla="*/ 51 w 107"/>
                <a:gd name="T51" fmla="*/ 2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235">
                  <a:moveTo>
                    <a:pt x="74" y="8"/>
                  </a:moveTo>
                  <a:cubicBezTo>
                    <a:pt x="73" y="3"/>
                    <a:pt x="69" y="0"/>
                    <a:pt x="64" y="0"/>
                  </a:cubicBezTo>
                  <a:cubicBezTo>
                    <a:pt x="43" y="0"/>
                    <a:pt x="43" y="0"/>
                    <a:pt x="43" y="0"/>
                  </a:cubicBezTo>
                  <a:cubicBezTo>
                    <a:pt x="38" y="0"/>
                    <a:pt x="34" y="3"/>
                    <a:pt x="32" y="8"/>
                  </a:cubicBezTo>
                  <a:cubicBezTo>
                    <a:pt x="0" y="136"/>
                    <a:pt x="0" y="136"/>
                    <a:pt x="0" y="136"/>
                  </a:cubicBezTo>
                  <a:cubicBezTo>
                    <a:pt x="0" y="139"/>
                    <a:pt x="0" y="143"/>
                    <a:pt x="2" y="145"/>
                  </a:cubicBezTo>
                  <a:cubicBezTo>
                    <a:pt x="4" y="148"/>
                    <a:pt x="7" y="149"/>
                    <a:pt x="11" y="149"/>
                  </a:cubicBezTo>
                  <a:cubicBezTo>
                    <a:pt x="21" y="149"/>
                    <a:pt x="21" y="149"/>
                    <a:pt x="21" y="149"/>
                  </a:cubicBezTo>
                  <a:cubicBezTo>
                    <a:pt x="21" y="224"/>
                    <a:pt x="21" y="224"/>
                    <a:pt x="21" y="224"/>
                  </a:cubicBezTo>
                  <a:cubicBezTo>
                    <a:pt x="21" y="230"/>
                    <a:pt x="26" y="235"/>
                    <a:pt x="32" y="235"/>
                  </a:cubicBezTo>
                  <a:cubicBezTo>
                    <a:pt x="38" y="235"/>
                    <a:pt x="43" y="230"/>
                    <a:pt x="43" y="224"/>
                  </a:cubicBezTo>
                  <a:cubicBezTo>
                    <a:pt x="43" y="149"/>
                    <a:pt x="43" y="149"/>
                    <a:pt x="43" y="149"/>
                  </a:cubicBezTo>
                  <a:cubicBezTo>
                    <a:pt x="64" y="149"/>
                    <a:pt x="64" y="149"/>
                    <a:pt x="64" y="149"/>
                  </a:cubicBezTo>
                  <a:cubicBezTo>
                    <a:pt x="64" y="224"/>
                    <a:pt x="64" y="224"/>
                    <a:pt x="64" y="224"/>
                  </a:cubicBezTo>
                  <a:cubicBezTo>
                    <a:pt x="64" y="230"/>
                    <a:pt x="69" y="235"/>
                    <a:pt x="75" y="235"/>
                  </a:cubicBezTo>
                  <a:cubicBezTo>
                    <a:pt x="81" y="235"/>
                    <a:pt x="85" y="230"/>
                    <a:pt x="85" y="224"/>
                  </a:cubicBezTo>
                  <a:cubicBezTo>
                    <a:pt x="85" y="149"/>
                    <a:pt x="85" y="149"/>
                    <a:pt x="85" y="149"/>
                  </a:cubicBezTo>
                  <a:cubicBezTo>
                    <a:pt x="96" y="149"/>
                    <a:pt x="96" y="149"/>
                    <a:pt x="96" y="149"/>
                  </a:cubicBezTo>
                  <a:cubicBezTo>
                    <a:pt x="99" y="149"/>
                    <a:pt x="102" y="148"/>
                    <a:pt x="104" y="145"/>
                  </a:cubicBezTo>
                  <a:cubicBezTo>
                    <a:pt x="106" y="143"/>
                    <a:pt x="107" y="139"/>
                    <a:pt x="106" y="136"/>
                  </a:cubicBezTo>
                  <a:lnTo>
                    <a:pt x="74" y="8"/>
                  </a:lnTo>
                  <a:close/>
                  <a:moveTo>
                    <a:pt x="51" y="21"/>
                  </a:moveTo>
                  <a:cubicBezTo>
                    <a:pt x="56" y="21"/>
                    <a:pt x="56" y="21"/>
                    <a:pt x="56" y="21"/>
                  </a:cubicBezTo>
                  <a:cubicBezTo>
                    <a:pt x="82" y="128"/>
                    <a:pt x="82" y="128"/>
                    <a:pt x="82" y="128"/>
                  </a:cubicBezTo>
                  <a:cubicBezTo>
                    <a:pt x="24" y="128"/>
                    <a:pt x="24" y="128"/>
                    <a:pt x="24" y="128"/>
                  </a:cubicBezTo>
                  <a:lnTo>
                    <a:pt x="5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39" name="Freeform 830">
              <a:extLst>
                <a:ext uri="{FF2B5EF4-FFF2-40B4-BE49-F238E27FC236}">
                  <a16:creationId xmlns:a16="http://schemas.microsoft.com/office/drawing/2014/main" id="{1EB3FF37-7A01-BE72-EFF5-B6276B98E286}"/>
                </a:ext>
              </a:extLst>
            </p:cNvPr>
            <p:cNvSpPr>
              <a:spLocks noEditPoints="1"/>
            </p:cNvSpPr>
            <p:nvPr/>
          </p:nvSpPr>
          <p:spPr bwMode="auto">
            <a:xfrm>
              <a:off x="5240"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40" name="Freeform 831">
              <a:extLst>
                <a:ext uri="{FF2B5EF4-FFF2-40B4-BE49-F238E27FC236}">
                  <a16:creationId xmlns:a16="http://schemas.microsoft.com/office/drawing/2014/main" id="{A74FE0E2-7F39-9617-A48A-FFC57E5AF705}"/>
                </a:ext>
              </a:extLst>
            </p:cNvPr>
            <p:cNvSpPr>
              <a:spLocks noEditPoints="1"/>
            </p:cNvSpPr>
            <p:nvPr/>
          </p:nvSpPr>
          <p:spPr bwMode="auto">
            <a:xfrm>
              <a:off x="5127" y="3139"/>
              <a:ext cx="71" cy="156"/>
            </a:xfrm>
            <a:custGeom>
              <a:avLst/>
              <a:gdLst>
                <a:gd name="T0" fmla="*/ 96 w 106"/>
                <a:gd name="T1" fmla="*/ 0 h 235"/>
                <a:gd name="T2" fmla="*/ 10 w 106"/>
                <a:gd name="T3" fmla="*/ 0 h 235"/>
                <a:gd name="T4" fmla="*/ 0 w 106"/>
                <a:gd name="T5" fmla="*/ 11 h 235"/>
                <a:gd name="T6" fmla="*/ 0 w 106"/>
                <a:gd name="T7" fmla="*/ 117 h 235"/>
                <a:gd name="T8" fmla="*/ 10 w 106"/>
                <a:gd name="T9" fmla="*/ 128 h 235"/>
                <a:gd name="T10" fmla="*/ 21 w 106"/>
                <a:gd name="T11" fmla="*/ 128 h 235"/>
                <a:gd name="T12" fmla="*/ 21 w 106"/>
                <a:gd name="T13" fmla="*/ 224 h 235"/>
                <a:gd name="T14" fmla="*/ 32 w 106"/>
                <a:gd name="T15" fmla="*/ 235 h 235"/>
                <a:gd name="T16" fmla="*/ 42 w 106"/>
                <a:gd name="T17" fmla="*/ 224 h 235"/>
                <a:gd name="T18" fmla="*/ 42 w 106"/>
                <a:gd name="T19" fmla="*/ 128 h 235"/>
                <a:gd name="T20" fmla="*/ 64 w 106"/>
                <a:gd name="T21" fmla="*/ 128 h 235"/>
                <a:gd name="T22" fmla="*/ 64 w 106"/>
                <a:gd name="T23" fmla="*/ 224 h 235"/>
                <a:gd name="T24" fmla="*/ 74 w 106"/>
                <a:gd name="T25" fmla="*/ 235 h 235"/>
                <a:gd name="T26" fmla="*/ 85 w 106"/>
                <a:gd name="T27" fmla="*/ 224 h 235"/>
                <a:gd name="T28" fmla="*/ 85 w 106"/>
                <a:gd name="T29" fmla="*/ 128 h 235"/>
                <a:gd name="T30" fmla="*/ 96 w 106"/>
                <a:gd name="T31" fmla="*/ 128 h 235"/>
                <a:gd name="T32" fmla="*/ 106 w 106"/>
                <a:gd name="T33" fmla="*/ 117 h 235"/>
                <a:gd name="T34" fmla="*/ 106 w 106"/>
                <a:gd name="T35" fmla="*/ 11 h 235"/>
                <a:gd name="T36" fmla="*/ 96 w 106"/>
                <a:gd name="T37" fmla="*/ 0 h 235"/>
                <a:gd name="T38" fmla="*/ 85 w 106"/>
                <a:gd name="T39" fmla="*/ 107 h 235"/>
                <a:gd name="T40" fmla="*/ 21 w 106"/>
                <a:gd name="T41" fmla="*/ 107 h 235"/>
                <a:gd name="T42" fmla="*/ 21 w 106"/>
                <a:gd name="T43" fmla="*/ 21 h 235"/>
                <a:gd name="T44" fmla="*/ 85 w 106"/>
                <a:gd name="T45" fmla="*/ 21 h 235"/>
                <a:gd name="T46" fmla="*/ 85 w 106"/>
                <a:gd name="T47"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235">
                  <a:moveTo>
                    <a:pt x="96" y="0"/>
                  </a:moveTo>
                  <a:cubicBezTo>
                    <a:pt x="10" y="0"/>
                    <a:pt x="10" y="0"/>
                    <a:pt x="10" y="0"/>
                  </a:cubicBezTo>
                  <a:cubicBezTo>
                    <a:pt x="4" y="0"/>
                    <a:pt x="0" y="5"/>
                    <a:pt x="0" y="11"/>
                  </a:cubicBezTo>
                  <a:cubicBezTo>
                    <a:pt x="0" y="117"/>
                    <a:pt x="0" y="117"/>
                    <a:pt x="0" y="117"/>
                  </a:cubicBezTo>
                  <a:cubicBezTo>
                    <a:pt x="0" y="123"/>
                    <a:pt x="4" y="128"/>
                    <a:pt x="10" y="128"/>
                  </a:cubicBezTo>
                  <a:cubicBezTo>
                    <a:pt x="21" y="128"/>
                    <a:pt x="21" y="128"/>
                    <a:pt x="21" y="128"/>
                  </a:cubicBezTo>
                  <a:cubicBezTo>
                    <a:pt x="21" y="224"/>
                    <a:pt x="21" y="224"/>
                    <a:pt x="21" y="224"/>
                  </a:cubicBezTo>
                  <a:cubicBezTo>
                    <a:pt x="21" y="230"/>
                    <a:pt x="26" y="235"/>
                    <a:pt x="32" y="235"/>
                  </a:cubicBezTo>
                  <a:cubicBezTo>
                    <a:pt x="38" y="235"/>
                    <a:pt x="42" y="230"/>
                    <a:pt x="42" y="224"/>
                  </a:cubicBezTo>
                  <a:cubicBezTo>
                    <a:pt x="42" y="128"/>
                    <a:pt x="42" y="128"/>
                    <a:pt x="42" y="128"/>
                  </a:cubicBezTo>
                  <a:cubicBezTo>
                    <a:pt x="64" y="128"/>
                    <a:pt x="64" y="128"/>
                    <a:pt x="64" y="128"/>
                  </a:cubicBezTo>
                  <a:cubicBezTo>
                    <a:pt x="64" y="224"/>
                    <a:pt x="64" y="224"/>
                    <a:pt x="64" y="224"/>
                  </a:cubicBezTo>
                  <a:cubicBezTo>
                    <a:pt x="64" y="230"/>
                    <a:pt x="68" y="235"/>
                    <a:pt x="74" y="235"/>
                  </a:cubicBezTo>
                  <a:cubicBezTo>
                    <a:pt x="80" y="235"/>
                    <a:pt x="85" y="230"/>
                    <a:pt x="85" y="224"/>
                  </a:cubicBezTo>
                  <a:cubicBezTo>
                    <a:pt x="85" y="128"/>
                    <a:pt x="85" y="128"/>
                    <a:pt x="85" y="128"/>
                  </a:cubicBezTo>
                  <a:cubicBezTo>
                    <a:pt x="96" y="128"/>
                    <a:pt x="96" y="128"/>
                    <a:pt x="96" y="128"/>
                  </a:cubicBezTo>
                  <a:cubicBezTo>
                    <a:pt x="102" y="128"/>
                    <a:pt x="106" y="123"/>
                    <a:pt x="106" y="117"/>
                  </a:cubicBezTo>
                  <a:cubicBezTo>
                    <a:pt x="106" y="11"/>
                    <a:pt x="106" y="11"/>
                    <a:pt x="106" y="11"/>
                  </a:cubicBezTo>
                  <a:cubicBezTo>
                    <a:pt x="106" y="5"/>
                    <a:pt x="102" y="0"/>
                    <a:pt x="96" y="0"/>
                  </a:cubicBezTo>
                  <a:close/>
                  <a:moveTo>
                    <a:pt x="85" y="107"/>
                  </a:moveTo>
                  <a:cubicBezTo>
                    <a:pt x="21" y="107"/>
                    <a:pt x="21" y="107"/>
                    <a:pt x="21" y="107"/>
                  </a:cubicBezTo>
                  <a:cubicBezTo>
                    <a:pt x="21" y="21"/>
                    <a:pt x="21" y="21"/>
                    <a:pt x="21" y="21"/>
                  </a:cubicBezTo>
                  <a:cubicBezTo>
                    <a:pt x="85" y="21"/>
                    <a:pt x="85" y="21"/>
                    <a:pt x="85" y="21"/>
                  </a:cubicBezTo>
                  <a:lnTo>
                    <a:pt x="85"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41" name="Freeform 832">
              <a:extLst>
                <a:ext uri="{FF2B5EF4-FFF2-40B4-BE49-F238E27FC236}">
                  <a16:creationId xmlns:a16="http://schemas.microsoft.com/office/drawing/2014/main" id="{966B7D52-2FE2-6255-81CC-2390F0E0696B}"/>
                </a:ext>
              </a:extLst>
            </p:cNvPr>
            <p:cNvSpPr>
              <a:spLocks noEditPoints="1"/>
            </p:cNvSpPr>
            <p:nvPr/>
          </p:nvSpPr>
          <p:spPr bwMode="auto">
            <a:xfrm>
              <a:off x="5141"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242" name="Freeform 439">
            <a:extLst>
              <a:ext uri="{FF2B5EF4-FFF2-40B4-BE49-F238E27FC236}">
                <a16:creationId xmlns:a16="http://schemas.microsoft.com/office/drawing/2014/main" id="{FBE0FE7C-1E0F-A6BE-6FAC-A89B72B4C999}"/>
              </a:ext>
            </a:extLst>
          </p:cNvPr>
          <p:cNvSpPr>
            <a:spLocks noEditPoints="1"/>
          </p:cNvSpPr>
          <p:nvPr/>
        </p:nvSpPr>
        <p:spPr bwMode="auto">
          <a:xfrm rot="16200000">
            <a:off x="2347121" y="2552101"/>
            <a:ext cx="262372" cy="139849"/>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43" name="Lightning Bolt 242">
            <a:extLst>
              <a:ext uri="{FF2B5EF4-FFF2-40B4-BE49-F238E27FC236}">
                <a16:creationId xmlns:a16="http://schemas.microsoft.com/office/drawing/2014/main" id="{D0EBE764-332A-E02B-75E3-4B918BEF6B99}"/>
              </a:ext>
            </a:extLst>
          </p:cNvPr>
          <p:cNvSpPr/>
          <p:nvPr/>
        </p:nvSpPr>
        <p:spPr bwMode="gray">
          <a:xfrm rot="1751820">
            <a:off x="3150633" y="2578649"/>
            <a:ext cx="75504" cy="103567"/>
          </a:xfrm>
          <a:prstGeom prst="lightningBol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44" name="Arrow: Curved Down 243">
            <a:extLst>
              <a:ext uri="{FF2B5EF4-FFF2-40B4-BE49-F238E27FC236}">
                <a16:creationId xmlns:a16="http://schemas.microsoft.com/office/drawing/2014/main" id="{19DCBFF9-8382-2301-E5C0-DE239B630C02}"/>
              </a:ext>
            </a:extLst>
          </p:cNvPr>
          <p:cNvSpPr/>
          <p:nvPr/>
        </p:nvSpPr>
        <p:spPr bwMode="gray">
          <a:xfrm flipV="1">
            <a:off x="3991766" y="2621395"/>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245" name="Group 317">
            <a:extLst>
              <a:ext uri="{FF2B5EF4-FFF2-40B4-BE49-F238E27FC236}">
                <a16:creationId xmlns:a16="http://schemas.microsoft.com/office/drawing/2014/main" id="{8A85FF98-4575-009A-3776-0B2CE01349DC}"/>
              </a:ext>
            </a:extLst>
          </p:cNvPr>
          <p:cNvGrpSpPr>
            <a:grpSpLocks noChangeAspect="1"/>
          </p:cNvGrpSpPr>
          <p:nvPr/>
        </p:nvGrpSpPr>
        <p:grpSpPr bwMode="auto">
          <a:xfrm>
            <a:off x="4927521" y="2499871"/>
            <a:ext cx="258949" cy="240799"/>
            <a:chOff x="3102" y="1404"/>
            <a:chExt cx="214" cy="199"/>
          </a:xfrm>
          <a:solidFill>
            <a:sysClr val="window" lastClr="FFFFFF"/>
          </a:solidFill>
        </p:grpSpPr>
        <p:sp>
          <p:nvSpPr>
            <p:cNvPr id="246" name="Freeform 318">
              <a:extLst>
                <a:ext uri="{FF2B5EF4-FFF2-40B4-BE49-F238E27FC236}">
                  <a16:creationId xmlns:a16="http://schemas.microsoft.com/office/drawing/2014/main" id="{7FD4AD8E-5589-F0B0-31E2-12368052DD5D}"/>
                </a:ext>
              </a:extLst>
            </p:cNvPr>
            <p:cNvSpPr>
              <a:spLocks noEditPoints="1"/>
            </p:cNvSpPr>
            <p:nvPr/>
          </p:nvSpPr>
          <p:spPr bwMode="auto">
            <a:xfrm>
              <a:off x="3152" y="1490"/>
              <a:ext cx="42" cy="42"/>
            </a:xfrm>
            <a:custGeom>
              <a:avLst/>
              <a:gdLst>
                <a:gd name="T0" fmla="*/ 54 w 64"/>
                <a:gd name="T1" fmla="*/ 0 h 64"/>
                <a:gd name="T2" fmla="*/ 11 w 64"/>
                <a:gd name="T3" fmla="*/ 0 h 64"/>
                <a:gd name="T4" fmla="*/ 0 w 64"/>
                <a:gd name="T5" fmla="*/ 10 h 64"/>
                <a:gd name="T6" fmla="*/ 0 w 64"/>
                <a:gd name="T7" fmla="*/ 53 h 64"/>
                <a:gd name="T8" fmla="*/ 11 w 64"/>
                <a:gd name="T9" fmla="*/ 64 h 64"/>
                <a:gd name="T10" fmla="*/ 54 w 64"/>
                <a:gd name="T11" fmla="*/ 64 h 64"/>
                <a:gd name="T12" fmla="*/ 64 w 64"/>
                <a:gd name="T13" fmla="*/ 53 h 64"/>
                <a:gd name="T14" fmla="*/ 64 w 64"/>
                <a:gd name="T15" fmla="*/ 10 h 64"/>
                <a:gd name="T16" fmla="*/ 54 w 64"/>
                <a:gd name="T17" fmla="*/ 0 h 64"/>
                <a:gd name="T18" fmla="*/ 43 w 64"/>
                <a:gd name="T19" fmla="*/ 42 h 64"/>
                <a:gd name="T20" fmla="*/ 22 w 64"/>
                <a:gd name="T21" fmla="*/ 42 h 64"/>
                <a:gd name="T22" fmla="*/ 22 w 64"/>
                <a:gd name="T23" fmla="*/ 21 h 64"/>
                <a:gd name="T24" fmla="*/ 43 w 64"/>
                <a:gd name="T25" fmla="*/ 21 h 64"/>
                <a:gd name="T26" fmla="*/ 43 w 64"/>
                <a:gd name="T27"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54" y="0"/>
                  </a:moveTo>
                  <a:cubicBezTo>
                    <a:pt x="11" y="0"/>
                    <a:pt x="11" y="0"/>
                    <a:pt x="11" y="0"/>
                  </a:cubicBezTo>
                  <a:cubicBezTo>
                    <a:pt x="5" y="0"/>
                    <a:pt x="0" y="4"/>
                    <a:pt x="0" y="10"/>
                  </a:cubicBezTo>
                  <a:cubicBezTo>
                    <a:pt x="0" y="53"/>
                    <a:pt x="0" y="53"/>
                    <a:pt x="0" y="53"/>
                  </a:cubicBezTo>
                  <a:cubicBezTo>
                    <a:pt x="0" y="59"/>
                    <a:pt x="5" y="64"/>
                    <a:pt x="11" y="64"/>
                  </a:cubicBezTo>
                  <a:cubicBezTo>
                    <a:pt x="54" y="64"/>
                    <a:pt x="54" y="64"/>
                    <a:pt x="54" y="64"/>
                  </a:cubicBezTo>
                  <a:cubicBezTo>
                    <a:pt x="60" y="64"/>
                    <a:pt x="64" y="59"/>
                    <a:pt x="64" y="53"/>
                  </a:cubicBezTo>
                  <a:cubicBezTo>
                    <a:pt x="64" y="10"/>
                    <a:pt x="64" y="10"/>
                    <a:pt x="64" y="10"/>
                  </a:cubicBezTo>
                  <a:cubicBezTo>
                    <a:pt x="64" y="4"/>
                    <a:pt x="60" y="0"/>
                    <a:pt x="54" y="0"/>
                  </a:cubicBezTo>
                  <a:close/>
                  <a:moveTo>
                    <a:pt x="43" y="42"/>
                  </a:moveTo>
                  <a:cubicBezTo>
                    <a:pt x="22" y="42"/>
                    <a:pt x="22" y="42"/>
                    <a:pt x="22" y="42"/>
                  </a:cubicBezTo>
                  <a:cubicBezTo>
                    <a:pt x="22" y="21"/>
                    <a:pt x="22" y="21"/>
                    <a:pt x="22" y="21"/>
                  </a:cubicBezTo>
                  <a:cubicBezTo>
                    <a:pt x="43" y="21"/>
                    <a:pt x="43" y="21"/>
                    <a:pt x="43" y="21"/>
                  </a:cubicBezTo>
                  <a:lnTo>
                    <a:pt x="43" y="4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47" name="Freeform 319">
              <a:extLst>
                <a:ext uri="{FF2B5EF4-FFF2-40B4-BE49-F238E27FC236}">
                  <a16:creationId xmlns:a16="http://schemas.microsoft.com/office/drawing/2014/main" id="{CDF7F114-98C4-87DC-2FDC-6BBF7601A57E}"/>
                </a:ext>
              </a:extLst>
            </p:cNvPr>
            <p:cNvSpPr>
              <a:spLocks noEditPoints="1"/>
            </p:cNvSpPr>
            <p:nvPr/>
          </p:nvSpPr>
          <p:spPr bwMode="auto">
            <a:xfrm>
              <a:off x="3223" y="1490"/>
              <a:ext cx="42" cy="42"/>
            </a:xfrm>
            <a:custGeom>
              <a:avLst/>
              <a:gdLst>
                <a:gd name="T0" fmla="*/ 11 w 64"/>
                <a:gd name="T1" fmla="*/ 64 h 64"/>
                <a:gd name="T2" fmla="*/ 53 w 64"/>
                <a:gd name="T3" fmla="*/ 64 h 64"/>
                <a:gd name="T4" fmla="*/ 64 w 64"/>
                <a:gd name="T5" fmla="*/ 53 h 64"/>
                <a:gd name="T6" fmla="*/ 64 w 64"/>
                <a:gd name="T7" fmla="*/ 10 h 64"/>
                <a:gd name="T8" fmla="*/ 53 w 64"/>
                <a:gd name="T9" fmla="*/ 0 h 64"/>
                <a:gd name="T10" fmla="*/ 11 w 64"/>
                <a:gd name="T11" fmla="*/ 0 h 64"/>
                <a:gd name="T12" fmla="*/ 0 w 64"/>
                <a:gd name="T13" fmla="*/ 10 h 64"/>
                <a:gd name="T14" fmla="*/ 0 w 64"/>
                <a:gd name="T15" fmla="*/ 53 h 64"/>
                <a:gd name="T16" fmla="*/ 11 w 64"/>
                <a:gd name="T17" fmla="*/ 64 h 64"/>
                <a:gd name="T18" fmla="*/ 21 w 64"/>
                <a:gd name="T19" fmla="*/ 21 h 64"/>
                <a:gd name="T20" fmla="*/ 43 w 64"/>
                <a:gd name="T21" fmla="*/ 21 h 64"/>
                <a:gd name="T22" fmla="*/ 43 w 64"/>
                <a:gd name="T23" fmla="*/ 42 h 64"/>
                <a:gd name="T24" fmla="*/ 21 w 64"/>
                <a:gd name="T25" fmla="*/ 42 h 64"/>
                <a:gd name="T26" fmla="*/ 21 w 64"/>
                <a:gd name="T27"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11" y="64"/>
                  </a:moveTo>
                  <a:cubicBezTo>
                    <a:pt x="53" y="64"/>
                    <a:pt x="53" y="64"/>
                    <a:pt x="53" y="64"/>
                  </a:cubicBezTo>
                  <a:cubicBezTo>
                    <a:pt x="59" y="64"/>
                    <a:pt x="64" y="59"/>
                    <a:pt x="64" y="53"/>
                  </a:cubicBezTo>
                  <a:cubicBezTo>
                    <a:pt x="64" y="10"/>
                    <a:pt x="64" y="10"/>
                    <a:pt x="64" y="10"/>
                  </a:cubicBezTo>
                  <a:cubicBezTo>
                    <a:pt x="64" y="4"/>
                    <a:pt x="59" y="0"/>
                    <a:pt x="53" y="0"/>
                  </a:cubicBezTo>
                  <a:cubicBezTo>
                    <a:pt x="11" y="0"/>
                    <a:pt x="11" y="0"/>
                    <a:pt x="11" y="0"/>
                  </a:cubicBezTo>
                  <a:cubicBezTo>
                    <a:pt x="5" y="0"/>
                    <a:pt x="0" y="4"/>
                    <a:pt x="0" y="10"/>
                  </a:cubicBezTo>
                  <a:cubicBezTo>
                    <a:pt x="0" y="53"/>
                    <a:pt x="0" y="53"/>
                    <a:pt x="0" y="53"/>
                  </a:cubicBezTo>
                  <a:cubicBezTo>
                    <a:pt x="0" y="59"/>
                    <a:pt x="5" y="64"/>
                    <a:pt x="11" y="64"/>
                  </a:cubicBezTo>
                  <a:close/>
                  <a:moveTo>
                    <a:pt x="21" y="21"/>
                  </a:moveTo>
                  <a:cubicBezTo>
                    <a:pt x="43" y="21"/>
                    <a:pt x="43" y="21"/>
                    <a:pt x="43" y="21"/>
                  </a:cubicBezTo>
                  <a:cubicBezTo>
                    <a:pt x="43" y="42"/>
                    <a:pt x="43" y="42"/>
                    <a:pt x="43" y="42"/>
                  </a:cubicBezTo>
                  <a:cubicBezTo>
                    <a:pt x="21" y="42"/>
                    <a:pt x="21" y="42"/>
                    <a:pt x="21" y="42"/>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48" name="Freeform 320">
              <a:extLst>
                <a:ext uri="{FF2B5EF4-FFF2-40B4-BE49-F238E27FC236}">
                  <a16:creationId xmlns:a16="http://schemas.microsoft.com/office/drawing/2014/main" id="{406EC8B5-B7F9-900C-5369-9D0A37B2374A}"/>
                </a:ext>
              </a:extLst>
            </p:cNvPr>
            <p:cNvSpPr>
              <a:spLocks noEditPoints="1"/>
            </p:cNvSpPr>
            <p:nvPr/>
          </p:nvSpPr>
          <p:spPr bwMode="auto">
            <a:xfrm>
              <a:off x="3102" y="1404"/>
              <a:ext cx="214" cy="199"/>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249" name="Group 248">
            <a:extLst>
              <a:ext uri="{FF2B5EF4-FFF2-40B4-BE49-F238E27FC236}">
                <a16:creationId xmlns:a16="http://schemas.microsoft.com/office/drawing/2014/main" id="{5C030C4A-C6D2-1BD2-93D5-70279E9261F1}"/>
              </a:ext>
            </a:extLst>
          </p:cNvPr>
          <p:cNvGrpSpPr>
            <a:grpSpLocks noChangeAspect="1"/>
          </p:cNvGrpSpPr>
          <p:nvPr/>
        </p:nvGrpSpPr>
        <p:grpSpPr>
          <a:xfrm rot="19286769">
            <a:off x="4905800" y="2462553"/>
            <a:ext cx="110149" cy="118871"/>
            <a:chOff x="2131557" y="3941199"/>
            <a:chExt cx="443385" cy="485133"/>
          </a:xfrm>
          <a:solidFill>
            <a:sysClr val="window" lastClr="FFFFFF"/>
          </a:solidFill>
        </p:grpSpPr>
        <p:sp>
          <p:nvSpPr>
            <p:cNvPr id="250" name="object 134">
              <a:extLst>
                <a:ext uri="{FF2B5EF4-FFF2-40B4-BE49-F238E27FC236}">
                  <a16:creationId xmlns:a16="http://schemas.microsoft.com/office/drawing/2014/main" id="{5E23A542-C50C-0C82-2049-26890BC789BF}"/>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1" name="object 135">
              <a:extLst>
                <a:ext uri="{FF2B5EF4-FFF2-40B4-BE49-F238E27FC236}">
                  <a16:creationId xmlns:a16="http://schemas.microsoft.com/office/drawing/2014/main" id="{615840F4-E9B6-4FD7-A331-AE9744BB48B3}"/>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2" name="object 136">
              <a:extLst>
                <a:ext uri="{FF2B5EF4-FFF2-40B4-BE49-F238E27FC236}">
                  <a16:creationId xmlns:a16="http://schemas.microsoft.com/office/drawing/2014/main" id="{7B76F4B4-78EE-7DD7-2A2C-AF6C5691B376}"/>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3" name="object 137">
              <a:extLst>
                <a:ext uri="{FF2B5EF4-FFF2-40B4-BE49-F238E27FC236}">
                  <a16:creationId xmlns:a16="http://schemas.microsoft.com/office/drawing/2014/main" id="{478A6EA3-D02A-7FDF-E75F-64367976EE5E}"/>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4" name="object 138">
              <a:extLst>
                <a:ext uri="{FF2B5EF4-FFF2-40B4-BE49-F238E27FC236}">
                  <a16:creationId xmlns:a16="http://schemas.microsoft.com/office/drawing/2014/main" id="{854E0F45-8679-55BC-6356-C25ADD65CA77}"/>
                </a:ext>
              </a:extLst>
            </p:cNvPr>
            <p:cNvSpPr/>
            <p:nvPr/>
          </p:nvSpPr>
          <p:spPr>
            <a:xfrm>
              <a:off x="2324469" y="4141457"/>
              <a:ext cx="173475" cy="149799"/>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5" name="object 139">
              <a:extLst>
                <a:ext uri="{FF2B5EF4-FFF2-40B4-BE49-F238E27FC236}">
                  <a16:creationId xmlns:a16="http://schemas.microsoft.com/office/drawing/2014/main" id="{04A2F2B8-6EE8-6335-34D2-8D53ED83B45C}"/>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6" name="object 140">
              <a:extLst>
                <a:ext uri="{FF2B5EF4-FFF2-40B4-BE49-F238E27FC236}">
                  <a16:creationId xmlns:a16="http://schemas.microsoft.com/office/drawing/2014/main" id="{7F8EE3EA-6EB5-32B5-2489-C61BE79DD6FB}"/>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7" name="object 142">
              <a:extLst>
                <a:ext uri="{FF2B5EF4-FFF2-40B4-BE49-F238E27FC236}">
                  <a16:creationId xmlns:a16="http://schemas.microsoft.com/office/drawing/2014/main" id="{4EB56C83-0B77-B2E3-5364-92C456EFE758}"/>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8" name="object 137">
              <a:extLst>
                <a:ext uri="{FF2B5EF4-FFF2-40B4-BE49-F238E27FC236}">
                  <a16:creationId xmlns:a16="http://schemas.microsoft.com/office/drawing/2014/main" id="{A2C00445-D2B5-9CE6-1AB1-CC6CE1DB908F}"/>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1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259" name="Freeform 846">
            <a:extLst>
              <a:ext uri="{FF2B5EF4-FFF2-40B4-BE49-F238E27FC236}">
                <a16:creationId xmlns:a16="http://schemas.microsoft.com/office/drawing/2014/main" id="{2BF4B96E-3D1E-9D8D-9AAE-792B76816A73}"/>
              </a:ext>
            </a:extLst>
          </p:cNvPr>
          <p:cNvSpPr>
            <a:spLocks noEditPoints="1"/>
          </p:cNvSpPr>
          <p:nvPr/>
        </p:nvSpPr>
        <p:spPr bwMode="auto">
          <a:xfrm>
            <a:off x="4697555" y="2593915"/>
            <a:ext cx="183013" cy="146755"/>
          </a:xfrm>
          <a:custGeom>
            <a:avLst/>
            <a:gdLst>
              <a:gd name="T0" fmla="*/ 64 w 320"/>
              <a:gd name="T1" fmla="*/ 171 h 256"/>
              <a:gd name="T2" fmla="*/ 64 w 320"/>
              <a:gd name="T3" fmla="*/ 128 h 256"/>
              <a:gd name="T4" fmla="*/ 256 w 320"/>
              <a:gd name="T5" fmla="*/ 128 h 256"/>
              <a:gd name="T6" fmla="*/ 256 w 320"/>
              <a:gd name="T7" fmla="*/ 171 h 256"/>
              <a:gd name="T8" fmla="*/ 256 w 320"/>
              <a:gd name="T9" fmla="*/ 128 h 256"/>
              <a:gd name="T10" fmla="*/ 309 w 320"/>
              <a:gd name="T11" fmla="*/ 202 h 256"/>
              <a:gd name="T12" fmla="*/ 298 w 320"/>
              <a:gd name="T13" fmla="*/ 256 h 256"/>
              <a:gd name="T14" fmla="*/ 234 w 320"/>
              <a:gd name="T15" fmla="*/ 245 h 256"/>
              <a:gd name="T16" fmla="*/ 165 w 320"/>
              <a:gd name="T17" fmla="*/ 224 h 256"/>
              <a:gd name="T18" fmla="*/ 85 w 320"/>
              <a:gd name="T19" fmla="*/ 245 h 256"/>
              <a:gd name="T20" fmla="*/ 21 w 320"/>
              <a:gd name="T21" fmla="*/ 256 h 256"/>
              <a:gd name="T22" fmla="*/ 10 w 320"/>
              <a:gd name="T23" fmla="*/ 203 h 256"/>
              <a:gd name="T24" fmla="*/ 10 w 320"/>
              <a:gd name="T25" fmla="*/ 203 h 256"/>
              <a:gd name="T26" fmla="*/ 10 w 320"/>
              <a:gd name="T27" fmla="*/ 203 h 256"/>
              <a:gd name="T28" fmla="*/ 10 w 320"/>
              <a:gd name="T29" fmla="*/ 199 h 256"/>
              <a:gd name="T30" fmla="*/ 0 w 320"/>
              <a:gd name="T31" fmla="*/ 181 h 256"/>
              <a:gd name="T32" fmla="*/ 44 w 320"/>
              <a:gd name="T33" fmla="*/ 88 h 256"/>
              <a:gd name="T34" fmla="*/ 32 w 320"/>
              <a:gd name="T35" fmla="*/ 85 h 256"/>
              <a:gd name="T36" fmla="*/ 32 w 320"/>
              <a:gd name="T37" fmla="*/ 64 h 256"/>
              <a:gd name="T38" fmla="*/ 64 w 320"/>
              <a:gd name="T39" fmla="*/ 29 h 256"/>
              <a:gd name="T40" fmla="*/ 106 w 320"/>
              <a:gd name="T41" fmla="*/ 0 h 256"/>
              <a:gd name="T42" fmla="*/ 254 w 320"/>
              <a:gd name="T43" fmla="*/ 27 h 256"/>
              <a:gd name="T44" fmla="*/ 267 w 320"/>
              <a:gd name="T45" fmla="*/ 64 h 256"/>
              <a:gd name="T46" fmla="*/ 298 w 320"/>
              <a:gd name="T47" fmla="*/ 75 h 256"/>
              <a:gd name="T48" fmla="*/ 274 w 320"/>
              <a:gd name="T49" fmla="*/ 85 h 256"/>
              <a:gd name="T50" fmla="*/ 320 w 320"/>
              <a:gd name="T51" fmla="*/ 149 h 256"/>
              <a:gd name="T52" fmla="*/ 316 w 320"/>
              <a:gd name="T53" fmla="*/ 194 h 256"/>
              <a:gd name="T54" fmla="*/ 252 w 320"/>
              <a:gd name="T55" fmla="*/ 85 h 256"/>
              <a:gd name="T56" fmla="*/ 213 w 320"/>
              <a:gd name="T57" fmla="*/ 21 h 256"/>
              <a:gd name="T58" fmla="*/ 84 w 320"/>
              <a:gd name="T59" fmla="*/ 36 h 256"/>
              <a:gd name="T60" fmla="*/ 64 w 320"/>
              <a:gd name="T61" fmla="*/ 217 h 256"/>
              <a:gd name="T62" fmla="*/ 32 w 320"/>
              <a:gd name="T63" fmla="*/ 235 h 256"/>
              <a:gd name="T64" fmla="*/ 64 w 320"/>
              <a:gd name="T65" fmla="*/ 217 h 256"/>
              <a:gd name="T66" fmla="*/ 298 w 320"/>
              <a:gd name="T67" fmla="*/ 183 h 256"/>
              <a:gd name="T68" fmla="*/ 298 w 320"/>
              <a:gd name="T69" fmla="*/ 149 h 256"/>
              <a:gd name="T70" fmla="*/ 62 w 320"/>
              <a:gd name="T71" fmla="*/ 107 h 256"/>
              <a:gd name="T72" fmla="*/ 21 w 320"/>
              <a:gd name="T73" fmla="*/ 180 h 256"/>
              <a:gd name="T74" fmla="*/ 288 w 320"/>
              <a:gd name="T75" fmla="*/ 212 h 256"/>
              <a:gd name="T76" fmla="*/ 256 w 320"/>
              <a:gd name="T77" fmla="*/ 235 h 256"/>
              <a:gd name="T78" fmla="*/ 288 w 320"/>
              <a:gd name="T79" fmla="*/ 212 h 256"/>
              <a:gd name="T80" fmla="*/ 128 w 320"/>
              <a:gd name="T81" fmla="*/ 139 h 256"/>
              <a:gd name="T82" fmla="*/ 128 w 320"/>
              <a:gd name="T83" fmla="*/ 160 h 256"/>
              <a:gd name="T84" fmla="*/ 202 w 320"/>
              <a:gd name="T85" fmla="*/ 14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6">
                <a:moveTo>
                  <a:pt x="85" y="149"/>
                </a:moveTo>
                <a:cubicBezTo>
                  <a:pt x="85" y="161"/>
                  <a:pt x="75" y="171"/>
                  <a:pt x="64" y="171"/>
                </a:cubicBezTo>
                <a:cubicBezTo>
                  <a:pt x="52" y="171"/>
                  <a:pt x="42" y="161"/>
                  <a:pt x="42" y="149"/>
                </a:cubicBezTo>
                <a:cubicBezTo>
                  <a:pt x="42" y="138"/>
                  <a:pt x="52" y="128"/>
                  <a:pt x="64" y="128"/>
                </a:cubicBezTo>
                <a:cubicBezTo>
                  <a:pt x="75" y="128"/>
                  <a:pt x="85" y="138"/>
                  <a:pt x="85" y="149"/>
                </a:cubicBezTo>
                <a:close/>
                <a:moveTo>
                  <a:pt x="256" y="128"/>
                </a:moveTo>
                <a:cubicBezTo>
                  <a:pt x="244" y="128"/>
                  <a:pt x="234" y="138"/>
                  <a:pt x="234" y="149"/>
                </a:cubicBezTo>
                <a:cubicBezTo>
                  <a:pt x="234" y="161"/>
                  <a:pt x="244" y="171"/>
                  <a:pt x="256" y="171"/>
                </a:cubicBezTo>
                <a:cubicBezTo>
                  <a:pt x="267" y="171"/>
                  <a:pt x="277" y="161"/>
                  <a:pt x="277" y="149"/>
                </a:cubicBezTo>
                <a:cubicBezTo>
                  <a:pt x="277" y="138"/>
                  <a:pt x="267" y="128"/>
                  <a:pt x="256" y="128"/>
                </a:cubicBezTo>
                <a:close/>
                <a:moveTo>
                  <a:pt x="316" y="194"/>
                </a:moveTo>
                <a:cubicBezTo>
                  <a:pt x="314" y="197"/>
                  <a:pt x="312" y="199"/>
                  <a:pt x="309" y="202"/>
                </a:cubicBezTo>
                <a:cubicBezTo>
                  <a:pt x="309" y="202"/>
                  <a:pt x="309" y="245"/>
                  <a:pt x="309" y="245"/>
                </a:cubicBezTo>
                <a:cubicBezTo>
                  <a:pt x="309" y="251"/>
                  <a:pt x="304" y="256"/>
                  <a:pt x="298" y="256"/>
                </a:cubicBezTo>
                <a:cubicBezTo>
                  <a:pt x="245" y="256"/>
                  <a:pt x="245" y="256"/>
                  <a:pt x="245" y="256"/>
                </a:cubicBezTo>
                <a:cubicBezTo>
                  <a:pt x="239" y="256"/>
                  <a:pt x="234" y="251"/>
                  <a:pt x="234" y="245"/>
                </a:cubicBezTo>
                <a:cubicBezTo>
                  <a:pt x="234" y="221"/>
                  <a:pt x="234" y="221"/>
                  <a:pt x="234" y="221"/>
                </a:cubicBezTo>
                <a:cubicBezTo>
                  <a:pt x="215" y="223"/>
                  <a:pt x="192" y="224"/>
                  <a:pt x="165" y="224"/>
                </a:cubicBezTo>
                <a:cubicBezTo>
                  <a:pt x="134" y="224"/>
                  <a:pt x="107" y="223"/>
                  <a:pt x="85" y="220"/>
                </a:cubicBezTo>
                <a:cubicBezTo>
                  <a:pt x="85" y="245"/>
                  <a:pt x="85" y="245"/>
                  <a:pt x="85" y="245"/>
                </a:cubicBezTo>
                <a:cubicBezTo>
                  <a:pt x="85" y="251"/>
                  <a:pt x="80" y="256"/>
                  <a:pt x="74" y="256"/>
                </a:cubicBezTo>
                <a:cubicBezTo>
                  <a:pt x="21" y="256"/>
                  <a:pt x="21" y="256"/>
                  <a:pt x="21" y="256"/>
                </a:cubicBezTo>
                <a:cubicBezTo>
                  <a:pt x="15" y="256"/>
                  <a:pt x="10" y="251"/>
                  <a:pt x="10" y="245"/>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199"/>
                  <a:pt x="10" y="199"/>
                  <a:pt x="10" y="199"/>
                </a:cubicBezTo>
                <a:cubicBezTo>
                  <a:pt x="10" y="199"/>
                  <a:pt x="7" y="197"/>
                  <a:pt x="6" y="195"/>
                </a:cubicBezTo>
                <a:cubicBezTo>
                  <a:pt x="0" y="189"/>
                  <a:pt x="0" y="183"/>
                  <a:pt x="0" y="181"/>
                </a:cubicBezTo>
                <a:cubicBezTo>
                  <a:pt x="0" y="149"/>
                  <a:pt x="0" y="149"/>
                  <a:pt x="0" y="149"/>
                </a:cubicBezTo>
                <a:cubicBezTo>
                  <a:pt x="0" y="120"/>
                  <a:pt x="19" y="96"/>
                  <a:pt x="44" y="88"/>
                </a:cubicBezTo>
                <a:cubicBezTo>
                  <a:pt x="45" y="85"/>
                  <a:pt x="45" y="85"/>
                  <a:pt x="45" y="85"/>
                </a:cubicBezTo>
                <a:cubicBezTo>
                  <a:pt x="32" y="85"/>
                  <a:pt x="32" y="85"/>
                  <a:pt x="32" y="85"/>
                </a:cubicBezTo>
                <a:cubicBezTo>
                  <a:pt x="26" y="85"/>
                  <a:pt x="21" y="81"/>
                  <a:pt x="21" y="75"/>
                </a:cubicBezTo>
                <a:cubicBezTo>
                  <a:pt x="21" y="69"/>
                  <a:pt x="26" y="64"/>
                  <a:pt x="32" y="64"/>
                </a:cubicBezTo>
                <a:cubicBezTo>
                  <a:pt x="52" y="64"/>
                  <a:pt x="52" y="64"/>
                  <a:pt x="52" y="64"/>
                </a:cubicBezTo>
                <a:cubicBezTo>
                  <a:pt x="64" y="29"/>
                  <a:pt x="64" y="29"/>
                  <a:pt x="64" y="29"/>
                </a:cubicBezTo>
                <a:cubicBezTo>
                  <a:pt x="64" y="28"/>
                  <a:pt x="65" y="28"/>
                  <a:pt x="65" y="27"/>
                </a:cubicBezTo>
                <a:cubicBezTo>
                  <a:pt x="65" y="26"/>
                  <a:pt x="80" y="0"/>
                  <a:pt x="106" y="0"/>
                </a:cubicBezTo>
                <a:cubicBezTo>
                  <a:pt x="213" y="0"/>
                  <a:pt x="213" y="0"/>
                  <a:pt x="213" y="0"/>
                </a:cubicBezTo>
                <a:cubicBezTo>
                  <a:pt x="240" y="0"/>
                  <a:pt x="254" y="26"/>
                  <a:pt x="254" y="27"/>
                </a:cubicBezTo>
                <a:cubicBezTo>
                  <a:pt x="255" y="28"/>
                  <a:pt x="255" y="28"/>
                  <a:pt x="255" y="29"/>
                </a:cubicBezTo>
                <a:cubicBezTo>
                  <a:pt x="267" y="64"/>
                  <a:pt x="267" y="64"/>
                  <a:pt x="267" y="64"/>
                </a:cubicBezTo>
                <a:cubicBezTo>
                  <a:pt x="288" y="64"/>
                  <a:pt x="288" y="64"/>
                  <a:pt x="288" y="64"/>
                </a:cubicBezTo>
                <a:cubicBezTo>
                  <a:pt x="294" y="64"/>
                  <a:pt x="298" y="69"/>
                  <a:pt x="298" y="75"/>
                </a:cubicBezTo>
                <a:cubicBezTo>
                  <a:pt x="298" y="81"/>
                  <a:pt x="294" y="85"/>
                  <a:pt x="288" y="85"/>
                </a:cubicBezTo>
                <a:cubicBezTo>
                  <a:pt x="274" y="85"/>
                  <a:pt x="274" y="85"/>
                  <a:pt x="274" y="85"/>
                </a:cubicBezTo>
                <a:cubicBezTo>
                  <a:pt x="275" y="88"/>
                  <a:pt x="275" y="88"/>
                  <a:pt x="275" y="88"/>
                </a:cubicBezTo>
                <a:cubicBezTo>
                  <a:pt x="301" y="96"/>
                  <a:pt x="320" y="120"/>
                  <a:pt x="320" y="149"/>
                </a:cubicBezTo>
                <a:cubicBezTo>
                  <a:pt x="320" y="180"/>
                  <a:pt x="320" y="180"/>
                  <a:pt x="320" y="180"/>
                </a:cubicBezTo>
                <a:cubicBezTo>
                  <a:pt x="320" y="184"/>
                  <a:pt x="320" y="189"/>
                  <a:pt x="316" y="194"/>
                </a:cubicBezTo>
                <a:close/>
                <a:moveTo>
                  <a:pt x="68" y="85"/>
                </a:moveTo>
                <a:cubicBezTo>
                  <a:pt x="252" y="85"/>
                  <a:pt x="252" y="85"/>
                  <a:pt x="252" y="85"/>
                </a:cubicBezTo>
                <a:cubicBezTo>
                  <a:pt x="235" y="36"/>
                  <a:pt x="235" y="36"/>
                  <a:pt x="235" y="36"/>
                </a:cubicBezTo>
                <a:cubicBezTo>
                  <a:pt x="233" y="34"/>
                  <a:pt x="225" y="21"/>
                  <a:pt x="213" y="21"/>
                </a:cubicBezTo>
                <a:cubicBezTo>
                  <a:pt x="106" y="21"/>
                  <a:pt x="106" y="21"/>
                  <a:pt x="106" y="21"/>
                </a:cubicBezTo>
                <a:cubicBezTo>
                  <a:pt x="94" y="21"/>
                  <a:pt x="86" y="33"/>
                  <a:pt x="84" y="36"/>
                </a:cubicBezTo>
                <a:lnTo>
                  <a:pt x="68" y="85"/>
                </a:lnTo>
                <a:close/>
                <a:moveTo>
                  <a:pt x="64" y="217"/>
                </a:moveTo>
                <a:cubicBezTo>
                  <a:pt x="51" y="215"/>
                  <a:pt x="41" y="213"/>
                  <a:pt x="32" y="210"/>
                </a:cubicBezTo>
                <a:cubicBezTo>
                  <a:pt x="32" y="235"/>
                  <a:pt x="32" y="235"/>
                  <a:pt x="32" y="235"/>
                </a:cubicBezTo>
                <a:cubicBezTo>
                  <a:pt x="64" y="235"/>
                  <a:pt x="64" y="235"/>
                  <a:pt x="64" y="235"/>
                </a:cubicBezTo>
                <a:lnTo>
                  <a:pt x="64" y="217"/>
                </a:lnTo>
                <a:close/>
                <a:moveTo>
                  <a:pt x="165" y="203"/>
                </a:moveTo>
                <a:cubicBezTo>
                  <a:pt x="278" y="203"/>
                  <a:pt x="296" y="185"/>
                  <a:pt x="298" y="183"/>
                </a:cubicBezTo>
                <a:cubicBezTo>
                  <a:pt x="298" y="182"/>
                  <a:pt x="298" y="182"/>
                  <a:pt x="298" y="181"/>
                </a:cubicBezTo>
                <a:cubicBezTo>
                  <a:pt x="298" y="149"/>
                  <a:pt x="298" y="149"/>
                  <a:pt x="298" y="149"/>
                </a:cubicBezTo>
                <a:cubicBezTo>
                  <a:pt x="298" y="126"/>
                  <a:pt x="280" y="107"/>
                  <a:pt x="258" y="107"/>
                </a:cubicBezTo>
                <a:cubicBezTo>
                  <a:pt x="62" y="107"/>
                  <a:pt x="62" y="107"/>
                  <a:pt x="62" y="107"/>
                </a:cubicBezTo>
                <a:cubicBezTo>
                  <a:pt x="39" y="107"/>
                  <a:pt x="21" y="126"/>
                  <a:pt x="21" y="149"/>
                </a:cubicBezTo>
                <a:cubicBezTo>
                  <a:pt x="21" y="180"/>
                  <a:pt x="21" y="180"/>
                  <a:pt x="21" y="180"/>
                </a:cubicBezTo>
                <a:cubicBezTo>
                  <a:pt x="23" y="183"/>
                  <a:pt x="43" y="203"/>
                  <a:pt x="165" y="203"/>
                </a:cubicBezTo>
                <a:close/>
                <a:moveTo>
                  <a:pt x="288" y="212"/>
                </a:moveTo>
                <a:cubicBezTo>
                  <a:pt x="279" y="215"/>
                  <a:pt x="268" y="217"/>
                  <a:pt x="256" y="219"/>
                </a:cubicBezTo>
                <a:cubicBezTo>
                  <a:pt x="256" y="235"/>
                  <a:pt x="256" y="235"/>
                  <a:pt x="256" y="235"/>
                </a:cubicBezTo>
                <a:cubicBezTo>
                  <a:pt x="288" y="235"/>
                  <a:pt x="288" y="235"/>
                  <a:pt x="288" y="235"/>
                </a:cubicBezTo>
                <a:lnTo>
                  <a:pt x="288" y="212"/>
                </a:lnTo>
                <a:close/>
                <a:moveTo>
                  <a:pt x="192" y="139"/>
                </a:moveTo>
                <a:cubicBezTo>
                  <a:pt x="128" y="139"/>
                  <a:pt x="128" y="139"/>
                  <a:pt x="128" y="139"/>
                </a:cubicBezTo>
                <a:cubicBezTo>
                  <a:pt x="122" y="139"/>
                  <a:pt x="117" y="143"/>
                  <a:pt x="117" y="149"/>
                </a:cubicBezTo>
                <a:cubicBezTo>
                  <a:pt x="117" y="155"/>
                  <a:pt x="122" y="160"/>
                  <a:pt x="128" y="160"/>
                </a:cubicBezTo>
                <a:cubicBezTo>
                  <a:pt x="192" y="160"/>
                  <a:pt x="192" y="160"/>
                  <a:pt x="192" y="160"/>
                </a:cubicBezTo>
                <a:cubicBezTo>
                  <a:pt x="198" y="160"/>
                  <a:pt x="202" y="155"/>
                  <a:pt x="202" y="149"/>
                </a:cubicBezTo>
                <a:cubicBezTo>
                  <a:pt x="202" y="143"/>
                  <a:pt x="198" y="139"/>
                  <a:pt x="192" y="13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60" name="Arc 259">
            <a:extLst>
              <a:ext uri="{FF2B5EF4-FFF2-40B4-BE49-F238E27FC236}">
                <a16:creationId xmlns:a16="http://schemas.microsoft.com/office/drawing/2014/main" id="{1C68BAB1-7CF4-AE4E-2E53-A45C0A041137}"/>
              </a:ext>
            </a:extLst>
          </p:cNvPr>
          <p:cNvSpPr/>
          <p:nvPr/>
        </p:nvSpPr>
        <p:spPr>
          <a:xfrm rot="16200000">
            <a:off x="4833697" y="2458637"/>
            <a:ext cx="166156" cy="253475"/>
          </a:xfrm>
          <a:prstGeom prst="arc">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1" name="Freeform: Shape 260">
            <a:extLst>
              <a:ext uri="{FF2B5EF4-FFF2-40B4-BE49-F238E27FC236}">
                <a16:creationId xmlns:a16="http://schemas.microsoft.com/office/drawing/2014/main" id="{87D67F22-838D-8D8A-8642-33771E83A635}"/>
              </a:ext>
            </a:extLst>
          </p:cNvPr>
          <p:cNvSpPr/>
          <p:nvPr/>
        </p:nvSpPr>
        <p:spPr>
          <a:xfrm>
            <a:off x="489874"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43B02A">
              <a:hueOff val="0"/>
              <a:satOff val="0"/>
              <a:lumOff val="0"/>
              <a:alphaOff val="0"/>
            </a:srgbClr>
          </a:solidFill>
          <a:ln w="25400" cap="flat" cmpd="sng" algn="ctr">
            <a:solidFill>
              <a:srgbClr val="43B02A">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Sectoral Reforms</a:t>
            </a:r>
          </a:p>
        </p:txBody>
      </p:sp>
      <p:sp>
        <p:nvSpPr>
          <p:cNvPr id="262" name="Freeform: Shape 261">
            <a:extLst>
              <a:ext uri="{FF2B5EF4-FFF2-40B4-BE49-F238E27FC236}">
                <a16:creationId xmlns:a16="http://schemas.microsoft.com/office/drawing/2014/main" id="{132F90E5-EA28-2525-2804-235200BA9F08}"/>
              </a:ext>
            </a:extLst>
          </p:cNvPr>
          <p:cNvSpPr/>
          <p:nvPr/>
        </p:nvSpPr>
        <p:spPr>
          <a:xfrm>
            <a:off x="489874"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43B02A">
              <a:tint val="40000"/>
              <a:alpha val="90000"/>
              <a:hueOff val="0"/>
              <a:satOff val="0"/>
              <a:lumOff val="0"/>
              <a:alphaOff val="0"/>
            </a:srgbClr>
          </a:solidFill>
          <a:ln w="25400" cap="flat" cmpd="sng" algn="ctr">
            <a:solidFill>
              <a:srgbClr val="43B02A">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Setting up of new entities</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Restructuring of existing utilities</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Financial Viability Plan &amp; Financing Facility Development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Integrated Planning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Transaction and PPP</a:t>
            </a:r>
            <a:endPar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p:txBody>
      </p:sp>
      <p:sp>
        <p:nvSpPr>
          <p:cNvPr id="263" name="Freeform: Shape 262">
            <a:extLst>
              <a:ext uri="{FF2B5EF4-FFF2-40B4-BE49-F238E27FC236}">
                <a16:creationId xmlns:a16="http://schemas.microsoft.com/office/drawing/2014/main" id="{34287B40-2D39-9395-82FA-2CE4CE41BC8B}"/>
              </a:ext>
            </a:extLst>
          </p:cNvPr>
          <p:cNvSpPr/>
          <p:nvPr/>
        </p:nvSpPr>
        <p:spPr>
          <a:xfrm>
            <a:off x="2211112"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26890D">
              <a:hueOff val="0"/>
              <a:satOff val="0"/>
              <a:lumOff val="0"/>
              <a:alphaOff val="0"/>
            </a:srgbClr>
          </a:solidFill>
          <a:ln w="25400" cap="flat" cmpd="sng" algn="ctr">
            <a:solidFill>
              <a:srgbClr val="26890D">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Policy Review and Development</a:t>
            </a:r>
          </a:p>
        </p:txBody>
      </p:sp>
      <p:sp>
        <p:nvSpPr>
          <p:cNvPr id="264" name="Freeform: Shape 263">
            <a:extLst>
              <a:ext uri="{FF2B5EF4-FFF2-40B4-BE49-F238E27FC236}">
                <a16:creationId xmlns:a16="http://schemas.microsoft.com/office/drawing/2014/main" id="{F671E52E-024A-3CED-C8F8-A3EB1F1A22E9}"/>
              </a:ext>
            </a:extLst>
          </p:cNvPr>
          <p:cNvSpPr/>
          <p:nvPr/>
        </p:nvSpPr>
        <p:spPr>
          <a:xfrm>
            <a:off x="2211112"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Power Trade</a:t>
            </a: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Renewable Energy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PPP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IPP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Energy Security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ICT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Restructuring Policy</a:t>
            </a:r>
          </a:p>
          <a:p>
            <a:pPr marL="169863" lvl="1" indent="-169863" defTabSz="266700">
              <a:lnSpc>
                <a:spcPct val="90000"/>
              </a:lnSpc>
              <a:spcBef>
                <a:spcPct val="0"/>
              </a:spcBef>
              <a:spcAft>
                <a:spcPts val="300"/>
              </a:spcAft>
              <a:buFontTx/>
              <a:buChar char="•"/>
              <a:defRPr/>
            </a:pPr>
            <a:r>
              <a:rPr lang="en-US" sz="1000" kern="0">
                <a:solidFill>
                  <a:prstClr val="black">
                    <a:hueOff val="0"/>
                    <a:satOff val="0"/>
                    <a:lumOff val="0"/>
                    <a:alphaOff val="0"/>
                  </a:prstClr>
                </a:solidFill>
                <a:latin typeface="Arial" panose="020B0604020202020204" pitchFamily="34" charset="0"/>
                <a:cs typeface="Arial" panose="020B0604020202020204" pitchFamily="34" charset="0"/>
              </a:rPr>
              <a:t>Cross Border </a:t>
            </a:r>
            <a:endParaRPr kumimoji="0" lang="en-US" sz="8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p:txBody>
      </p:sp>
      <p:sp>
        <p:nvSpPr>
          <p:cNvPr id="265" name="Freeform: Shape 264">
            <a:extLst>
              <a:ext uri="{FF2B5EF4-FFF2-40B4-BE49-F238E27FC236}">
                <a16:creationId xmlns:a16="http://schemas.microsoft.com/office/drawing/2014/main" id="{617D8641-BBD0-5151-F258-CC0E2794A8C5}"/>
              </a:ext>
            </a:extLst>
          </p:cNvPr>
          <p:cNvSpPr/>
          <p:nvPr/>
        </p:nvSpPr>
        <p:spPr>
          <a:xfrm>
            <a:off x="3932351"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046A38">
              <a:hueOff val="0"/>
              <a:satOff val="0"/>
              <a:lumOff val="0"/>
              <a:alphaOff val="0"/>
            </a:srgbClr>
          </a:solidFill>
          <a:ln w="25400" cap="flat" cmpd="sng" algn="ctr">
            <a:solidFill>
              <a:srgbClr val="046A38">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Increasing Role of Regulator</a:t>
            </a:r>
          </a:p>
        </p:txBody>
      </p:sp>
      <p:sp>
        <p:nvSpPr>
          <p:cNvPr id="266" name="Freeform: Shape 265">
            <a:extLst>
              <a:ext uri="{FF2B5EF4-FFF2-40B4-BE49-F238E27FC236}">
                <a16:creationId xmlns:a16="http://schemas.microsoft.com/office/drawing/2014/main" id="{3A8EF300-C976-0564-6317-E82F8AE7C777}"/>
              </a:ext>
            </a:extLst>
          </p:cNvPr>
          <p:cNvSpPr/>
          <p:nvPr/>
        </p:nvSpPr>
        <p:spPr>
          <a:xfrm>
            <a:off x="3932351"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046A38">
              <a:tint val="40000"/>
              <a:alpha val="90000"/>
              <a:hueOff val="0"/>
              <a:satOff val="0"/>
              <a:lumOff val="0"/>
              <a:alphaOff val="0"/>
            </a:srgbClr>
          </a:solidFill>
          <a:ln w="25400" cap="flat" cmpd="sng" algn="ctr">
            <a:solidFill>
              <a:srgbClr val="046A38">
                <a:tint val="40000"/>
                <a:alpha val="90000"/>
                <a:hueOff val="0"/>
                <a:satOff val="0"/>
                <a:lumOff val="0"/>
                <a:alphaOff val="0"/>
              </a:srgbClr>
            </a:solidFill>
            <a:prstDash val="solid"/>
          </a:ln>
          <a:effectLst/>
        </p:spPr>
        <p:txBody>
          <a:bodyPr spcFirstLastPara="0" vert="horz" wrap="square" lIns="53340" tIns="53340" rIns="71120" bIns="80010" numCol="1" spcCol="1270" anchor="t" anchorCtr="0">
            <a:noAutofit/>
          </a:bodyPr>
          <a:lstStyle/>
          <a:p>
            <a:pPr marL="169863" marR="0" lvl="1" indent="-169863" defTabSz="266700" eaLnBrk="1" fontAlgn="auto" latinLnBrk="0" hangingPunct="1">
              <a:lnSpc>
                <a:spcPct val="90000"/>
              </a:lnSpc>
              <a:spcBef>
                <a:spcPct val="0"/>
              </a:spcBef>
              <a:spcAft>
                <a:spcPts val="300"/>
              </a:spcAft>
              <a:buClrTx/>
              <a:buSzPct val="100000"/>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Cost Reflective Tariff</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Performance-based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Licensing &amp; Market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err="1">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FiT</a:t>
            </a: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 Renewable purchase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Open Access, Balancing and settlement</a:t>
            </a:r>
            <a:endParaRPr kumimoji="0" lang="en-IN" sz="900" b="0" i="0" u="none" strike="noStrike" kern="0" cap="none" spc="0" normalizeH="0" baseline="0" noProof="0" err="1">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endParaRPr>
          </a:p>
        </p:txBody>
      </p:sp>
      <p:sp>
        <p:nvSpPr>
          <p:cNvPr id="267" name="Rectangle 266">
            <a:extLst>
              <a:ext uri="{FF2B5EF4-FFF2-40B4-BE49-F238E27FC236}">
                <a16:creationId xmlns:a16="http://schemas.microsoft.com/office/drawing/2014/main" id="{F1E9B4AE-6B85-C7BA-10BD-4B276502FD5A}"/>
              </a:ext>
            </a:extLst>
          </p:cNvPr>
          <p:cNvSpPr/>
          <p:nvPr/>
        </p:nvSpPr>
        <p:spPr bwMode="gray">
          <a:xfrm>
            <a:off x="1885727" y="3132064"/>
            <a:ext cx="2284835" cy="140617"/>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50" b="1" i="1">
                <a:solidFill>
                  <a:srgbClr val="53565A"/>
                </a:solidFill>
                <a:latin typeface="Arial" panose="020B0604020202020204" pitchFamily="34" charset="0"/>
                <a:cs typeface="Arial" panose="020B0604020202020204" pitchFamily="34" charset="0"/>
              </a:rPr>
              <a:t>Policy &amp; Regulatory Reforms</a:t>
            </a:r>
          </a:p>
        </p:txBody>
      </p:sp>
      <p:sp>
        <p:nvSpPr>
          <p:cNvPr id="268" name="Rounded Rectangle 46">
            <a:extLst>
              <a:ext uri="{FF2B5EF4-FFF2-40B4-BE49-F238E27FC236}">
                <a16:creationId xmlns:a16="http://schemas.microsoft.com/office/drawing/2014/main" id="{96EDBAF4-33A3-7244-307D-28F92E13A5B1}"/>
              </a:ext>
            </a:extLst>
          </p:cNvPr>
          <p:cNvSpPr/>
          <p:nvPr/>
        </p:nvSpPr>
        <p:spPr bwMode="gray">
          <a:xfrm>
            <a:off x="3527337" y="5505170"/>
            <a:ext cx="1597437" cy="243426"/>
          </a:xfrm>
          <a:prstGeom prst="roundRect">
            <a:avLst>
              <a:gd name="adj" fmla="val 50000"/>
            </a:avLst>
          </a:prstGeom>
          <a:solidFill>
            <a:srgbClr val="D0D0CE"/>
          </a:solidFill>
          <a:ln w="3175" cap="flat" cmpd="sng" algn="ctr">
            <a:noFill/>
            <a:prstDash val="dash"/>
            <a:headEnd/>
            <a:tailEnd/>
          </a:ln>
          <a:effectLst/>
        </p:spPr>
        <p:txBody>
          <a:bodyPr wrap="square" lIns="0" tIns="88900" rIns="18288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Stakeholder Consultation</a:t>
            </a:r>
            <a:endParaRPr kumimoji="0" lang="en-IN" sz="900" b="0" i="0" u="none" strike="noStrike" kern="0" cap="none" spc="0" normalizeH="0" baseline="0" noProof="0" err="1">
              <a:ln>
                <a:noFill/>
              </a:ln>
              <a:solidFill>
                <a:prstClr val="black"/>
              </a:solidFill>
              <a:effectLst/>
              <a:uLnTx/>
              <a:uFillTx/>
              <a:latin typeface="Arial" panose="020B0604020202020204" pitchFamily="34" charset="0"/>
              <a:cs typeface="Arial" panose="020B0604020202020204" pitchFamily="34" charset="0"/>
            </a:endParaRPr>
          </a:p>
        </p:txBody>
      </p:sp>
      <p:sp>
        <p:nvSpPr>
          <p:cNvPr id="269" name="Rounded Rectangle 139">
            <a:extLst>
              <a:ext uri="{FF2B5EF4-FFF2-40B4-BE49-F238E27FC236}">
                <a16:creationId xmlns:a16="http://schemas.microsoft.com/office/drawing/2014/main" id="{59C829B1-7410-1AE4-04C3-EAC56D8A605E}"/>
              </a:ext>
            </a:extLst>
          </p:cNvPr>
          <p:cNvSpPr/>
          <p:nvPr/>
        </p:nvSpPr>
        <p:spPr bwMode="gray">
          <a:xfrm>
            <a:off x="455585" y="5885976"/>
            <a:ext cx="2406577" cy="243426"/>
          </a:xfrm>
          <a:prstGeom prst="roundRect">
            <a:avLst>
              <a:gd name="adj" fmla="val 50000"/>
            </a:avLst>
          </a:prstGeom>
          <a:solidFill>
            <a:sysClr val="window" lastClr="FFFFFF">
              <a:lumMod val="95000"/>
            </a:sysClr>
          </a:solidFill>
          <a:ln w="3175" cap="flat" cmpd="sng" algn="ctr">
            <a:noFill/>
            <a:prstDash val="dash"/>
            <a:headEnd/>
            <a:tailEnd/>
          </a:ln>
          <a:effectLst/>
        </p:spPr>
        <p:txBody>
          <a:bodyPr wrap="square" lIns="182880" tIns="88900" rIns="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National Policy &amp; Vision Development</a:t>
            </a:r>
            <a:endParaRPr kumimoji="0" lang="en-IN" sz="900" b="0" i="0" u="none" strike="noStrike" kern="0" cap="none" spc="0" normalizeH="0" baseline="0" noProof="0" err="1">
              <a:ln>
                <a:noFill/>
              </a:ln>
              <a:solidFill>
                <a:prstClr val="black"/>
              </a:solidFill>
              <a:effectLst/>
              <a:uLnTx/>
              <a:uFillTx/>
              <a:latin typeface="Arial" panose="020B0604020202020204" pitchFamily="34" charset="0"/>
              <a:cs typeface="Arial" panose="020B0604020202020204" pitchFamily="34" charset="0"/>
            </a:endParaRPr>
          </a:p>
        </p:txBody>
      </p:sp>
      <p:sp>
        <p:nvSpPr>
          <p:cNvPr id="270" name="Rounded Rectangle 141">
            <a:extLst>
              <a:ext uri="{FF2B5EF4-FFF2-40B4-BE49-F238E27FC236}">
                <a16:creationId xmlns:a16="http://schemas.microsoft.com/office/drawing/2014/main" id="{CF776B0F-2359-BC84-0719-59205E7155AC}"/>
              </a:ext>
            </a:extLst>
          </p:cNvPr>
          <p:cNvSpPr/>
          <p:nvPr/>
        </p:nvSpPr>
        <p:spPr bwMode="gray">
          <a:xfrm>
            <a:off x="576971" y="5498951"/>
            <a:ext cx="2811002" cy="246537"/>
          </a:xfrm>
          <a:prstGeom prst="roundRect">
            <a:avLst>
              <a:gd name="adj" fmla="val 50000"/>
            </a:avLst>
          </a:prstGeom>
          <a:solidFill>
            <a:sysClr val="window" lastClr="FFFFFF">
              <a:lumMod val="95000"/>
            </a:sysClr>
          </a:solidFill>
          <a:ln w="3175" cap="flat" cmpd="sng" algn="ctr">
            <a:noFill/>
            <a:prstDash val="dash"/>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Institutional, Financial and Regulatory Analysis</a:t>
            </a:r>
            <a:endParaRPr kumimoji="0" lang="en-IN" sz="900" b="0" i="0" u="none" strike="noStrike" kern="0" cap="none" spc="0" normalizeH="0" baseline="0" noProof="0" err="1">
              <a:ln>
                <a:noFill/>
              </a:ln>
              <a:solidFill>
                <a:prstClr val="black"/>
              </a:solidFill>
              <a:effectLst/>
              <a:uLnTx/>
              <a:uFillTx/>
              <a:latin typeface="Arial" panose="020B0604020202020204" pitchFamily="34" charset="0"/>
              <a:cs typeface="Arial" panose="020B0604020202020204" pitchFamily="34" charset="0"/>
            </a:endParaRPr>
          </a:p>
        </p:txBody>
      </p:sp>
      <p:sp>
        <p:nvSpPr>
          <p:cNvPr id="271" name="Flowchart: Delay 270">
            <a:extLst>
              <a:ext uri="{FF2B5EF4-FFF2-40B4-BE49-F238E27FC236}">
                <a16:creationId xmlns:a16="http://schemas.microsoft.com/office/drawing/2014/main" id="{ED44D882-87ED-64B5-1B23-1F625ECD60D9}"/>
              </a:ext>
            </a:extLst>
          </p:cNvPr>
          <p:cNvSpPr/>
          <p:nvPr/>
        </p:nvSpPr>
        <p:spPr bwMode="gray">
          <a:xfrm>
            <a:off x="4949730" y="5505690"/>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272" name="Flowchart: Delay 271">
            <a:extLst>
              <a:ext uri="{FF2B5EF4-FFF2-40B4-BE49-F238E27FC236}">
                <a16:creationId xmlns:a16="http://schemas.microsoft.com/office/drawing/2014/main" id="{7C96922A-FECC-5FEC-E5B4-55EE96CBFEE9}"/>
              </a:ext>
            </a:extLst>
          </p:cNvPr>
          <p:cNvSpPr/>
          <p:nvPr/>
        </p:nvSpPr>
        <p:spPr bwMode="gray">
          <a:xfrm flipH="1">
            <a:off x="479841" y="5498952"/>
            <a:ext cx="248443" cy="24653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273" name="Flowchart: Delay 272">
            <a:extLst>
              <a:ext uri="{FF2B5EF4-FFF2-40B4-BE49-F238E27FC236}">
                <a16:creationId xmlns:a16="http://schemas.microsoft.com/office/drawing/2014/main" id="{36A7D790-D4E7-1A40-C59F-EB39A99F93A5}"/>
              </a:ext>
            </a:extLst>
          </p:cNvPr>
          <p:cNvSpPr/>
          <p:nvPr/>
        </p:nvSpPr>
        <p:spPr bwMode="gray">
          <a:xfrm flipH="1">
            <a:off x="482553" y="5869132"/>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274" name="Rounded Rectangle 46">
            <a:extLst>
              <a:ext uri="{FF2B5EF4-FFF2-40B4-BE49-F238E27FC236}">
                <a16:creationId xmlns:a16="http://schemas.microsoft.com/office/drawing/2014/main" id="{F0D6C4CF-84EE-CAEC-6C72-226D47AC2604}"/>
              </a:ext>
            </a:extLst>
          </p:cNvPr>
          <p:cNvSpPr/>
          <p:nvPr/>
        </p:nvSpPr>
        <p:spPr bwMode="gray">
          <a:xfrm>
            <a:off x="2916039" y="5865942"/>
            <a:ext cx="2590281" cy="243426"/>
          </a:xfrm>
          <a:prstGeom prst="roundRect">
            <a:avLst>
              <a:gd name="adj" fmla="val 50000"/>
            </a:avLst>
          </a:prstGeom>
          <a:solidFill>
            <a:srgbClr val="D0D0CE"/>
          </a:solidFill>
          <a:ln w="3175" cap="flat" cmpd="sng" algn="ctr">
            <a:noFill/>
            <a:prstDash val="dash"/>
            <a:headEnd/>
            <a:tailEnd/>
          </a:ln>
          <a:effectLst/>
        </p:spPr>
        <p:txBody>
          <a:bodyPr wrap="square" lIns="0" tIns="88900" rIns="18288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International Benchmark and Peer Reviews</a:t>
            </a:r>
            <a:endParaRPr kumimoji="0" lang="en-IN" sz="900" b="0" i="0" u="none" strike="noStrike" kern="0" cap="none" spc="0" normalizeH="0" baseline="0" noProof="0" err="1">
              <a:ln>
                <a:noFill/>
              </a:ln>
              <a:solidFill>
                <a:prstClr val="black"/>
              </a:solidFill>
              <a:effectLst/>
              <a:uLnTx/>
              <a:uFillTx/>
              <a:latin typeface="Arial" panose="020B0604020202020204" pitchFamily="34" charset="0"/>
              <a:cs typeface="Arial" panose="020B0604020202020204" pitchFamily="34" charset="0"/>
            </a:endParaRPr>
          </a:p>
        </p:txBody>
      </p:sp>
      <p:sp>
        <p:nvSpPr>
          <p:cNvPr id="275" name="Flowchart: Delay 274">
            <a:extLst>
              <a:ext uri="{FF2B5EF4-FFF2-40B4-BE49-F238E27FC236}">
                <a16:creationId xmlns:a16="http://schemas.microsoft.com/office/drawing/2014/main" id="{F27D68D3-58C9-0AFE-4851-6F0F6D25D02D}"/>
              </a:ext>
            </a:extLst>
          </p:cNvPr>
          <p:cNvSpPr/>
          <p:nvPr/>
        </p:nvSpPr>
        <p:spPr bwMode="gray">
          <a:xfrm>
            <a:off x="5238038" y="5865942"/>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grpSp>
        <p:nvGrpSpPr>
          <p:cNvPr id="276" name="Group 39">
            <a:extLst>
              <a:ext uri="{FF2B5EF4-FFF2-40B4-BE49-F238E27FC236}">
                <a16:creationId xmlns:a16="http://schemas.microsoft.com/office/drawing/2014/main" id="{74C7989F-3164-99CE-127F-C095824DDB59}"/>
              </a:ext>
            </a:extLst>
          </p:cNvPr>
          <p:cNvGrpSpPr>
            <a:grpSpLocks noChangeAspect="1"/>
          </p:cNvGrpSpPr>
          <p:nvPr/>
        </p:nvGrpSpPr>
        <p:grpSpPr bwMode="auto">
          <a:xfrm>
            <a:off x="536879" y="3469789"/>
            <a:ext cx="367631" cy="367631"/>
            <a:chOff x="3987" y="1509"/>
            <a:chExt cx="340" cy="340"/>
          </a:xfrm>
          <a:solidFill>
            <a:sysClr val="window" lastClr="FFFFFF"/>
          </a:solidFill>
        </p:grpSpPr>
        <p:sp>
          <p:nvSpPr>
            <p:cNvPr id="277" name="Freeform 40">
              <a:extLst>
                <a:ext uri="{FF2B5EF4-FFF2-40B4-BE49-F238E27FC236}">
                  <a16:creationId xmlns:a16="http://schemas.microsoft.com/office/drawing/2014/main" id="{D371EB2D-6923-942F-0AE1-0FEDD9AB030C}"/>
                </a:ext>
              </a:extLst>
            </p:cNvPr>
            <p:cNvSpPr>
              <a:spLocks noEditPoints="1"/>
            </p:cNvSpPr>
            <p:nvPr/>
          </p:nvSpPr>
          <p:spPr bwMode="auto">
            <a:xfrm>
              <a:off x="3987" y="15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78" name="Freeform 41">
              <a:extLst>
                <a:ext uri="{FF2B5EF4-FFF2-40B4-BE49-F238E27FC236}">
                  <a16:creationId xmlns:a16="http://schemas.microsoft.com/office/drawing/2014/main" id="{D986DFCE-399C-78EB-9BFF-8DCF4E9A0883}"/>
                </a:ext>
              </a:extLst>
            </p:cNvPr>
            <p:cNvSpPr>
              <a:spLocks noEditPoints="1"/>
            </p:cNvSpPr>
            <p:nvPr/>
          </p:nvSpPr>
          <p:spPr bwMode="auto">
            <a:xfrm>
              <a:off x="4053" y="1568"/>
              <a:ext cx="215" cy="21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279" name="Group 965">
            <a:extLst>
              <a:ext uri="{FF2B5EF4-FFF2-40B4-BE49-F238E27FC236}">
                <a16:creationId xmlns:a16="http://schemas.microsoft.com/office/drawing/2014/main" id="{C8811CE5-5154-EDFC-1737-D6F668D842DB}"/>
              </a:ext>
            </a:extLst>
          </p:cNvPr>
          <p:cNvGrpSpPr>
            <a:grpSpLocks noChangeAspect="1"/>
          </p:cNvGrpSpPr>
          <p:nvPr/>
        </p:nvGrpSpPr>
        <p:grpSpPr bwMode="auto">
          <a:xfrm>
            <a:off x="2293136" y="3474095"/>
            <a:ext cx="367983" cy="369065"/>
            <a:chOff x="3319" y="4077"/>
            <a:chExt cx="340" cy="341"/>
          </a:xfrm>
          <a:solidFill>
            <a:sysClr val="window" lastClr="FFFFFF"/>
          </a:solidFill>
        </p:grpSpPr>
        <p:sp>
          <p:nvSpPr>
            <p:cNvPr id="280" name="Freeform 966">
              <a:extLst>
                <a:ext uri="{FF2B5EF4-FFF2-40B4-BE49-F238E27FC236}">
                  <a16:creationId xmlns:a16="http://schemas.microsoft.com/office/drawing/2014/main" id="{D1EC49F2-513B-F740-F54F-4D2395519320}"/>
                </a:ext>
              </a:extLst>
            </p:cNvPr>
            <p:cNvSpPr>
              <a:spLocks noEditPoints="1"/>
            </p:cNvSpPr>
            <p:nvPr/>
          </p:nvSpPr>
          <p:spPr bwMode="auto">
            <a:xfrm>
              <a:off x="3439" y="4141"/>
              <a:ext cx="99" cy="206"/>
            </a:xfrm>
            <a:custGeom>
              <a:avLst/>
              <a:gdLst>
                <a:gd name="T0" fmla="*/ 139 w 149"/>
                <a:gd name="T1" fmla="*/ 245 h 309"/>
                <a:gd name="T2" fmla="*/ 125 w 149"/>
                <a:gd name="T3" fmla="*/ 245 h 309"/>
                <a:gd name="T4" fmla="*/ 113 w 149"/>
                <a:gd name="T5" fmla="*/ 117 h 309"/>
                <a:gd name="T6" fmla="*/ 128 w 149"/>
                <a:gd name="T7" fmla="*/ 117 h 309"/>
                <a:gd name="T8" fmla="*/ 139 w 149"/>
                <a:gd name="T9" fmla="*/ 106 h 309"/>
                <a:gd name="T10" fmla="*/ 128 w 149"/>
                <a:gd name="T11" fmla="*/ 96 h 309"/>
                <a:gd name="T12" fmla="*/ 118 w 149"/>
                <a:gd name="T13" fmla="*/ 96 h 309"/>
                <a:gd name="T14" fmla="*/ 127 w 149"/>
                <a:gd name="T15" fmla="*/ 68 h 309"/>
                <a:gd name="T16" fmla="*/ 126 w 149"/>
                <a:gd name="T17" fmla="*/ 58 h 309"/>
                <a:gd name="T18" fmla="*/ 117 w 149"/>
                <a:gd name="T19" fmla="*/ 53 h 309"/>
                <a:gd name="T20" fmla="*/ 98 w 149"/>
                <a:gd name="T21" fmla="*/ 53 h 309"/>
                <a:gd name="T22" fmla="*/ 107 w 149"/>
                <a:gd name="T23" fmla="*/ 32 h 309"/>
                <a:gd name="T24" fmla="*/ 75 w 149"/>
                <a:gd name="T25" fmla="*/ 0 h 309"/>
                <a:gd name="T26" fmla="*/ 43 w 149"/>
                <a:gd name="T27" fmla="*/ 32 h 309"/>
                <a:gd name="T28" fmla="*/ 51 w 149"/>
                <a:gd name="T29" fmla="*/ 53 h 309"/>
                <a:gd name="T30" fmla="*/ 32 w 149"/>
                <a:gd name="T31" fmla="*/ 53 h 309"/>
                <a:gd name="T32" fmla="*/ 23 w 149"/>
                <a:gd name="T33" fmla="*/ 58 h 309"/>
                <a:gd name="T34" fmla="*/ 22 w 149"/>
                <a:gd name="T35" fmla="*/ 68 h 309"/>
                <a:gd name="T36" fmla="*/ 31 w 149"/>
                <a:gd name="T37" fmla="*/ 96 h 309"/>
                <a:gd name="T38" fmla="*/ 21 w 149"/>
                <a:gd name="T39" fmla="*/ 96 h 309"/>
                <a:gd name="T40" fmla="*/ 11 w 149"/>
                <a:gd name="T41" fmla="*/ 106 h 309"/>
                <a:gd name="T42" fmla="*/ 21 w 149"/>
                <a:gd name="T43" fmla="*/ 117 h 309"/>
                <a:gd name="T44" fmla="*/ 36 w 149"/>
                <a:gd name="T45" fmla="*/ 117 h 309"/>
                <a:gd name="T46" fmla="*/ 25 w 149"/>
                <a:gd name="T47" fmla="*/ 245 h 309"/>
                <a:gd name="T48" fmla="*/ 11 w 149"/>
                <a:gd name="T49" fmla="*/ 245 h 309"/>
                <a:gd name="T50" fmla="*/ 0 w 149"/>
                <a:gd name="T51" fmla="*/ 256 h 309"/>
                <a:gd name="T52" fmla="*/ 0 w 149"/>
                <a:gd name="T53" fmla="*/ 298 h 309"/>
                <a:gd name="T54" fmla="*/ 11 w 149"/>
                <a:gd name="T55" fmla="*/ 309 h 309"/>
                <a:gd name="T56" fmla="*/ 139 w 149"/>
                <a:gd name="T57" fmla="*/ 309 h 309"/>
                <a:gd name="T58" fmla="*/ 149 w 149"/>
                <a:gd name="T59" fmla="*/ 298 h 309"/>
                <a:gd name="T60" fmla="*/ 149 w 149"/>
                <a:gd name="T61" fmla="*/ 256 h 309"/>
                <a:gd name="T62" fmla="*/ 139 w 149"/>
                <a:gd name="T63" fmla="*/ 245 h 309"/>
                <a:gd name="T64" fmla="*/ 75 w 149"/>
                <a:gd name="T65" fmla="*/ 21 h 309"/>
                <a:gd name="T66" fmla="*/ 85 w 149"/>
                <a:gd name="T67" fmla="*/ 32 h 309"/>
                <a:gd name="T68" fmla="*/ 75 w 149"/>
                <a:gd name="T69" fmla="*/ 42 h 309"/>
                <a:gd name="T70" fmla="*/ 64 w 149"/>
                <a:gd name="T71" fmla="*/ 32 h 309"/>
                <a:gd name="T72" fmla="*/ 75 w 149"/>
                <a:gd name="T73" fmla="*/ 21 h 309"/>
                <a:gd name="T74" fmla="*/ 47 w 149"/>
                <a:gd name="T75" fmla="*/ 74 h 309"/>
                <a:gd name="T76" fmla="*/ 102 w 149"/>
                <a:gd name="T77" fmla="*/ 74 h 309"/>
                <a:gd name="T78" fmla="*/ 95 w 149"/>
                <a:gd name="T79" fmla="*/ 96 h 309"/>
                <a:gd name="T80" fmla="*/ 53 w 149"/>
                <a:gd name="T81" fmla="*/ 96 h 309"/>
                <a:gd name="T82" fmla="*/ 47 w 149"/>
                <a:gd name="T83" fmla="*/ 74 h 309"/>
                <a:gd name="T84" fmla="*/ 57 w 149"/>
                <a:gd name="T85" fmla="*/ 117 h 309"/>
                <a:gd name="T86" fmla="*/ 91 w 149"/>
                <a:gd name="T87" fmla="*/ 117 h 309"/>
                <a:gd name="T88" fmla="*/ 102 w 149"/>
                <a:gd name="T89" fmla="*/ 245 h 309"/>
                <a:gd name="T90" fmla="*/ 48 w 149"/>
                <a:gd name="T91" fmla="*/ 245 h 309"/>
                <a:gd name="T92" fmla="*/ 57 w 149"/>
                <a:gd name="T93" fmla="*/ 117 h 309"/>
                <a:gd name="T94" fmla="*/ 128 w 149"/>
                <a:gd name="T95" fmla="*/ 288 h 309"/>
                <a:gd name="T96" fmla="*/ 21 w 149"/>
                <a:gd name="T97" fmla="*/ 288 h 309"/>
                <a:gd name="T98" fmla="*/ 21 w 149"/>
                <a:gd name="T99" fmla="*/ 266 h 309"/>
                <a:gd name="T100" fmla="*/ 128 w 149"/>
                <a:gd name="T101" fmla="*/ 266 h 309"/>
                <a:gd name="T102" fmla="*/ 128 w 149"/>
                <a:gd name="T103" fmla="*/ 288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309">
                  <a:moveTo>
                    <a:pt x="139" y="245"/>
                  </a:moveTo>
                  <a:cubicBezTo>
                    <a:pt x="125" y="245"/>
                    <a:pt x="125" y="245"/>
                    <a:pt x="125" y="245"/>
                  </a:cubicBezTo>
                  <a:cubicBezTo>
                    <a:pt x="106" y="195"/>
                    <a:pt x="107" y="149"/>
                    <a:pt x="113" y="117"/>
                  </a:cubicBezTo>
                  <a:cubicBezTo>
                    <a:pt x="128" y="117"/>
                    <a:pt x="128" y="117"/>
                    <a:pt x="128" y="117"/>
                  </a:cubicBezTo>
                  <a:cubicBezTo>
                    <a:pt x="134" y="117"/>
                    <a:pt x="139" y="112"/>
                    <a:pt x="139" y="106"/>
                  </a:cubicBezTo>
                  <a:cubicBezTo>
                    <a:pt x="139" y="100"/>
                    <a:pt x="134" y="96"/>
                    <a:pt x="128" y="96"/>
                  </a:cubicBezTo>
                  <a:cubicBezTo>
                    <a:pt x="118" y="96"/>
                    <a:pt x="118" y="96"/>
                    <a:pt x="118" y="96"/>
                  </a:cubicBezTo>
                  <a:cubicBezTo>
                    <a:pt x="122" y="79"/>
                    <a:pt x="127" y="69"/>
                    <a:pt x="127" y="68"/>
                  </a:cubicBezTo>
                  <a:cubicBezTo>
                    <a:pt x="129" y="65"/>
                    <a:pt x="128" y="61"/>
                    <a:pt x="126" y="58"/>
                  </a:cubicBezTo>
                  <a:cubicBezTo>
                    <a:pt x="124" y="55"/>
                    <a:pt x="121" y="53"/>
                    <a:pt x="117" y="53"/>
                  </a:cubicBezTo>
                  <a:cubicBezTo>
                    <a:pt x="98" y="53"/>
                    <a:pt x="98" y="53"/>
                    <a:pt x="98" y="53"/>
                  </a:cubicBezTo>
                  <a:cubicBezTo>
                    <a:pt x="103" y="47"/>
                    <a:pt x="107" y="40"/>
                    <a:pt x="107" y="32"/>
                  </a:cubicBezTo>
                  <a:cubicBezTo>
                    <a:pt x="107" y="14"/>
                    <a:pt x="92" y="0"/>
                    <a:pt x="75" y="0"/>
                  </a:cubicBezTo>
                  <a:cubicBezTo>
                    <a:pt x="57" y="0"/>
                    <a:pt x="43" y="14"/>
                    <a:pt x="43" y="32"/>
                  </a:cubicBezTo>
                  <a:cubicBezTo>
                    <a:pt x="43" y="40"/>
                    <a:pt x="46" y="47"/>
                    <a:pt x="51" y="53"/>
                  </a:cubicBezTo>
                  <a:cubicBezTo>
                    <a:pt x="32" y="53"/>
                    <a:pt x="32" y="53"/>
                    <a:pt x="32" y="53"/>
                  </a:cubicBezTo>
                  <a:cubicBezTo>
                    <a:pt x="28" y="53"/>
                    <a:pt x="25" y="55"/>
                    <a:pt x="23" y="58"/>
                  </a:cubicBezTo>
                  <a:cubicBezTo>
                    <a:pt x="21" y="61"/>
                    <a:pt x="21" y="64"/>
                    <a:pt x="22" y="68"/>
                  </a:cubicBezTo>
                  <a:cubicBezTo>
                    <a:pt x="22" y="68"/>
                    <a:pt x="26" y="79"/>
                    <a:pt x="31" y="96"/>
                  </a:cubicBezTo>
                  <a:cubicBezTo>
                    <a:pt x="21" y="96"/>
                    <a:pt x="21" y="96"/>
                    <a:pt x="21" y="96"/>
                  </a:cubicBezTo>
                  <a:cubicBezTo>
                    <a:pt x="15" y="96"/>
                    <a:pt x="11" y="100"/>
                    <a:pt x="11" y="106"/>
                  </a:cubicBezTo>
                  <a:cubicBezTo>
                    <a:pt x="11" y="112"/>
                    <a:pt x="15" y="117"/>
                    <a:pt x="21" y="117"/>
                  </a:cubicBezTo>
                  <a:cubicBezTo>
                    <a:pt x="36" y="117"/>
                    <a:pt x="36" y="117"/>
                    <a:pt x="36" y="117"/>
                  </a:cubicBezTo>
                  <a:cubicBezTo>
                    <a:pt x="42" y="153"/>
                    <a:pt x="45" y="202"/>
                    <a:pt x="25" y="245"/>
                  </a:cubicBezTo>
                  <a:cubicBezTo>
                    <a:pt x="11" y="245"/>
                    <a:pt x="11" y="245"/>
                    <a:pt x="11" y="245"/>
                  </a:cubicBezTo>
                  <a:cubicBezTo>
                    <a:pt x="5" y="245"/>
                    <a:pt x="0" y="250"/>
                    <a:pt x="0" y="256"/>
                  </a:cubicBezTo>
                  <a:cubicBezTo>
                    <a:pt x="0" y="298"/>
                    <a:pt x="0" y="298"/>
                    <a:pt x="0" y="298"/>
                  </a:cubicBezTo>
                  <a:cubicBezTo>
                    <a:pt x="0" y="304"/>
                    <a:pt x="5" y="309"/>
                    <a:pt x="11" y="309"/>
                  </a:cubicBezTo>
                  <a:cubicBezTo>
                    <a:pt x="139" y="309"/>
                    <a:pt x="139" y="309"/>
                    <a:pt x="139" y="309"/>
                  </a:cubicBezTo>
                  <a:cubicBezTo>
                    <a:pt x="145" y="309"/>
                    <a:pt x="149" y="304"/>
                    <a:pt x="149" y="298"/>
                  </a:cubicBezTo>
                  <a:cubicBezTo>
                    <a:pt x="149" y="256"/>
                    <a:pt x="149" y="256"/>
                    <a:pt x="149" y="256"/>
                  </a:cubicBezTo>
                  <a:cubicBezTo>
                    <a:pt x="149" y="250"/>
                    <a:pt x="145" y="245"/>
                    <a:pt x="139" y="245"/>
                  </a:cubicBezTo>
                  <a:close/>
                  <a:moveTo>
                    <a:pt x="75" y="21"/>
                  </a:moveTo>
                  <a:cubicBezTo>
                    <a:pt x="81" y="21"/>
                    <a:pt x="85" y="26"/>
                    <a:pt x="85" y="32"/>
                  </a:cubicBezTo>
                  <a:cubicBezTo>
                    <a:pt x="85" y="38"/>
                    <a:pt x="81" y="42"/>
                    <a:pt x="75" y="42"/>
                  </a:cubicBezTo>
                  <a:cubicBezTo>
                    <a:pt x="69" y="42"/>
                    <a:pt x="64" y="38"/>
                    <a:pt x="64" y="32"/>
                  </a:cubicBezTo>
                  <a:cubicBezTo>
                    <a:pt x="64" y="26"/>
                    <a:pt x="69" y="21"/>
                    <a:pt x="75" y="21"/>
                  </a:cubicBezTo>
                  <a:close/>
                  <a:moveTo>
                    <a:pt x="47" y="74"/>
                  </a:moveTo>
                  <a:cubicBezTo>
                    <a:pt x="102" y="74"/>
                    <a:pt x="102" y="74"/>
                    <a:pt x="102" y="74"/>
                  </a:cubicBezTo>
                  <a:cubicBezTo>
                    <a:pt x="100" y="80"/>
                    <a:pt x="97" y="87"/>
                    <a:pt x="95" y="96"/>
                  </a:cubicBezTo>
                  <a:cubicBezTo>
                    <a:pt x="53" y="96"/>
                    <a:pt x="53" y="96"/>
                    <a:pt x="53" y="96"/>
                  </a:cubicBezTo>
                  <a:cubicBezTo>
                    <a:pt x="51" y="87"/>
                    <a:pt x="49" y="80"/>
                    <a:pt x="47" y="74"/>
                  </a:cubicBezTo>
                  <a:close/>
                  <a:moveTo>
                    <a:pt x="57" y="117"/>
                  </a:moveTo>
                  <a:cubicBezTo>
                    <a:pt x="91" y="117"/>
                    <a:pt x="91" y="117"/>
                    <a:pt x="91" y="117"/>
                  </a:cubicBezTo>
                  <a:cubicBezTo>
                    <a:pt x="86" y="150"/>
                    <a:pt x="85" y="195"/>
                    <a:pt x="102" y="245"/>
                  </a:cubicBezTo>
                  <a:cubicBezTo>
                    <a:pt x="48" y="245"/>
                    <a:pt x="48" y="245"/>
                    <a:pt x="48" y="245"/>
                  </a:cubicBezTo>
                  <a:cubicBezTo>
                    <a:pt x="66" y="201"/>
                    <a:pt x="64" y="153"/>
                    <a:pt x="57" y="117"/>
                  </a:cubicBezTo>
                  <a:close/>
                  <a:moveTo>
                    <a:pt x="128" y="288"/>
                  </a:moveTo>
                  <a:cubicBezTo>
                    <a:pt x="21" y="288"/>
                    <a:pt x="21" y="288"/>
                    <a:pt x="21" y="288"/>
                  </a:cubicBezTo>
                  <a:cubicBezTo>
                    <a:pt x="21" y="266"/>
                    <a:pt x="21" y="266"/>
                    <a:pt x="21" y="266"/>
                  </a:cubicBezTo>
                  <a:cubicBezTo>
                    <a:pt x="128" y="266"/>
                    <a:pt x="128" y="266"/>
                    <a:pt x="128" y="266"/>
                  </a:cubicBezTo>
                  <a:lnTo>
                    <a:pt x="128" y="28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281" name="Freeform 967">
              <a:extLst>
                <a:ext uri="{FF2B5EF4-FFF2-40B4-BE49-F238E27FC236}">
                  <a16:creationId xmlns:a16="http://schemas.microsoft.com/office/drawing/2014/main" id="{FBEB1E9E-A646-6C57-0AB9-94FE47B92FFE}"/>
                </a:ext>
              </a:extLst>
            </p:cNvPr>
            <p:cNvSpPr>
              <a:spLocks noEditPoints="1"/>
            </p:cNvSpPr>
            <p:nvPr/>
          </p:nvSpPr>
          <p:spPr bwMode="auto">
            <a:xfrm>
              <a:off x="3319" y="407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282" name="Group 526">
            <a:extLst>
              <a:ext uri="{FF2B5EF4-FFF2-40B4-BE49-F238E27FC236}">
                <a16:creationId xmlns:a16="http://schemas.microsoft.com/office/drawing/2014/main" id="{60204024-0AD2-6293-89FD-A97402B3B41A}"/>
              </a:ext>
            </a:extLst>
          </p:cNvPr>
          <p:cNvGrpSpPr>
            <a:grpSpLocks noChangeAspect="1"/>
          </p:cNvGrpSpPr>
          <p:nvPr/>
        </p:nvGrpSpPr>
        <p:grpSpPr bwMode="gray">
          <a:xfrm>
            <a:off x="4016073" y="3452112"/>
            <a:ext cx="369021" cy="369021"/>
            <a:chOff x="3464" y="1974"/>
            <a:chExt cx="340" cy="340"/>
          </a:xfrm>
          <a:solidFill>
            <a:sysClr val="window" lastClr="FFFFFF"/>
          </a:solidFill>
        </p:grpSpPr>
        <p:sp>
          <p:nvSpPr>
            <p:cNvPr id="283" name="Freeform 527">
              <a:extLst>
                <a:ext uri="{FF2B5EF4-FFF2-40B4-BE49-F238E27FC236}">
                  <a16:creationId xmlns:a16="http://schemas.microsoft.com/office/drawing/2014/main" id="{2927E71A-34DC-74B0-9939-13837FEE1A4D}"/>
                </a:ext>
              </a:extLst>
            </p:cNvPr>
            <p:cNvSpPr>
              <a:spLocks noEditPoints="1"/>
            </p:cNvSpPr>
            <p:nvPr/>
          </p:nvSpPr>
          <p:spPr bwMode="gray">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4" name="Freeform 528">
              <a:extLst>
                <a:ext uri="{FF2B5EF4-FFF2-40B4-BE49-F238E27FC236}">
                  <a16:creationId xmlns:a16="http://schemas.microsoft.com/office/drawing/2014/main" id="{BC20EEDD-5ADC-7B48-153B-B37DF79E4430}"/>
                </a:ext>
              </a:extLst>
            </p:cNvPr>
            <p:cNvSpPr>
              <a:spLocks noEditPoints="1"/>
            </p:cNvSpPr>
            <p:nvPr/>
          </p:nvSpPr>
          <p:spPr bwMode="gray">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93" name="Group 292">
            <a:extLst>
              <a:ext uri="{FF2B5EF4-FFF2-40B4-BE49-F238E27FC236}">
                <a16:creationId xmlns:a16="http://schemas.microsoft.com/office/drawing/2014/main" id="{E0857B9B-CFD1-7235-1D50-CAA5899B1E71}"/>
              </a:ext>
            </a:extLst>
          </p:cNvPr>
          <p:cNvGrpSpPr/>
          <p:nvPr/>
        </p:nvGrpSpPr>
        <p:grpSpPr>
          <a:xfrm>
            <a:off x="5936194" y="1066849"/>
            <a:ext cx="2532746" cy="1065542"/>
            <a:chOff x="5926190" y="1341169"/>
            <a:chExt cx="2532746" cy="1065542"/>
          </a:xfrm>
        </p:grpSpPr>
        <p:sp>
          <p:nvSpPr>
            <p:cNvPr id="294" name="Rectangle 293">
              <a:extLst>
                <a:ext uri="{FF2B5EF4-FFF2-40B4-BE49-F238E27FC236}">
                  <a16:creationId xmlns:a16="http://schemas.microsoft.com/office/drawing/2014/main" id="{FB5B2609-28A3-02DF-BDF3-DB2E81BF11BE}"/>
                </a:ext>
              </a:extLst>
            </p:cNvPr>
            <p:cNvSpPr/>
            <p:nvPr/>
          </p:nvSpPr>
          <p:spPr bwMode="gray">
            <a:xfrm>
              <a:off x="5966283" y="134116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Ministry of Power,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Government of India</a:t>
              </a:r>
            </a:p>
          </p:txBody>
        </p:sp>
        <p:sp>
          <p:nvSpPr>
            <p:cNvPr id="295" name="Rectangle 294">
              <a:extLst>
                <a:ext uri="{FF2B5EF4-FFF2-40B4-BE49-F238E27FC236}">
                  <a16:creationId xmlns:a16="http://schemas.microsoft.com/office/drawing/2014/main" id="{3FBE4E86-9348-1303-64F8-54AFCDEEF7D9}"/>
                </a:ext>
              </a:extLst>
            </p:cNvPr>
            <p:cNvSpPr/>
            <p:nvPr/>
          </p:nvSpPr>
          <p:spPr bwMode="gray">
            <a:xfrm>
              <a:off x="5966282" y="176683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Privatization of power distribution function of electricity department of Union Territories in India</a:t>
              </a:r>
            </a:p>
          </p:txBody>
        </p:sp>
        <p:sp>
          <p:nvSpPr>
            <p:cNvPr id="296" name="Half Frame 295">
              <a:extLst>
                <a:ext uri="{FF2B5EF4-FFF2-40B4-BE49-F238E27FC236}">
                  <a16:creationId xmlns:a16="http://schemas.microsoft.com/office/drawing/2014/main" id="{18A54226-CBFF-E871-BD55-A25FE875F085}"/>
                </a:ext>
              </a:extLst>
            </p:cNvPr>
            <p:cNvSpPr/>
            <p:nvPr/>
          </p:nvSpPr>
          <p:spPr bwMode="gray">
            <a:xfrm rot="10800000">
              <a:off x="8189555" y="212381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97" name="Half Frame 296">
              <a:extLst>
                <a:ext uri="{FF2B5EF4-FFF2-40B4-BE49-F238E27FC236}">
                  <a16:creationId xmlns:a16="http://schemas.microsoft.com/office/drawing/2014/main" id="{48B56BDF-2F1B-9094-3CE5-BF580E1F082A}"/>
                </a:ext>
              </a:extLst>
            </p:cNvPr>
            <p:cNvSpPr/>
            <p:nvPr/>
          </p:nvSpPr>
          <p:spPr bwMode="gray">
            <a:xfrm rot="16200000">
              <a:off x="5923934" y="212606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grpSp>
      <p:sp>
        <p:nvSpPr>
          <p:cNvPr id="299" name="Rectangle 298">
            <a:extLst>
              <a:ext uri="{FF2B5EF4-FFF2-40B4-BE49-F238E27FC236}">
                <a16:creationId xmlns:a16="http://schemas.microsoft.com/office/drawing/2014/main" id="{6515A740-84DB-EE08-CA3E-6F28A7A84C82}"/>
              </a:ext>
            </a:extLst>
          </p:cNvPr>
          <p:cNvSpPr/>
          <p:nvPr/>
        </p:nvSpPr>
        <p:spPr bwMode="gray">
          <a:xfrm>
            <a:off x="9080934" y="3738673"/>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MSERC, Meghalaya  India</a:t>
            </a:r>
          </a:p>
        </p:txBody>
      </p:sp>
      <p:sp>
        <p:nvSpPr>
          <p:cNvPr id="300" name="Rectangle 299">
            <a:extLst>
              <a:ext uri="{FF2B5EF4-FFF2-40B4-BE49-F238E27FC236}">
                <a16:creationId xmlns:a16="http://schemas.microsoft.com/office/drawing/2014/main" id="{EF08DDBC-4760-377A-F7BC-AD02D5F6DB7E}"/>
              </a:ext>
            </a:extLst>
          </p:cNvPr>
          <p:cNvSpPr/>
          <p:nvPr/>
        </p:nvSpPr>
        <p:spPr bwMode="gray">
          <a:xfrm>
            <a:off x="9128605" y="416434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Regulatory Support Meghalaya State Electricity Regulatory Commission</a:t>
            </a:r>
          </a:p>
        </p:txBody>
      </p:sp>
      <p:sp>
        <p:nvSpPr>
          <p:cNvPr id="301" name="Half Frame 300">
            <a:extLst>
              <a:ext uri="{FF2B5EF4-FFF2-40B4-BE49-F238E27FC236}">
                <a16:creationId xmlns:a16="http://schemas.microsoft.com/office/drawing/2014/main" id="{4F6621EF-119E-3DDE-1264-1ED1522D1D1D}"/>
              </a:ext>
            </a:extLst>
          </p:cNvPr>
          <p:cNvSpPr/>
          <p:nvPr/>
        </p:nvSpPr>
        <p:spPr bwMode="gray">
          <a:xfrm rot="10800000">
            <a:off x="11304206" y="4521315"/>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02" name="Half Frame 301">
            <a:extLst>
              <a:ext uri="{FF2B5EF4-FFF2-40B4-BE49-F238E27FC236}">
                <a16:creationId xmlns:a16="http://schemas.microsoft.com/office/drawing/2014/main" id="{3E52B34B-FC19-4DDC-DBB4-8951A48D5C04}"/>
              </a:ext>
            </a:extLst>
          </p:cNvPr>
          <p:cNvSpPr/>
          <p:nvPr/>
        </p:nvSpPr>
        <p:spPr bwMode="gray">
          <a:xfrm rot="16200000">
            <a:off x="9038584" y="4523570"/>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08" name="Rectangle 307">
            <a:extLst>
              <a:ext uri="{FF2B5EF4-FFF2-40B4-BE49-F238E27FC236}">
                <a16:creationId xmlns:a16="http://schemas.microsoft.com/office/drawing/2014/main" id="{ABB61A86-2B28-73EF-1E1B-85893DB3098E}"/>
              </a:ext>
            </a:extLst>
          </p:cNvPr>
          <p:cNvSpPr/>
          <p:nvPr/>
        </p:nvSpPr>
        <p:spPr bwMode="gray">
          <a:xfrm>
            <a:off x="5896101" y="5047770"/>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Bangladesh Power Development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Board</a:t>
            </a:r>
          </a:p>
        </p:txBody>
      </p:sp>
      <p:sp>
        <p:nvSpPr>
          <p:cNvPr id="309" name="Rectangle 308">
            <a:extLst>
              <a:ext uri="{FF2B5EF4-FFF2-40B4-BE49-F238E27FC236}">
                <a16:creationId xmlns:a16="http://schemas.microsoft.com/office/drawing/2014/main" id="{D076B3F2-A8EE-D4ED-BD3E-B3E8A4AA5A2D}"/>
              </a:ext>
            </a:extLst>
          </p:cNvPr>
          <p:cNvSpPr/>
          <p:nvPr/>
        </p:nvSpPr>
        <p:spPr bwMode="gray">
          <a:xfrm>
            <a:off x="5896100" y="5473439"/>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Reform of Bangladesh Power Development Board as a Holding Company</a:t>
            </a:r>
          </a:p>
        </p:txBody>
      </p:sp>
      <p:sp>
        <p:nvSpPr>
          <p:cNvPr id="310" name="Half Frame 309">
            <a:extLst>
              <a:ext uri="{FF2B5EF4-FFF2-40B4-BE49-F238E27FC236}">
                <a16:creationId xmlns:a16="http://schemas.microsoft.com/office/drawing/2014/main" id="{15F379B4-1F84-8F77-5A56-F2D45D3C0773}"/>
              </a:ext>
            </a:extLst>
          </p:cNvPr>
          <p:cNvSpPr/>
          <p:nvPr/>
        </p:nvSpPr>
        <p:spPr bwMode="gray">
          <a:xfrm rot="16200000">
            <a:off x="5853752" y="5832667"/>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pic>
        <p:nvPicPr>
          <p:cNvPr id="315" name="Picture 92" descr="Bangladesh Power Development Board (BPDB) | LinkedIn">
            <a:extLst>
              <a:ext uri="{FF2B5EF4-FFF2-40B4-BE49-F238E27FC236}">
                <a16:creationId xmlns:a16="http://schemas.microsoft.com/office/drawing/2014/main" id="{FD24812C-E243-7BD2-DB52-010C3E8944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0208" y="5062856"/>
            <a:ext cx="358481" cy="358481"/>
          </a:xfrm>
          <a:prstGeom prst="rect">
            <a:avLst/>
          </a:prstGeom>
          <a:noFill/>
          <a:extLst>
            <a:ext uri="{909E8E84-426E-40DD-AFC4-6F175D3DCCD1}">
              <a14:hiddenFill xmlns:a14="http://schemas.microsoft.com/office/drawing/2010/main">
                <a:solidFill>
                  <a:srgbClr val="FFFFFF"/>
                </a:solidFill>
              </a14:hiddenFill>
            </a:ext>
          </a:extLst>
        </p:spPr>
      </p:pic>
      <p:sp>
        <p:nvSpPr>
          <p:cNvPr id="316" name="Half Frame 315">
            <a:extLst>
              <a:ext uri="{FF2B5EF4-FFF2-40B4-BE49-F238E27FC236}">
                <a16:creationId xmlns:a16="http://schemas.microsoft.com/office/drawing/2014/main" id="{4C86FB85-F4F4-E807-13A3-9729911EF2E7}"/>
              </a:ext>
            </a:extLst>
          </p:cNvPr>
          <p:cNvSpPr/>
          <p:nvPr/>
        </p:nvSpPr>
        <p:spPr bwMode="gray">
          <a:xfrm rot="10800000">
            <a:off x="8117807" y="580926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pic>
        <p:nvPicPr>
          <p:cNvPr id="318" name="Picture 13" descr="Ministry of Power (@MinOfPower) | Twitter">
            <a:extLst>
              <a:ext uri="{FF2B5EF4-FFF2-40B4-BE49-F238E27FC236}">
                <a16:creationId xmlns:a16="http://schemas.microsoft.com/office/drawing/2014/main" id="{6772063F-9ADC-CFE1-CBBD-3C753E103B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99" t="13852" r="17583" b="12819"/>
          <a:stretch/>
        </p:blipFill>
        <p:spPr bwMode="auto">
          <a:xfrm>
            <a:off x="6080143" y="1072217"/>
            <a:ext cx="337325" cy="377529"/>
          </a:xfrm>
          <a:prstGeom prst="rect">
            <a:avLst/>
          </a:prstGeom>
          <a:noFill/>
          <a:extLst>
            <a:ext uri="{909E8E84-426E-40DD-AFC4-6F175D3DCCD1}">
              <a14:hiddenFill xmlns:a14="http://schemas.microsoft.com/office/drawing/2010/main">
                <a:solidFill>
                  <a:srgbClr val="FFFFFF"/>
                </a:solidFill>
              </a14:hiddenFill>
            </a:ext>
          </a:extLst>
        </p:spPr>
      </p:pic>
      <p:sp>
        <p:nvSpPr>
          <p:cNvPr id="321" name="Half Frame 320">
            <a:extLst>
              <a:ext uri="{FF2B5EF4-FFF2-40B4-BE49-F238E27FC236}">
                <a16:creationId xmlns:a16="http://schemas.microsoft.com/office/drawing/2014/main" id="{778BF4A6-E828-D2C5-DE18-4B8C3718E5CA}"/>
              </a:ext>
            </a:extLst>
          </p:cNvPr>
          <p:cNvSpPr/>
          <p:nvPr/>
        </p:nvSpPr>
        <p:spPr bwMode="gray">
          <a:xfrm rot="10800000">
            <a:off x="7954884" y="436671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22" name="Rectangle 321">
            <a:extLst>
              <a:ext uri="{FF2B5EF4-FFF2-40B4-BE49-F238E27FC236}">
                <a16:creationId xmlns:a16="http://schemas.microsoft.com/office/drawing/2014/main" id="{5FE12D86-340E-3916-ED2F-8BEF5DB07C1D}"/>
              </a:ext>
            </a:extLst>
          </p:cNvPr>
          <p:cNvSpPr/>
          <p:nvPr/>
        </p:nvSpPr>
        <p:spPr bwMode="gray">
          <a:xfrm>
            <a:off x="5936194" y="373647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WBSEDCL, India</a:t>
            </a:r>
          </a:p>
        </p:txBody>
      </p:sp>
      <p:sp>
        <p:nvSpPr>
          <p:cNvPr id="323" name="Rectangle 322">
            <a:extLst>
              <a:ext uri="{FF2B5EF4-FFF2-40B4-BE49-F238E27FC236}">
                <a16:creationId xmlns:a16="http://schemas.microsoft.com/office/drawing/2014/main" id="{5EA8E987-ADA5-852E-ECA9-72A4A7E74325}"/>
              </a:ext>
            </a:extLst>
          </p:cNvPr>
          <p:cNvSpPr/>
          <p:nvPr/>
        </p:nvSpPr>
        <p:spPr bwMode="gray">
          <a:xfrm>
            <a:off x="5884011" y="416214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Tariff Regulatory Support to West Bengal State Electricity Distribution Company Limited</a:t>
            </a:r>
          </a:p>
        </p:txBody>
      </p:sp>
      <p:sp>
        <p:nvSpPr>
          <p:cNvPr id="324" name="Half Frame 323">
            <a:extLst>
              <a:ext uri="{FF2B5EF4-FFF2-40B4-BE49-F238E27FC236}">
                <a16:creationId xmlns:a16="http://schemas.microsoft.com/office/drawing/2014/main" id="{8DA93A36-57E2-C163-1E0C-4CAE73A027CF}"/>
              </a:ext>
            </a:extLst>
          </p:cNvPr>
          <p:cNvSpPr/>
          <p:nvPr/>
        </p:nvSpPr>
        <p:spPr bwMode="gray">
          <a:xfrm rot="10800000">
            <a:off x="8159466" y="451911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25" name="Half Frame 324">
            <a:extLst>
              <a:ext uri="{FF2B5EF4-FFF2-40B4-BE49-F238E27FC236}">
                <a16:creationId xmlns:a16="http://schemas.microsoft.com/office/drawing/2014/main" id="{7889E75E-6036-AFFB-4B30-AE8E8464FD97}"/>
              </a:ext>
            </a:extLst>
          </p:cNvPr>
          <p:cNvSpPr/>
          <p:nvPr/>
        </p:nvSpPr>
        <p:spPr bwMode="gray">
          <a:xfrm rot="16200000">
            <a:off x="5893844" y="452137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27" name="Rectangle 326">
            <a:extLst>
              <a:ext uri="{FF2B5EF4-FFF2-40B4-BE49-F238E27FC236}">
                <a16:creationId xmlns:a16="http://schemas.microsoft.com/office/drawing/2014/main" id="{4CD14C42-8EEA-76E0-DBBB-0884FD3E91FA}"/>
              </a:ext>
            </a:extLst>
          </p:cNvPr>
          <p:cNvSpPr/>
          <p:nvPr/>
        </p:nvSpPr>
        <p:spPr bwMode="gray">
          <a:xfrm>
            <a:off x="9093203" y="236534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lang="en-US" sz="1050" b="1" kern="0">
                <a:solidFill>
                  <a:prstClr val="white"/>
                </a:solidFill>
                <a:latin typeface="Calibri"/>
              </a:rPr>
              <a:t>WBSETCL, India </a:t>
            </a:r>
            <a:endParaRPr kumimoji="0" lang="en-US" sz="1050" b="1" i="0" u="none" strike="noStrike" kern="0" cap="none" spc="0" normalizeH="0" baseline="0" noProof="0">
              <a:ln>
                <a:noFill/>
              </a:ln>
              <a:solidFill>
                <a:prstClr val="white"/>
              </a:solidFill>
              <a:effectLst/>
              <a:uLnTx/>
              <a:uFillTx/>
              <a:latin typeface="Calibri"/>
            </a:endParaRPr>
          </a:p>
        </p:txBody>
      </p:sp>
      <p:sp>
        <p:nvSpPr>
          <p:cNvPr id="328" name="Rectangle 327">
            <a:extLst>
              <a:ext uri="{FF2B5EF4-FFF2-40B4-BE49-F238E27FC236}">
                <a16:creationId xmlns:a16="http://schemas.microsoft.com/office/drawing/2014/main" id="{FBB38553-42D9-2AAC-8E8A-4B5633B996C9}"/>
              </a:ext>
            </a:extLst>
          </p:cNvPr>
          <p:cNvSpPr/>
          <p:nvPr/>
        </p:nvSpPr>
        <p:spPr bwMode="gray">
          <a:xfrm>
            <a:off x="9140874" y="279101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Tariff Regulatory Support to West Bengal State Electricity Transmission Company</a:t>
            </a:r>
          </a:p>
        </p:txBody>
      </p:sp>
      <p:sp>
        <p:nvSpPr>
          <p:cNvPr id="329" name="Half Frame 328">
            <a:extLst>
              <a:ext uri="{FF2B5EF4-FFF2-40B4-BE49-F238E27FC236}">
                <a16:creationId xmlns:a16="http://schemas.microsoft.com/office/drawing/2014/main" id="{0823921A-43D5-43D6-67A8-3302B79F9FB2}"/>
              </a:ext>
            </a:extLst>
          </p:cNvPr>
          <p:cNvSpPr/>
          <p:nvPr/>
        </p:nvSpPr>
        <p:spPr bwMode="gray">
          <a:xfrm rot="10800000">
            <a:off x="11316475" y="314799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0" name="Half Frame 329">
            <a:extLst>
              <a:ext uri="{FF2B5EF4-FFF2-40B4-BE49-F238E27FC236}">
                <a16:creationId xmlns:a16="http://schemas.microsoft.com/office/drawing/2014/main" id="{EAB0CC1E-267A-7D27-EB12-E8B4DF02CEA5}"/>
              </a:ext>
            </a:extLst>
          </p:cNvPr>
          <p:cNvSpPr/>
          <p:nvPr/>
        </p:nvSpPr>
        <p:spPr bwMode="gray">
          <a:xfrm rot="16200000">
            <a:off x="9050853" y="315024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2" name="Half Frame 331">
            <a:extLst>
              <a:ext uri="{FF2B5EF4-FFF2-40B4-BE49-F238E27FC236}">
                <a16:creationId xmlns:a16="http://schemas.microsoft.com/office/drawing/2014/main" id="{20757A55-93AA-F456-938E-E111230DC7F9}"/>
              </a:ext>
            </a:extLst>
          </p:cNvPr>
          <p:cNvSpPr/>
          <p:nvPr/>
        </p:nvSpPr>
        <p:spPr bwMode="gray">
          <a:xfrm rot="10800000">
            <a:off x="8013865" y="299286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3" name="Rectangle 332">
            <a:extLst>
              <a:ext uri="{FF2B5EF4-FFF2-40B4-BE49-F238E27FC236}">
                <a16:creationId xmlns:a16="http://schemas.microsoft.com/office/drawing/2014/main" id="{20DEAFAF-8DCA-1F6C-49A1-80B972C17A8C}"/>
              </a:ext>
            </a:extLst>
          </p:cNvPr>
          <p:cNvSpPr/>
          <p:nvPr/>
        </p:nvSpPr>
        <p:spPr bwMode="gray">
          <a:xfrm>
            <a:off x="5995175" y="236262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APGCL, Assam, India</a:t>
            </a:r>
          </a:p>
        </p:txBody>
      </p:sp>
      <p:sp>
        <p:nvSpPr>
          <p:cNvPr id="334" name="Rectangle 333">
            <a:extLst>
              <a:ext uri="{FF2B5EF4-FFF2-40B4-BE49-F238E27FC236}">
                <a16:creationId xmlns:a16="http://schemas.microsoft.com/office/drawing/2014/main" id="{E08208D1-0902-791E-61B1-36F8AC97AFD3}"/>
              </a:ext>
            </a:extLst>
          </p:cNvPr>
          <p:cNvSpPr/>
          <p:nvPr/>
        </p:nvSpPr>
        <p:spPr bwMode="gray">
          <a:xfrm>
            <a:off x="5942992" y="278829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Regulatory Consultancy Services for Tariff filing to Assam Power Generation Corporation Ltd (APGCL)</a:t>
            </a:r>
          </a:p>
        </p:txBody>
      </p:sp>
      <p:sp>
        <p:nvSpPr>
          <p:cNvPr id="335" name="Half Frame 334">
            <a:extLst>
              <a:ext uri="{FF2B5EF4-FFF2-40B4-BE49-F238E27FC236}">
                <a16:creationId xmlns:a16="http://schemas.microsoft.com/office/drawing/2014/main" id="{05F3543B-3CF4-87AD-0D5F-BFB0A2EA5FE1}"/>
              </a:ext>
            </a:extLst>
          </p:cNvPr>
          <p:cNvSpPr/>
          <p:nvPr/>
        </p:nvSpPr>
        <p:spPr bwMode="gray">
          <a:xfrm rot="10800000">
            <a:off x="8218447" y="314526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6" name="Half Frame 335">
            <a:extLst>
              <a:ext uri="{FF2B5EF4-FFF2-40B4-BE49-F238E27FC236}">
                <a16:creationId xmlns:a16="http://schemas.microsoft.com/office/drawing/2014/main" id="{CAEB98B9-B74F-A4E8-6BD2-B3DCA862748F}"/>
              </a:ext>
            </a:extLst>
          </p:cNvPr>
          <p:cNvSpPr/>
          <p:nvPr/>
        </p:nvSpPr>
        <p:spPr bwMode="gray">
          <a:xfrm rot="16200000">
            <a:off x="5952825" y="314752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8" name="Rectangle 337">
            <a:extLst>
              <a:ext uri="{FF2B5EF4-FFF2-40B4-BE49-F238E27FC236}">
                <a16:creationId xmlns:a16="http://schemas.microsoft.com/office/drawing/2014/main" id="{BC96B4BD-0B07-BB61-F8AE-26B17FFD6332}"/>
              </a:ext>
            </a:extLst>
          </p:cNvPr>
          <p:cNvSpPr/>
          <p:nvPr/>
        </p:nvSpPr>
        <p:spPr bwMode="gray">
          <a:xfrm>
            <a:off x="9081079" y="5050974"/>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WBSEDCL, India </a:t>
            </a:r>
          </a:p>
        </p:txBody>
      </p:sp>
      <p:sp>
        <p:nvSpPr>
          <p:cNvPr id="339" name="Rectangle 338">
            <a:extLst>
              <a:ext uri="{FF2B5EF4-FFF2-40B4-BE49-F238E27FC236}">
                <a16:creationId xmlns:a16="http://schemas.microsoft.com/office/drawing/2014/main" id="{74B14D93-611A-63BC-656F-17418CDC0972}"/>
              </a:ext>
            </a:extLst>
          </p:cNvPr>
          <p:cNvSpPr/>
          <p:nvPr/>
        </p:nvSpPr>
        <p:spPr bwMode="gray">
          <a:xfrm>
            <a:off x="9128750" y="547664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Advisory Services for Preparation of MYT Petition to West Bengal State Electricity Distribution Company Limited </a:t>
            </a:r>
          </a:p>
        </p:txBody>
      </p:sp>
      <p:sp>
        <p:nvSpPr>
          <p:cNvPr id="340" name="Half Frame 339">
            <a:extLst>
              <a:ext uri="{FF2B5EF4-FFF2-40B4-BE49-F238E27FC236}">
                <a16:creationId xmlns:a16="http://schemas.microsoft.com/office/drawing/2014/main" id="{045022EA-651B-72BE-8AE5-4C8934212E9F}"/>
              </a:ext>
            </a:extLst>
          </p:cNvPr>
          <p:cNvSpPr/>
          <p:nvPr/>
        </p:nvSpPr>
        <p:spPr bwMode="gray">
          <a:xfrm rot="10800000">
            <a:off x="11304351" y="583361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41" name="Half Frame 340">
            <a:extLst>
              <a:ext uri="{FF2B5EF4-FFF2-40B4-BE49-F238E27FC236}">
                <a16:creationId xmlns:a16="http://schemas.microsoft.com/office/drawing/2014/main" id="{EC7409CA-3B59-633F-0952-8C814E1AC427}"/>
              </a:ext>
            </a:extLst>
          </p:cNvPr>
          <p:cNvSpPr/>
          <p:nvPr/>
        </p:nvSpPr>
        <p:spPr bwMode="gray">
          <a:xfrm rot="16200000">
            <a:off x="9038729" y="583587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43" name="Rectangle 342">
            <a:extLst>
              <a:ext uri="{FF2B5EF4-FFF2-40B4-BE49-F238E27FC236}">
                <a16:creationId xmlns:a16="http://schemas.microsoft.com/office/drawing/2014/main" id="{BD391ECC-905A-FB6A-B700-9ACB7EA13C17}"/>
              </a:ext>
            </a:extLst>
          </p:cNvPr>
          <p:cNvSpPr/>
          <p:nvPr/>
        </p:nvSpPr>
        <p:spPr bwMode="gray">
          <a:xfrm>
            <a:off x="9099212" y="1070467"/>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Department of Power,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West Bengal, India </a:t>
            </a:r>
          </a:p>
        </p:txBody>
      </p:sp>
      <p:sp>
        <p:nvSpPr>
          <p:cNvPr id="344" name="Rectangle 343">
            <a:extLst>
              <a:ext uri="{FF2B5EF4-FFF2-40B4-BE49-F238E27FC236}">
                <a16:creationId xmlns:a16="http://schemas.microsoft.com/office/drawing/2014/main" id="{C85BAB1B-3ACF-053D-584F-B050094C28C3}"/>
              </a:ext>
            </a:extLst>
          </p:cNvPr>
          <p:cNvSpPr/>
          <p:nvPr/>
        </p:nvSpPr>
        <p:spPr bwMode="gray">
          <a:xfrm>
            <a:off x="9146883" y="149613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Strategic Planning Unit for the Department of Power, Government of West Bengal </a:t>
            </a:r>
          </a:p>
        </p:txBody>
      </p:sp>
      <p:sp>
        <p:nvSpPr>
          <p:cNvPr id="345" name="Half Frame 344">
            <a:extLst>
              <a:ext uri="{FF2B5EF4-FFF2-40B4-BE49-F238E27FC236}">
                <a16:creationId xmlns:a16="http://schemas.microsoft.com/office/drawing/2014/main" id="{308318AE-85EC-58AA-CD60-5D841F446890}"/>
              </a:ext>
            </a:extLst>
          </p:cNvPr>
          <p:cNvSpPr/>
          <p:nvPr/>
        </p:nvSpPr>
        <p:spPr bwMode="gray">
          <a:xfrm rot="10800000">
            <a:off x="11322484" y="1853109"/>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46" name="Half Frame 345">
            <a:extLst>
              <a:ext uri="{FF2B5EF4-FFF2-40B4-BE49-F238E27FC236}">
                <a16:creationId xmlns:a16="http://schemas.microsoft.com/office/drawing/2014/main" id="{FEBFD040-5D52-4C78-A1D5-094B5AEF9C45}"/>
              </a:ext>
            </a:extLst>
          </p:cNvPr>
          <p:cNvSpPr/>
          <p:nvPr/>
        </p:nvSpPr>
        <p:spPr bwMode="gray">
          <a:xfrm rot="16200000">
            <a:off x="9056862" y="1855364"/>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pic>
        <p:nvPicPr>
          <p:cNvPr id="5122" name="Picture 2" descr="WBSEDCL (@WBSEDCL1) / X">
            <a:extLst>
              <a:ext uri="{FF2B5EF4-FFF2-40B4-BE49-F238E27FC236}">
                <a16:creationId xmlns:a16="http://schemas.microsoft.com/office/drawing/2014/main" id="{BE8629BD-C953-BDE2-40B0-BD2DFE32FE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3020" y="3738673"/>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West Bengal State Electricity ...">
            <a:extLst>
              <a:ext uri="{FF2B5EF4-FFF2-40B4-BE49-F238E27FC236}">
                <a16:creationId xmlns:a16="http://schemas.microsoft.com/office/drawing/2014/main" id="{E25D8D3B-C91A-18FE-71D3-19DC56D71B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36388" y="2377723"/>
            <a:ext cx="378469" cy="37846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ssam Power Generation Corporation Limited">
            <a:extLst>
              <a:ext uri="{FF2B5EF4-FFF2-40B4-BE49-F238E27FC236}">
                <a16:creationId xmlns:a16="http://schemas.microsoft.com/office/drawing/2014/main" id="{34BEBECC-A339-4873-9095-3D5610A726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8916" y="2366315"/>
            <a:ext cx="332145" cy="382999"/>
          </a:xfrm>
          <a:prstGeom prst="rect">
            <a:avLst/>
          </a:prstGeom>
          <a:noFill/>
          <a:extLst>
            <a:ext uri="{909E8E84-426E-40DD-AFC4-6F175D3DCCD1}">
              <a14:hiddenFill xmlns:a14="http://schemas.microsoft.com/office/drawing/2010/main">
                <a:solidFill>
                  <a:srgbClr val="FFFFFF"/>
                </a:solidFill>
              </a14:hiddenFill>
            </a:ext>
          </a:extLst>
        </p:spPr>
      </p:pic>
      <p:pic>
        <p:nvPicPr>
          <p:cNvPr id="350" name="Picture 2" descr="WBSEDCL (@WBSEDCL1) / X">
            <a:extLst>
              <a:ext uri="{FF2B5EF4-FFF2-40B4-BE49-F238E27FC236}">
                <a16:creationId xmlns:a16="http://schemas.microsoft.com/office/drawing/2014/main" id="{72C4B3A5-84D6-16EF-8DDF-4209E1C44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331" y="5055371"/>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352" name="Picture 351">
            <a:extLst>
              <a:ext uri="{FF2B5EF4-FFF2-40B4-BE49-F238E27FC236}">
                <a16:creationId xmlns:a16="http://schemas.microsoft.com/office/drawing/2014/main" id="{356402B9-71E5-6740-8CFF-543778EC64EF}"/>
              </a:ext>
            </a:extLst>
          </p:cNvPr>
          <p:cNvPicPr>
            <a:picLocks noChangeAspect="1"/>
          </p:cNvPicPr>
          <p:nvPr/>
        </p:nvPicPr>
        <p:blipFill>
          <a:blip r:embed="rId7"/>
          <a:stretch>
            <a:fillRect/>
          </a:stretch>
        </p:blipFill>
        <p:spPr>
          <a:xfrm>
            <a:off x="9173371" y="1094359"/>
            <a:ext cx="269105" cy="367432"/>
          </a:xfrm>
          <a:prstGeom prst="rect">
            <a:avLst/>
          </a:prstGeom>
        </p:spPr>
      </p:pic>
      <p:pic>
        <p:nvPicPr>
          <p:cNvPr id="5130" name="Picture 10" descr="CER - Centre for Energy Regulation">
            <a:extLst>
              <a:ext uri="{FF2B5EF4-FFF2-40B4-BE49-F238E27FC236}">
                <a16:creationId xmlns:a16="http://schemas.microsoft.com/office/drawing/2014/main" id="{2CCDA27F-86A0-81DC-415E-836C116141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8221" y="3796910"/>
            <a:ext cx="359286" cy="29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64355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Deloitte Offerings &amp; Credentials - Future of Utility / Emerging Technologies / IT Transformation</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object 24">
            <a:extLst>
              <a:ext uri="{FF2B5EF4-FFF2-40B4-BE49-F238E27FC236}">
                <a16:creationId xmlns:a16="http://schemas.microsoft.com/office/drawing/2014/main" id="{121A1293-B134-301F-3DD2-BC7FB1E4EEB7}"/>
              </a:ext>
            </a:extLst>
          </p:cNvPr>
          <p:cNvSpPr txBox="1"/>
          <p:nvPr/>
        </p:nvSpPr>
        <p:spPr>
          <a:xfrm>
            <a:off x="501654" y="1309323"/>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400"/>
              </a:spcBef>
              <a:spcAft>
                <a:spcPts val="400"/>
              </a:spcAft>
              <a:buClrTx/>
              <a:buSzTx/>
              <a:buFontTx/>
              <a:buNone/>
              <a:tabLst/>
              <a:defRPr/>
            </a:pP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Generation  will evolve toward a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more diverse and decentralized network of lower capacity</a:t>
            </a: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more flexible units with intelligence</a:t>
            </a: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DD9A514-99A9-308C-79CA-275EE8C23DDE}"/>
              </a:ext>
            </a:extLst>
          </p:cNvPr>
          <p:cNvSpPr txBox="1"/>
          <p:nvPr/>
        </p:nvSpPr>
        <p:spPr>
          <a:xfrm>
            <a:off x="501654" y="1089242"/>
            <a:ext cx="2510347" cy="184666"/>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Generation</a:t>
            </a:r>
          </a:p>
        </p:txBody>
      </p:sp>
      <p:sp>
        <p:nvSpPr>
          <p:cNvPr id="5" name="object 24">
            <a:extLst>
              <a:ext uri="{FF2B5EF4-FFF2-40B4-BE49-F238E27FC236}">
                <a16:creationId xmlns:a16="http://schemas.microsoft.com/office/drawing/2014/main" id="{42782C7C-7769-951F-514E-49995218CFA1}"/>
              </a:ext>
            </a:extLst>
          </p:cNvPr>
          <p:cNvSpPr txBox="1"/>
          <p:nvPr/>
        </p:nvSpPr>
        <p:spPr>
          <a:xfrm>
            <a:off x="3189864" y="1309323"/>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The future grid will be a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communications-enabled self-healing network, able to increasingly act as a balancing entity</a:t>
            </a: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5307A64-384B-77E9-5623-FFBE8C0A9897}"/>
              </a:ext>
            </a:extLst>
          </p:cNvPr>
          <p:cNvSpPr txBox="1"/>
          <p:nvPr/>
        </p:nvSpPr>
        <p:spPr>
          <a:xfrm>
            <a:off x="3189864" y="1089242"/>
            <a:ext cx="2510347" cy="184666"/>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The Future Grid</a:t>
            </a:r>
          </a:p>
        </p:txBody>
      </p:sp>
      <p:sp>
        <p:nvSpPr>
          <p:cNvPr id="7" name="object 24">
            <a:extLst>
              <a:ext uri="{FF2B5EF4-FFF2-40B4-BE49-F238E27FC236}">
                <a16:creationId xmlns:a16="http://schemas.microsoft.com/office/drawing/2014/main" id="{088507DA-548E-AD8F-9F5E-F68A9D0C6691}"/>
              </a:ext>
            </a:extLst>
          </p:cNvPr>
          <p:cNvSpPr txBox="1"/>
          <p:nvPr/>
        </p:nvSpPr>
        <p:spPr>
          <a:xfrm>
            <a:off x="501652" y="2481264"/>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Energy storage </a:t>
            </a: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is key to enable current energy transition towards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electric mobility</a:t>
            </a: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integration of cleaner fuels and increase energy access</a:t>
            </a: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around the world</a:t>
            </a:r>
          </a:p>
        </p:txBody>
      </p:sp>
      <p:sp>
        <p:nvSpPr>
          <p:cNvPr id="8" name="TextBox 7">
            <a:extLst>
              <a:ext uri="{FF2B5EF4-FFF2-40B4-BE49-F238E27FC236}">
                <a16:creationId xmlns:a16="http://schemas.microsoft.com/office/drawing/2014/main" id="{51E4EC3D-97A2-A9D5-7F35-1390A69C7D87}"/>
              </a:ext>
            </a:extLst>
          </p:cNvPr>
          <p:cNvSpPr txBox="1"/>
          <p:nvPr/>
        </p:nvSpPr>
        <p:spPr>
          <a:xfrm>
            <a:off x="501653" y="2261183"/>
            <a:ext cx="2510347" cy="184666"/>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Storage and Urban Mobility</a:t>
            </a:r>
          </a:p>
        </p:txBody>
      </p:sp>
      <p:sp>
        <p:nvSpPr>
          <p:cNvPr id="9" name="object 24">
            <a:extLst>
              <a:ext uri="{FF2B5EF4-FFF2-40B4-BE49-F238E27FC236}">
                <a16:creationId xmlns:a16="http://schemas.microsoft.com/office/drawing/2014/main" id="{B62E93AA-5C89-05B3-6EDA-DEB2FA9CF38B}"/>
              </a:ext>
            </a:extLst>
          </p:cNvPr>
          <p:cNvSpPr txBox="1"/>
          <p:nvPr/>
        </p:nvSpPr>
        <p:spPr>
          <a:xfrm>
            <a:off x="3189863" y="2481264"/>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The utility will be a </a:t>
            </a:r>
            <a:r>
              <a:rPr kumimoji="0" lang="en-US" sz="105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digitally-enabled shared services organization that will provide fully automated and integrated corporate services</a:t>
            </a: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2C4A8F0-8B43-9122-66C7-280AB3EEFBFD}"/>
              </a:ext>
            </a:extLst>
          </p:cNvPr>
          <p:cNvSpPr txBox="1"/>
          <p:nvPr/>
        </p:nvSpPr>
        <p:spPr>
          <a:xfrm>
            <a:off x="3189863" y="2261183"/>
            <a:ext cx="2510347" cy="184666"/>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Digital Utility</a:t>
            </a:r>
          </a:p>
        </p:txBody>
      </p:sp>
      <p:grpSp>
        <p:nvGrpSpPr>
          <p:cNvPr id="13" name="Group 12">
            <a:extLst>
              <a:ext uri="{FF2B5EF4-FFF2-40B4-BE49-F238E27FC236}">
                <a16:creationId xmlns:a16="http://schemas.microsoft.com/office/drawing/2014/main" id="{7ED8E36E-4037-996F-C924-09F80748806B}"/>
              </a:ext>
            </a:extLst>
          </p:cNvPr>
          <p:cNvGrpSpPr/>
          <p:nvPr/>
        </p:nvGrpSpPr>
        <p:grpSpPr>
          <a:xfrm>
            <a:off x="501650" y="3633180"/>
            <a:ext cx="5198558" cy="2450943"/>
            <a:chOff x="3942875" y="1583782"/>
            <a:chExt cx="5741103" cy="2861219"/>
          </a:xfrm>
        </p:grpSpPr>
        <p:sp>
          <p:nvSpPr>
            <p:cNvPr id="14" name="Freeform 9">
              <a:extLst>
                <a:ext uri="{FF2B5EF4-FFF2-40B4-BE49-F238E27FC236}">
                  <a16:creationId xmlns:a16="http://schemas.microsoft.com/office/drawing/2014/main" id="{4833AA6E-D1B5-A488-085C-BE1A5227BA13}"/>
                </a:ext>
              </a:extLst>
            </p:cNvPr>
            <p:cNvSpPr>
              <a:spLocks/>
            </p:cNvSpPr>
            <p:nvPr/>
          </p:nvSpPr>
          <p:spPr bwMode="auto">
            <a:xfrm>
              <a:off x="8245741" y="1583782"/>
              <a:ext cx="1438237" cy="1810944"/>
            </a:xfrm>
            <a:custGeom>
              <a:avLst/>
              <a:gdLst>
                <a:gd name="T0" fmla="*/ 0 w 769"/>
                <a:gd name="T1" fmla="*/ 0 h 968"/>
                <a:gd name="T2" fmla="*/ 940 w 769"/>
                <a:gd name="T3" fmla="*/ 0 h 968"/>
                <a:gd name="T4" fmla="*/ 940 w 769"/>
                <a:gd name="T5" fmla="*/ 798 h 968"/>
                <a:gd name="T6" fmla="*/ 589 w 769"/>
                <a:gd name="T7" fmla="*/ 796 h 968"/>
                <a:gd name="T8" fmla="*/ 622 w 769"/>
                <a:gd name="T9" fmla="*/ 896 h 968"/>
                <a:gd name="T10" fmla="*/ 480 w 769"/>
                <a:gd name="T11" fmla="*/ 1008 h 968"/>
                <a:gd name="T12" fmla="*/ 306 w 769"/>
                <a:gd name="T13" fmla="*/ 902 h 968"/>
                <a:gd name="T14" fmla="*/ 339 w 769"/>
                <a:gd name="T15" fmla="*/ 794 h 968"/>
                <a:gd name="T16" fmla="*/ 0 w 769"/>
                <a:gd name="T17" fmla="*/ 798 h 968"/>
                <a:gd name="T18" fmla="*/ 0 w 769"/>
                <a:gd name="T19" fmla="*/ 0 h 9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9"/>
                <a:gd name="T31" fmla="*/ 0 h 968"/>
                <a:gd name="T32" fmla="*/ 769 w 769"/>
                <a:gd name="T33" fmla="*/ 968 h 9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9" h="968">
                  <a:moveTo>
                    <a:pt x="0" y="0"/>
                  </a:moveTo>
                  <a:lnTo>
                    <a:pt x="769" y="0"/>
                  </a:ln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62B5E5"/>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15" name="Freeform 25">
              <a:extLst>
                <a:ext uri="{FF2B5EF4-FFF2-40B4-BE49-F238E27FC236}">
                  <a16:creationId xmlns:a16="http://schemas.microsoft.com/office/drawing/2014/main" id="{B168E4EB-A304-573C-6382-E3218DD58429}"/>
                </a:ext>
              </a:extLst>
            </p:cNvPr>
            <p:cNvSpPr>
              <a:spLocks/>
            </p:cNvSpPr>
            <p:nvPr/>
          </p:nvSpPr>
          <p:spPr bwMode="auto">
            <a:xfrm>
              <a:off x="8245741" y="3011642"/>
              <a:ext cx="1438237" cy="1433359"/>
            </a:xfrm>
            <a:custGeom>
              <a:avLst/>
              <a:gdLst>
                <a:gd name="T0" fmla="*/ 0 w 769"/>
                <a:gd name="T1" fmla="*/ 832 h 766"/>
                <a:gd name="T2" fmla="*/ 1148 w 769"/>
                <a:gd name="T3" fmla="*/ 832 h 766"/>
                <a:gd name="T4" fmla="*/ 1148 w 769"/>
                <a:gd name="T5" fmla="*/ 0 h 766"/>
                <a:gd name="T6" fmla="*/ 726 w 769"/>
                <a:gd name="T7" fmla="*/ 0 h 766"/>
                <a:gd name="T8" fmla="*/ 756 w 769"/>
                <a:gd name="T9" fmla="*/ 108 h 766"/>
                <a:gd name="T10" fmla="*/ 578 w 769"/>
                <a:gd name="T11" fmla="*/ 217 h 766"/>
                <a:gd name="T12" fmla="*/ 384 w 769"/>
                <a:gd name="T13" fmla="*/ 93 h 766"/>
                <a:gd name="T14" fmla="*/ 422 w 769"/>
                <a:gd name="T15" fmla="*/ 0 h 766"/>
                <a:gd name="T16" fmla="*/ 0 w 769"/>
                <a:gd name="T17" fmla="*/ 0 h 766"/>
                <a:gd name="T18" fmla="*/ 0 w 769"/>
                <a:gd name="T19" fmla="*/ 832 h 7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9"/>
                <a:gd name="T31" fmla="*/ 0 h 766"/>
                <a:gd name="T32" fmla="*/ 769 w 769"/>
                <a:gd name="T33" fmla="*/ 766 h 7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9" h="766">
                  <a:moveTo>
                    <a:pt x="0" y="766"/>
                  </a:moveTo>
                  <a:lnTo>
                    <a:pt x="769" y="766"/>
                  </a:lnTo>
                  <a:lnTo>
                    <a:pt x="769" y="0"/>
                  </a:lnTo>
                  <a:lnTo>
                    <a:pt x="486" y="0"/>
                  </a:lnTo>
                  <a:cubicBezTo>
                    <a:pt x="442" y="17"/>
                    <a:pt x="508" y="37"/>
                    <a:pt x="507" y="100"/>
                  </a:cubicBezTo>
                  <a:cubicBezTo>
                    <a:pt x="505" y="164"/>
                    <a:pt x="458" y="202"/>
                    <a:pt x="387" y="201"/>
                  </a:cubicBezTo>
                  <a:cubicBezTo>
                    <a:pt x="315" y="201"/>
                    <a:pt x="257" y="149"/>
                    <a:pt x="257" y="85"/>
                  </a:cubicBezTo>
                  <a:cubicBezTo>
                    <a:pt x="257" y="21"/>
                    <a:pt x="324" y="13"/>
                    <a:pt x="283" y="0"/>
                  </a:cubicBezTo>
                  <a:lnTo>
                    <a:pt x="0" y="0"/>
                  </a:lnTo>
                  <a:lnTo>
                    <a:pt x="0" y="766"/>
                  </a:lnTo>
                  <a:close/>
                </a:path>
              </a:pathLst>
            </a:custGeom>
            <a:solidFill>
              <a:srgbClr val="53565A">
                <a:lumMod val="75000"/>
              </a:srgbClr>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16" name="Freeform 26">
              <a:extLst>
                <a:ext uri="{FF2B5EF4-FFF2-40B4-BE49-F238E27FC236}">
                  <a16:creationId xmlns:a16="http://schemas.microsoft.com/office/drawing/2014/main" id="{61F4251D-7BF4-3C35-60AC-EE2A2C020DC4}"/>
                </a:ext>
              </a:extLst>
            </p:cNvPr>
            <p:cNvSpPr>
              <a:spLocks/>
            </p:cNvSpPr>
            <p:nvPr/>
          </p:nvSpPr>
          <p:spPr bwMode="auto">
            <a:xfrm>
              <a:off x="6812581" y="1583782"/>
              <a:ext cx="1825715" cy="1810944"/>
            </a:xfrm>
            <a:custGeom>
              <a:avLst/>
              <a:gdLst>
                <a:gd name="T0" fmla="*/ 0 w 976"/>
                <a:gd name="T1" fmla="*/ 0 h 968"/>
                <a:gd name="T2" fmla="*/ 1149 w 976"/>
                <a:gd name="T3" fmla="*/ 0 h 968"/>
                <a:gd name="T4" fmla="*/ 1149 w 976"/>
                <a:gd name="T5" fmla="*/ 306 h 968"/>
                <a:gd name="T6" fmla="*/ 1275 w 976"/>
                <a:gd name="T7" fmla="*/ 276 h 968"/>
                <a:gd name="T8" fmla="*/ 1456 w 976"/>
                <a:gd name="T9" fmla="*/ 419 h 968"/>
                <a:gd name="T10" fmla="*/ 1298 w 976"/>
                <a:gd name="T11" fmla="*/ 548 h 968"/>
                <a:gd name="T12" fmla="*/ 1149 w 976"/>
                <a:gd name="T13" fmla="*/ 528 h 968"/>
                <a:gd name="T14" fmla="*/ 1149 w 976"/>
                <a:gd name="T15" fmla="*/ 831 h 968"/>
                <a:gd name="T16" fmla="*/ 720 w 976"/>
                <a:gd name="T17" fmla="*/ 829 h 968"/>
                <a:gd name="T18" fmla="*/ 761 w 976"/>
                <a:gd name="T19" fmla="*/ 934 h 968"/>
                <a:gd name="T20" fmla="*/ 587 w 976"/>
                <a:gd name="T21" fmla="*/ 1050 h 968"/>
                <a:gd name="T22" fmla="*/ 374 w 976"/>
                <a:gd name="T23" fmla="*/ 940 h 968"/>
                <a:gd name="T24" fmla="*/ 415 w 976"/>
                <a:gd name="T25" fmla="*/ 827 h 968"/>
                <a:gd name="T26" fmla="*/ 0 w 976"/>
                <a:gd name="T27" fmla="*/ 831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26890D"/>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17" name="Freeform 12">
              <a:extLst>
                <a:ext uri="{FF2B5EF4-FFF2-40B4-BE49-F238E27FC236}">
                  <a16:creationId xmlns:a16="http://schemas.microsoft.com/office/drawing/2014/main" id="{DBE8A96D-883C-7143-7C30-09CC3E76E8AC}"/>
                </a:ext>
              </a:extLst>
            </p:cNvPr>
            <p:cNvSpPr>
              <a:spLocks/>
            </p:cNvSpPr>
            <p:nvPr/>
          </p:nvSpPr>
          <p:spPr bwMode="auto">
            <a:xfrm flipV="1">
              <a:off x="6810889" y="3011642"/>
              <a:ext cx="1825715" cy="1433359"/>
            </a:xfrm>
            <a:custGeom>
              <a:avLst/>
              <a:gdLst>
                <a:gd name="T0" fmla="*/ 0 w 2312"/>
                <a:gd name="T1" fmla="*/ 0 h 1823"/>
                <a:gd name="T2" fmla="*/ 397 w 2312"/>
                <a:gd name="T3" fmla="*/ 0 h 1823"/>
                <a:gd name="T4" fmla="*/ 397 w 2312"/>
                <a:gd name="T5" fmla="*/ 124 h 1823"/>
                <a:gd name="T6" fmla="*/ 440 w 2312"/>
                <a:gd name="T7" fmla="*/ 112 h 1823"/>
                <a:gd name="T8" fmla="*/ 503 w 2312"/>
                <a:gd name="T9" fmla="*/ 169 h 1823"/>
                <a:gd name="T10" fmla="*/ 448 w 2312"/>
                <a:gd name="T11" fmla="*/ 221 h 1823"/>
                <a:gd name="T12" fmla="*/ 397 w 2312"/>
                <a:gd name="T13" fmla="*/ 213 h 1823"/>
                <a:gd name="T14" fmla="*/ 397 w 2312"/>
                <a:gd name="T15" fmla="*/ 335 h 1823"/>
                <a:gd name="T16" fmla="*/ 251 w 2312"/>
                <a:gd name="T17" fmla="*/ 335 h 1823"/>
                <a:gd name="T18" fmla="*/ 261 w 2312"/>
                <a:gd name="T19" fmla="*/ 291 h 1823"/>
                <a:gd name="T20" fmla="*/ 199 w 2312"/>
                <a:gd name="T21" fmla="*/ 248 h 1823"/>
                <a:gd name="T22" fmla="*/ 133 w 2312"/>
                <a:gd name="T23" fmla="*/ 298 h 1823"/>
                <a:gd name="T24" fmla="*/ 146 w 2312"/>
                <a:gd name="T25" fmla="*/ 335 h 1823"/>
                <a:gd name="T26" fmla="*/ 0 w 2312"/>
                <a:gd name="T27" fmla="*/ 335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0D8390"/>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18" name="Freeform 13">
              <a:extLst>
                <a:ext uri="{FF2B5EF4-FFF2-40B4-BE49-F238E27FC236}">
                  <a16:creationId xmlns:a16="http://schemas.microsoft.com/office/drawing/2014/main" id="{D5692D62-EA65-2127-665A-D7E17D1135FA}"/>
                </a:ext>
              </a:extLst>
            </p:cNvPr>
            <p:cNvSpPr>
              <a:spLocks/>
            </p:cNvSpPr>
            <p:nvPr/>
          </p:nvSpPr>
          <p:spPr bwMode="auto">
            <a:xfrm>
              <a:off x="5377726" y="1583782"/>
              <a:ext cx="1824023" cy="1810944"/>
            </a:xfrm>
            <a:custGeom>
              <a:avLst/>
              <a:gdLst>
                <a:gd name="T0" fmla="*/ 0 w 976"/>
                <a:gd name="T1" fmla="*/ 0 h 968"/>
                <a:gd name="T2" fmla="*/ 938 w 976"/>
                <a:gd name="T3" fmla="*/ 0 h 968"/>
                <a:gd name="T4" fmla="*/ 938 w 976"/>
                <a:gd name="T5" fmla="*/ 294 h 968"/>
                <a:gd name="T6" fmla="*/ 1040 w 976"/>
                <a:gd name="T7" fmla="*/ 265 h 968"/>
                <a:gd name="T8" fmla="*/ 1188 w 976"/>
                <a:gd name="T9" fmla="*/ 403 h 968"/>
                <a:gd name="T10" fmla="*/ 1060 w 976"/>
                <a:gd name="T11" fmla="*/ 526 h 968"/>
                <a:gd name="T12" fmla="*/ 938 w 976"/>
                <a:gd name="T13" fmla="*/ 507 h 968"/>
                <a:gd name="T14" fmla="*/ 938 w 976"/>
                <a:gd name="T15" fmla="*/ 798 h 968"/>
                <a:gd name="T16" fmla="*/ 588 w 976"/>
                <a:gd name="T17" fmla="*/ 796 h 968"/>
                <a:gd name="T18" fmla="*/ 621 w 976"/>
                <a:gd name="T19" fmla="*/ 896 h 968"/>
                <a:gd name="T20" fmla="*/ 479 w 976"/>
                <a:gd name="T21" fmla="*/ 1008 h 968"/>
                <a:gd name="T22" fmla="*/ 306 w 976"/>
                <a:gd name="T23" fmla="*/ 902 h 968"/>
                <a:gd name="T24" fmla="*/ 339 w 976"/>
                <a:gd name="T25" fmla="*/ 794 h 968"/>
                <a:gd name="T26" fmla="*/ 0 w 976"/>
                <a:gd name="T27" fmla="*/ 798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43B02A"/>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19" name="Freeform 29">
              <a:extLst>
                <a:ext uri="{FF2B5EF4-FFF2-40B4-BE49-F238E27FC236}">
                  <a16:creationId xmlns:a16="http://schemas.microsoft.com/office/drawing/2014/main" id="{471C8F1A-EF08-6910-81A0-57917C9AF03D}"/>
                </a:ext>
              </a:extLst>
            </p:cNvPr>
            <p:cNvSpPr>
              <a:spLocks/>
            </p:cNvSpPr>
            <p:nvPr/>
          </p:nvSpPr>
          <p:spPr bwMode="auto">
            <a:xfrm flipV="1">
              <a:off x="5377726" y="3011642"/>
              <a:ext cx="1824023" cy="1433359"/>
            </a:xfrm>
            <a:custGeom>
              <a:avLst/>
              <a:gdLst>
                <a:gd name="T0" fmla="*/ 0 w 2312"/>
                <a:gd name="T1" fmla="*/ 0 h 1823"/>
                <a:gd name="T2" fmla="*/ 86 w 2312"/>
                <a:gd name="T3" fmla="*/ 0 h 1823"/>
                <a:gd name="T4" fmla="*/ 86 w 2312"/>
                <a:gd name="T5" fmla="*/ 23 h 1823"/>
                <a:gd name="T6" fmla="*/ 96 w 2312"/>
                <a:gd name="T7" fmla="*/ 21 h 1823"/>
                <a:gd name="T8" fmla="*/ 109 w 2312"/>
                <a:gd name="T9" fmla="*/ 31 h 1823"/>
                <a:gd name="T10" fmla="*/ 97 w 2312"/>
                <a:gd name="T11" fmla="*/ 41 h 1823"/>
                <a:gd name="T12" fmla="*/ 86 w 2312"/>
                <a:gd name="T13" fmla="*/ 39 h 1823"/>
                <a:gd name="T14" fmla="*/ 86 w 2312"/>
                <a:gd name="T15" fmla="*/ 62 h 1823"/>
                <a:gd name="T16" fmla="*/ 55 w 2312"/>
                <a:gd name="T17" fmla="*/ 62 h 1823"/>
                <a:gd name="T18" fmla="*/ 57 w 2312"/>
                <a:gd name="T19" fmla="*/ 54 h 1823"/>
                <a:gd name="T20" fmla="*/ 43 w 2312"/>
                <a:gd name="T21" fmla="*/ 45 h 1823"/>
                <a:gd name="T22" fmla="*/ 29 w 2312"/>
                <a:gd name="T23" fmla="*/ 55 h 1823"/>
                <a:gd name="T24" fmla="*/ 32 w 2312"/>
                <a:gd name="T25" fmla="*/ 62 h 1823"/>
                <a:gd name="T26" fmla="*/ 0 w 2312"/>
                <a:gd name="T27" fmla="*/ 62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6FC2B4"/>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20" name="Freeform 30">
              <a:extLst>
                <a:ext uri="{FF2B5EF4-FFF2-40B4-BE49-F238E27FC236}">
                  <a16:creationId xmlns:a16="http://schemas.microsoft.com/office/drawing/2014/main" id="{82973234-7F5A-997C-3B10-4D19A6FED2B8}"/>
                </a:ext>
              </a:extLst>
            </p:cNvPr>
            <p:cNvSpPr>
              <a:spLocks/>
            </p:cNvSpPr>
            <p:nvPr/>
          </p:nvSpPr>
          <p:spPr bwMode="auto">
            <a:xfrm>
              <a:off x="3942875" y="1583782"/>
              <a:ext cx="1825715" cy="1810944"/>
            </a:xfrm>
            <a:custGeom>
              <a:avLst/>
              <a:gdLst>
                <a:gd name="T0" fmla="*/ 0 w 976"/>
                <a:gd name="T1" fmla="*/ 0 h 968"/>
                <a:gd name="T2" fmla="*/ 1149 w 976"/>
                <a:gd name="T3" fmla="*/ 0 h 968"/>
                <a:gd name="T4" fmla="*/ 1149 w 976"/>
                <a:gd name="T5" fmla="*/ 306 h 968"/>
                <a:gd name="T6" fmla="*/ 1275 w 976"/>
                <a:gd name="T7" fmla="*/ 276 h 968"/>
                <a:gd name="T8" fmla="*/ 1456 w 976"/>
                <a:gd name="T9" fmla="*/ 419 h 968"/>
                <a:gd name="T10" fmla="*/ 1298 w 976"/>
                <a:gd name="T11" fmla="*/ 548 h 968"/>
                <a:gd name="T12" fmla="*/ 1149 w 976"/>
                <a:gd name="T13" fmla="*/ 528 h 968"/>
                <a:gd name="T14" fmla="*/ 1149 w 976"/>
                <a:gd name="T15" fmla="*/ 831 h 968"/>
                <a:gd name="T16" fmla="*/ 720 w 976"/>
                <a:gd name="T17" fmla="*/ 829 h 968"/>
                <a:gd name="T18" fmla="*/ 761 w 976"/>
                <a:gd name="T19" fmla="*/ 934 h 968"/>
                <a:gd name="T20" fmla="*/ 587 w 976"/>
                <a:gd name="T21" fmla="*/ 1050 h 968"/>
                <a:gd name="T22" fmla="*/ 374 w 976"/>
                <a:gd name="T23" fmla="*/ 940 h 968"/>
                <a:gd name="T24" fmla="*/ 415 w 976"/>
                <a:gd name="T25" fmla="*/ 827 h 968"/>
                <a:gd name="T26" fmla="*/ 0 w 976"/>
                <a:gd name="T27" fmla="*/ 831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00ABAB"/>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sp>
          <p:nvSpPr>
            <p:cNvPr id="21" name="Freeform 16">
              <a:extLst>
                <a:ext uri="{FF2B5EF4-FFF2-40B4-BE49-F238E27FC236}">
                  <a16:creationId xmlns:a16="http://schemas.microsoft.com/office/drawing/2014/main" id="{A89A6F15-3220-E0CE-F0F2-FB2AFB2DD393}"/>
                </a:ext>
              </a:extLst>
            </p:cNvPr>
            <p:cNvSpPr>
              <a:spLocks/>
            </p:cNvSpPr>
            <p:nvPr/>
          </p:nvSpPr>
          <p:spPr bwMode="auto">
            <a:xfrm flipV="1">
              <a:off x="3942875" y="3011642"/>
              <a:ext cx="1825715" cy="1433359"/>
            </a:xfrm>
            <a:custGeom>
              <a:avLst/>
              <a:gdLst>
                <a:gd name="T0" fmla="*/ 0 w 2312"/>
                <a:gd name="T1" fmla="*/ 0 h 1823"/>
                <a:gd name="T2" fmla="*/ 397 w 2312"/>
                <a:gd name="T3" fmla="*/ 0 h 1823"/>
                <a:gd name="T4" fmla="*/ 397 w 2312"/>
                <a:gd name="T5" fmla="*/ 124 h 1823"/>
                <a:gd name="T6" fmla="*/ 440 w 2312"/>
                <a:gd name="T7" fmla="*/ 112 h 1823"/>
                <a:gd name="T8" fmla="*/ 503 w 2312"/>
                <a:gd name="T9" fmla="*/ 169 h 1823"/>
                <a:gd name="T10" fmla="*/ 448 w 2312"/>
                <a:gd name="T11" fmla="*/ 221 h 1823"/>
                <a:gd name="T12" fmla="*/ 397 w 2312"/>
                <a:gd name="T13" fmla="*/ 213 h 1823"/>
                <a:gd name="T14" fmla="*/ 397 w 2312"/>
                <a:gd name="T15" fmla="*/ 335 h 1823"/>
                <a:gd name="T16" fmla="*/ 251 w 2312"/>
                <a:gd name="T17" fmla="*/ 335 h 1823"/>
                <a:gd name="T18" fmla="*/ 261 w 2312"/>
                <a:gd name="T19" fmla="*/ 291 h 1823"/>
                <a:gd name="T20" fmla="*/ 199 w 2312"/>
                <a:gd name="T21" fmla="*/ 248 h 1823"/>
                <a:gd name="T22" fmla="*/ 133 w 2312"/>
                <a:gd name="T23" fmla="*/ 298 h 1823"/>
                <a:gd name="T24" fmla="*/ 146 w 2312"/>
                <a:gd name="T25" fmla="*/ 335 h 1823"/>
                <a:gd name="T26" fmla="*/ 0 w 2312"/>
                <a:gd name="T27" fmla="*/ 335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53565A">
                <a:lumMod val="60000"/>
                <a:lumOff val="40000"/>
              </a:srgbClr>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50" b="1" i="0" u="none" strike="noStrike" kern="0" cap="none" spc="0" normalizeH="0" baseline="0" noProof="0">
                <a:ln>
                  <a:noFill/>
                </a:ln>
                <a:solidFill>
                  <a:srgbClr val="002776"/>
                </a:solidFill>
                <a:effectLst/>
                <a:uLnTx/>
                <a:uFillTx/>
                <a:latin typeface="Arial" panose="020B0604020202020204" pitchFamily="34" charset="0"/>
                <a:cs typeface="Arial" panose="020B0604020202020204" pitchFamily="34" charset="0"/>
              </a:endParaRPr>
            </a:p>
          </p:txBody>
        </p:sp>
      </p:grpSp>
      <p:sp>
        <p:nvSpPr>
          <p:cNvPr id="22" name="Trapezoid 21">
            <a:extLst>
              <a:ext uri="{FF2B5EF4-FFF2-40B4-BE49-F238E27FC236}">
                <a16:creationId xmlns:a16="http://schemas.microsoft.com/office/drawing/2014/main" id="{25AF408C-054F-EB0E-E707-8C4276516B05}"/>
              </a:ext>
            </a:extLst>
          </p:cNvPr>
          <p:cNvSpPr/>
          <p:nvPr/>
        </p:nvSpPr>
        <p:spPr bwMode="gray">
          <a:xfrm rot="10800000">
            <a:off x="501650" y="3281335"/>
            <a:ext cx="5197027" cy="271497"/>
          </a:xfrm>
          <a:prstGeom prst="trapezoid">
            <a:avLst>
              <a:gd name="adj" fmla="val 281108"/>
            </a:avLst>
          </a:prstGeom>
          <a:solidFill>
            <a:srgbClr val="53565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3CCCD73E-FCEC-46E3-381F-15E7D2C5FED6}"/>
              </a:ext>
            </a:extLst>
          </p:cNvPr>
          <p:cNvSpPr/>
          <p:nvPr/>
        </p:nvSpPr>
        <p:spPr bwMode="gray">
          <a:xfrm>
            <a:off x="1956213" y="3317526"/>
            <a:ext cx="2284835" cy="140617"/>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50" b="1" i="1">
                <a:solidFill>
                  <a:prstClr val="white"/>
                </a:solidFill>
                <a:latin typeface="Arial" panose="020B0604020202020204" pitchFamily="34" charset="0"/>
                <a:cs typeface="Arial" panose="020B0604020202020204" pitchFamily="34" charset="0"/>
              </a:rPr>
              <a:t>Key Offerings</a:t>
            </a:r>
          </a:p>
        </p:txBody>
      </p:sp>
      <p:sp>
        <p:nvSpPr>
          <p:cNvPr id="24" name="Rectangle 23">
            <a:extLst>
              <a:ext uri="{FF2B5EF4-FFF2-40B4-BE49-F238E27FC236}">
                <a16:creationId xmlns:a16="http://schemas.microsoft.com/office/drawing/2014/main" id="{5375A2E5-27C6-CACD-95F3-75E35E9B3924}"/>
              </a:ext>
            </a:extLst>
          </p:cNvPr>
          <p:cNvSpPr/>
          <p:nvPr/>
        </p:nvSpPr>
        <p:spPr bwMode="gray">
          <a:xfrm>
            <a:off x="6089241" y="2448836"/>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r">
              <a:lnSpc>
                <a:spcPct val="106000"/>
              </a:lnSpc>
            </a:pPr>
            <a:r>
              <a:rPr kumimoji="0" lang="en-US" sz="1050" b="1" i="0" u="none" strike="noStrike" kern="0" cap="none" spc="0" normalizeH="0" baseline="0" noProof="0">
                <a:ln>
                  <a:noFill/>
                </a:ln>
                <a:solidFill>
                  <a:prstClr val="white"/>
                </a:solidFill>
                <a:effectLst/>
                <a:uLnTx/>
                <a:uFillTx/>
                <a:latin typeface="Calibri"/>
              </a:rPr>
              <a:t>	JBVNL, Jharkhand, India</a:t>
            </a:r>
          </a:p>
        </p:txBody>
      </p:sp>
      <p:sp>
        <p:nvSpPr>
          <p:cNvPr id="25" name="Rectangle 24">
            <a:extLst>
              <a:ext uri="{FF2B5EF4-FFF2-40B4-BE49-F238E27FC236}">
                <a16:creationId xmlns:a16="http://schemas.microsoft.com/office/drawing/2014/main" id="{4DF9E264-FDAC-978B-B0D1-2C08B2E8A9F7}"/>
              </a:ext>
            </a:extLst>
          </p:cNvPr>
          <p:cNvSpPr/>
          <p:nvPr/>
        </p:nvSpPr>
        <p:spPr bwMode="gray">
          <a:xfrm>
            <a:off x="6089240" y="2874505"/>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IT-PMO cum ICT Management Support in JBVNL (Retainership)</a:t>
            </a:r>
          </a:p>
        </p:txBody>
      </p:sp>
      <p:sp>
        <p:nvSpPr>
          <p:cNvPr id="26" name="Half Frame 25">
            <a:extLst>
              <a:ext uri="{FF2B5EF4-FFF2-40B4-BE49-F238E27FC236}">
                <a16:creationId xmlns:a16="http://schemas.microsoft.com/office/drawing/2014/main" id="{21934960-88B7-17BC-2348-BF8FD22AC46B}"/>
              </a:ext>
            </a:extLst>
          </p:cNvPr>
          <p:cNvSpPr/>
          <p:nvPr/>
        </p:nvSpPr>
        <p:spPr bwMode="gray">
          <a:xfrm rot="10800000">
            <a:off x="8312513" y="3231478"/>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7" name="Half Frame 26">
            <a:extLst>
              <a:ext uri="{FF2B5EF4-FFF2-40B4-BE49-F238E27FC236}">
                <a16:creationId xmlns:a16="http://schemas.microsoft.com/office/drawing/2014/main" id="{CE10A19D-C056-985E-16B8-B539FFDA4396}"/>
              </a:ext>
            </a:extLst>
          </p:cNvPr>
          <p:cNvSpPr/>
          <p:nvPr/>
        </p:nvSpPr>
        <p:spPr bwMode="gray">
          <a:xfrm rot="16200000">
            <a:off x="6046892" y="3233733"/>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9CA62075-02A6-3C29-417B-804C513F8AE0}"/>
              </a:ext>
            </a:extLst>
          </p:cNvPr>
          <p:cNvSpPr/>
          <p:nvPr/>
        </p:nvSpPr>
        <p:spPr bwMode="gray">
          <a:xfrm>
            <a:off x="9149446" y="1093895"/>
            <a:ext cx="2492653" cy="485753"/>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	DPL, West Bengal, India </a:t>
            </a:r>
          </a:p>
        </p:txBody>
      </p:sp>
      <p:sp>
        <p:nvSpPr>
          <p:cNvPr id="29" name="Rectangle 28">
            <a:extLst>
              <a:ext uri="{FF2B5EF4-FFF2-40B4-BE49-F238E27FC236}">
                <a16:creationId xmlns:a16="http://schemas.microsoft.com/office/drawing/2014/main" id="{DA9E2400-CD06-9D55-E356-52959C44B05B}"/>
              </a:ext>
            </a:extLst>
          </p:cNvPr>
          <p:cNvSpPr/>
          <p:nvPr/>
        </p:nvSpPr>
        <p:spPr bwMode="gray">
          <a:xfrm>
            <a:off x="9149445" y="1586030"/>
            <a:ext cx="2492653"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i="1" kern="0">
                <a:solidFill>
                  <a:prstClr val="black"/>
                </a:solidFill>
                <a:latin typeface="Calibri"/>
              </a:rPr>
              <a:t>Consultancy support for ERP Implementation at Durgapur Projects Limited </a:t>
            </a:r>
            <a:endParaRPr kumimoji="0" lang="en-US" sz="1050" b="1" i="1" u="none" strike="noStrike" kern="0" cap="none" spc="0" normalizeH="0" baseline="0" noProof="0">
              <a:ln>
                <a:noFill/>
              </a:ln>
              <a:solidFill>
                <a:prstClr val="black"/>
              </a:solidFill>
              <a:effectLst/>
              <a:uLnTx/>
              <a:uFillTx/>
              <a:latin typeface="Calibri"/>
            </a:endParaRPr>
          </a:p>
        </p:txBody>
      </p:sp>
      <p:sp>
        <p:nvSpPr>
          <p:cNvPr id="30" name="Half Frame 29">
            <a:extLst>
              <a:ext uri="{FF2B5EF4-FFF2-40B4-BE49-F238E27FC236}">
                <a16:creationId xmlns:a16="http://schemas.microsoft.com/office/drawing/2014/main" id="{79AC840B-1992-07D0-9B50-CCE7FF5183F8}"/>
              </a:ext>
            </a:extLst>
          </p:cNvPr>
          <p:cNvSpPr/>
          <p:nvPr/>
        </p:nvSpPr>
        <p:spPr bwMode="gray">
          <a:xfrm rot="10800000">
            <a:off x="11372717" y="187653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1" name="Half Frame 30">
            <a:extLst>
              <a:ext uri="{FF2B5EF4-FFF2-40B4-BE49-F238E27FC236}">
                <a16:creationId xmlns:a16="http://schemas.microsoft.com/office/drawing/2014/main" id="{4AD93193-FF84-C5E6-1789-D2A0BFCB9FBA}"/>
              </a:ext>
            </a:extLst>
          </p:cNvPr>
          <p:cNvSpPr/>
          <p:nvPr/>
        </p:nvSpPr>
        <p:spPr bwMode="gray">
          <a:xfrm rot="16200000">
            <a:off x="9107096" y="187879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grpSp>
        <p:nvGrpSpPr>
          <p:cNvPr id="32" name="Group 31">
            <a:extLst>
              <a:ext uri="{FF2B5EF4-FFF2-40B4-BE49-F238E27FC236}">
                <a16:creationId xmlns:a16="http://schemas.microsoft.com/office/drawing/2014/main" id="{D473DA84-9BD4-E129-14E7-F1504EA96CFC}"/>
              </a:ext>
            </a:extLst>
          </p:cNvPr>
          <p:cNvGrpSpPr/>
          <p:nvPr/>
        </p:nvGrpSpPr>
        <p:grpSpPr>
          <a:xfrm>
            <a:off x="6061920" y="1093895"/>
            <a:ext cx="2532746" cy="1065542"/>
            <a:chOff x="5926190" y="1341169"/>
            <a:chExt cx="2532746" cy="1065542"/>
          </a:xfrm>
        </p:grpSpPr>
        <p:sp>
          <p:nvSpPr>
            <p:cNvPr id="33" name="Rectangle 32">
              <a:extLst>
                <a:ext uri="{FF2B5EF4-FFF2-40B4-BE49-F238E27FC236}">
                  <a16:creationId xmlns:a16="http://schemas.microsoft.com/office/drawing/2014/main" id="{3EC7C219-6CF5-FC65-3B51-D4F400353F37}"/>
                </a:ext>
              </a:extLst>
            </p:cNvPr>
            <p:cNvSpPr/>
            <p:nvPr/>
          </p:nvSpPr>
          <p:spPr bwMode="gray">
            <a:xfrm>
              <a:off x="5966283" y="134116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Calibri"/>
                </a:rPr>
                <a:t>JBVNL, Jharkhand, India</a:t>
              </a:r>
            </a:p>
          </p:txBody>
        </p:sp>
        <p:sp>
          <p:nvSpPr>
            <p:cNvPr id="34" name="Rectangle 33">
              <a:extLst>
                <a:ext uri="{FF2B5EF4-FFF2-40B4-BE49-F238E27FC236}">
                  <a16:creationId xmlns:a16="http://schemas.microsoft.com/office/drawing/2014/main" id="{B60223B4-2459-6776-6F43-14F7819FF050}"/>
                </a:ext>
              </a:extLst>
            </p:cNvPr>
            <p:cNvSpPr/>
            <p:nvPr/>
          </p:nvSpPr>
          <p:spPr bwMode="gray">
            <a:xfrm>
              <a:off x="5966282" y="176683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Central Project Monitoring Unit (CPMU) at JBVNL (Retainership)</a:t>
              </a:r>
            </a:p>
          </p:txBody>
        </p:sp>
        <p:sp>
          <p:nvSpPr>
            <p:cNvPr id="35" name="Half Frame 34">
              <a:extLst>
                <a:ext uri="{FF2B5EF4-FFF2-40B4-BE49-F238E27FC236}">
                  <a16:creationId xmlns:a16="http://schemas.microsoft.com/office/drawing/2014/main" id="{661AB553-E9D9-8379-E8F9-BA677D28D1C1}"/>
                </a:ext>
              </a:extLst>
            </p:cNvPr>
            <p:cNvSpPr/>
            <p:nvPr/>
          </p:nvSpPr>
          <p:spPr bwMode="gray">
            <a:xfrm rot="10800000">
              <a:off x="8189555" y="212381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6" name="Half Frame 35">
              <a:extLst>
                <a:ext uri="{FF2B5EF4-FFF2-40B4-BE49-F238E27FC236}">
                  <a16:creationId xmlns:a16="http://schemas.microsoft.com/office/drawing/2014/main" id="{8B725272-C0EB-FDA8-7940-03657B15737B}"/>
                </a:ext>
              </a:extLst>
            </p:cNvPr>
            <p:cNvSpPr/>
            <p:nvPr/>
          </p:nvSpPr>
          <p:spPr bwMode="gray">
            <a:xfrm rot="16200000">
              <a:off x="5923934" y="212606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grpSp>
      <p:sp>
        <p:nvSpPr>
          <p:cNvPr id="37" name="Rectangle 36">
            <a:extLst>
              <a:ext uri="{FF2B5EF4-FFF2-40B4-BE49-F238E27FC236}">
                <a16:creationId xmlns:a16="http://schemas.microsoft.com/office/drawing/2014/main" id="{53828872-C4DC-154B-B552-891C0A0ADD94}"/>
              </a:ext>
            </a:extLst>
          </p:cNvPr>
          <p:cNvSpPr/>
          <p:nvPr/>
        </p:nvSpPr>
        <p:spPr bwMode="gray">
          <a:xfrm>
            <a:off x="9104842" y="5053513"/>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	 Jharkhand, India</a:t>
            </a:r>
          </a:p>
        </p:txBody>
      </p:sp>
      <p:sp>
        <p:nvSpPr>
          <p:cNvPr id="38" name="Rectangle 37">
            <a:extLst>
              <a:ext uri="{FF2B5EF4-FFF2-40B4-BE49-F238E27FC236}">
                <a16:creationId xmlns:a16="http://schemas.microsoft.com/office/drawing/2014/main" id="{3D564AAD-E7B4-F654-E369-0853EFC1347B}"/>
              </a:ext>
            </a:extLst>
          </p:cNvPr>
          <p:cNvSpPr/>
          <p:nvPr/>
        </p:nvSpPr>
        <p:spPr bwMode="gray">
          <a:xfrm>
            <a:off x="9104841" y="547918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Transaction advisory and monitoring of implementation of smart metering in the state of Jharkhand,</a:t>
            </a:r>
          </a:p>
        </p:txBody>
      </p:sp>
      <p:sp>
        <p:nvSpPr>
          <p:cNvPr id="39" name="Half Frame 38">
            <a:extLst>
              <a:ext uri="{FF2B5EF4-FFF2-40B4-BE49-F238E27FC236}">
                <a16:creationId xmlns:a16="http://schemas.microsoft.com/office/drawing/2014/main" id="{0CA1FEE8-4A7A-E848-EE8C-D93B8D4120A4}"/>
              </a:ext>
            </a:extLst>
          </p:cNvPr>
          <p:cNvSpPr/>
          <p:nvPr/>
        </p:nvSpPr>
        <p:spPr bwMode="gray">
          <a:xfrm rot="10800000">
            <a:off x="11328114" y="5836155"/>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40" name="Half Frame 39">
            <a:extLst>
              <a:ext uri="{FF2B5EF4-FFF2-40B4-BE49-F238E27FC236}">
                <a16:creationId xmlns:a16="http://schemas.microsoft.com/office/drawing/2014/main" id="{E244F48F-0C7D-083E-220F-2189E9DC19E7}"/>
              </a:ext>
            </a:extLst>
          </p:cNvPr>
          <p:cNvSpPr/>
          <p:nvPr/>
        </p:nvSpPr>
        <p:spPr bwMode="gray">
          <a:xfrm rot="16200000">
            <a:off x="9062493" y="5838410"/>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41" name="Rectangle 40">
            <a:extLst>
              <a:ext uri="{FF2B5EF4-FFF2-40B4-BE49-F238E27FC236}">
                <a16:creationId xmlns:a16="http://schemas.microsoft.com/office/drawing/2014/main" id="{9AFC9B77-FCF2-BB46-7243-9191A4D701FB}"/>
              </a:ext>
            </a:extLst>
          </p:cNvPr>
          <p:cNvSpPr/>
          <p:nvPr/>
        </p:nvSpPr>
        <p:spPr bwMode="gray">
          <a:xfrm>
            <a:off x="9144768" y="3720836"/>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JBVNL, Jharkhand, India</a:t>
            </a:r>
          </a:p>
        </p:txBody>
      </p:sp>
      <p:sp>
        <p:nvSpPr>
          <p:cNvPr id="42" name="Rectangle 41">
            <a:extLst>
              <a:ext uri="{FF2B5EF4-FFF2-40B4-BE49-F238E27FC236}">
                <a16:creationId xmlns:a16="http://schemas.microsoft.com/office/drawing/2014/main" id="{140E4BC5-0CF2-C791-0254-52E6A7B5EA1B}"/>
              </a:ext>
            </a:extLst>
          </p:cNvPr>
          <p:cNvSpPr/>
          <p:nvPr/>
        </p:nvSpPr>
        <p:spPr bwMode="gray">
          <a:xfrm>
            <a:off x="9144767" y="4146505"/>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i="1" kern="0">
                <a:solidFill>
                  <a:prstClr val="black"/>
                </a:solidFill>
                <a:latin typeface="Calibri"/>
              </a:rPr>
              <a:t>P</a:t>
            </a:r>
            <a:r>
              <a:rPr kumimoji="0" lang="en-US" sz="1050" b="1" i="1" u="none" strike="noStrike" kern="0" cap="none" spc="0" normalizeH="0" baseline="0" noProof="0">
                <a:ln>
                  <a:noFill/>
                </a:ln>
                <a:solidFill>
                  <a:prstClr val="black"/>
                </a:solidFill>
                <a:effectLst/>
                <a:uLnTx/>
                <a:uFillTx/>
                <a:latin typeface="Calibri"/>
              </a:rPr>
              <a:t>reparation of a Fixed Asset Register (FAR) for Jharkhand Bijli Vitran Nigam Limited (JBVNL) </a:t>
            </a:r>
          </a:p>
        </p:txBody>
      </p:sp>
      <p:sp>
        <p:nvSpPr>
          <p:cNvPr id="43" name="Half Frame 42">
            <a:extLst>
              <a:ext uri="{FF2B5EF4-FFF2-40B4-BE49-F238E27FC236}">
                <a16:creationId xmlns:a16="http://schemas.microsoft.com/office/drawing/2014/main" id="{FED19843-9298-772F-97CF-21C6C359390A}"/>
              </a:ext>
            </a:extLst>
          </p:cNvPr>
          <p:cNvSpPr/>
          <p:nvPr/>
        </p:nvSpPr>
        <p:spPr bwMode="gray">
          <a:xfrm rot="10800000">
            <a:off x="11368040" y="4503478"/>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44" name="Half Frame 43">
            <a:extLst>
              <a:ext uri="{FF2B5EF4-FFF2-40B4-BE49-F238E27FC236}">
                <a16:creationId xmlns:a16="http://schemas.microsoft.com/office/drawing/2014/main" id="{E6905687-CC9D-E06D-9B00-E94184712B04}"/>
              </a:ext>
            </a:extLst>
          </p:cNvPr>
          <p:cNvSpPr/>
          <p:nvPr/>
        </p:nvSpPr>
        <p:spPr bwMode="gray">
          <a:xfrm rot="16200000">
            <a:off x="9102419" y="4505733"/>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46" name="Rectangle 45">
            <a:extLst>
              <a:ext uri="{FF2B5EF4-FFF2-40B4-BE49-F238E27FC236}">
                <a16:creationId xmlns:a16="http://schemas.microsoft.com/office/drawing/2014/main" id="{8EF4C1FD-217F-185C-5670-19B54E78D8D5}"/>
              </a:ext>
            </a:extLst>
          </p:cNvPr>
          <p:cNvSpPr/>
          <p:nvPr/>
        </p:nvSpPr>
        <p:spPr bwMode="gray">
          <a:xfrm>
            <a:off x="9148672" y="2433104"/>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The World Bank</a:t>
            </a:r>
          </a:p>
        </p:txBody>
      </p:sp>
      <p:sp>
        <p:nvSpPr>
          <p:cNvPr id="47" name="Rectangle 46">
            <a:extLst>
              <a:ext uri="{FF2B5EF4-FFF2-40B4-BE49-F238E27FC236}">
                <a16:creationId xmlns:a16="http://schemas.microsoft.com/office/drawing/2014/main" id="{8587D04F-B67F-BB7A-BF6D-A9F60415186A}"/>
              </a:ext>
            </a:extLst>
          </p:cNvPr>
          <p:cNvSpPr/>
          <p:nvPr/>
        </p:nvSpPr>
        <p:spPr bwMode="gray">
          <a:xfrm>
            <a:off x="9148671" y="285877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DPR for Smart Grid Deployment in Udaipur Smart City</a:t>
            </a:r>
          </a:p>
        </p:txBody>
      </p:sp>
      <p:sp>
        <p:nvSpPr>
          <p:cNvPr id="48" name="Half Frame 47">
            <a:extLst>
              <a:ext uri="{FF2B5EF4-FFF2-40B4-BE49-F238E27FC236}">
                <a16:creationId xmlns:a16="http://schemas.microsoft.com/office/drawing/2014/main" id="{918EBAA9-F3D2-4755-7D23-2B8204FEED08}"/>
              </a:ext>
            </a:extLst>
          </p:cNvPr>
          <p:cNvSpPr/>
          <p:nvPr/>
        </p:nvSpPr>
        <p:spPr bwMode="gray">
          <a:xfrm rot="10800000">
            <a:off x="8092699" y="5648020"/>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49" name="Half Frame 48">
            <a:extLst>
              <a:ext uri="{FF2B5EF4-FFF2-40B4-BE49-F238E27FC236}">
                <a16:creationId xmlns:a16="http://schemas.microsoft.com/office/drawing/2014/main" id="{D45079F0-75F2-FB87-F715-D485F7B30F1C}"/>
              </a:ext>
            </a:extLst>
          </p:cNvPr>
          <p:cNvSpPr/>
          <p:nvPr/>
        </p:nvSpPr>
        <p:spPr bwMode="gray">
          <a:xfrm rot="16200000">
            <a:off x="9106323" y="321800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50" name="Rectangle 49">
            <a:extLst>
              <a:ext uri="{FF2B5EF4-FFF2-40B4-BE49-F238E27FC236}">
                <a16:creationId xmlns:a16="http://schemas.microsoft.com/office/drawing/2014/main" id="{BE6ADF33-4B5A-AA64-5206-10C49F5896FD}"/>
              </a:ext>
            </a:extLst>
          </p:cNvPr>
          <p:cNvSpPr/>
          <p:nvPr/>
        </p:nvSpPr>
        <p:spPr bwMode="gray">
          <a:xfrm>
            <a:off x="6021827" y="5017778"/>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Calibri"/>
              </a:rPr>
              <a:t>Power Cell, </a:t>
            </a:r>
          </a:p>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Calibri"/>
              </a:rPr>
              <a:t>Government of Bangladesh</a:t>
            </a:r>
          </a:p>
        </p:txBody>
      </p:sp>
      <p:sp>
        <p:nvSpPr>
          <p:cNvPr id="51" name="Rectangle 50">
            <a:extLst>
              <a:ext uri="{FF2B5EF4-FFF2-40B4-BE49-F238E27FC236}">
                <a16:creationId xmlns:a16="http://schemas.microsoft.com/office/drawing/2014/main" id="{9ACC4C79-003C-68F6-4B36-E97668F01F54}"/>
              </a:ext>
            </a:extLst>
          </p:cNvPr>
          <p:cNvSpPr/>
          <p:nvPr/>
        </p:nvSpPr>
        <p:spPr bwMode="gray">
          <a:xfrm>
            <a:off x="6021826" y="5443447"/>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ICT Roadmap for all the power utilities in Bangladesh</a:t>
            </a:r>
          </a:p>
        </p:txBody>
      </p:sp>
      <p:sp>
        <p:nvSpPr>
          <p:cNvPr id="52" name="Half Frame 51">
            <a:extLst>
              <a:ext uri="{FF2B5EF4-FFF2-40B4-BE49-F238E27FC236}">
                <a16:creationId xmlns:a16="http://schemas.microsoft.com/office/drawing/2014/main" id="{4E8F8704-BD26-C28C-5F73-0FA914996343}"/>
              </a:ext>
            </a:extLst>
          </p:cNvPr>
          <p:cNvSpPr/>
          <p:nvPr/>
        </p:nvSpPr>
        <p:spPr bwMode="gray">
          <a:xfrm rot="10800000">
            <a:off x="8245099" y="5800420"/>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53" name="Half Frame 52">
            <a:extLst>
              <a:ext uri="{FF2B5EF4-FFF2-40B4-BE49-F238E27FC236}">
                <a16:creationId xmlns:a16="http://schemas.microsoft.com/office/drawing/2014/main" id="{009C6083-710B-CCF3-06BF-425E65FAC6EB}"/>
              </a:ext>
            </a:extLst>
          </p:cNvPr>
          <p:cNvSpPr/>
          <p:nvPr/>
        </p:nvSpPr>
        <p:spPr bwMode="gray">
          <a:xfrm rot="16200000">
            <a:off x="5979478" y="5802675"/>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54" name="Rectangle 53">
            <a:extLst>
              <a:ext uri="{FF2B5EF4-FFF2-40B4-BE49-F238E27FC236}">
                <a16:creationId xmlns:a16="http://schemas.microsoft.com/office/drawing/2014/main" id="{FDDD0A75-0BF7-0638-E476-398B2943893A}"/>
              </a:ext>
            </a:extLst>
          </p:cNvPr>
          <p:cNvSpPr/>
          <p:nvPr/>
        </p:nvSpPr>
        <p:spPr bwMode="gray">
          <a:xfrm>
            <a:off x="6061921" y="369334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WBSEDCL, West Bengal, India</a:t>
            </a:r>
          </a:p>
        </p:txBody>
      </p:sp>
      <p:sp>
        <p:nvSpPr>
          <p:cNvPr id="55" name="Rectangle 54">
            <a:extLst>
              <a:ext uri="{FF2B5EF4-FFF2-40B4-BE49-F238E27FC236}">
                <a16:creationId xmlns:a16="http://schemas.microsoft.com/office/drawing/2014/main" id="{D5143424-29FF-2CC3-BBCC-625326E40CDE}"/>
              </a:ext>
            </a:extLst>
          </p:cNvPr>
          <p:cNvSpPr/>
          <p:nvPr/>
        </p:nvSpPr>
        <p:spPr bwMode="gray">
          <a:xfrm>
            <a:off x="6061920" y="411901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Project Management Consultancy for implementation of Smart Meter (AMI-SP)</a:t>
            </a:r>
          </a:p>
        </p:txBody>
      </p:sp>
      <p:sp>
        <p:nvSpPr>
          <p:cNvPr id="56" name="Half Frame 55">
            <a:extLst>
              <a:ext uri="{FF2B5EF4-FFF2-40B4-BE49-F238E27FC236}">
                <a16:creationId xmlns:a16="http://schemas.microsoft.com/office/drawing/2014/main" id="{1ECB72B6-A436-0AB3-632F-A55C02069AE0}"/>
              </a:ext>
            </a:extLst>
          </p:cNvPr>
          <p:cNvSpPr/>
          <p:nvPr/>
        </p:nvSpPr>
        <p:spPr bwMode="gray">
          <a:xfrm rot="10800000">
            <a:off x="8285193" y="447598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57" name="Half Frame 56">
            <a:extLst>
              <a:ext uri="{FF2B5EF4-FFF2-40B4-BE49-F238E27FC236}">
                <a16:creationId xmlns:a16="http://schemas.microsoft.com/office/drawing/2014/main" id="{1F13266D-8C3C-1AFF-13E6-7F8DCE42B1D6}"/>
              </a:ext>
            </a:extLst>
          </p:cNvPr>
          <p:cNvSpPr/>
          <p:nvPr/>
        </p:nvSpPr>
        <p:spPr bwMode="gray">
          <a:xfrm rot="16200000">
            <a:off x="6019572" y="447824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58" name="Rectangle 57">
            <a:extLst>
              <a:ext uri="{FF2B5EF4-FFF2-40B4-BE49-F238E27FC236}">
                <a16:creationId xmlns:a16="http://schemas.microsoft.com/office/drawing/2014/main" id="{F3F06664-3E2C-E953-B605-A141DB18F6D1}"/>
              </a:ext>
            </a:extLst>
          </p:cNvPr>
          <p:cNvSpPr/>
          <p:nvPr/>
        </p:nvSpPr>
        <p:spPr>
          <a:xfrm>
            <a:off x="533708" y="3904482"/>
            <a:ext cx="1211837" cy="900246"/>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Studies to support seamless renewables and DER integration</a:t>
            </a:r>
            <a:endParaRPr lang="en-US" sz="1050">
              <a:solidFill>
                <a:prstClr val="black"/>
              </a:solidFill>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E3B68DB6-608B-7E3D-FDBA-D831A000AC6A}"/>
              </a:ext>
            </a:extLst>
          </p:cNvPr>
          <p:cNvSpPr/>
          <p:nvPr/>
        </p:nvSpPr>
        <p:spPr>
          <a:xfrm>
            <a:off x="2022370" y="3898184"/>
            <a:ext cx="1211837" cy="900246"/>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Benefits modelling and simulation of ESS value streams</a:t>
            </a:r>
          </a:p>
        </p:txBody>
      </p:sp>
      <p:sp>
        <p:nvSpPr>
          <p:cNvPr id="60" name="Rectangle 59">
            <a:extLst>
              <a:ext uri="{FF2B5EF4-FFF2-40B4-BE49-F238E27FC236}">
                <a16:creationId xmlns:a16="http://schemas.microsoft.com/office/drawing/2014/main" id="{893ABCDF-F380-F758-AACA-17115D4B8037}"/>
              </a:ext>
            </a:extLst>
          </p:cNvPr>
          <p:cNvSpPr/>
          <p:nvPr/>
        </p:nvSpPr>
        <p:spPr>
          <a:xfrm>
            <a:off x="3317575" y="3904482"/>
            <a:ext cx="1211837" cy="577081"/>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Cost efficiency through digital tools</a:t>
            </a:r>
            <a:endParaRPr lang="en-US" sz="1050">
              <a:solidFill>
                <a:prstClr val="black"/>
              </a:solidFill>
              <a:latin typeface="Arial" panose="020B060402020202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9BDE18DB-6BDA-74C2-0F5F-2CCC6366C959}"/>
              </a:ext>
            </a:extLst>
          </p:cNvPr>
          <p:cNvSpPr/>
          <p:nvPr/>
        </p:nvSpPr>
        <p:spPr>
          <a:xfrm>
            <a:off x="4665824" y="3925402"/>
            <a:ext cx="1101670" cy="738664"/>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Consumer centric business models</a:t>
            </a:r>
            <a:endParaRPr lang="en-US" sz="1050">
              <a:solidFill>
                <a:prstClr val="black"/>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02F27007-605D-E3E2-AC58-B39A5A13DCB5}"/>
              </a:ext>
            </a:extLst>
          </p:cNvPr>
          <p:cNvSpPr/>
          <p:nvPr/>
        </p:nvSpPr>
        <p:spPr>
          <a:xfrm>
            <a:off x="543233" y="5182579"/>
            <a:ext cx="1211837" cy="738664"/>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Support seamless communication with consumers</a:t>
            </a:r>
            <a:endParaRPr lang="en-US" sz="1050">
              <a:solidFill>
                <a:prstClr val="black"/>
              </a:solidFill>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0D6C9D1-1254-5009-C89B-68284B115621}"/>
              </a:ext>
            </a:extLst>
          </p:cNvPr>
          <p:cNvSpPr/>
          <p:nvPr/>
        </p:nvSpPr>
        <p:spPr>
          <a:xfrm>
            <a:off x="1987551" y="5182579"/>
            <a:ext cx="1211837" cy="577081"/>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Planning for emerging technologies</a:t>
            </a:r>
            <a:endParaRPr lang="en-US" sz="1050">
              <a:solidFill>
                <a:prstClr val="black"/>
              </a:solidFill>
              <a:latin typeface="Arial" panose="020B060402020202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8F09FB4E-4009-A07F-EF36-DDE84DE183CD}"/>
              </a:ext>
            </a:extLst>
          </p:cNvPr>
          <p:cNvSpPr/>
          <p:nvPr/>
        </p:nvSpPr>
        <p:spPr>
          <a:xfrm>
            <a:off x="3332854" y="5269373"/>
            <a:ext cx="1211837" cy="430887"/>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Developing EV ecosystem</a:t>
            </a:r>
            <a:endParaRPr lang="en-US" sz="1050">
              <a:solidFill>
                <a:prstClr val="black"/>
              </a:solidFill>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F16C3C88-91D3-A4A4-692E-33B3CD7EB0D9}"/>
              </a:ext>
            </a:extLst>
          </p:cNvPr>
          <p:cNvSpPr/>
          <p:nvPr/>
        </p:nvSpPr>
        <p:spPr>
          <a:xfrm>
            <a:off x="4598213" y="5245543"/>
            <a:ext cx="1211837" cy="577081"/>
          </a:xfrm>
          <a:prstGeom prst="rect">
            <a:avLst/>
          </a:prstGeom>
        </p:spPr>
        <p:txBody>
          <a:bodyPr wrap="square">
            <a:spAutoFit/>
          </a:bodyPr>
          <a:lstStyle/>
          <a:p>
            <a:pPr algn="ctr"/>
            <a:r>
              <a:rPr lang="en-US" sz="1050">
                <a:solidFill>
                  <a:srgbClr val="FFFFFF"/>
                </a:solidFill>
                <a:latin typeface="Arial" panose="020B0604020202020204" pitchFamily="34" charset="0"/>
                <a:cs typeface="Arial" panose="020B0604020202020204" pitchFamily="34" charset="0"/>
              </a:rPr>
              <a:t>Digital &amp; Technology Roadmap</a:t>
            </a:r>
            <a:endParaRPr lang="en-US" sz="1050">
              <a:solidFill>
                <a:prstClr val="black"/>
              </a:solidFill>
              <a:latin typeface="Arial" panose="020B0604020202020204" pitchFamily="34" charset="0"/>
              <a:cs typeface="Arial" panose="020B0604020202020204" pitchFamily="34" charset="0"/>
            </a:endParaRPr>
          </a:p>
        </p:txBody>
      </p:sp>
      <p:pic>
        <p:nvPicPr>
          <p:cNvPr id="67" name="Picture 66">
            <a:extLst>
              <a:ext uri="{FF2B5EF4-FFF2-40B4-BE49-F238E27FC236}">
                <a16:creationId xmlns:a16="http://schemas.microsoft.com/office/drawing/2014/main" id="{C2CF7B82-E814-894B-6E13-39BF9F76F8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gray">
          <a:xfrm>
            <a:off x="9216085" y="2488087"/>
            <a:ext cx="1343953" cy="283051"/>
          </a:xfrm>
          <a:prstGeom prst="rect">
            <a:avLst/>
          </a:prstGeom>
        </p:spPr>
      </p:pic>
      <p:pic>
        <p:nvPicPr>
          <p:cNvPr id="70" name="Picture 9" descr="Power Cell - About | Facebook">
            <a:extLst>
              <a:ext uri="{FF2B5EF4-FFF2-40B4-BE49-F238E27FC236}">
                <a16:creationId xmlns:a16="http://schemas.microsoft.com/office/drawing/2014/main" id="{C2750A72-F3F3-52EF-D5EE-9081D9A05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9253" y="5027526"/>
            <a:ext cx="385459" cy="385459"/>
          </a:xfrm>
          <a:prstGeom prst="rect">
            <a:avLst/>
          </a:prstGeom>
          <a:noFill/>
          <a:extLst>
            <a:ext uri="{909E8E84-426E-40DD-AFC4-6F175D3DCCD1}">
              <a14:hiddenFill xmlns:a14="http://schemas.microsoft.com/office/drawing/2010/main">
                <a:solidFill>
                  <a:srgbClr val="FFFFFF"/>
                </a:solidFill>
              </a14:hiddenFill>
            </a:ext>
          </a:extLst>
        </p:spPr>
      </p:pic>
      <p:sp>
        <p:nvSpPr>
          <p:cNvPr id="73" name="Half Frame 72">
            <a:extLst>
              <a:ext uri="{FF2B5EF4-FFF2-40B4-BE49-F238E27FC236}">
                <a16:creationId xmlns:a16="http://schemas.microsoft.com/office/drawing/2014/main" id="{736B5529-0CD6-FB80-B162-9E35FBF5F8D5}"/>
              </a:ext>
            </a:extLst>
          </p:cNvPr>
          <p:cNvSpPr/>
          <p:nvPr/>
        </p:nvSpPr>
        <p:spPr bwMode="gray">
          <a:xfrm rot="10800000">
            <a:off x="11371944" y="320479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pic>
        <p:nvPicPr>
          <p:cNvPr id="2050" name="Picture 2" descr="The Durgapur Projects Limited, DPL ...">
            <a:extLst>
              <a:ext uri="{FF2B5EF4-FFF2-40B4-BE49-F238E27FC236}">
                <a16:creationId xmlns:a16="http://schemas.microsoft.com/office/drawing/2014/main" id="{20CF90AE-39B4-4A25-9A12-63FF69A14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4966" y="1119024"/>
            <a:ext cx="402959" cy="4029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harkhand Bijli Vitran Nigam Limited ...">
            <a:extLst>
              <a:ext uri="{FF2B5EF4-FFF2-40B4-BE49-F238E27FC236}">
                <a16:creationId xmlns:a16="http://schemas.microsoft.com/office/drawing/2014/main" id="{FFF507BE-A25C-EFFA-985A-EBF3863334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9290" y="1104589"/>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4" descr="Jharkhand Bijli Vitran Nigam Limited ...">
            <a:extLst>
              <a:ext uri="{FF2B5EF4-FFF2-40B4-BE49-F238E27FC236}">
                <a16:creationId xmlns:a16="http://schemas.microsoft.com/office/drawing/2014/main" id="{277D5451-8E82-5E67-016F-083719928A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0768" y="2465350"/>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Jharkhand Bijli Vitran Nigam Limited ...">
            <a:extLst>
              <a:ext uri="{FF2B5EF4-FFF2-40B4-BE49-F238E27FC236}">
                <a16:creationId xmlns:a16="http://schemas.microsoft.com/office/drawing/2014/main" id="{B0ED05D1-250F-97AD-9311-324B87A43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7904" y="5066675"/>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Jharkhand Bijli Vitran Nigam Limited ...">
            <a:extLst>
              <a:ext uri="{FF2B5EF4-FFF2-40B4-BE49-F238E27FC236}">
                <a16:creationId xmlns:a16="http://schemas.microsoft.com/office/drawing/2014/main" id="{43DB7D66-564A-0FD5-0B37-E20AC24AE0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3616" y="3742120"/>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WBSEDCL (@WBSEDCL1) / X">
            <a:extLst>
              <a:ext uri="{FF2B5EF4-FFF2-40B4-BE49-F238E27FC236}">
                <a16:creationId xmlns:a16="http://schemas.microsoft.com/office/drawing/2014/main" id="{A6FFC189-A44D-28D5-0CD6-410C6CE030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4112" y="3697542"/>
            <a:ext cx="398821" cy="398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62199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Deloitte Offerings &amp; Credentials - </a:t>
            </a:r>
            <a:r>
              <a:rPr kumimoji="0" lang="en-IN"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Utility Restructuring</a:t>
            </a:r>
            <a:endPar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27B762-F003-B99E-E2A9-067CB34F784C}"/>
              </a:ext>
            </a:extLst>
          </p:cNvPr>
          <p:cNvSpPr txBox="1"/>
          <p:nvPr/>
        </p:nvSpPr>
        <p:spPr>
          <a:xfrm>
            <a:off x="507343" y="1076015"/>
            <a:ext cx="5026417" cy="317393"/>
          </a:xfrm>
          <a:prstGeom prst="rect">
            <a:avLst/>
          </a:prstGeom>
          <a:solidFill>
            <a:schemeClr val="accent4"/>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Utility Restructuring</a:t>
            </a:r>
            <a:endParaRPr kumimoji="0" lang="en-IN" sz="16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32F20E1-4159-1125-C1DF-1A7449566D8E}"/>
              </a:ext>
            </a:extLst>
          </p:cNvPr>
          <p:cNvSpPr/>
          <p:nvPr/>
        </p:nvSpPr>
        <p:spPr bwMode="gray">
          <a:xfrm>
            <a:off x="6015819" y="2428874"/>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DVC, West Bengal</a:t>
            </a:r>
          </a:p>
        </p:txBody>
      </p:sp>
      <p:sp>
        <p:nvSpPr>
          <p:cNvPr id="5" name="Rectangle 4">
            <a:extLst>
              <a:ext uri="{FF2B5EF4-FFF2-40B4-BE49-F238E27FC236}">
                <a16:creationId xmlns:a16="http://schemas.microsoft.com/office/drawing/2014/main" id="{5F9C2C18-C4FE-9CA7-1B5E-8B1A11DFEB34}"/>
              </a:ext>
            </a:extLst>
          </p:cNvPr>
          <p:cNvSpPr/>
          <p:nvPr/>
        </p:nvSpPr>
        <p:spPr bwMode="gray">
          <a:xfrm>
            <a:off x="6083232" y="285454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Due Diligence Assistance to Damodar</a:t>
            </a:r>
            <a:r>
              <a:rPr lang="en-US" sz="1050" b="1" i="1" kern="0">
                <a:solidFill>
                  <a:prstClr val="black"/>
                </a:solidFill>
                <a:latin typeface="Calibri"/>
              </a:rPr>
              <a:t> Valley Corporation (DVC) Raghunathpur Plant</a:t>
            </a:r>
            <a:endParaRPr kumimoji="0" lang="en-US" sz="1050" b="1" i="1" u="none" strike="noStrike" kern="0" cap="none" spc="0" normalizeH="0" baseline="0" noProof="0">
              <a:ln>
                <a:noFill/>
              </a:ln>
              <a:solidFill>
                <a:prstClr val="black"/>
              </a:solidFill>
              <a:effectLst/>
              <a:uLnTx/>
              <a:uFillTx/>
              <a:latin typeface="Calibri"/>
            </a:endParaRPr>
          </a:p>
        </p:txBody>
      </p:sp>
      <p:sp>
        <p:nvSpPr>
          <p:cNvPr id="6" name="Half Frame 5">
            <a:extLst>
              <a:ext uri="{FF2B5EF4-FFF2-40B4-BE49-F238E27FC236}">
                <a16:creationId xmlns:a16="http://schemas.microsoft.com/office/drawing/2014/main" id="{6A6F636E-83AD-BE14-4890-DFFACCE9B4D1}"/>
              </a:ext>
            </a:extLst>
          </p:cNvPr>
          <p:cNvSpPr/>
          <p:nvPr/>
        </p:nvSpPr>
        <p:spPr bwMode="gray">
          <a:xfrm rot="10800000">
            <a:off x="8294037" y="3211516"/>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7" name="Half Frame 6">
            <a:extLst>
              <a:ext uri="{FF2B5EF4-FFF2-40B4-BE49-F238E27FC236}">
                <a16:creationId xmlns:a16="http://schemas.microsoft.com/office/drawing/2014/main" id="{27733565-B471-6120-F996-4FC0232FA862}"/>
              </a:ext>
            </a:extLst>
          </p:cNvPr>
          <p:cNvSpPr/>
          <p:nvPr/>
        </p:nvSpPr>
        <p:spPr bwMode="gray">
          <a:xfrm rot="16200000">
            <a:off x="6013563" y="3213771"/>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8" name="Rectangle 7">
            <a:extLst>
              <a:ext uri="{FF2B5EF4-FFF2-40B4-BE49-F238E27FC236}">
                <a16:creationId xmlns:a16="http://schemas.microsoft.com/office/drawing/2014/main" id="{648755C3-4BBE-DB51-928C-A081F37E3D3D}"/>
              </a:ext>
            </a:extLst>
          </p:cNvPr>
          <p:cNvSpPr/>
          <p:nvPr/>
        </p:nvSpPr>
        <p:spPr bwMode="gray">
          <a:xfrm>
            <a:off x="9199966" y="2420440"/>
            <a:ext cx="2492653" cy="485753"/>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DPL, West Bengal </a:t>
            </a:r>
          </a:p>
        </p:txBody>
      </p:sp>
      <p:sp>
        <p:nvSpPr>
          <p:cNvPr id="9" name="Rectangle 8">
            <a:extLst>
              <a:ext uri="{FF2B5EF4-FFF2-40B4-BE49-F238E27FC236}">
                <a16:creationId xmlns:a16="http://schemas.microsoft.com/office/drawing/2014/main" id="{D6553E91-10DB-4E52-4B34-A1F5B803329B}"/>
              </a:ext>
            </a:extLst>
          </p:cNvPr>
          <p:cNvSpPr/>
          <p:nvPr/>
        </p:nvSpPr>
        <p:spPr bwMode="gray">
          <a:xfrm>
            <a:off x="9304330" y="2912575"/>
            <a:ext cx="2388290"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Strategy Roadmap 2030 for </a:t>
            </a:r>
            <a:r>
              <a:rPr lang="en-US" sz="1050" b="1" i="1" kern="0">
                <a:solidFill>
                  <a:prstClr val="black"/>
                </a:solidFill>
                <a:latin typeface="Calibri"/>
              </a:rPr>
              <a:t>Durgapur Projects Limited</a:t>
            </a:r>
            <a:r>
              <a:rPr kumimoji="0" lang="en-US" sz="1050" b="1" i="1" u="none" strike="noStrike" kern="0" cap="none" spc="0" normalizeH="0" baseline="0" noProof="0">
                <a:ln>
                  <a:noFill/>
                </a:ln>
                <a:solidFill>
                  <a:prstClr val="black"/>
                </a:solidFill>
                <a:effectLst/>
                <a:uLnTx/>
                <a:uFillTx/>
                <a:latin typeface="Calibri"/>
              </a:rPr>
              <a:t> </a:t>
            </a:r>
          </a:p>
        </p:txBody>
      </p:sp>
      <p:sp>
        <p:nvSpPr>
          <p:cNvPr id="12" name="Half Frame 11">
            <a:extLst>
              <a:ext uri="{FF2B5EF4-FFF2-40B4-BE49-F238E27FC236}">
                <a16:creationId xmlns:a16="http://schemas.microsoft.com/office/drawing/2014/main" id="{3987885A-C9B9-600F-7A13-4D322BA5DEE7}"/>
              </a:ext>
            </a:extLst>
          </p:cNvPr>
          <p:cNvSpPr/>
          <p:nvPr/>
        </p:nvSpPr>
        <p:spPr bwMode="gray">
          <a:xfrm rot="10800000">
            <a:off x="11475420" y="320308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3" name="Half Frame 12">
            <a:extLst>
              <a:ext uri="{FF2B5EF4-FFF2-40B4-BE49-F238E27FC236}">
                <a16:creationId xmlns:a16="http://schemas.microsoft.com/office/drawing/2014/main" id="{6889021F-DB8A-84C9-BFA2-C4AF73F85359}"/>
              </a:ext>
            </a:extLst>
          </p:cNvPr>
          <p:cNvSpPr/>
          <p:nvPr/>
        </p:nvSpPr>
        <p:spPr bwMode="gray">
          <a:xfrm rot="16200000">
            <a:off x="9209798" y="320533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4" name="Rectangle 13">
            <a:extLst>
              <a:ext uri="{FF2B5EF4-FFF2-40B4-BE49-F238E27FC236}">
                <a16:creationId xmlns:a16="http://schemas.microsoft.com/office/drawing/2014/main" id="{3CA59AB3-881D-BB1D-ACEB-9E558AAABDDE}"/>
              </a:ext>
            </a:extLst>
          </p:cNvPr>
          <p:cNvSpPr/>
          <p:nvPr/>
        </p:nvSpPr>
        <p:spPr bwMode="gray">
          <a:xfrm>
            <a:off x="6015819" y="1073933"/>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                                             WBPDCL, India </a:t>
            </a:r>
          </a:p>
        </p:txBody>
      </p:sp>
      <p:sp>
        <p:nvSpPr>
          <p:cNvPr id="15" name="Rectangle 14">
            <a:extLst>
              <a:ext uri="{FF2B5EF4-FFF2-40B4-BE49-F238E27FC236}">
                <a16:creationId xmlns:a16="http://schemas.microsoft.com/office/drawing/2014/main" id="{A8681144-2CA7-88CE-2ABF-433301E9756D}"/>
              </a:ext>
            </a:extLst>
          </p:cNvPr>
          <p:cNvSpPr/>
          <p:nvPr/>
        </p:nvSpPr>
        <p:spPr bwMode="gray">
          <a:xfrm>
            <a:off x="6096004" y="149960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Assessment of Institutional Development and Human Resource Management of West Bengal Power Development Corporation Limited (WBPDCL)</a:t>
            </a:r>
          </a:p>
        </p:txBody>
      </p:sp>
      <p:sp>
        <p:nvSpPr>
          <p:cNvPr id="16" name="Half Frame 15">
            <a:extLst>
              <a:ext uri="{FF2B5EF4-FFF2-40B4-BE49-F238E27FC236}">
                <a16:creationId xmlns:a16="http://schemas.microsoft.com/office/drawing/2014/main" id="{022FD9B4-CFAD-47A4-1F8A-A75F2890A0C9}"/>
              </a:ext>
            </a:extLst>
          </p:cNvPr>
          <p:cNvSpPr/>
          <p:nvPr/>
        </p:nvSpPr>
        <p:spPr bwMode="gray">
          <a:xfrm rot="10800000">
            <a:off x="8294037" y="1856575"/>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7" name="Half Frame 16">
            <a:extLst>
              <a:ext uri="{FF2B5EF4-FFF2-40B4-BE49-F238E27FC236}">
                <a16:creationId xmlns:a16="http://schemas.microsoft.com/office/drawing/2014/main" id="{BF77E028-BC77-7B3E-2D14-C96A9A6A0ED4}"/>
              </a:ext>
            </a:extLst>
          </p:cNvPr>
          <p:cNvSpPr/>
          <p:nvPr/>
        </p:nvSpPr>
        <p:spPr bwMode="gray">
          <a:xfrm rot="16200000">
            <a:off x="6013563" y="1858830"/>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8" name="Rectangle 17">
            <a:extLst>
              <a:ext uri="{FF2B5EF4-FFF2-40B4-BE49-F238E27FC236}">
                <a16:creationId xmlns:a16="http://schemas.microsoft.com/office/drawing/2014/main" id="{34805A82-84BE-9398-2EBA-1664A5FE9D14}"/>
              </a:ext>
            </a:extLst>
          </p:cNvPr>
          <p:cNvSpPr/>
          <p:nvPr/>
        </p:nvSpPr>
        <p:spPr bwMode="gray">
          <a:xfrm>
            <a:off x="9223235" y="5123519"/>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	DVC, West Bengal</a:t>
            </a:r>
          </a:p>
        </p:txBody>
      </p:sp>
      <p:sp>
        <p:nvSpPr>
          <p:cNvPr id="19" name="Rectangle 18">
            <a:extLst>
              <a:ext uri="{FF2B5EF4-FFF2-40B4-BE49-F238E27FC236}">
                <a16:creationId xmlns:a16="http://schemas.microsoft.com/office/drawing/2014/main" id="{A7128CC2-0F11-1086-8B05-BAFC698449ED}"/>
              </a:ext>
            </a:extLst>
          </p:cNvPr>
          <p:cNvSpPr/>
          <p:nvPr/>
        </p:nvSpPr>
        <p:spPr bwMode="gray">
          <a:xfrm>
            <a:off x="9323088" y="554918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Tariff and Utility Regulatory support to Damodar</a:t>
            </a:r>
            <a:r>
              <a:rPr lang="en-US" sz="1050" b="1" i="1" kern="0">
                <a:solidFill>
                  <a:prstClr val="black"/>
                </a:solidFill>
                <a:latin typeface="Calibri"/>
              </a:rPr>
              <a:t> Valley Corporation (DVC)</a:t>
            </a:r>
            <a:r>
              <a:rPr kumimoji="0" lang="en-US" sz="1050" b="1" i="1" u="none" strike="noStrike" kern="0" cap="none" spc="0" normalizeH="0" baseline="0" noProof="0">
                <a:ln>
                  <a:noFill/>
                </a:ln>
                <a:solidFill>
                  <a:prstClr val="black"/>
                </a:solidFill>
                <a:effectLst/>
                <a:uLnTx/>
                <a:uFillTx/>
                <a:latin typeface="Calibri"/>
              </a:rPr>
              <a:t> </a:t>
            </a:r>
          </a:p>
        </p:txBody>
      </p:sp>
      <p:sp>
        <p:nvSpPr>
          <p:cNvPr id="20" name="Half Frame 19">
            <a:extLst>
              <a:ext uri="{FF2B5EF4-FFF2-40B4-BE49-F238E27FC236}">
                <a16:creationId xmlns:a16="http://schemas.microsoft.com/office/drawing/2014/main" id="{E63E299B-21B9-A235-1D6D-51DBFF99A37A}"/>
              </a:ext>
            </a:extLst>
          </p:cNvPr>
          <p:cNvSpPr/>
          <p:nvPr/>
        </p:nvSpPr>
        <p:spPr bwMode="gray">
          <a:xfrm rot="10800000">
            <a:off x="11498689" y="590616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1" name="Half Frame 20">
            <a:extLst>
              <a:ext uri="{FF2B5EF4-FFF2-40B4-BE49-F238E27FC236}">
                <a16:creationId xmlns:a16="http://schemas.microsoft.com/office/drawing/2014/main" id="{AA925423-9B59-4D6B-8FD6-89011FDAD78A}"/>
              </a:ext>
            </a:extLst>
          </p:cNvPr>
          <p:cNvSpPr/>
          <p:nvPr/>
        </p:nvSpPr>
        <p:spPr bwMode="gray">
          <a:xfrm rot="16200000">
            <a:off x="9233067" y="590841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2" name="Rectangle 21">
            <a:extLst>
              <a:ext uri="{FF2B5EF4-FFF2-40B4-BE49-F238E27FC236}">
                <a16:creationId xmlns:a16="http://schemas.microsoft.com/office/drawing/2014/main" id="{ADD71EEC-9127-58C1-62DE-C0D86570DCE0}"/>
              </a:ext>
            </a:extLst>
          </p:cNvPr>
          <p:cNvSpPr/>
          <p:nvPr/>
        </p:nvSpPr>
        <p:spPr bwMode="gray">
          <a:xfrm>
            <a:off x="6015819" y="3743559"/>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                 World Bank</a:t>
            </a:r>
          </a:p>
        </p:txBody>
      </p:sp>
      <p:sp>
        <p:nvSpPr>
          <p:cNvPr id="23" name="Rectangle 22">
            <a:extLst>
              <a:ext uri="{FF2B5EF4-FFF2-40B4-BE49-F238E27FC236}">
                <a16:creationId xmlns:a16="http://schemas.microsoft.com/office/drawing/2014/main" id="{9235A257-9DDA-30AE-3DFF-09C968335863}"/>
              </a:ext>
            </a:extLst>
          </p:cNvPr>
          <p:cNvSpPr/>
          <p:nvPr/>
        </p:nvSpPr>
        <p:spPr bwMode="gray">
          <a:xfrm>
            <a:off x="6055911" y="416922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Advanced Metering Infrastructure and Analytics Guidance Study for South Asian Power Distribution Utilities</a:t>
            </a:r>
          </a:p>
        </p:txBody>
      </p:sp>
      <p:sp>
        <p:nvSpPr>
          <p:cNvPr id="24" name="Half Frame 23">
            <a:extLst>
              <a:ext uri="{FF2B5EF4-FFF2-40B4-BE49-F238E27FC236}">
                <a16:creationId xmlns:a16="http://schemas.microsoft.com/office/drawing/2014/main" id="{990C958E-5F3F-F8CA-DE09-FC9C4251EED1}"/>
              </a:ext>
            </a:extLst>
          </p:cNvPr>
          <p:cNvSpPr/>
          <p:nvPr/>
        </p:nvSpPr>
        <p:spPr bwMode="gray">
          <a:xfrm rot="10800000">
            <a:off x="8260330" y="452620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5" name="Half Frame 24">
            <a:extLst>
              <a:ext uri="{FF2B5EF4-FFF2-40B4-BE49-F238E27FC236}">
                <a16:creationId xmlns:a16="http://schemas.microsoft.com/office/drawing/2014/main" id="{27B6EDF6-E30F-94F2-9BC3-AAE6BD3647DF}"/>
              </a:ext>
            </a:extLst>
          </p:cNvPr>
          <p:cNvSpPr/>
          <p:nvPr/>
        </p:nvSpPr>
        <p:spPr bwMode="gray">
          <a:xfrm rot="16200000">
            <a:off x="6013563" y="452845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6" name="Rectangle 25">
            <a:extLst>
              <a:ext uri="{FF2B5EF4-FFF2-40B4-BE49-F238E27FC236}">
                <a16:creationId xmlns:a16="http://schemas.microsoft.com/office/drawing/2014/main" id="{18BEFFC7-4D05-715B-7310-E2ECE31836E9}"/>
              </a:ext>
            </a:extLst>
          </p:cNvPr>
          <p:cNvSpPr/>
          <p:nvPr/>
        </p:nvSpPr>
        <p:spPr bwMode="gray">
          <a:xfrm>
            <a:off x="6015820" y="5126482"/>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USAID, Nepal</a:t>
            </a:r>
          </a:p>
        </p:txBody>
      </p:sp>
      <p:sp>
        <p:nvSpPr>
          <p:cNvPr id="27" name="Rectangle 26">
            <a:extLst>
              <a:ext uri="{FF2B5EF4-FFF2-40B4-BE49-F238E27FC236}">
                <a16:creationId xmlns:a16="http://schemas.microsoft.com/office/drawing/2014/main" id="{615EB3D8-D8FF-8A2A-F27B-07D8457A1D03}"/>
              </a:ext>
            </a:extLst>
          </p:cNvPr>
          <p:cNvSpPr/>
          <p:nvPr/>
        </p:nvSpPr>
        <p:spPr bwMode="gray">
          <a:xfrm>
            <a:off x="6015819" y="55521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URJA Nepal – Utility performance &amp; Policies improvement, Advanced energy systems deployment</a:t>
            </a:r>
          </a:p>
        </p:txBody>
      </p:sp>
      <p:sp>
        <p:nvSpPr>
          <p:cNvPr id="28" name="Half Frame 27">
            <a:extLst>
              <a:ext uri="{FF2B5EF4-FFF2-40B4-BE49-F238E27FC236}">
                <a16:creationId xmlns:a16="http://schemas.microsoft.com/office/drawing/2014/main" id="{43FF961B-6B17-E0BB-FB40-B2A5D94E82B6}"/>
              </a:ext>
            </a:extLst>
          </p:cNvPr>
          <p:cNvSpPr/>
          <p:nvPr/>
        </p:nvSpPr>
        <p:spPr bwMode="gray">
          <a:xfrm rot="10800000">
            <a:off x="11263785" y="170219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9" name="Half Frame 28">
            <a:extLst>
              <a:ext uri="{FF2B5EF4-FFF2-40B4-BE49-F238E27FC236}">
                <a16:creationId xmlns:a16="http://schemas.microsoft.com/office/drawing/2014/main" id="{277F04FA-80CA-BD08-4F0F-70E78188ABE3}"/>
              </a:ext>
            </a:extLst>
          </p:cNvPr>
          <p:cNvSpPr/>
          <p:nvPr/>
        </p:nvSpPr>
        <p:spPr bwMode="gray">
          <a:xfrm rot="16200000">
            <a:off x="6013564" y="5911379"/>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0" name="Rectangle 29">
            <a:extLst>
              <a:ext uri="{FF2B5EF4-FFF2-40B4-BE49-F238E27FC236}">
                <a16:creationId xmlns:a16="http://schemas.microsoft.com/office/drawing/2014/main" id="{A2869F86-1913-DA52-9C45-CA123B51D19B}"/>
              </a:ext>
            </a:extLst>
          </p:cNvPr>
          <p:cNvSpPr/>
          <p:nvPr/>
        </p:nvSpPr>
        <p:spPr bwMode="gray">
          <a:xfrm>
            <a:off x="9192913" y="1071954"/>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Market Reforms Unit, India</a:t>
            </a:r>
          </a:p>
        </p:txBody>
      </p:sp>
      <p:sp>
        <p:nvSpPr>
          <p:cNvPr id="31" name="Rectangle 30">
            <a:extLst>
              <a:ext uri="{FF2B5EF4-FFF2-40B4-BE49-F238E27FC236}">
                <a16:creationId xmlns:a16="http://schemas.microsoft.com/office/drawing/2014/main" id="{A23B5B44-6695-D9FB-AC53-A4E5B020B726}"/>
              </a:ext>
            </a:extLst>
          </p:cNvPr>
          <p:cNvSpPr/>
          <p:nvPr/>
        </p:nvSpPr>
        <p:spPr bwMode="gray">
          <a:xfrm>
            <a:off x="9192912" y="149762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Institutional Strengthening &amp; Capacity Building of Successor Entities of Jharkhand State Electricity Board, India</a:t>
            </a:r>
          </a:p>
        </p:txBody>
      </p:sp>
      <p:sp>
        <p:nvSpPr>
          <p:cNvPr id="32" name="Half Frame 31">
            <a:extLst>
              <a:ext uri="{FF2B5EF4-FFF2-40B4-BE49-F238E27FC236}">
                <a16:creationId xmlns:a16="http://schemas.microsoft.com/office/drawing/2014/main" id="{74E50F1F-1CC5-AFDD-0350-BCC4669E9CDF}"/>
              </a:ext>
            </a:extLst>
          </p:cNvPr>
          <p:cNvSpPr/>
          <p:nvPr/>
        </p:nvSpPr>
        <p:spPr bwMode="gray">
          <a:xfrm rot="10800000">
            <a:off x="11468367" y="1854596"/>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 name="Half Frame 32">
            <a:extLst>
              <a:ext uri="{FF2B5EF4-FFF2-40B4-BE49-F238E27FC236}">
                <a16:creationId xmlns:a16="http://schemas.microsoft.com/office/drawing/2014/main" id="{3E897E11-6A8F-BCAB-5717-04D99D749B89}"/>
              </a:ext>
            </a:extLst>
          </p:cNvPr>
          <p:cNvSpPr/>
          <p:nvPr/>
        </p:nvSpPr>
        <p:spPr bwMode="gray">
          <a:xfrm rot="16200000">
            <a:off x="9202745" y="1856851"/>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4" name="Rectangle 33">
            <a:extLst>
              <a:ext uri="{FF2B5EF4-FFF2-40B4-BE49-F238E27FC236}">
                <a16:creationId xmlns:a16="http://schemas.microsoft.com/office/drawing/2014/main" id="{3057FF56-1266-B107-75DB-DFC79B348C65}"/>
              </a:ext>
            </a:extLst>
          </p:cNvPr>
          <p:cNvSpPr/>
          <p:nvPr/>
        </p:nvSpPr>
        <p:spPr bwMode="gray">
          <a:xfrm>
            <a:off x="9192913" y="3713327"/>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Power Cell, Bangladesh</a:t>
            </a:r>
          </a:p>
        </p:txBody>
      </p:sp>
      <p:sp>
        <p:nvSpPr>
          <p:cNvPr id="35" name="Rectangle 34">
            <a:extLst>
              <a:ext uri="{FF2B5EF4-FFF2-40B4-BE49-F238E27FC236}">
                <a16:creationId xmlns:a16="http://schemas.microsoft.com/office/drawing/2014/main" id="{965328DB-5D34-0436-3D8D-71A92D3EC5D3}"/>
              </a:ext>
            </a:extLst>
          </p:cNvPr>
          <p:cNvSpPr/>
          <p:nvPr/>
        </p:nvSpPr>
        <p:spPr bwMode="gray">
          <a:xfrm>
            <a:off x="9252673" y="413899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ICT Roadmap for Bangladesh Power Sector (All Public Utilities)</a:t>
            </a:r>
          </a:p>
        </p:txBody>
      </p:sp>
      <p:sp>
        <p:nvSpPr>
          <p:cNvPr id="36" name="Half Frame 35">
            <a:extLst>
              <a:ext uri="{FF2B5EF4-FFF2-40B4-BE49-F238E27FC236}">
                <a16:creationId xmlns:a16="http://schemas.microsoft.com/office/drawing/2014/main" id="{34531A33-5B34-0251-B6D8-A1B5357B3D8F}"/>
              </a:ext>
            </a:extLst>
          </p:cNvPr>
          <p:cNvSpPr/>
          <p:nvPr/>
        </p:nvSpPr>
        <p:spPr bwMode="gray">
          <a:xfrm rot="10800000">
            <a:off x="11468367" y="4495969"/>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7" name="Half Frame 36">
            <a:extLst>
              <a:ext uri="{FF2B5EF4-FFF2-40B4-BE49-F238E27FC236}">
                <a16:creationId xmlns:a16="http://schemas.microsoft.com/office/drawing/2014/main" id="{2B18AD10-F7C6-71B2-CEF0-2BED218E408C}"/>
              </a:ext>
            </a:extLst>
          </p:cNvPr>
          <p:cNvSpPr/>
          <p:nvPr/>
        </p:nvSpPr>
        <p:spPr bwMode="gray">
          <a:xfrm rot="16200000">
            <a:off x="9202745" y="4498224"/>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grpSp>
        <p:nvGrpSpPr>
          <p:cNvPr id="38" name="Group 37">
            <a:extLst>
              <a:ext uri="{FF2B5EF4-FFF2-40B4-BE49-F238E27FC236}">
                <a16:creationId xmlns:a16="http://schemas.microsoft.com/office/drawing/2014/main" id="{8552B2D6-26AE-3B53-65DE-6D6728FEE09F}"/>
              </a:ext>
            </a:extLst>
          </p:cNvPr>
          <p:cNvGrpSpPr/>
          <p:nvPr/>
        </p:nvGrpSpPr>
        <p:grpSpPr>
          <a:xfrm>
            <a:off x="2078997" y="2756091"/>
            <a:ext cx="1894718" cy="1853808"/>
            <a:chOff x="2085975" y="1047750"/>
            <a:chExt cx="5321300" cy="5299075"/>
          </a:xfrm>
        </p:grpSpPr>
        <p:sp>
          <p:nvSpPr>
            <p:cNvPr id="39" name="Freeform 74">
              <a:extLst>
                <a:ext uri="{FF2B5EF4-FFF2-40B4-BE49-F238E27FC236}">
                  <a16:creationId xmlns:a16="http://schemas.microsoft.com/office/drawing/2014/main" id="{37693246-4892-B9DE-84D0-8C2C3FB671DC}"/>
                </a:ext>
              </a:extLst>
            </p:cNvPr>
            <p:cNvSpPr/>
            <p:nvPr/>
          </p:nvSpPr>
          <p:spPr>
            <a:xfrm>
              <a:off x="4879975" y="1047750"/>
              <a:ext cx="1673225" cy="1412875"/>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solidFill>
              <a:srgbClr val="43B02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0" name="Freeform 75">
              <a:extLst>
                <a:ext uri="{FF2B5EF4-FFF2-40B4-BE49-F238E27FC236}">
                  <a16:creationId xmlns:a16="http://schemas.microsoft.com/office/drawing/2014/main" id="{2AC92E19-F86E-B2C6-869A-90BE725492B8}"/>
                </a:ext>
              </a:extLst>
            </p:cNvPr>
            <p:cNvSpPr/>
            <p:nvPr/>
          </p:nvSpPr>
          <p:spPr>
            <a:xfrm>
              <a:off x="6016558" y="1930400"/>
              <a:ext cx="1387544" cy="163830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solidFill>
              <a:srgbClr val="26890D"/>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1" name="Freeform 76">
              <a:extLst>
                <a:ext uri="{FF2B5EF4-FFF2-40B4-BE49-F238E27FC236}">
                  <a16:creationId xmlns:a16="http://schemas.microsoft.com/office/drawing/2014/main" id="{76457731-AEF2-46F3-ADA1-4BA4EF7D1AD5}"/>
                </a:ext>
              </a:extLst>
            </p:cNvPr>
            <p:cNvSpPr/>
            <p:nvPr/>
          </p:nvSpPr>
          <p:spPr>
            <a:xfrm>
              <a:off x="6010275" y="3822700"/>
              <a:ext cx="1397000" cy="1647825"/>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2" name="Freeform 77">
              <a:extLst>
                <a:ext uri="{FF2B5EF4-FFF2-40B4-BE49-F238E27FC236}">
                  <a16:creationId xmlns:a16="http://schemas.microsoft.com/office/drawing/2014/main" id="{24C164FE-148F-45A3-8171-9362D3CE775D}"/>
                </a:ext>
              </a:extLst>
            </p:cNvPr>
            <p:cNvSpPr/>
            <p:nvPr/>
          </p:nvSpPr>
          <p:spPr>
            <a:xfrm>
              <a:off x="4886324" y="4937125"/>
              <a:ext cx="1657389" cy="1409700"/>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solidFill>
              <a:srgbClr val="0D8390"/>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3" name="Freeform 78">
              <a:extLst>
                <a:ext uri="{FF2B5EF4-FFF2-40B4-BE49-F238E27FC236}">
                  <a16:creationId xmlns:a16="http://schemas.microsoft.com/office/drawing/2014/main" id="{6018D256-9680-DA97-5117-E8A44F0626EF}"/>
                </a:ext>
              </a:extLst>
            </p:cNvPr>
            <p:cNvSpPr/>
            <p:nvPr/>
          </p:nvSpPr>
          <p:spPr>
            <a:xfrm flipH="1">
              <a:off x="2940051" y="1047753"/>
              <a:ext cx="1673224" cy="1412876"/>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solidFill>
              <a:srgbClr val="86BC25"/>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4" name="Freeform 79">
              <a:extLst>
                <a:ext uri="{FF2B5EF4-FFF2-40B4-BE49-F238E27FC236}">
                  <a16:creationId xmlns:a16="http://schemas.microsoft.com/office/drawing/2014/main" id="{EE22147C-6B83-B06F-C41B-95206E0E578D}"/>
                </a:ext>
              </a:extLst>
            </p:cNvPr>
            <p:cNvSpPr/>
            <p:nvPr/>
          </p:nvSpPr>
          <p:spPr>
            <a:xfrm flipH="1">
              <a:off x="2089149" y="1930400"/>
              <a:ext cx="1387544" cy="163830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solidFill>
              <a:srgbClr val="53565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5" name="Freeform 80">
              <a:extLst>
                <a:ext uri="{FF2B5EF4-FFF2-40B4-BE49-F238E27FC236}">
                  <a16:creationId xmlns:a16="http://schemas.microsoft.com/office/drawing/2014/main" id="{D5DE3C1E-A765-97E7-7708-486C789B0CB6}"/>
                </a:ext>
              </a:extLst>
            </p:cNvPr>
            <p:cNvSpPr/>
            <p:nvPr/>
          </p:nvSpPr>
          <p:spPr>
            <a:xfrm flipH="1">
              <a:off x="2085975" y="3822700"/>
              <a:ext cx="1397000" cy="1647825"/>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solidFill>
              <a:srgbClr val="D0D0CE"/>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6" name="Freeform 81">
              <a:extLst>
                <a:ext uri="{FF2B5EF4-FFF2-40B4-BE49-F238E27FC236}">
                  <a16:creationId xmlns:a16="http://schemas.microsoft.com/office/drawing/2014/main" id="{71827E80-5153-38D1-E40B-D0A1DC935EF7}"/>
                </a:ext>
              </a:extLst>
            </p:cNvPr>
            <p:cNvSpPr/>
            <p:nvPr/>
          </p:nvSpPr>
          <p:spPr>
            <a:xfrm flipH="1">
              <a:off x="2949537" y="4937125"/>
              <a:ext cx="1657389" cy="1409700"/>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solidFill>
              <a:srgbClr val="007CB0"/>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7" name="Isosceles Triangle 46">
              <a:extLst>
                <a:ext uri="{FF2B5EF4-FFF2-40B4-BE49-F238E27FC236}">
                  <a16:creationId xmlns:a16="http://schemas.microsoft.com/office/drawing/2014/main" id="{D1E529EE-7396-4343-B949-BFBD45EE68C4}"/>
                </a:ext>
              </a:extLst>
            </p:cNvPr>
            <p:cNvSpPr/>
            <p:nvPr/>
          </p:nvSpPr>
          <p:spPr>
            <a:xfrm rot="12077977">
              <a:off x="5178424" y="2165350"/>
              <a:ext cx="333748" cy="287714"/>
            </a:xfrm>
            <a:prstGeom prst="triangle">
              <a:avLst/>
            </a:prstGeom>
            <a:solidFill>
              <a:srgbClr val="43B02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8" name="Isosceles Triangle 47">
              <a:extLst>
                <a:ext uri="{FF2B5EF4-FFF2-40B4-BE49-F238E27FC236}">
                  <a16:creationId xmlns:a16="http://schemas.microsoft.com/office/drawing/2014/main" id="{2D5A88E3-4B7C-9C43-C912-E9615D1EEFE2}"/>
                </a:ext>
              </a:extLst>
            </p:cNvPr>
            <p:cNvSpPr/>
            <p:nvPr/>
          </p:nvSpPr>
          <p:spPr>
            <a:xfrm rot="14801312">
              <a:off x="5978524" y="2965449"/>
              <a:ext cx="333748" cy="287714"/>
            </a:xfrm>
            <a:prstGeom prst="triangle">
              <a:avLst/>
            </a:prstGeom>
            <a:solidFill>
              <a:srgbClr val="26890D"/>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49" name="Isosceles Triangle 48">
              <a:extLst>
                <a:ext uri="{FF2B5EF4-FFF2-40B4-BE49-F238E27FC236}">
                  <a16:creationId xmlns:a16="http://schemas.microsoft.com/office/drawing/2014/main" id="{DE796A91-7EF9-C258-7706-5F82448E9ED4}"/>
                </a:ext>
              </a:extLst>
            </p:cNvPr>
            <p:cNvSpPr/>
            <p:nvPr/>
          </p:nvSpPr>
          <p:spPr>
            <a:xfrm rot="17659912">
              <a:off x="5988656" y="4114800"/>
              <a:ext cx="333748" cy="287714"/>
            </a:xfrm>
            <a:prstGeom prst="triangle">
              <a:avLst/>
            </a:pr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50" name="Isosceles Triangle 49">
              <a:extLst>
                <a:ext uri="{FF2B5EF4-FFF2-40B4-BE49-F238E27FC236}">
                  <a16:creationId xmlns:a16="http://schemas.microsoft.com/office/drawing/2014/main" id="{0CEA0055-DD58-B859-43C3-4711E9E63262}"/>
                </a:ext>
              </a:extLst>
            </p:cNvPr>
            <p:cNvSpPr/>
            <p:nvPr/>
          </p:nvSpPr>
          <p:spPr>
            <a:xfrm rot="20258485">
              <a:off x="5158052" y="4947440"/>
              <a:ext cx="333748" cy="287714"/>
            </a:xfrm>
            <a:prstGeom prst="triangle">
              <a:avLst/>
            </a:prstGeom>
            <a:solidFill>
              <a:srgbClr val="0D8390"/>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51" name="Isosceles Triangle 50">
              <a:extLst>
                <a:ext uri="{FF2B5EF4-FFF2-40B4-BE49-F238E27FC236}">
                  <a16:creationId xmlns:a16="http://schemas.microsoft.com/office/drawing/2014/main" id="{2DF6F490-E98C-1C0F-289B-CB1B194A780C}"/>
                </a:ext>
              </a:extLst>
            </p:cNvPr>
            <p:cNvSpPr/>
            <p:nvPr/>
          </p:nvSpPr>
          <p:spPr>
            <a:xfrm rot="1358864">
              <a:off x="3989350" y="4946940"/>
              <a:ext cx="333748" cy="287714"/>
            </a:xfrm>
            <a:prstGeom prst="triangle">
              <a:avLst/>
            </a:prstGeom>
            <a:solidFill>
              <a:srgbClr val="007CB0"/>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52" name="Isosceles Triangle 51">
              <a:extLst>
                <a:ext uri="{FF2B5EF4-FFF2-40B4-BE49-F238E27FC236}">
                  <a16:creationId xmlns:a16="http://schemas.microsoft.com/office/drawing/2014/main" id="{304C8D54-33BC-2754-2905-D7F9610A3C98}"/>
                </a:ext>
              </a:extLst>
            </p:cNvPr>
            <p:cNvSpPr/>
            <p:nvPr/>
          </p:nvSpPr>
          <p:spPr>
            <a:xfrm rot="3981004">
              <a:off x="3176619" y="4113199"/>
              <a:ext cx="333748" cy="287714"/>
            </a:xfrm>
            <a:prstGeom prst="triangle">
              <a:avLst/>
            </a:prstGeom>
            <a:solidFill>
              <a:srgbClr val="D0D0CE"/>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53" name="Isosceles Triangle 52">
              <a:extLst>
                <a:ext uri="{FF2B5EF4-FFF2-40B4-BE49-F238E27FC236}">
                  <a16:creationId xmlns:a16="http://schemas.microsoft.com/office/drawing/2014/main" id="{747E8930-C20D-D09D-F279-E48F19FEA47E}"/>
                </a:ext>
              </a:extLst>
            </p:cNvPr>
            <p:cNvSpPr/>
            <p:nvPr/>
          </p:nvSpPr>
          <p:spPr>
            <a:xfrm rot="6619441">
              <a:off x="3179368" y="2984112"/>
              <a:ext cx="333748" cy="287714"/>
            </a:xfrm>
            <a:prstGeom prst="triangle">
              <a:avLst/>
            </a:prstGeom>
            <a:solidFill>
              <a:srgbClr val="53565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sp>
          <p:nvSpPr>
            <p:cNvPr id="54" name="Isosceles Triangle 53">
              <a:extLst>
                <a:ext uri="{FF2B5EF4-FFF2-40B4-BE49-F238E27FC236}">
                  <a16:creationId xmlns:a16="http://schemas.microsoft.com/office/drawing/2014/main" id="{1E472067-23D2-7946-AC92-3BF6BE97545C}"/>
                </a:ext>
              </a:extLst>
            </p:cNvPr>
            <p:cNvSpPr/>
            <p:nvPr/>
          </p:nvSpPr>
          <p:spPr>
            <a:xfrm rot="9321448">
              <a:off x="3981330" y="2163160"/>
              <a:ext cx="333748" cy="287715"/>
            </a:xfrm>
            <a:prstGeom prst="triangle">
              <a:avLst/>
            </a:prstGeom>
            <a:solidFill>
              <a:srgbClr val="86BC25"/>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53565A"/>
                </a:solidFill>
                <a:effectLst/>
                <a:uLnTx/>
                <a:uFillTx/>
                <a:latin typeface="Calibri"/>
                <a:ea typeface="+mn-ea"/>
                <a:cs typeface="+mn-cs"/>
              </a:endParaRPr>
            </a:p>
          </p:txBody>
        </p:sp>
      </p:grpSp>
      <p:sp>
        <p:nvSpPr>
          <p:cNvPr id="55" name="TextBox 54">
            <a:extLst>
              <a:ext uri="{FF2B5EF4-FFF2-40B4-BE49-F238E27FC236}">
                <a16:creationId xmlns:a16="http://schemas.microsoft.com/office/drawing/2014/main" id="{2F86DC02-7A6E-8AAD-8045-7BDBC4F89877}"/>
              </a:ext>
            </a:extLst>
          </p:cNvPr>
          <p:cNvSpPr txBox="1"/>
          <p:nvPr/>
        </p:nvSpPr>
        <p:spPr>
          <a:xfrm>
            <a:off x="487357" y="1566068"/>
            <a:ext cx="2039981" cy="1023357"/>
          </a:xfrm>
          <a:prstGeom prst="rect">
            <a:avLst/>
          </a:prstGeom>
          <a:noFill/>
        </p:spPr>
        <p:txBody>
          <a:bodyPr wrap="square" lIns="0" tIns="0" rIns="0" bIns="0" rtlCol="0">
            <a:spAutoFit/>
          </a:bodyPr>
          <a:lstStyle/>
          <a:p>
            <a:pPr>
              <a:buSzPct val="100000"/>
            </a:pPr>
            <a:r>
              <a:rPr lang="en-US" sz="950" b="1">
                <a:solidFill>
                  <a:srgbClr val="86BC25"/>
                </a:solidFill>
                <a:latin typeface="Calibri"/>
              </a:rPr>
              <a:t>Utility Reforms &amp; Strategy Development</a:t>
            </a:r>
          </a:p>
          <a:p>
            <a:pPr marL="171450" indent="-171450" algn="just">
              <a:buSzPct val="100000"/>
              <a:buFont typeface="Arial" panose="020B0604020202020204" pitchFamily="34" charset="0"/>
              <a:buChar char="•"/>
            </a:pPr>
            <a:r>
              <a:rPr lang="en-US" sz="950">
                <a:solidFill>
                  <a:srgbClr val="000000"/>
                </a:solidFill>
                <a:latin typeface="Calibri"/>
                <a:cs typeface="Calibri"/>
              </a:rPr>
              <a:t>Utility Unbundling &amp; Formation of New Utilities</a:t>
            </a:r>
          </a:p>
          <a:p>
            <a:pPr marL="171450" indent="-171450" algn="just">
              <a:buSzPct val="100000"/>
              <a:buFont typeface="Arial" panose="020B0604020202020204" pitchFamily="34" charset="0"/>
              <a:buChar char="•"/>
            </a:pPr>
            <a:r>
              <a:rPr lang="en-US" sz="950">
                <a:solidFill>
                  <a:srgbClr val="000000"/>
                </a:solidFill>
                <a:latin typeface="Calibri"/>
                <a:cs typeface="Calibri"/>
              </a:rPr>
              <a:t>Business Planning &amp; Process Re-engineering</a:t>
            </a:r>
          </a:p>
          <a:p>
            <a:pPr marL="171450" indent="-171450" algn="just">
              <a:buSzPct val="100000"/>
              <a:buFont typeface="Arial" panose="020B0604020202020204" pitchFamily="34" charset="0"/>
              <a:buChar char="•"/>
            </a:pPr>
            <a:r>
              <a:rPr lang="en-US" sz="950">
                <a:solidFill>
                  <a:srgbClr val="000000"/>
                </a:solidFill>
                <a:latin typeface="Calibri"/>
                <a:cs typeface="Calibri"/>
              </a:rPr>
              <a:t>Market Assessment</a:t>
            </a:r>
          </a:p>
          <a:p>
            <a:pPr marL="171450" indent="-171450" algn="just">
              <a:buSzPct val="100000"/>
              <a:buFont typeface="Arial" panose="020B0604020202020204" pitchFamily="34" charset="0"/>
              <a:buChar char="•"/>
            </a:pPr>
            <a:r>
              <a:rPr lang="en-US" sz="950">
                <a:solidFill>
                  <a:srgbClr val="000000"/>
                </a:solidFill>
                <a:latin typeface="Calibri"/>
                <a:cs typeface="Calibri"/>
              </a:rPr>
              <a:t>Operating Model Development</a:t>
            </a:r>
          </a:p>
        </p:txBody>
      </p:sp>
      <p:cxnSp>
        <p:nvCxnSpPr>
          <p:cNvPr id="56" name="Elbow Connector 65">
            <a:extLst>
              <a:ext uri="{FF2B5EF4-FFF2-40B4-BE49-F238E27FC236}">
                <a16:creationId xmlns:a16="http://schemas.microsoft.com/office/drawing/2014/main" id="{FE2572C6-1601-37A3-1562-1FD85FE3FABC}"/>
              </a:ext>
            </a:extLst>
          </p:cNvPr>
          <p:cNvCxnSpPr>
            <a:cxnSpLocks/>
            <a:stCxn id="55" idx="3"/>
          </p:cNvCxnSpPr>
          <p:nvPr/>
        </p:nvCxnSpPr>
        <p:spPr>
          <a:xfrm>
            <a:off x="2527338" y="2077747"/>
            <a:ext cx="273066" cy="704845"/>
          </a:xfrm>
          <a:prstGeom prst="bentConnector2">
            <a:avLst/>
          </a:prstGeom>
          <a:noFill/>
          <a:ln w="9525" cap="flat" cmpd="sng" algn="ctr">
            <a:solidFill>
              <a:srgbClr val="86BC25"/>
            </a:solidFill>
            <a:prstDash val="solid"/>
          </a:ln>
          <a:effectLst/>
        </p:spPr>
      </p:cxnSp>
      <p:grpSp>
        <p:nvGrpSpPr>
          <p:cNvPr id="57" name="Group 56">
            <a:extLst>
              <a:ext uri="{FF2B5EF4-FFF2-40B4-BE49-F238E27FC236}">
                <a16:creationId xmlns:a16="http://schemas.microsoft.com/office/drawing/2014/main" id="{D8C3960E-A31F-499B-483F-D17111471455}"/>
              </a:ext>
            </a:extLst>
          </p:cNvPr>
          <p:cNvGrpSpPr>
            <a:grpSpLocks noChangeAspect="1"/>
          </p:cNvGrpSpPr>
          <p:nvPr/>
        </p:nvGrpSpPr>
        <p:grpSpPr bwMode="auto">
          <a:xfrm>
            <a:off x="2566963" y="2831842"/>
            <a:ext cx="320040" cy="320040"/>
            <a:chOff x="4629" y="1679"/>
            <a:chExt cx="340" cy="340"/>
          </a:xfrm>
          <a:solidFill>
            <a:sysClr val="window" lastClr="FFFFFF"/>
          </a:solidFill>
        </p:grpSpPr>
        <p:sp>
          <p:nvSpPr>
            <p:cNvPr id="58" name="Freeform 181">
              <a:extLst>
                <a:ext uri="{FF2B5EF4-FFF2-40B4-BE49-F238E27FC236}">
                  <a16:creationId xmlns:a16="http://schemas.microsoft.com/office/drawing/2014/main" id="{C8D88C61-DC5A-216E-63A7-BFCDA78DFF79}"/>
                </a:ext>
              </a:extLst>
            </p:cNvPr>
            <p:cNvSpPr>
              <a:spLocks noEditPoints="1"/>
            </p:cNvSpPr>
            <p:nvPr/>
          </p:nvSpPr>
          <p:spPr bwMode="auto">
            <a:xfrm>
              <a:off x="4629" y="167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59" name="Freeform 182">
              <a:extLst>
                <a:ext uri="{FF2B5EF4-FFF2-40B4-BE49-F238E27FC236}">
                  <a16:creationId xmlns:a16="http://schemas.microsoft.com/office/drawing/2014/main" id="{76BA7B98-4152-7F71-9C84-422D4D06147C}"/>
                </a:ext>
              </a:extLst>
            </p:cNvPr>
            <p:cNvSpPr>
              <a:spLocks/>
            </p:cNvSpPr>
            <p:nvPr/>
          </p:nvSpPr>
          <p:spPr bwMode="auto">
            <a:xfrm>
              <a:off x="4813" y="1863"/>
              <a:ext cx="64" cy="64"/>
            </a:xfrm>
            <a:custGeom>
              <a:avLst/>
              <a:gdLst>
                <a:gd name="T0" fmla="*/ 93 w 97"/>
                <a:gd name="T1" fmla="*/ 78 h 96"/>
                <a:gd name="T2" fmla="*/ 36 w 97"/>
                <a:gd name="T3" fmla="*/ 21 h 96"/>
                <a:gd name="T4" fmla="*/ 75 w 97"/>
                <a:gd name="T5" fmla="*/ 21 h 96"/>
                <a:gd name="T6" fmla="*/ 85 w 97"/>
                <a:gd name="T7" fmla="*/ 11 h 96"/>
                <a:gd name="T8" fmla="*/ 75 w 97"/>
                <a:gd name="T9" fmla="*/ 0 h 96"/>
                <a:gd name="T10" fmla="*/ 11 w 97"/>
                <a:gd name="T11" fmla="*/ 0 h 96"/>
                <a:gd name="T12" fmla="*/ 0 w 97"/>
                <a:gd name="T13" fmla="*/ 11 h 96"/>
                <a:gd name="T14" fmla="*/ 0 w 97"/>
                <a:gd name="T15" fmla="*/ 75 h 96"/>
                <a:gd name="T16" fmla="*/ 11 w 97"/>
                <a:gd name="T17" fmla="*/ 85 h 96"/>
                <a:gd name="T18" fmla="*/ 21 w 97"/>
                <a:gd name="T19" fmla="*/ 75 h 96"/>
                <a:gd name="T20" fmla="*/ 21 w 97"/>
                <a:gd name="T21" fmla="*/ 36 h 96"/>
                <a:gd name="T22" fmla="*/ 78 w 97"/>
                <a:gd name="T23" fmla="*/ 93 h 96"/>
                <a:gd name="T24" fmla="*/ 85 w 97"/>
                <a:gd name="T25" fmla="*/ 96 h 96"/>
                <a:gd name="T26" fmla="*/ 93 w 97"/>
                <a:gd name="T27" fmla="*/ 93 h 96"/>
                <a:gd name="T28" fmla="*/ 93 w 97"/>
                <a:gd name="T29"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96">
                  <a:moveTo>
                    <a:pt x="93" y="78"/>
                  </a:moveTo>
                  <a:cubicBezTo>
                    <a:pt x="36" y="21"/>
                    <a:pt x="36" y="21"/>
                    <a:pt x="36" y="21"/>
                  </a:cubicBezTo>
                  <a:cubicBezTo>
                    <a:pt x="75" y="21"/>
                    <a:pt x="75" y="21"/>
                    <a:pt x="75" y="21"/>
                  </a:cubicBezTo>
                  <a:cubicBezTo>
                    <a:pt x="81" y="21"/>
                    <a:pt x="85" y="17"/>
                    <a:pt x="85" y="11"/>
                  </a:cubicBezTo>
                  <a:cubicBezTo>
                    <a:pt x="85" y="5"/>
                    <a:pt x="81" y="0"/>
                    <a:pt x="75" y="0"/>
                  </a:cubicBezTo>
                  <a:cubicBezTo>
                    <a:pt x="11" y="0"/>
                    <a:pt x="11" y="0"/>
                    <a:pt x="11" y="0"/>
                  </a:cubicBezTo>
                  <a:cubicBezTo>
                    <a:pt x="5" y="0"/>
                    <a:pt x="0" y="5"/>
                    <a:pt x="0" y="11"/>
                  </a:cubicBezTo>
                  <a:cubicBezTo>
                    <a:pt x="0" y="75"/>
                    <a:pt x="0" y="75"/>
                    <a:pt x="0" y="75"/>
                  </a:cubicBezTo>
                  <a:cubicBezTo>
                    <a:pt x="0" y="81"/>
                    <a:pt x="5" y="85"/>
                    <a:pt x="11" y="85"/>
                  </a:cubicBezTo>
                  <a:cubicBezTo>
                    <a:pt x="17" y="85"/>
                    <a:pt x="21" y="81"/>
                    <a:pt x="21" y="75"/>
                  </a:cubicBezTo>
                  <a:cubicBezTo>
                    <a:pt x="21" y="36"/>
                    <a:pt x="21" y="36"/>
                    <a:pt x="21" y="36"/>
                  </a:cubicBezTo>
                  <a:cubicBezTo>
                    <a:pt x="78" y="93"/>
                    <a:pt x="78" y="93"/>
                    <a:pt x="78" y="93"/>
                  </a:cubicBezTo>
                  <a:cubicBezTo>
                    <a:pt x="80" y="95"/>
                    <a:pt x="83" y="96"/>
                    <a:pt x="85" y="96"/>
                  </a:cubicBezTo>
                  <a:cubicBezTo>
                    <a:pt x="88" y="96"/>
                    <a:pt x="91" y="95"/>
                    <a:pt x="93" y="93"/>
                  </a:cubicBezTo>
                  <a:cubicBezTo>
                    <a:pt x="97" y="89"/>
                    <a:pt x="97" y="82"/>
                    <a:pt x="93" y="7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60" name="Freeform 183">
              <a:extLst>
                <a:ext uri="{FF2B5EF4-FFF2-40B4-BE49-F238E27FC236}">
                  <a16:creationId xmlns:a16="http://schemas.microsoft.com/office/drawing/2014/main" id="{D0D7778E-EF73-48EF-2693-CE4DFF893F8F}"/>
                </a:ext>
              </a:extLst>
            </p:cNvPr>
            <p:cNvSpPr>
              <a:spLocks/>
            </p:cNvSpPr>
            <p:nvPr/>
          </p:nvSpPr>
          <p:spPr bwMode="auto">
            <a:xfrm>
              <a:off x="4720" y="1770"/>
              <a:ext cx="64" cy="64"/>
            </a:xfrm>
            <a:custGeom>
              <a:avLst/>
              <a:gdLst>
                <a:gd name="T0" fmla="*/ 87 w 97"/>
                <a:gd name="T1" fmla="*/ 12 h 97"/>
                <a:gd name="T2" fmla="*/ 76 w 97"/>
                <a:gd name="T3" fmla="*/ 23 h 97"/>
                <a:gd name="T4" fmla="*/ 76 w 97"/>
                <a:gd name="T5" fmla="*/ 61 h 97"/>
                <a:gd name="T6" fmla="*/ 20 w 97"/>
                <a:gd name="T7" fmla="*/ 4 h 97"/>
                <a:gd name="T8" fmla="*/ 4 w 97"/>
                <a:gd name="T9" fmla="*/ 4 h 97"/>
                <a:gd name="T10" fmla="*/ 4 w 97"/>
                <a:gd name="T11" fmla="*/ 20 h 97"/>
                <a:gd name="T12" fmla="*/ 61 w 97"/>
                <a:gd name="T13" fmla="*/ 76 h 97"/>
                <a:gd name="T14" fmla="*/ 23 w 97"/>
                <a:gd name="T15" fmla="*/ 76 h 97"/>
                <a:gd name="T16" fmla="*/ 12 w 97"/>
                <a:gd name="T17" fmla="*/ 87 h 97"/>
                <a:gd name="T18" fmla="*/ 23 w 97"/>
                <a:gd name="T19" fmla="*/ 97 h 97"/>
                <a:gd name="T20" fmla="*/ 87 w 97"/>
                <a:gd name="T21" fmla="*/ 97 h 97"/>
                <a:gd name="T22" fmla="*/ 97 w 97"/>
                <a:gd name="T23" fmla="*/ 87 h 97"/>
                <a:gd name="T24" fmla="*/ 97 w 97"/>
                <a:gd name="T25" fmla="*/ 23 h 97"/>
                <a:gd name="T26" fmla="*/ 87 w 97"/>
                <a:gd name="T27" fmla="*/ 1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97">
                  <a:moveTo>
                    <a:pt x="87" y="12"/>
                  </a:moveTo>
                  <a:cubicBezTo>
                    <a:pt x="81" y="12"/>
                    <a:pt x="76" y="17"/>
                    <a:pt x="76" y="23"/>
                  </a:cubicBezTo>
                  <a:cubicBezTo>
                    <a:pt x="76" y="61"/>
                    <a:pt x="76" y="61"/>
                    <a:pt x="76" y="61"/>
                  </a:cubicBezTo>
                  <a:cubicBezTo>
                    <a:pt x="20" y="4"/>
                    <a:pt x="20" y="4"/>
                    <a:pt x="20" y="4"/>
                  </a:cubicBezTo>
                  <a:cubicBezTo>
                    <a:pt x="15" y="0"/>
                    <a:pt x="9" y="0"/>
                    <a:pt x="4" y="4"/>
                  </a:cubicBezTo>
                  <a:cubicBezTo>
                    <a:pt x="0" y="9"/>
                    <a:pt x="0" y="15"/>
                    <a:pt x="4" y="20"/>
                  </a:cubicBezTo>
                  <a:cubicBezTo>
                    <a:pt x="61" y="76"/>
                    <a:pt x="61" y="76"/>
                    <a:pt x="61" y="76"/>
                  </a:cubicBezTo>
                  <a:cubicBezTo>
                    <a:pt x="23" y="76"/>
                    <a:pt x="23" y="76"/>
                    <a:pt x="23" y="76"/>
                  </a:cubicBezTo>
                  <a:cubicBezTo>
                    <a:pt x="17" y="76"/>
                    <a:pt x="12" y="81"/>
                    <a:pt x="12" y="87"/>
                  </a:cubicBezTo>
                  <a:cubicBezTo>
                    <a:pt x="12" y="93"/>
                    <a:pt x="17" y="97"/>
                    <a:pt x="23" y="97"/>
                  </a:cubicBezTo>
                  <a:cubicBezTo>
                    <a:pt x="87" y="97"/>
                    <a:pt x="87" y="97"/>
                    <a:pt x="87" y="97"/>
                  </a:cubicBezTo>
                  <a:cubicBezTo>
                    <a:pt x="93" y="97"/>
                    <a:pt x="97" y="93"/>
                    <a:pt x="97" y="87"/>
                  </a:cubicBezTo>
                  <a:cubicBezTo>
                    <a:pt x="97" y="23"/>
                    <a:pt x="97" y="23"/>
                    <a:pt x="97" y="23"/>
                  </a:cubicBezTo>
                  <a:cubicBezTo>
                    <a:pt x="97" y="17"/>
                    <a:pt x="93" y="12"/>
                    <a:pt x="87"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61" name="TextBox 60">
            <a:extLst>
              <a:ext uri="{FF2B5EF4-FFF2-40B4-BE49-F238E27FC236}">
                <a16:creationId xmlns:a16="http://schemas.microsoft.com/office/drawing/2014/main" id="{6785A535-E54B-4BAD-C0EB-297D4F7BBFF4}"/>
              </a:ext>
            </a:extLst>
          </p:cNvPr>
          <p:cNvSpPr txBox="1"/>
          <p:nvPr/>
        </p:nvSpPr>
        <p:spPr>
          <a:xfrm>
            <a:off x="365319" y="2727055"/>
            <a:ext cx="1770900" cy="584775"/>
          </a:xfrm>
          <a:prstGeom prst="rect">
            <a:avLst/>
          </a:prstGeom>
          <a:noFill/>
        </p:spPr>
        <p:txBody>
          <a:bodyPr wrap="square" lIns="0" tIns="0" rIns="0" bIns="0" rtlCol="0">
            <a:spAutoFit/>
          </a:bodyPr>
          <a:lstStyle/>
          <a:p>
            <a:pPr>
              <a:buSzPct val="100000"/>
            </a:pPr>
            <a:r>
              <a:rPr lang="en-US" sz="950" b="1">
                <a:solidFill>
                  <a:srgbClr val="53565A"/>
                </a:solidFill>
                <a:latin typeface="Calibri"/>
              </a:rPr>
              <a:t>Financial Plan</a:t>
            </a:r>
          </a:p>
          <a:p>
            <a:pPr marL="171450" indent="-171450" algn="just">
              <a:buSzPct val="100000"/>
              <a:buFont typeface="Arial" panose="020B0604020202020204" pitchFamily="34" charset="0"/>
              <a:buChar char="•"/>
            </a:pPr>
            <a:r>
              <a:rPr lang="en-US" sz="950">
                <a:solidFill>
                  <a:srgbClr val="000000"/>
                </a:solidFill>
                <a:latin typeface="Calibri"/>
                <a:cs typeface="Calibri"/>
              </a:rPr>
              <a:t>Financial Viability Planning</a:t>
            </a:r>
          </a:p>
          <a:p>
            <a:pPr marL="171450" indent="-171450" algn="just">
              <a:buSzPct val="100000"/>
              <a:buFont typeface="Arial" panose="020B0604020202020204" pitchFamily="34" charset="0"/>
              <a:buChar char="•"/>
            </a:pPr>
            <a:r>
              <a:rPr lang="en-US" sz="950">
                <a:solidFill>
                  <a:srgbClr val="000000"/>
                </a:solidFill>
                <a:latin typeface="Calibri"/>
                <a:cs typeface="Calibri"/>
              </a:rPr>
              <a:t>Financial Restructuring</a:t>
            </a:r>
          </a:p>
          <a:p>
            <a:pPr marL="171450" indent="-171450" algn="just">
              <a:buSzPct val="100000"/>
              <a:buFont typeface="Arial" panose="020B0604020202020204" pitchFamily="34" charset="0"/>
              <a:buChar char="•"/>
            </a:pPr>
            <a:r>
              <a:rPr lang="en-US" sz="950">
                <a:solidFill>
                  <a:srgbClr val="000000"/>
                </a:solidFill>
                <a:latin typeface="Calibri"/>
                <a:cs typeface="Calibri"/>
              </a:rPr>
              <a:t>Forecasting Model Development</a:t>
            </a:r>
          </a:p>
        </p:txBody>
      </p:sp>
      <p:cxnSp>
        <p:nvCxnSpPr>
          <p:cNvPr id="62" name="Elbow Connector 65">
            <a:extLst>
              <a:ext uri="{FF2B5EF4-FFF2-40B4-BE49-F238E27FC236}">
                <a16:creationId xmlns:a16="http://schemas.microsoft.com/office/drawing/2014/main" id="{F00F2AC6-5DCA-4845-F96C-77E2A410C02A}"/>
              </a:ext>
            </a:extLst>
          </p:cNvPr>
          <p:cNvCxnSpPr>
            <a:cxnSpLocks/>
            <a:stCxn id="61" idx="2"/>
          </p:cNvCxnSpPr>
          <p:nvPr/>
        </p:nvCxnSpPr>
        <p:spPr>
          <a:xfrm rot="16200000" flipH="1">
            <a:off x="1681000" y="2881598"/>
            <a:ext cx="83569" cy="944031"/>
          </a:xfrm>
          <a:prstGeom prst="bentConnector2">
            <a:avLst/>
          </a:prstGeom>
          <a:noFill/>
          <a:ln w="9525" cap="flat" cmpd="sng" algn="ctr">
            <a:solidFill>
              <a:srgbClr val="53565A"/>
            </a:solidFill>
            <a:prstDash val="solid"/>
          </a:ln>
          <a:effectLst/>
        </p:spPr>
      </p:cxnSp>
      <p:sp>
        <p:nvSpPr>
          <p:cNvPr id="63" name="TextBox 62">
            <a:extLst>
              <a:ext uri="{FF2B5EF4-FFF2-40B4-BE49-F238E27FC236}">
                <a16:creationId xmlns:a16="http://schemas.microsoft.com/office/drawing/2014/main" id="{F60303B5-4C4E-4881-71BC-249E41CA8D83}"/>
              </a:ext>
            </a:extLst>
          </p:cNvPr>
          <p:cNvSpPr txBox="1"/>
          <p:nvPr/>
        </p:nvSpPr>
        <p:spPr>
          <a:xfrm>
            <a:off x="330406" y="3589790"/>
            <a:ext cx="1678039" cy="1169551"/>
          </a:xfrm>
          <a:prstGeom prst="rect">
            <a:avLst/>
          </a:prstGeom>
          <a:noFill/>
        </p:spPr>
        <p:txBody>
          <a:bodyPr wrap="square" lIns="0" tIns="0" rIns="0" bIns="0" rtlCol="0">
            <a:spAutoFit/>
          </a:bodyPr>
          <a:lstStyle/>
          <a:p>
            <a:pPr>
              <a:buSzPct val="100000"/>
            </a:pPr>
            <a:r>
              <a:rPr lang="en-US" sz="950" b="1">
                <a:solidFill>
                  <a:srgbClr val="53565A"/>
                </a:solidFill>
                <a:latin typeface="Calibri"/>
              </a:rPr>
              <a:t>Technical Performance Improvement</a:t>
            </a:r>
          </a:p>
          <a:p>
            <a:pPr marL="171450" indent="-171450" algn="just">
              <a:buSzPct val="100000"/>
              <a:buFont typeface="Arial" panose="020B0604020202020204" pitchFamily="34" charset="0"/>
              <a:buChar char="•"/>
            </a:pPr>
            <a:r>
              <a:rPr lang="en-US" sz="950">
                <a:solidFill>
                  <a:srgbClr val="000000"/>
                </a:solidFill>
                <a:latin typeface="Calibri"/>
                <a:cs typeface="Calibri"/>
              </a:rPr>
              <a:t>Demand-supply gap mgmt.</a:t>
            </a:r>
          </a:p>
          <a:p>
            <a:pPr marL="171450" indent="-171450" algn="just">
              <a:buSzPct val="100000"/>
              <a:buFont typeface="Arial" panose="020B0604020202020204" pitchFamily="34" charset="0"/>
              <a:buChar char="•"/>
            </a:pPr>
            <a:r>
              <a:rPr lang="en-US" sz="950">
                <a:solidFill>
                  <a:srgbClr val="000000"/>
                </a:solidFill>
                <a:latin typeface="Calibri"/>
                <a:cs typeface="Calibri"/>
              </a:rPr>
              <a:t>Reduction of technical losses</a:t>
            </a:r>
          </a:p>
          <a:p>
            <a:pPr marL="171450" indent="-171450" algn="just">
              <a:buSzPct val="100000"/>
              <a:buFont typeface="Arial" panose="020B0604020202020204" pitchFamily="34" charset="0"/>
              <a:buChar char="•"/>
            </a:pPr>
            <a:r>
              <a:rPr lang="en-US" sz="950">
                <a:solidFill>
                  <a:srgbClr val="000000"/>
                </a:solidFill>
                <a:latin typeface="Calibri"/>
                <a:cs typeface="Calibri"/>
              </a:rPr>
              <a:t>Growth of supply capacity</a:t>
            </a:r>
          </a:p>
          <a:p>
            <a:pPr marL="171450" indent="-171450" algn="just">
              <a:buSzPct val="100000"/>
              <a:buFont typeface="Arial" panose="020B0604020202020204" pitchFamily="34" charset="0"/>
              <a:buChar char="•"/>
            </a:pPr>
            <a:r>
              <a:rPr lang="en-US" sz="950">
                <a:solidFill>
                  <a:srgbClr val="000000"/>
                </a:solidFill>
                <a:latin typeface="Calibri"/>
                <a:cs typeface="Calibri"/>
              </a:rPr>
              <a:t>Generation Mix Diversification</a:t>
            </a:r>
          </a:p>
          <a:p>
            <a:pPr marL="171450" indent="-171450" algn="just">
              <a:buSzPct val="100000"/>
              <a:buFont typeface="Arial" panose="020B0604020202020204" pitchFamily="34" charset="0"/>
              <a:buChar char="•"/>
            </a:pPr>
            <a:r>
              <a:rPr lang="en-US" sz="950">
                <a:solidFill>
                  <a:srgbClr val="000000"/>
                </a:solidFill>
                <a:latin typeface="Calibri"/>
                <a:cs typeface="Calibri"/>
              </a:rPr>
              <a:t>Reliability and quality of electricity supply</a:t>
            </a:r>
          </a:p>
        </p:txBody>
      </p:sp>
      <p:cxnSp>
        <p:nvCxnSpPr>
          <p:cNvPr id="64" name="Elbow Connector 65">
            <a:extLst>
              <a:ext uri="{FF2B5EF4-FFF2-40B4-BE49-F238E27FC236}">
                <a16:creationId xmlns:a16="http://schemas.microsoft.com/office/drawing/2014/main" id="{E5B34A28-97E4-E343-E9F0-DF9783BB503A}"/>
              </a:ext>
            </a:extLst>
          </p:cNvPr>
          <p:cNvCxnSpPr>
            <a:cxnSpLocks/>
          </p:cNvCxnSpPr>
          <p:nvPr/>
        </p:nvCxnSpPr>
        <p:spPr>
          <a:xfrm>
            <a:off x="1906144" y="3990196"/>
            <a:ext cx="384767" cy="174192"/>
          </a:xfrm>
          <a:prstGeom prst="bentConnector3">
            <a:avLst>
              <a:gd name="adj1" fmla="val 50000"/>
            </a:avLst>
          </a:prstGeom>
          <a:noFill/>
          <a:ln w="9525" cap="flat" cmpd="sng" algn="ctr">
            <a:solidFill>
              <a:srgbClr val="D0D0CE"/>
            </a:solidFill>
            <a:prstDash val="solid"/>
          </a:ln>
          <a:effectLst/>
        </p:spPr>
      </p:cxnSp>
      <p:sp>
        <p:nvSpPr>
          <p:cNvPr id="65" name="TextBox 64">
            <a:extLst>
              <a:ext uri="{FF2B5EF4-FFF2-40B4-BE49-F238E27FC236}">
                <a16:creationId xmlns:a16="http://schemas.microsoft.com/office/drawing/2014/main" id="{C58BE191-EB21-0491-5FC6-DCE81CF19458}"/>
              </a:ext>
            </a:extLst>
          </p:cNvPr>
          <p:cNvSpPr txBox="1"/>
          <p:nvPr/>
        </p:nvSpPr>
        <p:spPr>
          <a:xfrm>
            <a:off x="1173956" y="4936605"/>
            <a:ext cx="1678039" cy="1023357"/>
          </a:xfrm>
          <a:prstGeom prst="rect">
            <a:avLst/>
          </a:prstGeom>
          <a:noFill/>
        </p:spPr>
        <p:txBody>
          <a:bodyPr wrap="square" lIns="0" tIns="0" rIns="0" bIns="0" rtlCol="0">
            <a:spAutoFit/>
          </a:bodyPr>
          <a:lstStyle/>
          <a:p>
            <a:pPr>
              <a:buSzPct val="100000"/>
            </a:pPr>
            <a:r>
              <a:rPr lang="en-US" sz="950" b="1">
                <a:solidFill>
                  <a:srgbClr val="007CB0"/>
                </a:solidFill>
                <a:latin typeface="Calibri"/>
              </a:rPr>
              <a:t>Commercial Performance Improvement</a:t>
            </a:r>
          </a:p>
          <a:p>
            <a:pPr marL="171450" indent="-171450" algn="just">
              <a:buSzPct val="100000"/>
              <a:buFont typeface="Arial" panose="020B0604020202020204" pitchFamily="34" charset="0"/>
              <a:buChar char="•"/>
            </a:pPr>
            <a:r>
              <a:rPr lang="en-US" sz="950">
                <a:solidFill>
                  <a:srgbClr val="000000"/>
                </a:solidFill>
                <a:latin typeface="Calibri"/>
                <a:cs typeface="Calibri"/>
              </a:rPr>
              <a:t>Rationalization of tariff </a:t>
            </a:r>
          </a:p>
          <a:p>
            <a:pPr marL="171450" indent="-171450" algn="just">
              <a:buSzPct val="100000"/>
              <a:buFont typeface="Arial" panose="020B0604020202020204" pitchFamily="34" charset="0"/>
              <a:buChar char="•"/>
            </a:pPr>
            <a:r>
              <a:rPr lang="en-US" sz="950">
                <a:solidFill>
                  <a:srgbClr val="000000"/>
                </a:solidFill>
                <a:latin typeface="Calibri"/>
                <a:cs typeface="Calibri"/>
              </a:rPr>
              <a:t>Cost Reflective Tarif</a:t>
            </a:r>
          </a:p>
          <a:p>
            <a:pPr marL="171450" indent="-171450" algn="just">
              <a:buSzPct val="100000"/>
              <a:buFont typeface="Arial" panose="020B0604020202020204" pitchFamily="34" charset="0"/>
              <a:buChar char="•"/>
            </a:pPr>
            <a:r>
              <a:rPr lang="en-US" sz="950">
                <a:solidFill>
                  <a:srgbClr val="000000"/>
                </a:solidFill>
                <a:latin typeface="Calibri"/>
                <a:cs typeface="Calibri"/>
              </a:rPr>
              <a:t>Fuel Management</a:t>
            </a:r>
          </a:p>
          <a:p>
            <a:pPr marL="171450" indent="-171450" algn="just">
              <a:buSzPct val="100000"/>
              <a:buFont typeface="Arial" panose="020B0604020202020204" pitchFamily="34" charset="0"/>
              <a:buChar char="•"/>
            </a:pPr>
            <a:r>
              <a:rPr lang="en-US" sz="950">
                <a:solidFill>
                  <a:srgbClr val="000000"/>
                </a:solidFill>
                <a:latin typeface="Calibri"/>
                <a:cs typeface="Calibri"/>
              </a:rPr>
              <a:t>Cost Optimization Strategy</a:t>
            </a:r>
          </a:p>
          <a:p>
            <a:pPr marL="171450" indent="-171450" algn="just">
              <a:buSzPct val="100000"/>
              <a:buFont typeface="Arial" panose="020B0604020202020204" pitchFamily="34" charset="0"/>
              <a:buChar char="•"/>
            </a:pPr>
            <a:r>
              <a:rPr lang="en-US" sz="950">
                <a:solidFill>
                  <a:srgbClr val="000000"/>
                </a:solidFill>
                <a:latin typeface="Calibri"/>
                <a:cs typeface="Calibri"/>
              </a:rPr>
              <a:t>Bid Advisory</a:t>
            </a:r>
          </a:p>
        </p:txBody>
      </p:sp>
      <p:cxnSp>
        <p:nvCxnSpPr>
          <p:cNvPr id="66" name="Elbow Connector 65">
            <a:extLst>
              <a:ext uri="{FF2B5EF4-FFF2-40B4-BE49-F238E27FC236}">
                <a16:creationId xmlns:a16="http://schemas.microsoft.com/office/drawing/2014/main" id="{E44BF6A6-E8BB-9F87-D9A8-B45E3D1FEF01}"/>
              </a:ext>
            </a:extLst>
          </p:cNvPr>
          <p:cNvCxnSpPr>
            <a:cxnSpLocks/>
          </p:cNvCxnSpPr>
          <p:nvPr/>
        </p:nvCxnSpPr>
        <p:spPr>
          <a:xfrm rot="5400000" flipH="1" flipV="1">
            <a:off x="2135310" y="4497735"/>
            <a:ext cx="449006" cy="428734"/>
          </a:xfrm>
          <a:prstGeom prst="bentConnector3">
            <a:avLst>
              <a:gd name="adj1" fmla="val 50000"/>
            </a:avLst>
          </a:prstGeom>
          <a:noFill/>
          <a:ln w="9525" cap="flat" cmpd="sng" algn="ctr">
            <a:solidFill>
              <a:srgbClr val="007CB0"/>
            </a:solidFill>
            <a:prstDash val="solid"/>
          </a:ln>
          <a:effectLst/>
        </p:spPr>
      </p:cxnSp>
      <p:sp>
        <p:nvSpPr>
          <p:cNvPr id="67" name="TextBox 66">
            <a:extLst>
              <a:ext uri="{FF2B5EF4-FFF2-40B4-BE49-F238E27FC236}">
                <a16:creationId xmlns:a16="http://schemas.microsoft.com/office/drawing/2014/main" id="{6BC73665-3A13-51AC-803C-B747C762B9E4}"/>
              </a:ext>
            </a:extLst>
          </p:cNvPr>
          <p:cNvSpPr txBox="1"/>
          <p:nvPr/>
        </p:nvSpPr>
        <p:spPr>
          <a:xfrm>
            <a:off x="3306363" y="4935947"/>
            <a:ext cx="1678039" cy="877163"/>
          </a:xfrm>
          <a:prstGeom prst="rect">
            <a:avLst/>
          </a:prstGeom>
          <a:noFill/>
        </p:spPr>
        <p:txBody>
          <a:bodyPr wrap="square" lIns="0" tIns="0" rIns="0" bIns="0" rtlCol="0">
            <a:spAutoFit/>
          </a:bodyPr>
          <a:lstStyle/>
          <a:p>
            <a:pPr>
              <a:buSzPct val="100000"/>
            </a:pPr>
            <a:r>
              <a:rPr lang="en-US" sz="950" b="1">
                <a:solidFill>
                  <a:srgbClr val="0D8390"/>
                </a:solidFill>
                <a:latin typeface="Calibri"/>
              </a:rPr>
              <a:t>Institutional Strengthening</a:t>
            </a:r>
          </a:p>
          <a:p>
            <a:pPr marL="171450" indent="-171450" algn="just">
              <a:buSzPct val="100000"/>
              <a:buFont typeface="Arial" panose="020B0604020202020204" pitchFamily="34" charset="0"/>
              <a:buChar char="•"/>
            </a:pPr>
            <a:r>
              <a:rPr lang="en-US" sz="950">
                <a:solidFill>
                  <a:srgbClr val="000000"/>
                </a:solidFill>
                <a:latin typeface="Calibri"/>
                <a:cs typeface="Calibri"/>
              </a:rPr>
              <a:t>Skill Gap Assessment</a:t>
            </a:r>
          </a:p>
          <a:p>
            <a:pPr marL="171450" indent="-171450" algn="just">
              <a:buSzPct val="100000"/>
              <a:buFont typeface="Arial" panose="020B0604020202020204" pitchFamily="34" charset="0"/>
              <a:buChar char="•"/>
            </a:pPr>
            <a:r>
              <a:rPr lang="en-US" sz="950">
                <a:solidFill>
                  <a:srgbClr val="000000"/>
                </a:solidFill>
                <a:latin typeface="Calibri"/>
                <a:cs typeface="Calibri"/>
              </a:rPr>
              <a:t>Training Plan in line with sectoral evolution &amp; market requirement</a:t>
            </a:r>
          </a:p>
          <a:p>
            <a:pPr marL="171450" indent="-171450" algn="just">
              <a:buSzPct val="100000"/>
              <a:buFont typeface="Arial" panose="020B0604020202020204" pitchFamily="34" charset="0"/>
              <a:buChar char="•"/>
            </a:pPr>
            <a:r>
              <a:rPr lang="en-US" sz="950">
                <a:solidFill>
                  <a:srgbClr val="000000"/>
                </a:solidFill>
                <a:latin typeface="Calibri"/>
                <a:cs typeface="Calibri"/>
              </a:rPr>
              <a:t>Change Management</a:t>
            </a:r>
          </a:p>
        </p:txBody>
      </p:sp>
      <p:grpSp>
        <p:nvGrpSpPr>
          <p:cNvPr id="68" name="Group 48">
            <a:extLst>
              <a:ext uri="{FF2B5EF4-FFF2-40B4-BE49-F238E27FC236}">
                <a16:creationId xmlns:a16="http://schemas.microsoft.com/office/drawing/2014/main" id="{AE652EC0-2805-154A-29E3-CB64812D8F5B}"/>
              </a:ext>
            </a:extLst>
          </p:cNvPr>
          <p:cNvGrpSpPr>
            <a:grpSpLocks noChangeAspect="1"/>
          </p:cNvGrpSpPr>
          <p:nvPr/>
        </p:nvGrpSpPr>
        <p:grpSpPr bwMode="auto">
          <a:xfrm>
            <a:off x="2156775" y="3231599"/>
            <a:ext cx="320040" cy="320040"/>
            <a:chOff x="4277" y="1990"/>
            <a:chExt cx="340" cy="340"/>
          </a:xfrm>
          <a:solidFill>
            <a:sysClr val="window" lastClr="FFFFFF"/>
          </a:solidFill>
        </p:grpSpPr>
        <p:sp>
          <p:nvSpPr>
            <p:cNvPr id="69" name="Freeform 49">
              <a:extLst>
                <a:ext uri="{FF2B5EF4-FFF2-40B4-BE49-F238E27FC236}">
                  <a16:creationId xmlns:a16="http://schemas.microsoft.com/office/drawing/2014/main" id="{FD1CE717-1814-3E33-6E1C-612F0B992D06}"/>
                </a:ext>
              </a:extLst>
            </p:cNvPr>
            <p:cNvSpPr>
              <a:spLocks noEditPoints="1"/>
            </p:cNvSpPr>
            <p:nvPr/>
          </p:nvSpPr>
          <p:spPr bwMode="auto">
            <a:xfrm>
              <a:off x="4277"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70" name="Freeform 50">
              <a:extLst>
                <a:ext uri="{FF2B5EF4-FFF2-40B4-BE49-F238E27FC236}">
                  <a16:creationId xmlns:a16="http://schemas.microsoft.com/office/drawing/2014/main" id="{2707FA51-2B12-7AE6-067A-9EC566CF6F4C}"/>
                </a:ext>
              </a:extLst>
            </p:cNvPr>
            <p:cNvSpPr>
              <a:spLocks noEditPoints="1"/>
            </p:cNvSpPr>
            <p:nvPr/>
          </p:nvSpPr>
          <p:spPr bwMode="auto">
            <a:xfrm>
              <a:off x="4355" y="2054"/>
              <a:ext cx="170" cy="212"/>
            </a:xfrm>
            <a:custGeom>
              <a:avLst/>
              <a:gdLst>
                <a:gd name="T0" fmla="*/ 235 w 256"/>
                <a:gd name="T1" fmla="*/ 256 h 320"/>
                <a:gd name="T2" fmla="*/ 224 w 256"/>
                <a:gd name="T3" fmla="*/ 213 h 320"/>
                <a:gd name="T4" fmla="*/ 245 w 256"/>
                <a:gd name="T5" fmla="*/ 117 h 320"/>
                <a:gd name="T6" fmla="*/ 11 w 256"/>
                <a:gd name="T7" fmla="*/ 117 h 320"/>
                <a:gd name="T8" fmla="*/ 11 w 256"/>
                <a:gd name="T9" fmla="*/ 213 h 320"/>
                <a:gd name="T10" fmla="*/ 0 w 256"/>
                <a:gd name="T11" fmla="*/ 266 h 320"/>
                <a:gd name="T12" fmla="*/ 21 w 256"/>
                <a:gd name="T13" fmla="*/ 277 h 320"/>
                <a:gd name="T14" fmla="*/ 32 w 256"/>
                <a:gd name="T15" fmla="*/ 320 h 320"/>
                <a:gd name="T16" fmla="*/ 256 w 256"/>
                <a:gd name="T17" fmla="*/ 309 h 320"/>
                <a:gd name="T18" fmla="*/ 245 w 256"/>
                <a:gd name="T19" fmla="*/ 256 h 320"/>
                <a:gd name="T20" fmla="*/ 192 w 256"/>
                <a:gd name="T21" fmla="*/ 256 h 320"/>
                <a:gd name="T22" fmla="*/ 213 w 256"/>
                <a:gd name="T23" fmla="*/ 234 h 320"/>
                <a:gd name="T24" fmla="*/ 64 w 256"/>
                <a:gd name="T25" fmla="*/ 256 h 320"/>
                <a:gd name="T26" fmla="*/ 85 w 256"/>
                <a:gd name="T27" fmla="*/ 234 h 320"/>
                <a:gd name="T28" fmla="*/ 64 w 256"/>
                <a:gd name="T29" fmla="*/ 256 h 320"/>
                <a:gd name="T30" fmla="*/ 107 w 256"/>
                <a:gd name="T31" fmla="*/ 234 h 320"/>
                <a:gd name="T32" fmla="*/ 128 w 256"/>
                <a:gd name="T33" fmla="*/ 256 h 320"/>
                <a:gd name="T34" fmla="*/ 149 w 256"/>
                <a:gd name="T35" fmla="*/ 234 h 320"/>
                <a:gd name="T36" fmla="*/ 171 w 256"/>
                <a:gd name="T37" fmla="*/ 256 h 320"/>
                <a:gd name="T38" fmla="*/ 149 w 256"/>
                <a:gd name="T39" fmla="*/ 234 h 320"/>
                <a:gd name="T40" fmla="*/ 192 w 256"/>
                <a:gd name="T41" fmla="*/ 298 h 320"/>
                <a:gd name="T42" fmla="*/ 171 w 256"/>
                <a:gd name="T43" fmla="*/ 277 h 320"/>
                <a:gd name="T44" fmla="*/ 32 w 256"/>
                <a:gd name="T45" fmla="*/ 117 h 320"/>
                <a:gd name="T46" fmla="*/ 224 w 256"/>
                <a:gd name="T47" fmla="*/ 117 h 320"/>
                <a:gd name="T48" fmla="*/ 32 w 256"/>
                <a:gd name="T49" fmla="*/ 117 h 320"/>
                <a:gd name="T50" fmla="*/ 43 w 256"/>
                <a:gd name="T51" fmla="*/ 234 h 320"/>
                <a:gd name="T52" fmla="*/ 32 w 256"/>
                <a:gd name="T53" fmla="*/ 256 h 320"/>
                <a:gd name="T54" fmla="*/ 21 w 256"/>
                <a:gd name="T55" fmla="*/ 234 h 320"/>
                <a:gd name="T56" fmla="*/ 64 w 256"/>
                <a:gd name="T57" fmla="*/ 277 h 320"/>
                <a:gd name="T58" fmla="*/ 43 w 256"/>
                <a:gd name="T59" fmla="*/ 298 h 320"/>
                <a:gd name="T60" fmla="*/ 85 w 256"/>
                <a:gd name="T61" fmla="*/ 298 h 320"/>
                <a:gd name="T62" fmla="*/ 107 w 256"/>
                <a:gd name="T63" fmla="*/ 277 h 320"/>
                <a:gd name="T64" fmla="*/ 85 w 256"/>
                <a:gd name="T65" fmla="*/ 298 h 320"/>
                <a:gd name="T66" fmla="*/ 149 w 256"/>
                <a:gd name="T67" fmla="*/ 277 h 320"/>
                <a:gd name="T68" fmla="*/ 128 w 256"/>
                <a:gd name="T69" fmla="*/ 298 h 320"/>
                <a:gd name="T70" fmla="*/ 235 w 256"/>
                <a:gd name="T71" fmla="*/ 298 h 320"/>
                <a:gd name="T72" fmla="*/ 213 w 256"/>
                <a:gd name="T73" fmla="*/ 277 h 320"/>
                <a:gd name="T74" fmla="*/ 235 w 256"/>
                <a:gd name="T75" fmla="*/ 277 h 320"/>
                <a:gd name="T76" fmla="*/ 128 w 256"/>
                <a:gd name="T77" fmla="*/ 168 h 320"/>
                <a:gd name="T78" fmla="*/ 96 w 256"/>
                <a:gd name="T79" fmla="*/ 162 h 320"/>
                <a:gd name="T80" fmla="*/ 113 w 256"/>
                <a:gd name="T81" fmla="*/ 149 h 320"/>
                <a:gd name="T82" fmla="*/ 136 w 256"/>
                <a:gd name="T83" fmla="*/ 148 h 320"/>
                <a:gd name="T84" fmla="*/ 138 w 256"/>
                <a:gd name="T85" fmla="*/ 135 h 320"/>
                <a:gd name="T86" fmla="*/ 121 w 256"/>
                <a:gd name="T87" fmla="*/ 124 h 320"/>
                <a:gd name="T88" fmla="*/ 100 w 256"/>
                <a:gd name="T89" fmla="*/ 107 h 320"/>
                <a:gd name="T90" fmla="*/ 108 w 256"/>
                <a:gd name="T91" fmla="*/ 75 h 320"/>
                <a:gd name="T92" fmla="*/ 128 w 256"/>
                <a:gd name="T93" fmla="*/ 53 h 320"/>
                <a:gd name="T94" fmla="*/ 139 w 256"/>
                <a:gd name="T95" fmla="*/ 67 h 320"/>
                <a:gd name="T96" fmla="*/ 160 w 256"/>
                <a:gd name="T97" fmla="*/ 74 h 320"/>
                <a:gd name="T98" fmla="*/ 140 w 256"/>
                <a:gd name="T99" fmla="*/ 86 h 320"/>
                <a:gd name="T100" fmla="*/ 121 w 256"/>
                <a:gd name="T101" fmla="*/ 87 h 320"/>
                <a:gd name="T102" fmla="*/ 119 w 256"/>
                <a:gd name="T103" fmla="*/ 99 h 320"/>
                <a:gd name="T104" fmla="*/ 136 w 256"/>
                <a:gd name="T105" fmla="*/ 110 h 320"/>
                <a:gd name="T106" fmla="*/ 161 w 256"/>
                <a:gd name="T107" fmla="*/ 140 h 320"/>
                <a:gd name="T108" fmla="*/ 139 w 256"/>
                <a:gd name="T109" fmla="*/ 167 h 320"/>
                <a:gd name="T110" fmla="*/ 128 w 256"/>
                <a:gd name="T111" fmla="*/ 18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320">
                  <a:moveTo>
                    <a:pt x="245" y="256"/>
                  </a:moveTo>
                  <a:cubicBezTo>
                    <a:pt x="235" y="256"/>
                    <a:pt x="235" y="256"/>
                    <a:pt x="235" y="256"/>
                  </a:cubicBezTo>
                  <a:cubicBezTo>
                    <a:pt x="235" y="224"/>
                    <a:pt x="235" y="224"/>
                    <a:pt x="235" y="224"/>
                  </a:cubicBezTo>
                  <a:cubicBezTo>
                    <a:pt x="235" y="218"/>
                    <a:pt x="230" y="213"/>
                    <a:pt x="224" y="213"/>
                  </a:cubicBezTo>
                  <a:cubicBezTo>
                    <a:pt x="195" y="213"/>
                    <a:pt x="195" y="213"/>
                    <a:pt x="195" y="213"/>
                  </a:cubicBezTo>
                  <a:cubicBezTo>
                    <a:pt x="225" y="192"/>
                    <a:pt x="245" y="157"/>
                    <a:pt x="245" y="117"/>
                  </a:cubicBezTo>
                  <a:cubicBezTo>
                    <a:pt x="245" y="52"/>
                    <a:pt x="193" y="0"/>
                    <a:pt x="128" y="0"/>
                  </a:cubicBezTo>
                  <a:cubicBezTo>
                    <a:pt x="63" y="0"/>
                    <a:pt x="11" y="52"/>
                    <a:pt x="11" y="117"/>
                  </a:cubicBezTo>
                  <a:cubicBezTo>
                    <a:pt x="11" y="157"/>
                    <a:pt x="31" y="192"/>
                    <a:pt x="61" y="213"/>
                  </a:cubicBezTo>
                  <a:cubicBezTo>
                    <a:pt x="11" y="213"/>
                    <a:pt x="11" y="213"/>
                    <a:pt x="11" y="213"/>
                  </a:cubicBezTo>
                  <a:cubicBezTo>
                    <a:pt x="5" y="213"/>
                    <a:pt x="0" y="218"/>
                    <a:pt x="0" y="224"/>
                  </a:cubicBezTo>
                  <a:cubicBezTo>
                    <a:pt x="0" y="266"/>
                    <a:pt x="0" y="266"/>
                    <a:pt x="0" y="266"/>
                  </a:cubicBezTo>
                  <a:cubicBezTo>
                    <a:pt x="0" y="272"/>
                    <a:pt x="5" y="277"/>
                    <a:pt x="11" y="277"/>
                  </a:cubicBezTo>
                  <a:cubicBezTo>
                    <a:pt x="21" y="277"/>
                    <a:pt x="21" y="277"/>
                    <a:pt x="21" y="277"/>
                  </a:cubicBezTo>
                  <a:cubicBezTo>
                    <a:pt x="21" y="309"/>
                    <a:pt x="21" y="309"/>
                    <a:pt x="21" y="309"/>
                  </a:cubicBezTo>
                  <a:cubicBezTo>
                    <a:pt x="21" y="315"/>
                    <a:pt x="26" y="320"/>
                    <a:pt x="32" y="320"/>
                  </a:cubicBezTo>
                  <a:cubicBezTo>
                    <a:pt x="245" y="320"/>
                    <a:pt x="245" y="320"/>
                    <a:pt x="245" y="320"/>
                  </a:cubicBezTo>
                  <a:cubicBezTo>
                    <a:pt x="251" y="320"/>
                    <a:pt x="256" y="315"/>
                    <a:pt x="256" y="309"/>
                  </a:cubicBezTo>
                  <a:cubicBezTo>
                    <a:pt x="256" y="266"/>
                    <a:pt x="256" y="266"/>
                    <a:pt x="256" y="266"/>
                  </a:cubicBezTo>
                  <a:cubicBezTo>
                    <a:pt x="256" y="260"/>
                    <a:pt x="251" y="256"/>
                    <a:pt x="245" y="256"/>
                  </a:cubicBezTo>
                  <a:close/>
                  <a:moveTo>
                    <a:pt x="213" y="256"/>
                  </a:moveTo>
                  <a:cubicBezTo>
                    <a:pt x="192" y="256"/>
                    <a:pt x="192" y="256"/>
                    <a:pt x="192" y="256"/>
                  </a:cubicBezTo>
                  <a:cubicBezTo>
                    <a:pt x="192" y="234"/>
                    <a:pt x="192" y="234"/>
                    <a:pt x="192" y="234"/>
                  </a:cubicBezTo>
                  <a:cubicBezTo>
                    <a:pt x="213" y="234"/>
                    <a:pt x="213" y="234"/>
                    <a:pt x="213" y="234"/>
                  </a:cubicBezTo>
                  <a:lnTo>
                    <a:pt x="213" y="256"/>
                  </a:lnTo>
                  <a:close/>
                  <a:moveTo>
                    <a:pt x="64" y="256"/>
                  </a:moveTo>
                  <a:cubicBezTo>
                    <a:pt x="64" y="234"/>
                    <a:pt x="64" y="234"/>
                    <a:pt x="64" y="234"/>
                  </a:cubicBezTo>
                  <a:cubicBezTo>
                    <a:pt x="85" y="234"/>
                    <a:pt x="85" y="234"/>
                    <a:pt x="85" y="234"/>
                  </a:cubicBezTo>
                  <a:cubicBezTo>
                    <a:pt x="85" y="256"/>
                    <a:pt x="85" y="256"/>
                    <a:pt x="85" y="256"/>
                  </a:cubicBezTo>
                  <a:lnTo>
                    <a:pt x="64" y="256"/>
                  </a:lnTo>
                  <a:close/>
                  <a:moveTo>
                    <a:pt x="107" y="256"/>
                  </a:moveTo>
                  <a:cubicBezTo>
                    <a:pt x="107" y="234"/>
                    <a:pt x="107" y="234"/>
                    <a:pt x="107" y="234"/>
                  </a:cubicBezTo>
                  <a:cubicBezTo>
                    <a:pt x="128" y="234"/>
                    <a:pt x="128" y="234"/>
                    <a:pt x="128" y="234"/>
                  </a:cubicBezTo>
                  <a:cubicBezTo>
                    <a:pt x="128" y="256"/>
                    <a:pt x="128" y="256"/>
                    <a:pt x="128" y="256"/>
                  </a:cubicBezTo>
                  <a:lnTo>
                    <a:pt x="107" y="256"/>
                  </a:lnTo>
                  <a:close/>
                  <a:moveTo>
                    <a:pt x="149" y="234"/>
                  </a:moveTo>
                  <a:cubicBezTo>
                    <a:pt x="171" y="234"/>
                    <a:pt x="171" y="234"/>
                    <a:pt x="171" y="234"/>
                  </a:cubicBezTo>
                  <a:cubicBezTo>
                    <a:pt x="171" y="256"/>
                    <a:pt x="171" y="256"/>
                    <a:pt x="171" y="256"/>
                  </a:cubicBezTo>
                  <a:cubicBezTo>
                    <a:pt x="149" y="256"/>
                    <a:pt x="149" y="256"/>
                    <a:pt x="149" y="256"/>
                  </a:cubicBezTo>
                  <a:lnTo>
                    <a:pt x="149" y="234"/>
                  </a:lnTo>
                  <a:close/>
                  <a:moveTo>
                    <a:pt x="192" y="277"/>
                  </a:moveTo>
                  <a:cubicBezTo>
                    <a:pt x="192" y="298"/>
                    <a:pt x="192" y="298"/>
                    <a:pt x="192" y="298"/>
                  </a:cubicBezTo>
                  <a:cubicBezTo>
                    <a:pt x="171" y="298"/>
                    <a:pt x="171" y="298"/>
                    <a:pt x="171" y="298"/>
                  </a:cubicBezTo>
                  <a:cubicBezTo>
                    <a:pt x="171" y="277"/>
                    <a:pt x="171" y="277"/>
                    <a:pt x="171" y="277"/>
                  </a:cubicBezTo>
                  <a:lnTo>
                    <a:pt x="192" y="277"/>
                  </a:lnTo>
                  <a:close/>
                  <a:moveTo>
                    <a:pt x="32" y="117"/>
                  </a:moveTo>
                  <a:cubicBezTo>
                    <a:pt x="32" y="64"/>
                    <a:pt x="75" y="21"/>
                    <a:pt x="128" y="21"/>
                  </a:cubicBezTo>
                  <a:cubicBezTo>
                    <a:pt x="181" y="21"/>
                    <a:pt x="224" y="64"/>
                    <a:pt x="224" y="117"/>
                  </a:cubicBezTo>
                  <a:cubicBezTo>
                    <a:pt x="224" y="170"/>
                    <a:pt x="181" y="213"/>
                    <a:pt x="128" y="213"/>
                  </a:cubicBezTo>
                  <a:cubicBezTo>
                    <a:pt x="75" y="213"/>
                    <a:pt x="32" y="170"/>
                    <a:pt x="32" y="117"/>
                  </a:cubicBezTo>
                  <a:close/>
                  <a:moveTo>
                    <a:pt x="21" y="234"/>
                  </a:moveTo>
                  <a:cubicBezTo>
                    <a:pt x="43" y="234"/>
                    <a:pt x="43" y="234"/>
                    <a:pt x="43" y="234"/>
                  </a:cubicBezTo>
                  <a:cubicBezTo>
                    <a:pt x="43" y="256"/>
                    <a:pt x="43" y="256"/>
                    <a:pt x="43" y="256"/>
                  </a:cubicBezTo>
                  <a:cubicBezTo>
                    <a:pt x="32" y="256"/>
                    <a:pt x="32" y="256"/>
                    <a:pt x="32" y="256"/>
                  </a:cubicBezTo>
                  <a:cubicBezTo>
                    <a:pt x="21" y="256"/>
                    <a:pt x="21" y="256"/>
                    <a:pt x="21" y="256"/>
                  </a:cubicBezTo>
                  <a:lnTo>
                    <a:pt x="21" y="234"/>
                  </a:lnTo>
                  <a:close/>
                  <a:moveTo>
                    <a:pt x="43" y="277"/>
                  </a:moveTo>
                  <a:cubicBezTo>
                    <a:pt x="64" y="277"/>
                    <a:pt x="64" y="277"/>
                    <a:pt x="64" y="277"/>
                  </a:cubicBezTo>
                  <a:cubicBezTo>
                    <a:pt x="64" y="298"/>
                    <a:pt x="64" y="298"/>
                    <a:pt x="64" y="298"/>
                  </a:cubicBezTo>
                  <a:cubicBezTo>
                    <a:pt x="43" y="298"/>
                    <a:pt x="43" y="298"/>
                    <a:pt x="43" y="298"/>
                  </a:cubicBezTo>
                  <a:lnTo>
                    <a:pt x="43" y="277"/>
                  </a:lnTo>
                  <a:close/>
                  <a:moveTo>
                    <a:pt x="85" y="298"/>
                  </a:moveTo>
                  <a:cubicBezTo>
                    <a:pt x="85" y="277"/>
                    <a:pt x="85" y="277"/>
                    <a:pt x="85" y="277"/>
                  </a:cubicBezTo>
                  <a:cubicBezTo>
                    <a:pt x="107" y="277"/>
                    <a:pt x="107" y="277"/>
                    <a:pt x="107" y="277"/>
                  </a:cubicBezTo>
                  <a:cubicBezTo>
                    <a:pt x="107" y="298"/>
                    <a:pt x="107" y="298"/>
                    <a:pt x="107" y="298"/>
                  </a:cubicBezTo>
                  <a:lnTo>
                    <a:pt x="85" y="298"/>
                  </a:lnTo>
                  <a:close/>
                  <a:moveTo>
                    <a:pt x="128" y="277"/>
                  </a:moveTo>
                  <a:cubicBezTo>
                    <a:pt x="149" y="277"/>
                    <a:pt x="149" y="277"/>
                    <a:pt x="149" y="277"/>
                  </a:cubicBezTo>
                  <a:cubicBezTo>
                    <a:pt x="149" y="298"/>
                    <a:pt x="149" y="298"/>
                    <a:pt x="149" y="298"/>
                  </a:cubicBezTo>
                  <a:cubicBezTo>
                    <a:pt x="128" y="298"/>
                    <a:pt x="128" y="298"/>
                    <a:pt x="128" y="298"/>
                  </a:cubicBezTo>
                  <a:lnTo>
                    <a:pt x="128" y="277"/>
                  </a:lnTo>
                  <a:close/>
                  <a:moveTo>
                    <a:pt x="235" y="298"/>
                  </a:moveTo>
                  <a:cubicBezTo>
                    <a:pt x="213" y="298"/>
                    <a:pt x="213" y="298"/>
                    <a:pt x="213" y="298"/>
                  </a:cubicBezTo>
                  <a:cubicBezTo>
                    <a:pt x="213" y="277"/>
                    <a:pt x="213" y="277"/>
                    <a:pt x="213" y="277"/>
                  </a:cubicBezTo>
                  <a:cubicBezTo>
                    <a:pt x="224" y="277"/>
                    <a:pt x="224" y="277"/>
                    <a:pt x="224" y="277"/>
                  </a:cubicBezTo>
                  <a:cubicBezTo>
                    <a:pt x="235" y="277"/>
                    <a:pt x="235" y="277"/>
                    <a:pt x="235" y="277"/>
                  </a:cubicBezTo>
                  <a:lnTo>
                    <a:pt x="235" y="298"/>
                  </a:lnTo>
                  <a:close/>
                  <a:moveTo>
                    <a:pt x="128" y="168"/>
                  </a:moveTo>
                  <a:cubicBezTo>
                    <a:pt x="128" y="168"/>
                    <a:pt x="126" y="168"/>
                    <a:pt x="126" y="168"/>
                  </a:cubicBezTo>
                  <a:cubicBezTo>
                    <a:pt x="115" y="168"/>
                    <a:pt x="107" y="166"/>
                    <a:pt x="96" y="162"/>
                  </a:cubicBezTo>
                  <a:cubicBezTo>
                    <a:pt x="96" y="143"/>
                    <a:pt x="96" y="143"/>
                    <a:pt x="96" y="143"/>
                  </a:cubicBezTo>
                  <a:cubicBezTo>
                    <a:pt x="107" y="146"/>
                    <a:pt x="108" y="148"/>
                    <a:pt x="113" y="149"/>
                  </a:cubicBezTo>
                  <a:cubicBezTo>
                    <a:pt x="117" y="150"/>
                    <a:pt x="122" y="151"/>
                    <a:pt x="125" y="151"/>
                  </a:cubicBezTo>
                  <a:cubicBezTo>
                    <a:pt x="130" y="151"/>
                    <a:pt x="133" y="150"/>
                    <a:pt x="136" y="148"/>
                  </a:cubicBezTo>
                  <a:cubicBezTo>
                    <a:pt x="138" y="147"/>
                    <a:pt x="140" y="144"/>
                    <a:pt x="140" y="141"/>
                  </a:cubicBezTo>
                  <a:cubicBezTo>
                    <a:pt x="140" y="139"/>
                    <a:pt x="139" y="137"/>
                    <a:pt x="138" y="135"/>
                  </a:cubicBezTo>
                  <a:cubicBezTo>
                    <a:pt x="137" y="134"/>
                    <a:pt x="135" y="132"/>
                    <a:pt x="133" y="131"/>
                  </a:cubicBezTo>
                  <a:cubicBezTo>
                    <a:pt x="131" y="130"/>
                    <a:pt x="127" y="127"/>
                    <a:pt x="121" y="124"/>
                  </a:cubicBezTo>
                  <a:cubicBezTo>
                    <a:pt x="115" y="122"/>
                    <a:pt x="110" y="119"/>
                    <a:pt x="107" y="116"/>
                  </a:cubicBezTo>
                  <a:cubicBezTo>
                    <a:pt x="104" y="114"/>
                    <a:pt x="102" y="111"/>
                    <a:pt x="100" y="107"/>
                  </a:cubicBezTo>
                  <a:cubicBezTo>
                    <a:pt x="98" y="104"/>
                    <a:pt x="98" y="100"/>
                    <a:pt x="98" y="95"/>
                  </a:cubicBezTo>
                  <a:cubicBezTo>
                    <a:pt x="98" y="86"/>
                    <a:pt x="102" y="80"/>
                    <a:pt x="108" y="75"/>
                  </a:cubicBezTo>
                  <a:cubicBezTo>
                    <a:pt x="112" y="71"/>
                    <a:pt x="117" y="68"/>
                    <a:pt x="128" y="68"/>
                  </a:cubicBezTo>
                  <a:cubicBezTo>
                    <a:pt x="128" y="53"/>
                    <a:pt x="128" y="53"/>
                    <a:pt x="128" y="53"/>
                  </a:cubicBezTo>
                  <a:cubicBezTo>
                    <a:pt x="139" y="53"/>
                    <a:pt x="139" y="53"/>
                    <a:pt x="139" y="53"/>
                  </a:cubicBezTo>
                  <a:cubicBezTo>
                    <a:pt x="139" y="67"/>
                    <a:pt x="139" y="67"/>
                    <a:pt x="139" y="67"/>
                  </a:cubicBezTo>
                  <a:cubicBezTo>
                    <a:pt x="139" y="68"/>
                    <a:pt x="144" y="68"/>
                    <a:pt x="147" y="69"/>
                  </a:cubicBezTo>
                  <a:cubicBezTo>
                    <a:pt x="152" y="70"/>
                    <a:pt x="154" y="72"/>
                    <a:pt x="160" y="74"/>
                  </a:cubicBezTo>
                  <a:cubicBezTo>
                    <a:pt x="153" y="90"/>
                    <a:pt x="153" y="90"/>
                    <a:pt x="153" y="90"/>
                  </a:cubicBezTo>
                  <a:cubicBezTo>
                    <a:pt x="148" y="88"/>
                    <a:pt x="143" y="87"/>
                    <a:pt x="140" y="86"/>
                  </a:cubicBezTo>
                  <a:cubicBezTo>
                    <a:pt x="136" y="85"/>
                    <a:pt x="133" y="85"/>
                    <a:pt x="130" y="85"/>
                  </a:cubicBezTo>
                  <a:cubicBezTo>
                    <a:pt x="126" y="85"/>
                    <a:pt x="123" y="85"/>
                    <a:pt x="121" y="87"/>
                  </a:cubicBezTo>
                  <a:cubicBezTo>
                    <a:pt x="119" y="89"/>
                    <a:pt x="117" y="91"/>
                    <a:pt x="117" y="94"/>
                  </a:cubicBezTo>
                  <a:cubicBezTo>
                    <a:pt x="117" y="96"/>
                    <a:pt x="118" y="98"/>
                    <a:pt x="119" y="99"/>
                  </a:cubicBezTo>
                  <a:cubicBezTo>
                    <a:pt x="120" y="101"/>
                    <a:pt x="121" y="102"/>
                    <a:pt x="123" y="103"/>
                  </a:cubicBezTo>
                  <a:cubicBezTo>
                    <a:pt x="125" y="104"/>
                    <a:pt x="129" y="107"/>
                    <a:pt x="136" y="110"/>
                  </a:cubicBezTo>
                  <a:cubicBezTo>
                    <a:pt x="145" y="114"/>
                    <a:pt x="151" y="119"/>
                    <a:pt x="155" y="123"/>
                  </a:cubicBezTo>
                  <a:cubicBezTo>
                    <a:pt x="158" y="128"/>
                    <a:pt x="161" y="133"/>
                    <a:pt x="161" y="140"/>
                  </a:cubicBezTo>
                  <a:cubicBezTo>
                    <a:pt x="161" y="148"/>
                    <a:pt x="159" y="155"/>
                    <a:pt x="153" y="160"/>
                  </a:cubicBezTo>
                  <a:cubicBezTo>
                    <a:pt x="148" y="164"/>
                    <a:pt x="139" y="166"/>
                    <a:pt x="139" y="167"/>
                  </a:cubicBezTo>
                  <a:cubicBezTo>
                    <a:pt x="139" y="181"/>
                    <a:pt x="139" y="181"/>
                    <a:pt x="139" y="181"/>
                  </a:cubicBezTo>
                  <a:cubicBezTo>
                    <a:pt x="128" y="181"/>
                    <a:pt x="128" y="181"/>
                    <a:pt x="128" y="181"/>
                  </a:cubicBezTo>
                  <a:lnTo>
                    <a:pt x="128"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71" name="Group 285">
            <a:extLst>
              <a:ext uri="{FF2B5EF4-FFF2-40B4-BE49-F238E27FC236}">
                <a16:creationId xmlns:a16="http://schemas.microsoft.com/office/drawing/2014/main" id="{66A1BBDE-930E-1408-E0B7-22F935B443FD}"/>
              </a:ext>
            </a:extLst>
          </p:cNvPr>
          <p:cNvGrpSpPr>
            <a:grpSpLocks noChangeAspect="1"/>
          </p:cNvGrpSpPr>
          <p:nvPr/>
        </p:nvGrpSpPr>
        <p:grpSpPr bwMode="auto">
          <a:xfrm>
            <a:off x="2175482" y="3806804"/>
            <a:ext cx="320980" cy="320039"/>
            <a:chOff x="388" y="758"/>
            <a:chExt cx="341" cy="340"/>
          </a:xfrm>
          <a:solidFill>
            <a:sysClr val="window" lastClr="FFFFFF"/>
          </a:solidFill>
        </p:grpSpPr>
        <p:sp>
          <p:nvSpPr>
            <p:cNvPr id="72" name="Freeform 286">
              <a:extLst>
                <a:ext uri="{FF2B5EF4-FFF2-40B4-BE49-F238E27FC236}">
                  <a16:creationId xmlns:a16="http://schemas.microsoft.com/office/drawing/2014/main" id="{489C0FF2-C2B4-A846-02A1-9BEE2EB3170D}"/>
                </a:ext>
              </a:extLst>
            </p:cNvPr>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73" name="Freeform 287">
              <a:extLst>
                <a:ext uri="{FF2B5EF4-FFF2-40B4-BE49-F238E27FC236}">
                  <a16:creationId xmlns:a16="http://schemas.microsoft.com/office/drawing/2014/main" id="{0005E953-A7CC-1CBC-090C-AFC87B30318D}"/>
                </a:ext>
              </a:extLst>
            </p:cNvPr>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74" name="Group 463">
            <a:extLst>
              <a:ext uri="{FF2B5EF4-FFF2-40B4-BE49-F238E27FC236}">
                <a16:creationId xmlns:a16="http://schemas.microsoft.com/office/drawing/2014/main" id="{42E9599C-BBB9-29CC-8295-493AFDF5A518}"/>
              </a:ext>
            </a:extLst>
          </p:cNvPr>
          <p:cNvGrpSpPr>
            <a:grpSpLocks noChangeAspect="1"/>
          </p:cNvGrpSpPr>
          <p:nvPr/>
        </p:nvGrpSpPr>
        <p:grpSpPr bwMode="auto">
          <a:xfrm>
            <a:off x="2565696" y="4206900"/>
            <a:ext cx="322575" cy="322575"/>
            <a:chOff x="1110" y="1564"/>
            <a:chExt cx="340" cy="340"/>
          </a:xfrm>
          <a:solidFill>
            <a:sysClr val="window" lastClr="FFFFFF"/>
          </a:solidFill>
        </p:grpSpPr>
        <p:sp>
          <p:nvSpPr>
            <p:cNvPr id="75" name="Freeform 464">
              <a:extLst>
                <a:ext uri="{FF2B5EF4-FFF2-40B4-BE49-F238E27FC236}">
                  <a16:creationId xmlns:a16="http://schemas.microsoft.com/office/drawing/2014/main" id="{2583A680-F5D9-467E-B9F0-73DFDFC55504}"/>
                </a:ext>
              </a:extLst>
            </p:cNvPr>
            <p:cNvSpPr>
              <a:spLocks noEditPoints="1"/>
            </p:cNvSpPr>
            <p:nvPr/>
          </p:nvSpPr>
          <p:spPr bwMode="auto">
            <a:xfrm>
              <a:off x="1174" y="1656"/>
              <a:ext cx="212" cy="148"/>
            </a:xfrm>
            <a:custGeom>
              <a:avLst/>
              <a:gdLst>
                <a:gd name="T0" fmla="*/ 277 w 320"/>
                <a:gd name="T1" fmla="*/ 0 h 224"/>
                <a:gd name="T2" fmla="*/ 234 w 320"/>
                <a:gd name="T3" fmla="*/ 43 h 224"/>
                <a:gd name="T4" fmla="*/ 246 w 320"/>
                <a:gd name="T5" fmla="*/ 73 h 224"/>
                <a:gd name="T6" fmla="*/ 204 w 320"/>
                <a:gd name="T7" fmla="*/ 141 h 224"/>
                <a:gd name="T8" fmla="*/ 192 w 320"/>
                <a:gd name="T9" fmla="*/ 139 h 224"/>
                <a:gd name="T10" fmla="*/ 182 w 320"/>
                <a:gd name="T11" fmla="*/ 140 h 224"/>
                <a:gd name="T12" fmla="*/ 146 w 320"/>
                <a:gd name="T13" fmla="*/ 74 h 224"/>
                <a:gd name="T14" fmla="*/ 160 w 320"/>
                <a:gd name="T15" fmla="*/ 43 h 224"/>
                <a:gd name="T16" fmla="*/ 117 w 320"/>
                <a:gd name="T17" fmla="*/ 0 h 224"/>
                <a:gd name="T18" fmla="*/ 74 w 320"/>
                <a:gd name="T19" fmla="*/ 43 h 224"/>
                <a:gd name="T20" fmla="*/ 88 w 320"/>
                <a:gd name="T21" fmla="*/ 74 h 224"/>
                <a:gd name="T22" fmla="*/ 52 w 320"/>
                <a:gd name="T23" fmla="*/ 140 h 224"/>
                <a:gd name="T24" fmla="*/ 42 w 320"/>
                <a:gd name="T25" fmla="*/ 139 h 224"/>
                <a:gd name="T26" fmla="*/ 0 w 320"/>
                <a:gd name="T27" fmla="*/ 182 h 224"/>
                <a:gd name="T28" fmla="*/ 42 w 320"/>
                <a:gd name="T29" fmla="*/ 224 h 224"/>
                <a:gd name="T30" fmla="*/ 85 w 320"/>
                <a:gd name="T31" fmla="*/ 182 h 224"/>
                <a:gd name="T32" fmla="*/ 71 w 320"/>
                <a:gd name="T33" fmla="*/ 150 h 224"/>
                <a:gd name="T34" fmla="*/ 107 w 320"/>
                <a:gd name="T35" fmla="*/ 84 h 224"/>
                <a:gd name="T36" fmla="*/ 117 w 320"/>
                <a:gd name="T37" fmla="*/ 86 h 224"/>
                <a:gd name="T38" fmla="*/ 127 w 320"/>
                <a:gd name="T39" fmla="*/ 84 h 224"/>
                <a:gd name="T40" fmla="*/ 163 w 320"/>
                <a:gd name="T41" fmla="*/ 150 h 224"/>
                <a:gd name="T42" fmla="*/ 149 w 320"/>
                <a:gd name="T43" fmla="*/ 182 h 224"/>
                <a:gd name="T44" fmla="*/ 192 w 320"/>
                <a:gd name="T45" fmla="*/ 224 h 224"/>
                <a:gd name="T46" fmla="*/ 234 w 320"/>
                <a:gd name="T47" fmla="*/ 182 h 224"/>
                <a:gd name="T48" fmla="*/ 222 w 320"/>
                <a:gd name="T49" fmla="*/ 152 h 224"/>
                <a:gd name="T50" fmla="*/ 265 w 320"/>
                <a:gd name="T51" fmla="*/ 84 h 224"/>
                <a:gd name="T52" fmla="*/ 277 w 320"/>
                <a:gd name="T53" fmla="*/ 86 h 224"/>
                <a:gd name="T54" fmla="*/ 320 w 320"/>
                <a:gd name="T55" fmla="*/ 43 h 224"/>
                <a:gd name="T56" fmla="*/ 277 w 320"/>
                <a:gd name="T57" fmla="*/ 0 h 224"/>
                <a:gd name="T58" fmla="*/ 42 w 320"/>
                <a:gd name="T59" fmla="*/ 203 h 224"/>
                <a:gd name="T60" fmla="*/ 21 w 320"/>
                <a:gd name="T61" fmla="*/ 182 h 224"/>
                <a:gd name="T62" fmla="*/ 42 w 320"/>
                <a:gd name="T63" fmla="*/ 160 h 224"/>
                <a:gd name="T64" fmla="*/ 64 w 320"/>
                <a:gd name="T65" fmla="*/ 182 h 224"/>
                <a:gd name="T66" fmla="*/ 42 w 320"/>
                <a:gd name="T67" fmla="*/ 203 h 224"/>
                <a:gd name="T68" fmla="*/ 96 w 320"/>
                <a:gd name="T69" fmla="*/ 43 h 224"/>
                <a:gd name="T70" fmla="*/ 117 w 320"/>
                <a:gd name="T71" fmla="*/ 22 h 224"/>
                <a:gd name="T72" fmla="*/ 138 w 320"/>
                <a:gd name="T73" fmla="*/ 43 h 224"/>
                <a:gd name="T74" fmla="*/ 117 w 320"/>
                <a:gd name="T75" fmla="*/ 64 h 224"/>
                <a:gd name="T76" fmla="*/ 96 w 320"/>
                <a:gd name="T77" fmla="*/ 43 h 224"/>
                <a:gd name="T78" fmla="*/ 192 w 320"/>
                <a:gd name="T79" fmla="*/ 203 h 224"/>
                <a:gd name="T80" fmla="*/ 170 w 320"/>
                <a:gd name="T81" fmla="*/ 182 h 224"/>
                <a:gd name="T82" fmla="*/ 192 w 320"/>
                <a:gd name="T83" fmla="*/ 160 h 224"/>
                <a:gd name="T84" fmla="*/ 213 w 320"/>
                <a:gd name="T85" fmla="*/ 182 h 224"/>
                <a:gd name="T86" fmla="*/ 192 w 320"/>
                <a:gd name="T87" fmla="*/ 203 h 224"/>
                <a:gd name="T88" fmla="*/ 277 w 320"/>
                <a:gd name="T89" fmla="*/ 64 h 224"/>
                <a:gd name="T90" fmla="*/ 256 w 320"/>
                <a:gd name="T91" fmla="*/ 43 h 224"/>
                <a:gd name="T92" fmla="*/ 277 w 320"/>
                <a:gd name="T93" fmla="*/ 22 h 224"/>
                <a:gd name="T94" fmla="*/ 298 w 320"/>
                <a:gd name="T95" fmla="*/ 43 h 224"/>
                <a:gd name="T96" fmla="*/ 277 w 320"/>
                <a:gd name="T97" fmla="*/ 6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224">
                  <a:moveTo>
                    <a:pt x="277" y="0"/>
                  </a:moveTo>
                  <a:cubicBezTo>
                    <a:pt x="253" y="0"/>
                    <a:pt x="234" y="19"/>
                    <a:pt x="234" y="43"/>
                  </a:cubicBezTo>
                  <a:cubicBezTo>
                    <a:pt x="234" y="54"/>
                    <a:pt x="239" y="65"/>
                    <a:pt x="246" y="73"/>
                  </a:cubicBezTo>
                  <a:cubicBezTo>
                    <a:pt x="204" y="141"/>
                    <a:pt x="204" y="141"/>
                    <a:pt x="204" y="141"/>
                  </a:cubicBezTo>
                  <a:cubicBezTo>
                    <a:pt x="200" y="140"/>
                    <a:pt x="196" y="139"/>
                    <a:pt x="192" y="139"/>
                  </a:cubicBezTo>
                  <a:cubicBezTo>
                    <a:pt x="188" y="139"/>
                    <a:pt x="185" y="140"/>
                    <a:pt x="182" y="140"/>
                  </a:cubicBezTo>
                  <a:cubicBezTo>
                    <a:pt x="146" y="74"/>
                    <a:pt x="146" y="74"/>
                    <a:pt x="146" y="74"/>
                  </a:cubicBezTo>
                  <a:cubicBezTo>
                    <a:pt x="154" y="66"/>
                    <a:pt x="160" y="55"/>
                    <a:pt x="160" y="43"/>
                  </a:cubicBezTo>
                  <a:cubicBezTo>
                    <a:pt x="160" y="19"/>
                    <a:pt x="141" y="0"/>
                    <a:pt x="117" y="0"/>
                  </a:cubicBezTo>
                  <a:cubicBezTo>
                    <a:pt x="93" y="0"/>
                    <a:pt x="74" y="19"/>
                    <a:pt x="74" y="43"/>
                  </a:cubicBezTo>
                  <a:cubicBezTo>
                    <a:pt x="74" y="55"/>
                    <a:pt x="80" y="66"/>
                    <a:pt x="88" y="74"/>
                  </a:cubicBezTo>
                  <a:cubicBezTo>
                    <a:pt x="52" y="140"/>
                    <a:pt x="52" y="140"/>
                    <a:pt x="52" y="140"/>
                  </a:cubicBezTo>
                  <a:cubicBezTo>
                    <a:pt x="49" y="140"/>
                    <a:pt x="46" y="139"/>
                    <a:pt x="42" y="139"/>
                  </a:cubicBezTo>
                  <a:cubicBezTo>
                    <a:pt x="19" y="139"/>
                    <a:pt x="0" y="158"/>
                    <a:pt x="0" y="182"/>
                  </a:cubicBezTo>
                  <a:cubicBezTo>
                    <a:pt x="0" y="205"/>
                    <a:pt x="19" y="224"/>
                    <a:pt x="42" y="224"/>
                  </a:cubicBezTo>
                  <a:cubicBezTo>
                    <a:pt x="66" y="224"/>
                    <a:pt x="85" y="205"/>
                    <a:pt x="85" y="182"/>
                  </a:cubicBezTo>
                  <a:cubicBezTo>
                    <a:pt x="85" y="169"/>
                    <a:pt x="80" y="158"/>
                    <a:pt x="71" y="150"/>
                  </a:cubicBezTo>
                  <a:cubicBezTo>
                    <a:pt x="107" y="84"/>
                    <a:pt x="107" y="84"/>
                    <a:pt x="107" y="84"/>
                  </a:cubicBezTo>
                  <a:cubicBezTo>
                    <a:pt x="110" y="85"/>
                    <a:pt x="113" y="86"/>
                    <a:pt x="117" y="86"/>
                  </a:cubicBezTo>
                  <a:cubicBezTo>
                    <a:pt x="121" y="86"/>
                    <a:pt x="124" y="85"/>
                    <a:pt x="127" y="84"/>
                  </a:cubicBezTo>
                  <a:cubicBezTo>
                    <a:pt x="163" y="150"/>
                    <a:pt x="163" y="150"/>
                    <a:pt x="163" y="150"/>
                  </a:cubicBezTo>
                  <a:cubicBezTo>
                    <a:pt x="154" y="158"/>
                    <a:pt x="149" y="169"/>
                    <a:pt x="149" y="182"/>
                  </a:cubicBezTo>
                  <a:cubicBezTo>
                    <a:pt x="149" y="205"/>
                    <a:pt x="168" y="224"/>
                    <a:pt x="192" y="224"/>
                  </a:cubicBezTo>
                  <a:cubicBezTo>
                    <a:pt x="215" y="224"/>
                    <a:pt x="234" y="205"/>
                    <a:pt x="234" y="182"/>
                  </a:cubicBezTo>
                  <a:cubicBezTo>
                    <a:pt x="234" y="170"/>
                    <a:pt x="230" y="160"/>
                    <a:pt x="222" y="152"/>
                  </a:cubicBezTo>
                  <a:cubicBezTo>
                    <a:pt x="265" y="84"/>
                    <a:pt x="265" y="84"/>
                    <a:pt x="265" y="84"/>
                  </a:cubicBezTo>
                  <a:cubicBezTo>
                    <a:pt x="269" y="85"/>
                    <a:pt x="273" y="86"/>
                    <a:pt x="277" y="86"/>
                  </a:cubicBezTo>
                  <a:cubicBezTo>
                    <a:pt x="301" y="86"/>
                    <a:pt x="320" y="67"/>
                    <a:pt x="320" y="43"/>
                  </a:cubicBezTo>
                  <a:cubicBezTo>
                    <a:pt x="320" y="19"/>
                    <a:pt x="301" y="0"/>
                    <a:pt x="277" y="0"/>
                  </a:cubicBezTo>
                  <a:close/>
                  <a:moveTo>
                    <a:pt x="42" y="203"/>
                  </a:moveTo>
                  <a:cubicBezTo>
                    <a:pt x="31" y="203"/>
                    <a:pt x="21" y="193"/>
                    <a:pt x="21" y="182"/>
                  </a:cubicBezTo>
                  <a:cubicBezTo>
                    <a:pt x="21" y="170"/>
                    <a:pt x="31" y="160"/>
                    <a:pt x="42" y="160"/>
                  </a:cubicBezTo>
                  <a:cubicBezTo>
                    <a:pt x="54" y="160"/>
                    <a:pt x="64" y="170"/>
                    <a:pt x="64" y="182"/>
                  </a:cubicBezTo>
                  <a:cubicBezTo>
                    <a:pt x="64" y="193"/>
                    <a:pt x="54" y="203"/>
                    <a:pt x="42" y="203"/>
                  </a:cubicBezTo>
                  <a:close/>
                  <a:moveTo>
                    <a:pt x="96" y="43"/>
                  </a:moveTo>
                  <a:cubicBezTo>
                    <a:pt x="96" y="31"/>
                    <a:pt x="105" y="22"/>
                    <a:pt x="117" y="22"/>
                  </a:cubicBezTo>
                  <a:cubicBezTo>
                    <a:pt x="129" y="22"/>
                    <a:pt x="138" y="31"/>
                    <a:pt x="138" y="43"/>
                  </a:cubicBezTo>
                  <a:cubicBezTo>
                    <a:pt x="138" y="55"/>
                    <a:pt x="129" y="64"/>
                    <a:pt x="117" y="64"/>
                  </a:cubicBezTo>
                  <a:cubicBezTo>
                    <a:pt x="105" y="64"/>
                    <a:pt x="96" y="55"/>
                    <a:pt x="96" y="43"/>
                  </a:cubicBezTo>
                  <a:close/>
                  <a:moveTo>
                    <a:pt x="192" y="203"/>
                  </a:moveTo>
                  <a:cubicBezTo>
                    <a:pt x="180" y="203"/>
                    <a:pt x="170" y="193"/>
                    <a:pt x="170" y="182"/>
                  </a:cubicBezTo>
                  <a:cubicBezTo>
                    <a:pt x="170" y="170"/>
                    <a:pt x="180" y="160"/>
                    <a:pt x="192" y="160"/>
                  </a:cubicBezTo>
                  <a:cubicBezTo>
                    <a:pt x="203" y="160"/>
                    <a:pt x="213" y="170"/>
                    <a:pt x="213" y="182"/>
                  </a:cubicBezTo>
                  <a:cubicBezTo>
                    <a:pt x="213" y="193"/>
                    <a:pt x="203" y="203"/>
                    <a:pt x="192" y="203"/>
                  </a:cubicBezTo>
                  <a:close/>
                  <a:moveTo>
                    <a:pt x="277" y="64"/>
                  </a:moveTo>
                  <a:cubicBezTo>
                    <a:pt x="265" y="64"/>
                    <a:pt x="256" y="55"/>
                    <a:pt x="256" y="43"/>
                  </a:cubicBezTo>
                  <a:cubicBezTo>
                    <a:pt x="256" y="31"/>
                    <a:pt x="265" y="22"/>
                    <a:pt x="277" y="22"/>
                  </a:cubicBezTo>
                  <a:cubicBezTo>
                    <a:pt x="289" y="22"/>
                    <a:pt x="298" y="31"/>
                    <a:pt x="298" y="43"/>
                  </a:cubicBezTo>
                  <a:cubicBezTo>
                    <a:pt x="298" y="55"/>
                    <a:pt x="289" y="64"/>
                    <a:pt x="277"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76" name="Freeform 465">
              <a:extLst>
                <a:ext uri="{FF2B5EF4-FFF2-40B4-BE49-F238E27FC236}">
                  <a16:creationId xmlns:a16="http://schemas.microsoft.com/office/drawing/2014/main" id="{7BD08DB5-B76B-8F25-7B6F-D8E6A73D6899}"/>
                </a:ext>
              </a:extLst>
            </p:cNvPr>
            <p:cNvSpPr>
              <a:spLocks noEditPoints="1"/>
            </p:cNvSpPr>
            <p:nvPr/>
          </p:nvSpPr>
          <p:spPr bwMode="auto">
            <a:xfrm>
              <a:off x="1110" y="15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77" name="Group 545">
            <a:extLst>
              <a:ext uri="{FF2B5EF4-FFF2-40B4-BE49-F238E27FC236}">
                <a16:creationId xmlns:a16="http://schemas.microsoft.com/office/drawing/2014/main" id="{40F33AA9-047B-786F-3D73-C6914D0A0F7C}"/>
              </a:ext>
            </a:extLst>
          </p:cNvPr>
          <p:cNvGrpSpPr>
            <a:grpSpLocks noChangeAspect="1"/>
          </p:cNvGrpSpPr>
          <p:nvPr/>
        </p:nvGrpSpPr>
        <p:grpSpPr bwMode="auto">
          <a:xfrm>
            <a:off x="3145779" y="4226818"/>
            <a:ext cx="320040" cy="320040"/>
            <a:chOff x="1885" y="1944"/>
            <a:chExt cx="340" cy="340"/>
          </a:xfrm>
          <a:solidFill>
            <a:sysClr val="window" lastClr="FFFFFF"/>
          </a:solidFill>
        </p:grpSpPr>
        <p:sp>
          <p:nvSpPr>
            <p:cNvPr id="78" name="Freeform 546">
              <a:extLst>
                <a:ext uri="{FF2B5EF4-FFF2-40B4-BE49-F238E27FC236}">
                  <a16:creationId xmlns:a16="http://schemas.microsoft.com/office/drawing/2014/main" id="{8C8B95FB-7054-3A35-CA91-75A22D56446B}"/>
                </a:ext>
              </a:extLst>
            </p:cNvPr>
            <p:cNvSpPr>
              <a:spLocks noEditPoints="1"/>
            </p:cNvSpPr>
            <p:nvPr/>
          </p:nvSpPr>
          <p:spPr bwMode="auto">
            <a:xfrm>
              <a:off x="1885" y="19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79" name="Freeform 547">
              <a:extLst>
                <a:ext uri="{FF2B5EF4-FFF2-40B4-BE49-F238E27FC236}">
                  <a16:creationId xmlns:a16="http://schemas.microsoft.com/office/drawing/2014/main" id="{F689AAE6-B714-967C-FDD7-7010FECFFC0B}"/>
                </a:ext>
              </a:extLst>
            </p:cNvPr>
            <p:cNvSpPr>
              <a:spLocks/>
            </p:cNvSpPr>
            <p:nvPr/>
          </p:nvSpPr>
          <p:spPr bwMode="auto">
            <a:xfrm>
              <a:off x="1947" y="2007"/>
              <a:ext cx="215" cy="185"/>
            </a:xfrm>
            <a:custGeom>
              <a:avLst/>
              <a:gdLst>
                <a:gd name="T0" fmla="*/ 318 w 323"/>
                <a:gd name="T1" fmla="*/ 259 h 278"/>
                <a:gd name="T2" fmla="*/ 257 w 323"/>
                <a:gd name="T3" fmla="*/ 241 h 278"/>
                <a:gd name="T4" fmla="*/ 229 w 323"/>
                <a:gd name="T5" fmla="*/ 236 h 278"/>
                <a:gd name="T6" fmla="*/ 212 w 323"/>
                <a:gd name="T7" fmla="*/ 223 h 278"/>
                <a:gd name="T8" fmla="*/ 213 w 323"/>
                <a:gd name="T9" fmla="*/ 220 h 278"/>
                <a:gd name="T10" fmla="*/ 246 w 323"/>
                <a:gd name="T11" fmla="*/ 142 h 278"/>
                <a:gd name="T12" fmla="*/ 233 w 323"/>
                <a:gd name="T13" fmla="*/ 33 h 278"/>
                <a:gd name="T14" fmla="*/ 161 w 323"/>
                <a:gd name="T15" fmla="*/ 1 h 278"/>
                <a:gd name="T16" fmla="*/ 161 w 323"/>
                <a:gd name="T17" fmla="*/ 1 h 278"/>
                <a:gd name="T18" fmla="*/ 90 w 323"/>
                <a:gd name="T19" fmla="*/ 33 h 278"/>
                <a:gd name="T20" fmla="*/ 77 w 323"/>
                <a:gd name="T21" fmla="*/ 142 h 278"/>
                <a:gd name="T22" fmla="*/ 110 w 323"/>
                <a:gd name="T23" fmla="*/ 220 h 278"/>
                <a:gd name="T24" fmla="*/ 111 w 323"/>
                <a:gd name="T25" fmla="*/ 223 h 278"/>
                <a:gd name="T26" fmla="*/ 94 w 323"/>
                <a:gd name="T27" fmla="*/ 236 h 278"/>
                <a:gd name="T28" fmla="*/ 66 w 323"/>
                <a:gd name="T29" fmla="*/ 241 h 278"/>
                <a:gd name="T30" fmla="*/ 5 w 323"/>
                <a:gd name="T31" fmla="*/ 259 h 278"/>
                <a:gd name="T32" fmla="*/ 4 w 323"/>
                <a:gd name="T33" fmla="*/ 274 h 278"/>
                <a:gd name="T34" fmla="*/ 12 w 323"/>
                <a:gd name="T35" fmla="*/ 278 h 278"/>
                <a:gd name="T36" fmla="*/ 19 w 323"/>
                <a:gd name="T37" fmla="*/ 275 h 278"/>
                <a:gd name="T38" fmla="*/ 69 w 323"/>
                <a:gd name="T39" fmla="*/ 263 h 278"/>
                <a:gd name="T40" fmla="*/ 101 w 323"/>
                <a:gd name="T41" fmla="*/ 256 h 278"/>
                <a:gd name="T42" fmla="*/ 131 w 323"/>
                <a:gd name="T43" fmla="*/ 229 h 278"/>
                <a:gd name="T44" fmla="*/ 128 w 323"/>
                <a:gd name="T45" fmla="*/ 208 h 278"/>
                <a:gd name="T46" fmla="*/ 97 w 323"/>
                <a:gd name="T47" fmla="*/ 137 h 278"/>
                <a:gd name="T48" fmla="*/ 106 w 323"/>
                <a:gd name="T49" fmla="*/ 46 h 278"/>
                <a:gd name="T50" fmla="*/ 161 w 323"/>
                <a:gd name="T51" fmla="*/ 22 h 278"/>
                <a:gd name="T52" fmla="*/ 162 w 323"/>
                <a:gd name="T53" fmla="*/ 22 h 278"/>
                <a:gd name="T54" fmla="*/ 162 w 323"/>
                <a:gd name="T55" fmla="*/ 22 h 278"/>
                <a:gd name="T56" fmla="*/ 162 w 323"/>
                <a:gd name="T57" fmla="*/ 22 h 278"/>
                <a:gd name="T58" fmla="*/ 217 w 323"/>
                <a:gd name="T59" fmla="*/ 46 h 278"/>
                <a:gd name="T60" fmla="*/ 226 w 323"/>
                <a:gd name="T61" fmla="*/ 137 h 278"/>
                <a:gd name="T62" fmla="*/ 195 w 323"/>
                <a:gd name="T63" fmla="*/ 208 h 278"/>
                <a:gd name="T64" fmla="*/ 192 w 323"/>
                <a:gd name="T65" fmla="*/ 229 h 278"/>
                <a:gd name="T66" fmla="*/ 222 w 323"/>
                <a:gd name="T67" fmla="*/ 256 h 278"/>
                <a:gd name="T68" fmla="*/ 254 w 323"/>
                <a:gd name="T69" fmla="*/ 263 h 278"/>
                <a:gd name="T70" fmla="*/ 304 w 323"/>
                <a:gd name="T71" fmla="*/ 275 h 278"/>
                <a:gd name="T72" fmla="*/ 311 w 323"/>
                <a:gd name="T73" fmla="*/ 278 h 278"/>
                <a:gd name="T74" fmla="*/ 319 w 323"/>
                <a:gd name="T75" fmla="*/ 274 h 278"/>
                <a:gd name="T76" fmla="*/ 318 w 323"/>
                <a:gd name="T77" fmla="*/ 25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3" h="278">
                  <a:moveTo>
                    <a:pt x="318" y="259"/>
                  </a:moveTo>
                  <a:cubicBezTo>
                    <a:pt x="306" y="249"/>
                    <a:pt x="281" y="245"/>
                    <a:pt x="257" y="241"/>
                  </a:cubicBezTo>
                  <a:cubicBezTo>
                    <a:pt x="246" y="240"/>
                    <a:pt x="235" y="238"/>
                    <a:pt x="229" y="236"/>
                  </a:cubicBezTo>
                  <a:cubicBezTo>
                    <a:pt x="220" y="232"/>
                    <a:pt x="214" y="226"/>
                    <a:pt x="212" y="223"/>
                  </a:cubicBezTo>
                  <a:cubicBezTo>
                    <a:pt x="212" y="221"/>
                    <a:pt x="212" y="221"/>
                    <a:pt x="213" y="220"/>
                  </a:cubicBezTo>
                  <a:cubicBezTo>
                    <a:pt x="226" y="202"/>
                    <a:pt x="240" y="170"/>
                    <a:pt x="246" y="142"/>
                  </a:cubicBezTo>
                  <a:cubicBezTo>
                    <a:pt x="258" y="95"/>
                    <a:pt x="253" y="58"/>
                    <a:pt x="233" y="33"/>
                  </a:cubicBezTo>
                  <a:cubicBezTo>
                    <a:pt x="207" y="0"/>
                    <a:pt x="163" y="1"/>
                    <a:pt x="161" y="1"/>
                  </a:cubicBezTo>
                  <a:cubicBezTo>
                    <a:pt x="161" y="1"/>
                    <a:pt x="161" y="1"/>
                    <a:pt x="161" y="1"/>
                  </a:cubicBezTo>
                  <a:cubicBezTo>
                    <a:pt x="158" y="1"/>
                    <a:pt x="116" y="1"/>
                    <a:pt x="90" y="33"/>
                  </a:cubicBezTo>
                  <a:cubicBezTo>
                    <a:pt x="70" y="58"/>
                    <a:pt x="65" y="95"/>
                    <a:pt x="77" y="142"/>
                  </a:cubicBezTo>
                  <a:cubicBezTo>
                    <a:pt x="83" y="170"/>
                    <a:pt x="97" y="202"/>
                    <a:pt x="110" y="220"/>
                  </a:cubicBezTo>
                  <a:cubicBezTo>
                    <a:pt x="111" y="221"/>
                    <a:pt x="111" y="221"/>
                    <a:pt x="111" y="223"/>
                  </a:cubicBezTo>
                  <a:cubicBezTo>
                    <a:pt x="110" y="226"/>
                    <a:pt x="103" y="232"/>
                    <a:pt x="94" y="236"/>
                  </a:cubicBezTo>
                  <a:cubicBezTo>
                    <a:pt x="88" y="238"/>
                    <a:pt x="77" y="240"/>
                    <a:pt x="66" y="241"/>
                  </a:cubicBezTo>
                  <a:cubicBezTo>
                    <a:pt x="42" y="245"/>
                    <a:pt x="17" y="249"/>
                    <a:pt x="5" y="259"/>
                  </a:cubicBezTo>
                  <a:cubicBezTo>
                    <a:pt x="1" y="263"/>
                    <a:pt x="0" y="270"/>
                    <a:pt x="4" y="274"/>
                  </a:cubicBezTo>
                  <a:cubicBezTo>
                    <a:pt x="6" y="277"/>
                    <a:pt x="9" y="278"/>
                    <a:pt x="12" y="278"/>
                  </a:cubicBezTo>
                  <a:cubicBezTo>
                    <a:pt x="15" y="278"/>
                    <a:pt x="17" y="277"/>
                    <a:pt x="19" y="275"/>
                  </a:cubicBezTo>
                  <a:cubicBezTo>
                    <a:pt x="27" y="269"/>
                    <a:pt x="51" y="265"/>
                    <a:pt x="69" y="263"/>
                  </a:cubicBezTo>
                  <a:cubicBezTo>
                    <a:pt x="82" y="261"/>
                    <a:pt x="94" y="259"/>
                    <a:pt x="101" y="256"/>
                  </a:cubicBezTo>
                  <a:cubicBezTo>
                    <a:pt x="117" y="250"/>
                    <a:pt x="128" y="240"/>
                    <a:pt x="131" y="229"/>
                  </a:cubicBezTo>
                  <a:cubicBezTo>
                    <a:pt x="133" y="221"/>
                    <a:pt x="132" y="214"/>
                    <a:pt x="128" y="208"/>
                  </a:cubicBezTo>
                  <a:cubicBezTo>
                    <a:pt x="116" y="192"/>
                    <a:pt x="103" y="162"/>
                    <a:pt x="97" y="137"/>
                  </a:cubicBezTo>
                  <a:cubicBezTo>
                    <a:pt x="88" y="96"/>
                    <a:pt x="91" y="66"/>
                    <a:pt x="106" y="46"/>
                  </a:cubicBezTo>
                  <a:cubicBezTo>
                    <a:pt x="126" y="22"/>
                    <a:pt x="160" y="22"/>
                    <a:pt x="161" y="22"/>
                  </a:cubicBezTo>
                  <a:cubicBezTo>
                    <a:pt x="161" y="22"/>
                    <a:pt x="161" y="22"/>
                    <a:pt x="162" y="22"/>
                  </a:cubicBezTo>
                  <a:cubicBezTo>
                    <a:pt x="162" y="22"/>
                    <a:pt x="162" y="22"/>
                    <a:pt x="162" y="22"/>
                  </a:cubicBezTo>
                  <a:cubicBezTo>
                    <a:pt x="162" y="22"/>
                    <a:pt x="162" y="22"/>
                    <a:pt x="162" y="22"/>
                  </a:cubicBezTo>
                  <a:cubicBezTo>
                    <a:pt x="162" y="22"/>
                    <a:pt x="197" y="22"/>
                    <a:pt x="217" y="46"/>
                  </a:cubicBezTo>
                  <a:cubicBezTo>
                    <a:pt x="232" y="66"/>
                    <a:pt x="235" y="96"/>
                    <a:pt x="226" y="137"/>
                  </a:cubicBezTo>
                  <a:cubicBezTo>
                    <a:pt x="220" y="162"/>
                    <a:pt x="207" y="192"/>
                    <a:pt x="195" y="208"/>
                  </a:cubicBezTo>
                  <a:cubicBezTo>
                    <a:pt x="191" y="214"/>
                    <a:pt x="190" y="221"/>
                    <a:pt x="192" y="229"/>
                  </a:cubicBezTo>
                  <a:cubicBezTo>
                    <a:pt x="195" y="240"/>
                    <a:pt x="206" y="250"/>
                    <a:pt x="222" y="256"/>
                  </a:cubicBezTo>
                  <a:cubicBezTo>
                    <a:pt x="229" y="259"/>
                    <a:pt x="241" y="261"/>
                    <a:pt x="254" y="263"/>
                  </a:cubicBezTo>
                  <a:cubicBezTo>
                    <a:pt x="272" y="265"/>
                    <a:pt x="296" y="269"/>
                    <a:pt x="304" y="275"/>
                  </a:cubicBezTo>
                  <a:cubicBezTo>
                    <a:pt x="306" y="277"/>
                    <a:pt x="308" y="278"/>
                    <a:pt x="311" y="278"/>
                  </a:cubicBezTo>
                  <a:cubicBezTo>
                    <a:pt x="314" y="278"/>
                    <a:pt x="317" y="277"/>
                    <a:pt x="319" y="274"/>
                  </a:cubicBezTo>
                  <a:cubicBezTo>
                    <a:pt x="323" y="270"/>
                    <a:pt x="322" y="263"/>
                    <a:pt x="318" y="25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80" name="TextBox 79">
            <a:extLst>
              <a:ext uri="{FF2B5EF4-FFF2-40B4-BE49-F238E27FC236}">
                <a16:creationId xmlns:a16="http://schemas.microsoft.com/office/drawing/2014/main" id="{2D50EA82-F174-0337-99AF-0680E586D076}"/>
              </a:ext>
            </a:extLst>
          </p:cNvPr>
          <p:cNvSpPr txBox="1"/>
          <p:nvPr/>
        </p:nvSpPr>
        <p:spPr>
          <a:xfrm>
            <a:off x="4160477" y="3756057"/>
            <a:ext cx="1678039" cy="877163"/>
          </a:xfrm>
          <a:prstGeom prst="rect">
            <a:avLst/>
          </a:prstGeom>
          <a:noFill/>
        </p:spPr>
        <p:txBody>
          <a:bodyPr wrap="square" lIns="0" tIns="0" rIns="0" bIns="0" rtlCol="0">
            <a:spAutoFit/>
          </a:bodyPr>
          <a:lstStyle/>
          <a:p>
            <a:pPr>
              <a:buSzPct val="100000"/>
            </a:pPr>
            <a:r>
              <a:rPr lang="en-US" sz="950" b="1">
                <a:solidFill>
                  <a:srgbClr val="046A38"/>
                </a:solidFill>
                <a:latin typeface="Calibri"/>
              </a:rPr>
              <a:t>Digitization</a:t>
            </a:r>
          </a:p>
          <a:p>
            <a:pPr marL="171450" indent="-171450" algn="just">
              <a:buSzPct val="100000"/>
              <a:buFont typeface="Arial" panose="020B0604020202020204" pitchFamily="34" charset="0"/>
              <a:buChar char="•"/>
            </a:pPr>
            <a:r>
              <a:rPr lang="en-US" sz="950">
                <a:solidFill>
                  <a:srgbClr val="000000"/>
                </a:solidFill>
                <a:latin typeface="Calibri"/>
                <a:cs typeface="Calibri"/>
              </a:rPr>
              <a:t>Smart Grid &amp; Network Management</a:t>
            </a:r>
          </a:p>
          <a:p>
            <a:pPr marL="171450" indent="-171450" algn="just">
              <a:buSzPct val="100000"/>
              <a:buFont typeface="Arial" panose="020B0604020202020204" pitchFamily="34" charset="0"/>
              <a:buChar char="•"/>
            </a:pPr>
            <a:r>
              <a:rPr lang="en-US" sz="950">
                <a:solidFill>
                  <a:srgbClr val="000000"/>
                </a:solidFill>
                <a:latin typeface="Calibri"/>
                <a:cs typeface="Calibri"/>
              </a:rPr>
              <a:t>Utility of Tomorrow Strategy</a:t>
            </a:r>
          </a:p>
          <a:p>
            <a:pPr marL="171450" indent="-171450" algn="just">
              <a:buSzPct val="100000"/>
              <a:buFont typeface="Arial" panose="020B0604020202020204" pitchFamily="34" charset="0"/>
              <a:buChar char="•"/>
            </a:pPr>
            <a:r>
              <a:rPr lang="en-US" sz="950">
                <a:solidFill>
                  <a:srgbClr val="000000"/>
                </a:solidFill>
                <a:latin typeface="Calibri"/>
                <a:cs typeface="Calibri"/>
              </a:rPr>
              <a:t>MIS Strengthening &amp; Business Intelligence </a:t>
            </a:r>
          </a:p>
        </p:txBody>
      </p:sp>
      <p:grpSp>
        <p:nvGrpSpPr>
          <p:cNvPr id="81" name="Group 834">
            <a:extLst>
              <a:ext uri="{FF2B5EF4-FFF2-40B4-BE49-F238E27FC236}">
                <a16:creationId xmlns:a16="http://schemas.microsoft.com/office/drawing/2014/main" id="{48DD13D8-2158-A6C0-6419-50FEC39F880F}"/>
              </a:ext>
            </a:extLst>
          </p:cNvPr>
          <p:cNvGrpSpPr>
            <a:grpSpLocks noChangeAspect="1"/>
          </p:cNvGrpSpPr>
          <p:nvPr/>
        </p:nvGrpSpPr>
        <p:grpSpPr bwMode="auto">
          <a:xfrm>
            <a:off x="3564968" y="3818109"/>
            <a:ext cx="320039" cy="320039"/>
            <a:chOff x="5977" y="3324"/>
            <a:chExt cx="340" cy="340"/>
          </a:xfrm>
          <a:solidFill>
            <a:sysClr val="window" lastClr="FFFFFF"/>
          </a:solidFill>
        </p:grpSpPr>
        <p:sp>
          <p:nvSpPr>
            <p:cNvPr id="82" name="Freeform 835">
              <a:extLst>
                <a:ext uri="{FF2B5EF4-FFF2-40B4-BE49-F238E27FC236}">
                  <a16:creationId xmlns:a16="http://schemas.microsoft.com/office/drawing/2014/main" id="{27499A9A-1D55-0B6C-4D26-083AC3E03E01}"/>
                </a:ext>
              </a:extLst>
            </p:cNvPr>
            <p:cNvSpPr>
              <a:spLocks noEditPoints="1"/>
            </p:cNvSpPr>
            <p:nvPr/>
          </p:nvSpPr>
          <p:spPr bwMode="auto">
            <a:xfrm>
              <a:off x="6041" y="3388"/>
              <a:ext cx="212" cy="212"/>
            </a:xfrm>
            <a:custGeom>
              <a:avLst/>
              <a:gdLst>
                <a:gd name="T0" fmla="*/ 320 w 320"/>
                <a:gd name="T1" fmla="*/ 160 h 320"/>
                <a:gd name="T2" fmla="*/ 277 w 320"/>
                <a:gd name="T3" fmla="*/ 149 h 320"/>
                <a:gd name="T4" fmla="*/ 309 w 320"/>
                <a:gd name="T5" fmla="*/ 128 h 320"/>
                <a:gd name="T6" fmla="*/ 309 w 320"/>
                <a:gd name="T7" fmla="*/ 106 h 320"/>
                <a:gd name="T8" fmla="*/ 277 w 320"/>
                <a:gd name="T9" fmla="*/ 53 h 320"/>
                <a:gd name="T10" fmla="*/ 213 w 320"/>
                <a:gd name="T11" fmla="*/ 42 h 320"/>
                <a:gd name="T12" fmla="*/ 202 w 320"/>
                <a:gd name="T13" fmla="*/ 0 h 320"/>
                <a:gd name="T14" fmla="*/ 192 w 320"/>
                <a:gd name="T15" fmla="*/ 42 h 320"/>
                <a:gd name="T16" fmla="*/ 170 w 320"/>
                <a:gd name="T17" fmla="*/ 10 h 320"/>
                <a:gd name="T18" fmla="*/ 149 w 320"/>
                <a:gd name="T19" fmla="*/ 10 h 320"/>
                <a:gd name="T20" fmla="*/ 128 w 320"/>
                <a:gd name="T21" fmla="*/ 42 h 320"/>
                <a:gd name="T22" fmla="*/ 117 w 320"/>
                <a:gd name="T23" fmla="*/ 0 h 320"/>
                <a:gd name="T24" fmla="*/ 106 w 320"/>
                <a:gd name="T25" fmla="*/ 42 h 320"/>
                <a:gd name="T26" fmla="*/ 42 w 320"/>
                <a:gd name="T27" fmla="*/ 53 h 320"/>
                <a:gd name="T28" fmla="*/ 10 w 320"/>
                <a:gd name="T29" fmla="*/ 106 h 320"/>
                <a:gd name="T30" fmla="*/ 10 w 320"/>
                <a:gd name="T31" fmla="*/ 128 h 320"/>
                <a:gd name="T32" fmla="*/ 42 w 320"/>
                <a:gd name="T33" fmla="*/ 149 h 320"/>
                <a:gd name="T34" fmla="*/ 0 w 320"/>
                <a:gd name="T35" fmla="*/ 160 h 320"/>
                <a:gd name="T36" fmla="*/ 42 w 320"/>
                <a:gd name="T37" fmla="*/ 170 h 320"/>
                <a:gd name="T38" fmla="*/ 10 w 320"/>
                <a:gd name="T39" fmla="*/ 192 h 320"/>
                <a:gd name="T40" fmla="*/ 10 w 320"/>
                <a:gd name="T41" fmla="*/ 213 h 320"/>
                <a:gd name="T42" fmla="*/ 42 w 320"/>
                <a:gd name="T43" fmla="*/ 266 h 320"/>
                <a:gd name="T44" fmla="*/ 106 w 320"/>
                <a:gd name="T45" fmla="*/ 277 h 320"/>
                <a:gd name="T46" fmla="*/ 117 w 320"/>
                <a:gd name="T47" fmla="*/ 320 h 320"/>
                <a:gd name="T48" fmla="*/ 128 w 320"/>
                <a:gd name="T49" fmla="*/ 277 h 320"/>
                <a:gd name="T50" fmla="*/ 149 w 320"/>
                <a:gd name="T51" fmla="*/ 309 h 320"/>
                <a:gd name="T52" fmla="*/ 170 w 320"/>
                <a:gd name="T53" fmla="*/ 309 h 320"/>
                <a:gd name="T54" fmla="*/ 192 w 320"/>
                <a:gd name="T55" fmla="*/ 277 h 320"/>
                <a:gd name="T56" fmla="*/ 202 w 320"/>
                <a:gd name="T57" fmla="*/ 320 h 320"/>
                <a:gd name="T58" fmla="*/ 213 w 320"/>
                <a:gd name="T59" fmla="*/ 277 h 320"/>
                <a:gd name="T60" fmla="*/ 277 w 320"/>
                <a:gd name="T61" fmla="*/ 266 h 320"/>
                <a:gd name="T62" fmla="*/ 309 w 320"/>
                <a:gd name="T63" fmla="*/ 213 h 320"/>
                <a:gd name="T64" fmla="*/ 309 w 320"/>
                <a:gd name="T65" fmla="*/ 192 h 320"/>
                <a:gd name="T66" fmla="*/ 277 w 320"/>
                <a:gd name="T67" fmla="*/ 170 h 320"/>
                <a:gd name="T68" fmla="*/ 256 w 320"/>
                <a:gd name="T69" fmla="*/ 256 h 320"/>
                <a:gd name="T70" fmla="*/ 64 w 320"/>
                <a:gd name="T71" fmla="*/ 64 h 320"/>
                <a:gd name="T72" fmla="*/ 256 w 320"/>
                <a:gd name="T7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0" h="320">
                  <a:moveTo>
                    <a:pt x="309" y="170"/>
                  </a:moveTo>
                  <a:cubicBezTo>
                    <a:pt x="315" y="170"/>
                    <a:pt x="320" y="166"/>
                    <a:pt x="320" y="160"/>
                  </a:cubicBezTo>
                  <a:cubicBezTo>
                    <a:pt x="320" y="154"/>
                    <a:pt x="315" y="149"/>
                    <a:pt x="309" y="149"/>
                  </a:cubicBezTo>
                  <a:cubicBezTo>
                    <a:pt x="277" y="149"/>
                    <a:pt x="277" y="149"/>
                    <a:pt x="277" y="149"/>
                  </a:cubicBezTo>
                  <a:cubicBezTo>
                    <a:pt x="277" y="128"/>
                    <a:pt x="277" y="128"/>
                    <a:pt x="277" y="128"/>
                  </a:cubicBezTo>
                  <a:cubicBezTo>
                    <a:pt x="309" y="128"/>
                    <a:pt x="309" y="128"/>
                    <a:pt x="309" y="128"/>
                  </a:cubicBezTo>
                  <a:cubicBezTo>
                    <a:pt x="315" y="128"/>
                    <a:pt x="320" y="123"/>
                    <a:pt x="320" y="117"/>
                  </a:cubicBezTo>
                  <a:cubicBezTo>
                    <a:pt x="320" y="111"/>
                    <a:pt x="315" y="106"/>
                    <a:pt x="309" y="106"/>
                  </a:cubicBezTo>
                  <a:cubicBezTo>
                    <a:pt x="277" y="106"/>
                    <a:pt x="277" y="106"/>
                    <a:pt x="277" y="106"/>
                  </a:cubicBezTo>
                  <a:cubicBezTo>
                    <a:pt x="277" y="53"/>
                    <a:pt x="277" y="53"/>
                    <a:pt x="277" y="53"/>
                  </a:cubicBezTo>
                  <a:cubicBezTo>
                    <a:pt x="277" y="47"/>
                    <a:pt x="272" y="42"/>
                    <a:pt x="266" y="42"/>
                  </a:cubicBezTo>
                  <a:cubicBezTo>
                    <a:pt x="213" y="42"/>
                    <a:pt x="213" y="42"/>
                    <a:pt x="213" y="42"/>
                  </a:cubicBezTo>
                  <a:cubicBezTo>
                    <a:pt x="213" y="10"/>
                    <a:pt x="213" y="10"/>
                    <a:pt x="213" y="10"/>
                  </a:cubicBezTo>
                  <a:cubicBezTo>
                    <a:pt x="213" y="4"/>
                    <a:pt x="208" y="0"/>
                    <a:pt x="202" y="0"/>
                  </a:cubicBezTo>
                  <a:cubicBezTo>
                    <a:pt x="196" y="0"/>
                    <a:pt x="192" y="4"/>
                    <a:pt x="192" y="10"/>
                  </a:cubicBezTo>
                  <a:cubicBezTo>
                    <a:pt x="192" y="42"/>
                    <a:pt x="192" y="42"/>
                    <a:pt x="192" y="42"/>
                  </a:cubicBezTo>
                  <a:cubicBezTo>
                    <a:pt x="170" y="42"/>
                    <a:pt x="170" y="42"/>
                    <a:pt x="170" y="42"/>
                  </a:cubicBezTo>
                  <a:cubicBezTo>
                    <a:pt x="170" y="10"/>
                    <a:pt x="170" y="10"/>
                    <a:pt x="170" y="10"/>
                  </a:cubicBezTo>
                  <a:cubicBezTo>
                    <a:pt x="170" y="4"/>
                    <a:pt x="166" y="0"/>
                    <a:pt x="160" y="0"/>
                  </a:cubicBezTo>
                  <a:cubicBezTo>
                    <a:pt x="154" y="0"/>
                    <a:pt x="149" y="4"/>
                    <a:pt x="149" y="10"/>
                  </a:cubicBezTo>
                  <a:cubicBezTo>
                    <a:pt x="149" y="42"/>
                    <a:pt x="149" y="42"/>
                    <a:pt x="149" y="42"/>
                  </a:cubicBezTo>
                  <a:cubicBezTo>
                    <a:pt x="128" y="42"/>
                    <a:pt x="128" y="42"/>
                    <a:pt x="128" y="42"/>
                  </a:cubicBezTo>
                  <a:cubicBezTo>
                    <a:pt x="128" y="10"/>
                    <a:pt x="128" y="10"/>
                    <a:pt x="128" y="10"/>
                  </a:cubicBezTo>
                  <a:cubicBezTo>
                    <a:pt x="128" y="4"/>
                    <a:pt x="123" y="0"/>
                    <a:pt x="117" y="0"/>
                  </a:cubicBezTo>
                  <a:cubicBezTo>
                    <a:pt x="111" y="0"/>
                    <a:pt x="106" y="4"/>
                    <a:pt x="106" y="10"/>
                  </a:cubicBezTo>
                  <a:cubicBezTo>
                    <a:pt x="106" y="42"/>
                    <a:pt x="106" y="42"/>
                    <a:pt x="106" y="42"/>
                  </a:cubicBezTo>
                  <a:cubicBezTo>
                    <a:pt x="53" y="42"/>
                    <a:pt x="53" y="42"/>
                    <a:pt x="53" y="42"/>
                  </a:cubicBezTo>
                  <a:cubicBezTo>
                    <a:pt x="47" y="42"/>
                    <a:pt x="42" y="47"/>
                    <a:pt x="42" y="53"/>
                  </a:cubicBezTo>
                  <a:cubicBezTo>
                    <a:pt x="42" y="106"/>
                    <a:pt x="42" y="106"/>
                    <a:pt x="42" y="106"/>
                  </a:cubicBezTo>
                  <a:cubicBezTo>
                    <a:pt x="10" y="106"/>
                    <a:pt x="10" y="106"/>
                    <a:pt x="10" y="106"/>
                  </a:cubicBezTo>
                  <a:cubicBezTo>
                    <a:pt x="4" y="106"/>
                    <a:pt x="0" y="111"/>
                    <a:pt x="0" y="117"/>
                  </a:cubicBezTo>
                  <a:cubicBezTo>
                    <a:pt x="0" y="123"/>
                    <a:pt x="4" y="128"/>
                    <a:pt x="10" y="128"/>
                  </a:cubicBezTo>
                  <a:cubicBezTo>
                    <a:pt x="42" y="128"/>
                    <a:pt x="42" y="128"/>
                    <a:pt x="42" y="128"/>
                  </a:cubicBezTo>
                  <a:cubicBezTo>
                    <a:pt x="42" y="149"/>
                    <a:pt x="42" y="149"/>
                    <a:pt x="42" y="149"/>
                  </a:cubicBezTo>
                  <a:cubicBezTo>
                    <a:pt x="10" y="149"/>
                    <a:pt x="10" y="149"/>
                    <a:pt x="10" y="149"/>
                  </a:cubicBezTo>
                  <a:cubicBezTo>
                    <a:pt x="4" y="149"/>
                    <a:pt x="0" y="154"/>
                    <a:pt x="0" y="160"/>
                  </a:cubicBezTo>
                  <a:cubicBezTo>
                    <a:pt x="0" y="166"/>
                    <a:pt x="4" y="170"/>
                    <a:pt x="10" y="170"/>
                  </a:cubicBezTo>
                  <a:cubicBezTo>
                    <a:pt x="42" y="170"/>
                    <a:pt x="42" y="170"/>
                    <a:pt x="42" y="170"/>
                  </a:cubicBezTo>
                  <a:cubicBezTo>
                    <a:pt x="42" y="192"/>
                    <a:pt x="42" y="192"/>
                    <a:pt x="42" y="192"/>
                  </a:cubicBezTo>
                  <a:cubicBezTo>
                    <a:pt x="10" y="192"/>
                    <a:pt x="10" y="192"/>
                    <a:pt x="10" y="192"/>
                  </a:cubicBezTo>
                  <a:cubicBezTo>
                    <a:pt x="4" y="192"/>
                    <a:pt x="0" y="196"/>
                    <a:pt x="0" y="202"/>
                  </a:cubicBezTo>
                  <a:cubicBezTo>
                    <a:pt x="0" y="208"/>
                    <a:pt x="4" y="213"/>
                    <a:pt x="10" y="213"/>
                  </a:cubicBezTo>
                  <a:cubicBezTo>
                    <a:pt x="42" y="213"/>
                    <a:pt x="42" y="213"/>
                    <a:pt x="42" y="213"/>
                  </a:cubicBezTo>
                  <a:cubicBezTo>
                    <a:pt x="42" y="266"/>
                    <a:pt x="42" y="266"/>
                    <a:pt x="42" y="266"/>
                  </a:cubicBezTo>
                  <a:cubicBezTo>
                    <a:pt x="42" y="272"/>
                    <a:pt x="47" y="277"/>
                    <a:pt x="53" y="277"/>
                  </a:cubicBezTo>
                  <a:cubicBezTo>
                    <a:pt x="106" y="277"/>
                    <a:pt x="106" y="277"/>
                    <a:pt x="106" y="277"/>
                  </a:cubicBezTo>
                  <a:cubicBezTo>
                    <a:pt x="106" y="309"/>
                    <a:pt x="106" y="309"/>
                    <a:pt x="106" y="309"/>
                  </a:cubicBezTo>
                  <a:cubicBezTo>
                    <a:pt x="106" y="315"/>
                    <a:pt x="111" y="320"/>
                    <a:pt x="117" y="320"/>
                  </a:cubicBezTo>
                  <a:cubicBezTo>
                    <a:pt x="123" y="320"/>
                    <a:pt x="128" y="315"/>
                    <a:pt x="128" y="309"/>
                  </a:cubicBezTo>
                  <a:cubicBezTo>
                    <a:pt x="128" y="277"/>
                    <a:pt x="128" y="277"/>
                    <a:pt x="128" y="277"/>
                  </a:cubicBezTo>
                  <a:cubicBezTo>
                    <a:pt x="149" y="277"/>
                    <a:pt x="149" y="277"/>
                    <a:pt x="149" y="277"/>
                  </a:cubicBezTo>
                  <a:cubicBezTo>
                    <a:pt x="149" y="309"/>
                    <a:pt x="149" y="309"/>
                    <a:pt x="149" y="309"/>
                  </a:cubicBezTo>
                  <a:cubicBezTo>
                    <a:pt x="149" y="315"/>
                    <a:pt x="154" y="320"/>
                    <a:pt x="160" y="320"/>
                  </a:cubicBezTo>
                  <a:cubicBezTo>
                    <a:pt x="166" y="320"/>
                    <a:pt x="170" y="315"/>
                    <a:pt x="170" y="309"/>
                  </a:cubicBezTo>
                  <a:cubicBezTo>
                    <a:pt x="170" y="277"/>
                    <a:pt x="170" y="277"/>
                    <a:pt x="170" y="277"/>
                  </a:cubicBezTo>
                  <a:cubicBezTo>
                    <a:pt x="192" y="277"/>
                    <a:pt x="192" y="277"/>
                    <a:pt x="192" y="277"/>
                  </a:cubicBezTo>
                  <a:cubicBezTo>
                    <a:pt x="192" y="309"/>
                    <a:pt x="192" y="309"/>
                    <a:pt x="192" y="309"/>
                  </a:cubicBezTo>
                  <a:cubicBezTo>
                    <a:pt x="192" y="315"/>
                    <a:pt x="196" y="320"/>
                    <a:pt x="202" y="320"/>
                  </a:cubicBezTo>
                  <a:cubicBezTo>
                    <a:pt x="208" y="320"/>
                    <a:pt x="213" y="315"/>
                    <a:pt x="213" y="309"/>
                  </a:cubicBezTo>
                  <a:cubicBezTo>
                    <a:pt x="213" y="277"/>
                    <a:pt x="213" y="277"/>
                    <a:pt x="213" y="277"/>
                  </a:cubicBezTo>
                  <a:cubicBezTo>
                    <a:pt x="266" y="277"/>
                    <a:pt x="266" y="277"/>
                    <a:pt x="266" y="277"/>
                  </a:cubicBezTo>
                  <a:cubicBezTo>
                    <a:pt x="272" y="277"/>
                    <a:pt x="277" y="272"/>
                    <a:pt x="277" y="266"/>
                  </a:cubicBezTo>
                  <a:cubicBezTo>
                    <a:pt x="277" y="213"/>
                    <a:pt x="277" y="213"/>
                    <a:pt x="277" y="213"/>
                  </a:cubicBezTo>
                  <a:cubicBezTo>
                    <a:pt x="309" y="213"/>
                    <a:pt x="309" y="213"/>
                    <a:pt x="309" y="213"/>
                  </a:cubicBezTo>
                  <a:cubicBezTo>
                    <a:pt x="315" y="213"/>
                    <a:pt x="320" y="208"/>
                    <a:pt x="320" y="202"/>
                  </a:cubicBezTo>
                  <a:cubicBezTo>
                    <a:pt x="320" y="196"/>
                    <a:pt x="315" y="192"/>
                    <a:pt x="309" y="192"/>
                  </a:cubicBezTo>
                  <a:cubicBezTo>
                    <a:pt x="277" y="192"/>
                    <a:pt x="277" y="192"/>
                    <a:pt x="277" y="192"/>
                  </a:cubicBezTo>
                  <a:cubicBezTo>
                    <a:pt x="277" y="170"/>
                    <a:pt x="277" y="170"/>
                    <a:pt x="277" y="170"/>
                  </a:cubicBezTo>
                  <a:lnTo>
                    <a:pt x="309" y="170"/>
                  </a:lnTo>
                  <a:close/>
                  <a:moveTo>
                    <a:pt x="256" y="256"/>
                  </a:moveTo>
                  <a:cubicBezTo>
                    <a:pt x="64" y="256"/>
                    <a:pt x="64" y="256"/>
                    <a:pt x="64" y="256"/>
                  </a:cubicBezTo>
                  <a:cubicBezTo>
                    <a:pt x="64" y="64"/>
                    <a:pt x="64" y="64"/>
                    <a:pt x="64" y="64"/>
                  </a:cubicBezTo>
                  <a:cubicBezTo>
                    <a:pt x="256" y="64"/>
                    <a:pt x="256" y="64"/>
                    <a:pt x="256" y="64"/>
                  </a:cubicBezTo>
                  <a:lnTo>
                    <a:pt x="256" y="2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83" name="Freeform 836">
              <a:extLst>
                <a:ext uri="{FF2B5EF4-FFF2-40B4-BE49-F238E27FC236}">
                  <a16:creationId xmlns:a16="http://schemas.microsoft.com/office/drawing/2014/main" id="{704686D0-9327-925E-2943-D9FAEDE21F6C}"/>
                </a:ext>
              </a:extLst>
            </p:cNvPr>
            <p:cNvSpPr>
              <a:spLocks noEditPoints="1"/>
            </p:cNvSpPr>
            <p:nvPr/>
          </p:nvSpPr>
          <p:spPr bwMode="auto">
            <a:xfrm>
              <a:off x="6104" y="3451"/>
              <a:ext cx="85" cy="85"/>
            </a:xfrm>
            <a:custGeom>
              <a:avLst/>
              <a:gdLst>
                <a:gd name="T0" fmla="*/ 117 w 128"/>
                <a:gd name="T1" fmla="*/ 0 h 128"/>
                <a:gd name="T2" fmla="*/ 10 w 128"/>
                <a:gd name="T3" fmla="*/ 0 h 128"/>
                <a:gd name="T4" fmla="*/ 0 w 128"/>
                <a:gd name="T5" fmla="*/ 10 h 128"/>
                <a:gd name="T6" fmla="*/ 0 w 128"/>
                <a:gd name="T7" fmla="*/ 117 h 128"/>
                <a:gd name="T8" fmla="*/ 10 w 128"/>
                <a:gd name="T9" fmla="*/ 128 h 128"/>
                <a:gd name="T10" fmla="*/ 117 w 128"/>
                <a:gd name="T11" fmla="*/ 128 h 128"/>
                <a:gd name="T12" fmla="*/ 128 w 128"/>
                <a:gd name="T13" fmla="*/ 117 h 128"/>
                <a:gd name="T14" fmla="*/ 128 w 128"/>
                <a:gd name="T15" fmla="*/ 10 h 128"/>
                <a:gd name="T16" fmla="*/ 117 w 128"/>
                <a:gd name="T17" fmla="*/ 0 h 128"/>
                <a:gd name="T18" fmla="*/ 106 w 128"/>
                <a:gd name="T19" fmla="*/ 106 h 128"/>
                <a:gd name="T20" fmla="*/ 21 w 128"/>
                <a:gd name="T21" fmla="*/ 106 h 128"/>
                <a:gd name="T22" fmla="*/ 21 w 128"/>
                <a:gd name="T23" fmla="*/ 21 h 128"/>
                <a:gd name="T24" fmla="*/ 106 w 128"/>
                <a:gd name="T25" fmla="*/ 21 h 128"/>
                <a:gd name="T26" fmla="*/ 106 w 128"/>
                <a:gd name="T27"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128">
                  <a:moveTo>
                    <a:pt x="117" y="0"/>
                  </a:moveTo>
                  <a:cubicBezTo>
                    <a:pt x="10" y="0"/>
                    <a:pt x="10" y="0"/>
                    <a:pt x="10" y="0"/>
                  </a:cubicBezTo>
                  <a:cubicBezTo>
                    <a:pt x="4" y="0"/>
                    <a:pt x="0" y="4"/>
                    <a:pt x="0" y="10"/>
                  </a:cubicBezTo>
                  <a:cubicBezTo>
                    <a:pt x="0" y="117"/>
                    <a:pt x="0" y="117"/>
                    <a:pt x="0" y="117"/>
                  </a:cubicBezTo>
                  <a:cubicBezTo>
                    <a:pt x="0" y="123"/>
                    <a:pt x="4" y="128"/>
                    <a:pt x="10" y="128"/>
                  </a:cubicBezTo>
                  <a:cubicBezTo>
                    <a:pt x="117" y="128"/>
                    <a:pt x="117" y="128"/>
                    <a:pt x="117" y="128"/>
                  </a:cubicBezTo>
                  <a:cubicBezTo>
                    <a:pt x="123" y="128"/>
                    <a:pt x="128" y="123"/>
                    <a:pt x="128" y="117"/>
                  </a:cubicBezTo>
                  <a:cubicBezTo>
                    <a:pt x="128" y="10"/>
                    <a:pt x="128" y="10"/>
                    <a:pt x="128" y="10"/>
                  </a:cubicBezTo>
                  <a:cubicBezTo>
                    <a:pt x="128" y="4"/>
                    <a:pt x="123" y="0"/>
                    <a:pt x="117" y="0"/>
                  </a:cubicBezTo>
                  <a:close/>
                  <a:moveTo>
                    <a:pt x="106" y="106"/>
                  </a:moveTo>
                  <a:cubicBezTo>
                    <a:pt x="21" y="106"/>
                    <a:pt x="21" y="106"/>
                    <a:pt x="21" y="106"/>
                  </a:cubicBezTo>
                  <a:cubicBezTo>
                    <a:pt x="21" y="21"/>
                    <a:pt x="21" y="21"/>
                    <a:pt x="21" y="21"/>
                  </a:cubicBezTo>
                  <a:cubicBezTo>
                    <a:pt x="106" y="21"/>
                    <a:pt x="106" y="21"/>
                    <a:pt x="106" y="21"/>
                  </a:cubicBezTo>
                  <a:lnTo>
                    <a:pt x="106" y="10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84" name="Freeform 837">
              <a:extLst>
                <a:ext uri="{FF2B5EF4-FFF2-40B4-BE49-F238E27FC236}">
                  <a16:creationId xmlns:a16="http://schemas.microsoft.com/office/drawing/2014/main" id="{F7605C62-6F48-4FBF-230C-CEC4F9AEC360}"/>
                </a:ext>
              </a:extLst>
            </p:cNvPr>
            <p:cNvSpPr>
              <a:spLocks noEditPoints="1"/>
            </p:cNvSpPr>
            <p:nvPr/>
          </p:nvSpPr>
          <p:spPr bwMode="auto">
            <a:xfrm>
              <a:off x="5977" y="332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85" name="TextBox 84">
            <a:extLst>
              <a:ext uri="{FF2B5EF4-FFF2-40B4-BE49-F238E27FC236}">
                <a16:creationId xmlns:a16="http://schemas.microsoft.com/office/drawing/2014/main" id="{63BD32ED-4C20-2B0C-9A4D-2ABE567DB78E}"/>
              </a:ext>
            </a:extLst>
          </p:cNvPr>
          <p:cNvSpPr txBox="1"/>
          <p:nvPr/>
        </p:nvSpPr>
        <p:spPr>
          <a:xfrm>
            <a:off x="4100009" y="2614233"/>
            <a:ext cx="1678039" cy="877163"/>
          </a:xfrm>
          <a:prstGeom prst="rect">
            <a:avLst/>
          </a:prstGeom>
          <a:noFill/>
        </p:spPr>
        <p:txBody>
          <a:bodyPr wrap="square" lIns="0" tIns="0" rIns="0" bIns="0" rtlCol="0">
            <a:spAutoFit/>
          </a:bodyPr>
          <a:lstStyle/>
          <a:p>
            <a:pPr>
              <a:buSzPct val="100000"/>
            </a:pPr>
            <a:r>
              <a:rPr lang="en-US" sz="950" b="1">
                <a:solidFill>
                  <a:srgbClr val="26890D"/>
                </a:solidFill>
                <a:latin typeface="Calibri"/>
              </a:rPr>
              <a:t>Customer Satisfaction</a:t>
            </a:r>
          </a:p>
          <a:p>
            <a:pPr marL="171450" indent="-171450" algn="just">
              <a:buSzPct val="100000"/>
              <a:buFont typeface="Arial" panose="020B0604020202020204" pitchFamily="34" charset="0"/>
              <a:buChar char="•"/>
            </a:pPr>
            <a:r>
              <a:rPr lang="en-US" sz="950">
                <a:solidFill>
                  <a:srgbClr val="000000"/>
                </a:solidFill>
                <a:latin typeface="Calibri"/>
                <a:cs typeface="Calibri"/>
              </a:rPr>
              <a:t>Improve Consumer focus </a:t>
            </a:r>
          </a:p>
          <a:p>
            <a:pPr marL="171450" indent="-171450" algn="just">
              <a:buSzPct val="100000"/>
              <a:buFont typeface="Arial" panose="020B0604020202020204" pitchFamily="34" charset="0"/>
              <a:buChar char="•"/>
            </a:pPr>
            <a:r>
              <a:rPr lang="en-US" sz="950">
                <a:solidFill>
                  <a:srgbClr val="000000"/>
                </a:solidFill>
                <a:latin typeface="Calibri"/>
                <a:cs typeface="Calibri"/>
              </a:rPr>
              <a:t>Increase service quality &amp; feedback management</a:t>
            </a:r>
          </a:p>
          <a:p>
            <a:pPr marL="171450" indent="-171450" algn="just">
              <a:buSzPct val="100000"/>
              <a:buFont typeface="Arial" panose="020B0604020202020204" pitchFamily="34" charset="0"/>
              <a:buChar char="•"/>
            </a:pPr>
            <a:r>
              <a:rPr lang="en-US" sz="950">
                <a:solidFill>
                  <a:srgbClr val="000000"/>
                </a:solidFill>
                <a:latin typeface="Calibri"/>
                <a:cs typeface="Calibri"/>
              </a:rPr>
              <a:t>Customer Outreach Management</a:t>
            </a:r>
          </a:p>
        </p:txBody>
      </p:sp>
      <p:cxnSp>
        <p:nvCxnSpPr>
          <p:cNvPr id="86" name="Elbow Connector 65">
            <a:extLst>
              <a:ext uri="{FF2B5EF4-FFF2-40B4-BE49-F238E27FC236}">
                <a16:creationId xmlns:a16="http://schemas.microsoft.com/office/drawing/2014/main" id="{202D6C82-3B43-9262-8341-22FE177D6815}"/>
              </a:ext>
            </a:extLst>
          </p:cNvPr>
          <p:cNvCxnSpPr>
            <a:cxnSpLocks/>
          </p:cNvCxnSpPr>
          <p:nvPr/>
        </p:nvCxnSpPr>
        <p:spPr>
          <a:xfrm rot="16200000" flipV="1">
            <a:off x="3478452" y="4456184"/>
            <a:ext cx="509598" cy="417688"/>
          </a:xfrm>
          <a:prstGeom prst="bentConnector3">
            <a:avLst>
              <a:gd name="adj1" fmla="val 50000"/>
            </a:avLst>
          </a:prstGeom>
          <a:noFill/>
          <a:ln w="9525" cap="flat" cmpd="sng" algn="ctr">
            <a:solidFill>
              <a:srgbClr val="0D8390"/>
            </a:solidFill>
            <a:prstDash val="solid"/>
          </a:ln>
          <a:effectLst/>
        </p:spPr>
      </p:cxnSp>
      <p:cxnSp>
        <p:nvCxnSpPr>
          <p:cNvPr id="87" name="Elbow Connector 65">
            <a:extLst>
              <a:ext uri="{FF2B5EF4-FFF2-40B4-BE49-F238E27FC236}">
                <a16:creationId xmlns:a16="http://schemas.microsoft.com/office/drawing/2014/main" id="{4C72A5B6-EC66-3CB6-E5DA-036AF71D3510}"/>
              </a:ext>
            </a:extLst>
          </p:cNvPr>
          <p:cNvCxnSpPr>
            <a:cxnSpLocks/>
            <a:stCxn id="80" idx="1"/>
          </p:cNvCxnSpPr>
          <p:nvPr/>
        </p:nvCxnSpPr>
        <p:spPr>
          <a:xfrm rot="10800000">
            <a:off x="3941003" y="3804837"/>
            <a:ext cx="219474" cy="389802"/>
          </a:xfrm>
          <a:prstGeom prst="bentConnector2">
            <a:avLst/>
          </a:prstGeom>
          <a:noFill/>
          <a:ln w="9525" cap="flat" cmpd="sng" algn="ctr">
            <a:solidFill>
              <a:srgbClr val="046A38"/>
            </a:solidFill>
            <a:prstDash val="solid"/>
          </a:ln>
          <a:effectLst/>
        </p:spPr>
      </p:cxnSp>
      <p:cxnSp>
        <p:nvCxnSpPr>
          <p:cNvPr id="88" name="Elbow Connector 65">
            <a:extLst>
              <a:ext uri="{FF2B5EF4-FFF2-40B4-BE49-F238E27FC236}">
                <a16:creationId xmlns:a16="http://schemas.microsoft.com/office/drawing/2014/main" id="{D4526FA9-EDF7-2A19-7523-59D8392EA389}"/>
              </a:ext>
            </a:extLst>
          </p:cNvPr>
          <p:cNvCxnSpPr>
            <a:cxnSpLocks/>
            <a:stCxn id="85" idx="1"/>
          </p:cNvCxnSpPr>
          <p:nvPr/>
        </p:nvCxnSpPr>
        <p:spPr>
          <a:xfrm rot="10800000" flipV="1">
            <a:off x="3740575" y="3052815"/>
            <a:ext cx="359435" cy="234802"/>
          </a:xfrm>
          <a:prstGeom prst="bentConnector3">
            <a:avLst>
              <a:gd name="adj1" fmla="val 50000"/>
            </a:avLst>
          </a:prstGeom>
          <a:noFill/>
          <a:ln w="9525" cap="flat" cmpd="sng" algn="ctr">
            <a:solidFill>
              <a:srgbClr val="26890D"/>
            </a:solidFill>
            <a:prstDash val="solid"/>
          </a:ln>
          <a:effectLst/>
        </p:spPr>
      </p:cxnSp>
      <p:grpSp>
        <p:nvGrpSpPr>
          <p:cNvPr id="89" name="Group 795">
            <a:extLst>
              <a:ext uri="{FF2B5EF4-FFF2-40B4-BE49-F238E27FC236}">
                <a16:creationId xmlns:a16="http://schemas.microsoft.com/office/drawing/2014/main" id="{288EAD67-EEF0-F798-BD9A-3A84EBE71FD0}"/>
              </a:ext>
            </a:extLst>
          </p:cNvPr>
          <p:cNvGrpSpPr>
            <a:grpSpLocks noChangeAspect="1"/>
          </p:cNvGrpSpPr>
          <p:nvPr/>
        </p:nvGrpSpPr>
        <p:grpSpPr bwMode="auto">
          <a:xfrm>
            <a:off x="3585585" y="3269679"/>
            <a:ext cx="320041" cy="320041"/>
            <a:chOff x="7361" y="3009"/>
            <a:chExt cx="340" cy="340"/>
          </a:xfrm>
          <a:solidFill>
            <a:sysClr val="window" lastClr="FFFFFF"/>
          </a:solidFill>
        </p:grpSpPr>
        <p:sp>
          <p:nvSpPr>
            <p:cNvPr id="90" name="Freeform 796">
              <a:extLst>
                <a:ext uri="{FF2B5EF4-FFF2-40B4-BE49-F238E27FC236}">
                  <a16:creationId xmlns:a16="http://schemas.microsoft.com/office/drawing/2014/main" id="{48FF20E2-304F-F870-008F-70C0F700F7FA}"/>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1" name="Freeform 797">
              <a:extLst>
                <a:ext uri="{FF2B5EF4-FFF2-40B4-BE49-F238E27FC236}">
                  <a16:creationId xmlns:a16="http://schemas.microsoft.com/office/drawing/2014/main" id="{2FCBDC83-3763-9B6E-A783-165FDF8C4A7B}"/>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2" name="Freeform 798">
              <a:extLst>
                <a:ext uri="{FF2B5EF4-FFF2-40B4-BE49-F238E27FC236}">
                  <a16:creationId xmlns:a16="http://schemas.microsoft.com/office/drawing/2014/main" id="{0BBE7E9E-CFC1-7C80-507E-FE18757260E2}"/>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3" name="Freeform 799">
              <a:extLst>
                <a:ext uri="{FF2B5EF4-FFF2-40B4-BE49-F238E27FC236}">
                  <a16:creationId xmlns:a16="http://schemas.microsoft.com/office/drawing/2014/main" id="{DF751628-A1E1-7187-5A5D-7C72E00808C6}"/>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4" name="Freeform 800">
              <a:extLst>
                <a:ext uri="{FF2B5EF4-FFF2-40B4-BE49-F238E27FC236}">
                  <a16:creationId xmlns:a16="http://schemas.microsoft.com/office/drawing/2014/main" id="{7C52DBAB-760A-B684-F3BB-970805008D05}"/>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5" name="Freeform 801">
              <a:extLst>
                <a:ext uri="{FF2B5EF4-FFF2-40B4-BE49-F238E27FC236}">
                  <a16:creationId xmlns:a16="http://schemas.microsoft.com/office/drawing/2014/main" id="{A2CA3CDE-F7EE-509A-66C5-D618C24099AA}"/>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96" name="Freeform 802">
              <a:extLst>
                <a:ext uri="{FF2B5EF4-FFF2-40B4-BE49-F238E27FC236}">
                  <a16:creationId xmlns:a16="http://schemas.microsoft.com/office/drawing/2014/main" id="{C2A8C5DD-05F2-4DB5-A5D8-9306BABD51A4}"/>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sp>
        <p:nvSpPr>
          <p:cNvPr id="97" name="TextBox 96">
            <a:extLst>
              <a:ext uri="{FF2B5EF4-FFF2-40B4-BE49-F238E27FC236}">
                <a16:creationId xmlns:a16="http://schemas.microsoft.com/office/drawing/2014/main" id="{B6558CB3-42AE-A405-1C3E-9E907CC5AE92}"/>
              </a:ext>
            </a:extLst>
          </p:cNvPr>
          <p:cNvSpPr txBox="1"/>
          <p:nvPr/>
        </p:nvSpPr>
        <p:spPr>
          <a:xfrm>
            <a:off x="3278565" y="1731393"/>
            <a:ext cx="1890694" cy="877163"/>
          </a:xfrm>
          <a:prstGeom prst="rect">
            <a:avLst/>
          </a:prstGeom>
          <a:noFill/>
        </p:spPr>
        <p:txBody>
          <a:bodyPr wrap="square" lIns="0" tIns="0" rIns="0" bIns="0" rtlCol="0">
            <a:spAutoFit/>
          </a:bodyPr>
          <a:lstStyle/>
          <a:p>
            <a:pPr>
              <a:buSzPct val="100000"/>
            </a:pPr>
            <a:r>
              <a:rPr lang="en-US" sz="950" b="1">
                <a:solidFill>
                  <a:srgbClr val="43B02A"/>
                </a:solidFill>
                <a:latin typeface="Calibri"/>
              </a:rPr>
              <a:t>Social Objective Management</a:t>
            </a:r>
          </a:p>
          <a:p>
            <a:pPr marL="171450" indent="-171450" algn="just">
              <a:buSzPct val="100000"/>
              <a:buFont typeface="Arial" panose="020B0604020202020204" pitchFamily="34" charset="0"/>
              <a:buChar char="•"/>
            </a:pPr>
            <a:r>
              <a:rPr lang="en-US" sz="950">
                <a:solidFill>
                  <a:srgbClr val="000000"/>
                </a:solidFill>
                <a:latin typeface="Calibri"/>
                <a:cs typeface="Calibri"/>
              </a:rPr>
              <a:t>Growth of electricity access</a:t>
            </a:r>
          </a:p>
          <a:p>
            <a:pPr marL="171450" indent="-171450" algn="just">
              <a:buSzPct val="100000"/>
              <a:buFont typeface="Arial" panose="020B0604020202020204" pitchFamily="34" charset="0"/>
              <a:buChar char="•"/>
            </a:pPr>
            <a:r>
              <a:rPr lang="en-US" sz="950">
                <a:solidFill>
                  <a:srgbClr val="000000"/>
                </a:solidFill>
                <a:latin typeface="Calibri"/>
                <a:cs typeface="Calibri"/>
              </a:rPr>
              <a:t>Affordability of electricity tariff</a:t>
            </a:r>
          </a:p>
          <a:p>
            <a:pPr marL="171450" indent="-171450" algn="just">
              <a:buSzPct val="100000"/>
              <a:buFont typeface="Arial" panose="020B0604020202020204" pitchFamily="34" charset="0"/>
              <a:buChar char="•"/>
            </a:pPr>
            <a:r>
              <a:rPr lang="en-US" sz="950">
                <a:solidFill>
                  <a:srgbClr val="000000"/>
                </a:solidFill>
                <a:latin typeface="Calibri"/>
                <a:cs typeface="Calibri"/>
              </a:rPr>
              <a:t>Increase in per capita electricity consumption</a:t>
            </a:r>
          </a:p>
          <a:p>
            <a:pPr marL="171450" indent="-171450" algn="just">
              <a:buSzPct val="100000"/>
              <a:buFont typeface="Arial" panose="020B0604020202020204" pitchFamily="34" charset="0"/>
              <a:buChar char="•"/>
            </a:pPr>
            <a:endParaRPr lang="en-US" sz="950">
              <a:solidFill>
                <a:srgbClr val="000000"/>
              </a:solidFill>
              <a:latin typeface="Calibri"/>
              <a:cs typeface="Calibri"/>
            </a:endParaRPr>
          </a:p>
        </p:txBody>
      </p:sp>
      <p:cxnSp>
        <p:nvCxnSpPr>
          <p:cNvPr id="98" name="Elbow Connector 65">
            <a:extLst>
              <a:ext uri="{FF2B5EF4-FFF2-40B4-BE49-F238E27FC236}">
                <a16:creationId xmlns:a16="http://schemas.microsoft.com/office/drawing/2014/main" id="{F49635A4-4D03-B633-1E32-412AD4992BF4}"/>
              </a:ext>
            </a:extLst>
          </p:cNvPr>
          <p:cNvCxnSpPr>
            <a:cxnSpLocks/>
            <a:stCxn id="97" idx="1"/>
          </p:cNvCxnSpPr>
          <p:nvPr/>
        </p:nvCxnSpPr>
        <p:spPr>
          <a:xfrm rot="10800000" flipV="1">
            <a:off x="3176883" y="2169975"/>
            <a:ext cx="101682" cy="684568"/>
          </a:xfrm>
          <a:prstGeom prst="bentConnector2">
            <a:avLst/>
          </a:prstGeom>
          <a:noFill/>
          <a:ln w="9525" cap="flat" cmpd="sng" algn="ctr">
            <a:solidFill>
              <a:srgbClr val="43B02A"/>
            </a:solidFill>
            <a:prstDash val="solid"/>
          </a:ln>
          <a:effectLst/>
        </p:spPr>
      </p:cxnSp>
      <p:grpSp>
        <p:nvGrpSpPr>
          <p:cNvPr id="99" name="Group 398">
            <a:extLst>
              <a:ext uri="{FF2B5EF4-FFF2-40B4-BE49-F238E27FC236}">
                <a16:creationId xmlns:a16="http://schemas.microsoft.com/office/drawing/2014/main" id="{5247D53E-4437-F3A6-8700-D9E3052D2D58}"/>
              </a:ext>
            </a:extLst>
          </p:cNvPr>
          <p:cNvGrpSpPr>
            <a:grpSpLocks noChangeAspect="1"/>
          </p:cNvGrpSpPr>
          <p:nvPr/>
        </p:nvGrpSpPr>
        <p:grpSpPr bwMode="auto">
          <a:xfrm>
            <a:off x="3173656" y="2816878"/>
            <a:ext cx="320040" cy="320040"/>
            <a:chOff x="1172" y="1575"/>
            <a:chExt cx="340" cy="340"/>
          </a:xfrm>
          <a:solidFill>
            <a:sysClr val="window" lastClr="FFFFFF"/>
          </a:solidFill>
        </p:grpSpPr>
        <p:sp>
          <p:nvSpPr>
            <p:cNvPr id="100" name="Freeform 399">
              <a:extLst>
                <a:ext uri="{FF2B5EF4-FFF2-40B4-BE49-F238E27FC236}">
                  <a16:creationId xmlns:a16="http://schemas.microsoft.com/office/drawing/2014/main" id="{53023EEB-94FC-D2AA-BA9A-DB615714286A}"/>
                </a:ext>
              </a:extLst>
            </p:cNvPr>
            <p:cNvSpPr>
              <a:spLocks noEditPoints="1"/>
            </p:cNvSpPr>
            <p:nvPr/>
          </p:nvSpPr>
          <p:spPr bwMode="auto">
            <a:xfrm>
              <a:off x="1172" y="157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101" name="Freeform 400">
              <a:extLst>
                <a:ext uri="{FF2B5EF4-FFF2-40B4-BE49-F238E27FC236}">
                  <a16:creationId xmlns:a16="http://schemas.microsoft.com/office/drawing/2014/main" id="{5BF78F72-0AED-C023-75F2-DDB76498F02A}"/>
                </a:ext>
              </a:extLst>
            </p:cNvPr>
            <p:cNvSpPr>
              <a:spLocks noEditPoints="1"/>
            </p:cNvSpPr>
            <p:nvPr/>
          </p:nvSpPr>
          <p:spPr bwMode="auto">
            <a:xfrm>
              <a:off x="1250" y="1653"/>
              <a:ext cx="184" cy="184"/>
            </a:xfrm>
            <a:custGeom>
              <a:avLst/>
              <a:gdLst>
                <a:gd name="T0" fmla="*/ 22 w 277"/>
                <a:gd name="T1" fmla="*/ 53 h 277"/>
                <a:gd name="T2" fmla="*/ 64 w 277"/>
                <a:gd name="T3" fmla="*/ 9 h 277"/>
                <a:gd name="T4" fmla="*/ 0 w 277"/>
                <a:gd name="T5" fmla="*/ 64 h 277"/>
                <a:gd name="T6" fmla="*/ 11 w 277"/>
                <a:gd name="T7" fmla="*/ 117 h 277"/>
                <a:gd name="T8" fmla="*/ 64 w 277"/>
                <a:gd name="T9" fmla="*/ 107 h 277"/>
                <a:gd name="T10" fmla="*/ 53 w 277"/>
                <a:gd name="T11" fmla="*/ 53 h 277"/>
                <a:gd name="T12" fmla="*/ 21 w 277"/>
                <a:gd name="T13" fmla="*/ 96 h 277"/>
                <a:gd name="T14" fmla="*/ 43 w 277"/>
                <a:gd name="T15" fmla="*/ 75 h 277"/>
                <a:gd name="T16" fmla="*/ 149 w 277"/>
                <a:gd name="T17" fmla="*/ 107 h 277"/>
                <a:gd name="T18" fmla="*/ 139 w 277"/>
                <a:gd name="T19" fmla="*/ 53 h 277"/>
                <a:gd name="T20" fmla="*/ 140 w 277"/>
                <a:gd name="T21" fmla="*/ 21 h 277"/>
                <a:gd name="T22" fmla="*/ 137 w 277"/>
                <a:gd name="T23" fmla="*/ 0 h 277"/>
                <a:gd name="T24" fmla="*/ 85 w 277"/>
                <a:gd name="T25" fmla="*/ 107 h 277"/>
                <a:gd name="T26" fmla="*/ 139 w 277"/>
                <a:gd name="T27" fmla="*/ 117 h 277"/>
                <a:gd name="T28" fmla="*/ 128 w 277"/>
                <a:gd name="T29" fmla="*/ 96 h 277"/>
                <a:gd name="T30" fmla="*/ 107 w 277"/>
                <a:gd name="T31" fmla="*/ 75 h 277"/>
                <a:gd name="T32" fmla="*/ 128 w 277"/>
                <a:gd name="T33" fmla="*/ 96 h 277"/>
                <a:gd name="T34" fmla="*/ 224 w 277"/>
                <a:gd name="T35" fmla="*/ 160 h 277"/>
                <a:gd name="T36" fmla="*/ 213 w 277"/>
                <a:gd name="T37" fmla="*/ 213 h 277"/>
                <a:gd name="T38" fmla="*/ 255 w 277"/>
                <a:gd name="T39" fmla="*/ 224 h 277"/>
                <a:gd name="T40" fmla="*/ 213 w 277"/>
                <a:gd name="T41" fmla="*/ 268 h 277"/>
                <a:gd name="T42" fmla="*/ 225 w 277"/>
                <a:gd name="T43" fmla="*/ 277 h 277"/>
                <a:gd name="T44" fmla="*/ 277 w 277"/>
                <a:gd name="T45" fmla="*/ 171 h 277"/>
                <a:gd name="T46" fmla="*/ 235 w 277"/>
                <a:gd name="T47" fmla="*/ 181 h 277"/>
                <a:gd name="T48" fmla="*/ 256 w 277"/>
                <a:gd name="T49" fmla="*/ 203 h 277"/>
                <a:gd name="T50" fmla="*/ 235 w 277"/>
                <a:gd name="T51" fmla="*/ 181 h 277"/>
                <a:gd name="T52" fmla="*/ 139 w 277"/>
                <a:gd name="T53" fmla="*/ 160 h 277"/>
                <a:gd name="T54" fmla="*/ 128 w 277"/>
                <a:gd name="T55" fmla="*/ 213 h 277"/>
                <a:gd name="T56" fmla="*/ 170 w 277"/>
                <a:gd name="T57" fmla="*/ 224 h 277"/>
                <a:gd name="T58" fmla="*/ 128 w 277"/>
                <a:gd name="T59" fmla="*/ 268 h 277"/>
                <a:gd name="T60" fmla="*/ 140 w 277"/>
                <a:gd name="T61" fmla="*/ 277 h 277"/>
                <a:gd name="T62" fmla="*/ 192 w 277"/>
                <a:gd name="T63" fmla="*/ 171 h 277"/>
                <a:gd name="T64" fmla="*/ 149 w 277"/>
                <a:gd name="T65" fmla="*/ 181 h 277"/>
                <a:gd name="T66" fmla="*/ 171 w 277"/>
                <a:gd name="T67" fmla="*/ 203 h 277"/>
                <a:gd name="T68" fmla="*/ 149 w 277"/>
                <a:gd name="T69"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7" h="277">
                  <a:moveTo>
                    <a:pt x="53" y="53"/>
                  </a:moveTo>
                  <a:cubicBezTo>
                    <a:pt x="22" y="53"/>
                    <a:pt x="22" y="53"/>
                    <a:pt x="22" y="53"/>
                  </a:cubicBezTo>
                  <a:cubicBezTo>
                    <a:pt x="27" y="26"/>
                    <a:pt x="51" y="22"/>
                    <a:pt x="55" y="21"/>
                  </a:cubicBezTo>
                  <a:cubicBezTo>
                    <a:pt x="60" y="21"/>
                    <a:pt x="65" y="15"/>
                    <a:pt x="64" y="9"/>
                  </a:cubicBezTo>
                  <a:cubicBezTo>
                    <a:pt x="63" y="4"/>
                    <a:pt x="58" y="0"/>
                    <a:pt x="52" y="0"/>
                  </a:cubicBezTo>
                  <a:cubicBezTo>
                    <a:pt x="34" y="2"/>
                    <a:pt x="0" y="18"/>
                    <a:pt x="0" y="64"/>
                  </a:cubicBezTo>
                  <a:cubicBezTo>
                    <a:pt x="0" y="107"/>
                    <a:pt x="0" y="107"/>
                    <a:pt x="0" y="107"/>
                  </a:cubicBezTo>
                  <a:cubicBezTo>
                    <a:pt x="0" y="113"/>
                    <a:pt x="5" y="117"/>
                    <a:pt x="11" y="117"/>
                  </a:cubicBezTo>
                  <a:cubicBezTo>
                    <a:pt x="53" y="117"/>
                    <a:pt x="53" y="117"/>
                    <a:pt x="53" y="117"/>
                  </a:cubicBezTo>
                  <a:cubicBezTo>
                    <a:pt x="59" y="117"/>
                    <a:pt x="64" y="113"/>
                    <a:pt x="64" y="107"/>
                  </a:cubicBezTo>
                  <a:cubicBezTo>
                    <a:pt x="64" y="64"/>
                    <a:pt x="64" y="64"/>
                    <a:pt x="64" y="64"/>
                  </a:cubicBezTo>
                  <a:cubicBezTo>
                    <a:pt x="64" y="58"/>
                    <a:pt x="59" y="53"/>
                    <a:pt x="53" y="53"/>
                  </a:cubicBezTo>
                  <a:close/>
                  <a:moveTo>
                    <a:pt x="43" y="96"/>
                  </a:moveTo>
                  <a:cubicBezTo>
                    <a:pt x="21" y="96"/>
                    <a:pt x="21" y="96"/>
                    <a:pt x="21" y="96"/>
                  </a:cubicBezTo>
                  <a:cubicBezTo>
                    <a:pt x="21" y="75"/>
                    <a:pt x="21" y="75"/>
                    <a:pt x="21" y="75"/>
                  </a:cubicBezTo>
                  <a:cubicBezTo>
                    <a:pt x="43" y="75"/>
                    <a:pt x="43" y="75"/>
                    <a:pt x="43" y="75"/>
                  </a:cubicBezTo>
                  <a:lnTo>
                    <a:pt x="43" y="96"/>
                  </a:lnTo>
                  <a:close/>
                  <a:moveTo>
                    <a:pt x="149" y="107"/>
                  </a:moveTo>
                  <a:cubicBezTo>
                    <a:pt x="149" y="64"/>
                    <a:pt x="149" y="64"/>
                    <a:pt x="149" y="64"/>
                  </a:cubicBezTo>
                  <a:cubicBezTo>
                    <a:pt x="149" y="58"/>
                    <a:pt x="145" y="53"/>
                    <a:pt x="139" y="53"/>
                  </a:cubicBezTo>
                  <a:cubicBezTo>
                    <a:pt x="108" y="53"/>
                    <a:pt x="108" y="53"/>
                    <a:pt x="108" y="53"/>
                  </a:cubicBezTo>
                  <a:cubicBezTo>
                    <a:pt x="113" y="26"/>
                    <a:pt x="137" y="22"/>
                    <a:pt x="140" y="21"/>
                  </a:cubicBezTo>
                  <a:cubicBezTo>
                    <a:pt x="146" y="21"/>
                    <a:pt x="150" y="15"/>
                    <a:pt x="149" y="9"/>
                  </a:cubicBezTo>
                  <a:cubicBezTo>
                    <a:pt x="149" y="4"/>
                    <a:pt x="143" y="0"/>
                    <a:pt x="137" y="0"/>
                  </a:cubicBezTo>
                  <a:cubicBezTo>
                    <a:pt x="119" y="2"/>
                    <a:pt x="85" y="18"/>
                    <a:pt x="85" y="64"/>
                  </a:cubicBezTo>
                  <a:cubicBezTo>
                    <a:pt x="85" y="107"/>
                    <a:pt x="85" y="107"/>
                    <a:pt x="85" y="107"/>
                  </a:cubicBezTo>
                  <a:cubicBezTo>
                    <a:pt x="85" y="113"/>
                    <a:pt x="90" y="117"/>
                    <a:pt x="96" y="117"/>
                  </a:cubicBezTo>
                  <a:cubicBezTo>
                    <a:pt x="139" y="117"/>
                    <a:pt x="139" y="117"/>
                    <a:pt x="139" y="117"/>
                  </a:cubicBezTo>
                  <a:cubicBezTo>
                    <a:pt x="145" y="117"/>
                    <a:pt x="149" y="113"/>
                    <a:pt x="149" y="107"/>
                  </a:cubicBezTo>
                  <a:close/>
                  <a:moveTo>
                    <a:pt x="128" y="96"/>
                  </a:moveTo>
                  <a:cubicBezTo>
                    <a:pt x="107" y="96"/>
                    <a:pt x="107" y="96"/>
                    <a:pt x="107" y="96"/>
                  </a:cubicBezTo>
                  <a:cubicBezTo>
                    <a:pt x="107" y="75"/>
                    <a:pt x="107" y="75"/>
                    <a:pt x="107" y="75"/>
                  </a:cubicBezTo>
                  <a:cubicBezTo>
                    <a:pt x="128" y="75"/>
                    <a:pt x="128" y="75"/>
                    <a:pt x="128" y="75"/>
                  </a:cubicBezTo>
                  <a:lnTo>
                    <a:pt x="128" y="96"/>
                  </a:lnTo>
                  <a:close/>
                  <a:moveTo>
                    <a:pt x="267" y="160"/>
                  </a:moveTo>
                  <a:cubicBezTo>
                    <a:pt x="224" y="160"/>
                    <a:pt x="224" y="160"/>
                    <a:pt x="224" y="160"/>
                  </a:cubicBezTo>
                  <a:cubicBezTo>
                    <a:pt x="218" y="160"/>
                    <a:pt x="213" y="165"/>
                    <a:pt x="213" y="171"/>
                  </a:cubicBezTo>
                  <a:cubicBezTo>
                    <a:pt x="213" y="213"/>
                    <a:pt x="213" y="213"/>
                    <a:pt x="213" y="213"/>
                  </a:cubicBezTo>
                  <a:cubicBezTo>
                    <a:pt x="213" y="219"/>
                    <a:pt x="218" y="224"/>
                    <a:pt x="224" y="224"/>
                  </a:cubicBezTo>
                  <a:cubicBezTo>
                    <a:pt x="255" y="224"/>
                    <a:pt x="255" y="224"/>
                    <a:pt x="255" y="224"/>
                  </a:cubicBezTo>
                  <a:cubicBezTo>
                    <a:pt x="250" y="252"/>
                    <a:pt x="226" y="256"/>
                    <a:pt x="223" y="256"/>
                  </a:cubicBezTo>
                  <a:cubicBezTo>
                    <a:pt x="217" y="257"/>
                    <a:pt x="213" y="262"/>
                    <a:pt x="213" y="268"/>
                  </a:cubicBezTo>
                  <a:cubicBezTo>
                    <a:pt x="214" y="273"/>
                    <a:pt x="219" y="277"/>
                    <a:pt x="224" y="277"/>
                  </a:cubicBezTo>
                  <a:cubicBezTo>
                    <a:pt x="224" y="277"/>
                    <a:pt x="225" y="277"/>
                    <a:pt x="225" y="277"/>
                  </a:cubicBezTo>
                  <a:cubicBezTo>
                    <a:pt x="243" y="275"/>
                    <a:pt x="277" y="259"/>
                    <a:pt x="277" y="213"/>
                  </a:cubicBezTo>
                  <a:cubicBezTo>
                    <a:pt x="277" y="171"/>
                    <a:pt x="277" y="171"/>
                    <a:pt x="277" y="171"/>
                  </a:cubicBezTo>
                  <a:cubicBezTo>
                    <a:pt x="277" y="165"/>
                    <a:pt x="273" y="160"/>
                    <a:pt x="267" y="160"/>
                  </a:cubicBezTo>
                  <a:close/>
                  <a:moveTo>
                    <a:pt x="235" y="181"/>
                  </a:moveTo>
                  <a:cubicBezTo>
                    <a:pt x="256" y="181"/>
                    <a:pt x="256" y="181"/>
                    <a:pt x="256" y="181"/>
                  </a:cubicBezTo>
                  <a:cubicBezTo>
                    <a:pt x="256" y="203"/>
                    <a:pt x="256" y="203"/>
                    <a:pt x="256" y="203"/>
                  </a:cubicBezTo>
                  <a:cubicBezTo>
                    <a:pt x="235" y="203"/>
                    <a:pt x="235" y="203"/>
                    <a:pt x="235" y="203"/>
                  </a:cubicBezTo>
                  <a:lnTo>
                    <a:pt x="235" y="181"/>
                  </a:lnTo>
                  <a:close/>
                  <a:moveTo>
                    <a:pt x="181" y="160"/>
                  </a:moveTo>
                  <a:cubicBezTo>
                    <a:pt x="139" y="160"/>
                    <a:pt x="139" y="160"/>
                    <a:pt x="139" y="160"/>
                  </a:cubicBezTo>
                  <a:cubicBezTo>
                    <a:pt x="133" y="160"/>
                    <a:pt x="128" y="165"/>
                    <a:pt x="128" y="171"/>
                  </a:cubicBezTo>
                  <a:cubicBezTo>
                    <a:pt x="128" y="213"/>
                    <a:pt x="128" y="213"/>
                    <a:pt x="128" y="213"/>
                  </a:cubicBezTo>
                  <a:cubicBezTo>
                    <a:pt x="128" y="219"/>
                    <a:pt x="133" y="224"/>
                    <a:pt x="139" y="224"/>
                  </a:cubicBezTo>
                  <a:cubicBezTo>
                    <a:pt x="170" y="224"/>
                    <a:pt x="170" y="224"/>
                    <a:pt x="170" y="224"/>
                  </a:cubicBezTo>
                  <a:cubicBezTo>
                    <a:pt x="165" y="252"/>
                    <a:pt x="141" y="256"/>
                    <a:pt x="137" y="256"/>
                  </a:cubicBezTo>
                  <a:cubicBezTo>
                    <a:pt x="132" y="257"/>
                    <a:pt x="127" y="262"/>
                    <a:pt x="128" y="268"/>
                  </a:cubicBezTo>
                  <a:cubicBezTo>
                    <a:pt x="129" y="273"/>
                    <a:pt x="133" y="277"/>
                    <a:pt x="139" y="277"/>
                  </a:cubicBezTo>
                  <a:cubicBezTo>
                    <a:pt x="139" y="277"/>
                    <a:pt x="139" y="277"/>
                    <a:pt x="140" y="277"/>
                  </a:cubicBezTo>
                  <a:cubicBezTo>
                    <a:pt x="158" y="275"/>
                    <a:pt x="192" y="259"/>
                    <a:pt x="192" y="213"/>
                  </a:cubicBezTo>
                  <a:cubicBezTo>
                    <a:pt x="192" y="171"/>
                    <a:pt x="192" y="171"/>
                    <a:pt x="192" y="171"/>
                  </a:cubicBezTo>
                  <a:cubicBezTo>
                    <a:pt x="192" y="165"/>
                    <a:pt x="187" y="160"/>
                    <a:pt x="181" y="160"/>
                  </a:cubicBezTo>
                  <a:close/>
                  <a:moveTo>
                    <a:pt x="149" y="181"/>
                  </a:moveTo>
                  <a:cubicBezTo>
                    <a:pt x="171" y="181"/>
                    <a:pt x="171" y="181"/>
                    <a:pt x="171" y="181"/>
                  </a:cubicBezTo>
                  <a:cubicBezTo>
                    <a:pt x="171" y="203"/>
                    <a:pt x="171" y="203"/>
                    <a:pt x="171" y="203"/>
                  </a:cubicBezTo>
                  <a:cubicBezTo>
                    <a:pt x="149" y="203"/>
                    <a:pt x="149" y="203"/>
                    <a:pt x="149" y="203"/>
                  </a:cubicBezTo>
                  <a:lnTo>
                    <a:pt x="149" y="18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nvGrpSpPr>
          <p:cNvPr id="102" name="Group 101">
            <a:extLst>
              <a:ext uri="{FF2B5EF4-FFF2-40B4-BE49-F238E27FC236}">
                <a16:creationId xmlns:a16="http://schemas.microsoft.com/office/drawing/2014/main" id="{11664A45-579C-7249-C794-F4209675B6C7}"/>
              </a:ext>
            </a:extLst>
          </p:cNvPr>
          <p:cNvGrpSpPr/>
          <p:nvPr/>
        </p:nvGrpSpPr>
        <p:grpSpPr>
          <a:xfrm>
            <a:off x="2512477" y="3209632"/>
            <a:ext cx="1016626" cy="965485"/>
            <a:chOff x="2093296" y="2973983"/>
            <a:chExt cx="2152706" cy="2123789"/>
          </a:xfrm>
        </p:grpSpPr>
        <p:sp>
          <p:nvSpPr>
            <p:cNvPr id="103" name="Freeform 57">
              <a:extLst>
                <a:ext uri="{FF2B5EF4-FFF2-40B4-BE49-F238E27FC236}">
                  <a16:creationId xmlns:a16="http://schemas.microsoft.com/office/drawing/2014/main" id="{57DC7CA8-093E-DF6E-99B2-793694B1D6A1}"/>
                </a:ext>
              </a:extLst>
            </p:cNvPr>
            <p:cNvSpPr>
              <a:spLocks noChangeAspect="1" noEditPoints="1"/>
            </p:cNvSpPr>
            <p:nvPr/>
          </p:nvSpPr>
          <p:spPr bwMode="auto">
            <a:xfrm>
              <a:off x="2878942" y="3738066"/>
              <a:ext cx="571189" cy="571061"/>
            </a:xfrm>
            <a:custGeom>
              <a:avLst/>
              <a:gdLst>
                <a:gd name="T0" fmla="*/ 211 w 233"/>
                <a:gd name="T1" fmla="*/ 87 h 267"/>
                <a:gd name="T2" fmla="*/ 183 w 233"/>
                <a:gd name="T3" fmla="*/ 128 h 267"/>
                <a:gd name="T4" fmla="*/ 124 w 233"/>
                <a:gd name="T5" fmla="*/ 7 h 267"/>
                <a:gd name="T6" fmla="*/ 3 w 233"/>
                <a:gd name="T7" fmla="*/ 71 h 267"/>
                <a:gd name="T8" fmla="*/ 14 w 233"/>
                <a:gd name="T9" fmla="*/ 156 h 267"/>
                <a:gd name="T10" fmla="*/ 152 w 233"/>
                <a:gd name="T11" fmla="*/ 210 h 267"/>
                <a:gd name="T12" fmla="*/ 184 w 233"/>
                <a:gd name="T13" fmla="*/ 131 h 267"/>
                <a:gd name="T14" fmla="*/ 148 w 233"/>
                <a:gd name="T15" fmla="*/ 70 h 267"/>
                <a:gd name="T16" fmla="*/ 15 w 233"/>
                <a:gd name="T17" fmla="*/ 116 h 267"/>
                <a:gd name="T18" fmla="*/ 14 w 233"/>
                <a:gd name="T19" fmla="*/ 110 h 267"/>
                <a:gd name="T20" fmla="*/ 15 w 233"/>
                <a:gd name="T21" fmla="*/ 104 h 267"/>
                <a:gd name="T22" fmla="*/ 31 w 233"/>
                <a:gd name="T23" fmla="*/ 105 h 267"/>
                <a:gd name="T24" fmla="*/ 24 w 233"/>
                <a:gd name="T25" fmla="*/ 105 h 267"/>
                <a:gd name="T26" fmla="*/ 32 w 233"/>
                <a:gd name="T27" fmla="*/ 107 h 267"/>
                <a:gd name="T28" fmla="*/ 74 w 233"/>
                <a:gd name="T29" fmla="*/ 146 h 267"/>
                <a:gd name="T30" fmla="*/ 76 w 233"/>
                <a:gd name="T31" fmla="*/ 167 h 267"/>
                <a:gd name="T32" fmla="*/ 132 w 233"/>
                <a:gd name="T33" fmla="*/ 221 h 267"/>
                <a:gd name="T34" fmla="*/ 131 w 233"/>
                <a:gd name="T35" fmla="*/ 223 h 267"/>
                <a:gd name="T36" fmla="*/ 134 w 233"/>
                <a:gd name="T37" fmla="*/ 210 h 267"/>
                <a:gd name="T38" fmla="*/ 142 w 233"/>
                <a:gd name="T39" fmla="*/ 229 h 267"/>
                <a:gd name="T40" fmla="*/ 144 w 233"/>
                <a:gd name="T41" fmla="*/ 220 h 267"/>
                <a:gd name="T42" fmla="*/ 151 w 233"/>
                <a:gd name="T43" fmla="*/ 223 h 267"/>
                <a:gd name="T44" fmla="*/ 144 w 233"/>
                <a:gd name="T45" fmla="*/ 193 h 267"/>
                <a:gd name="T46" fmla="*/ 128 w 233"/>
                <a:gd name="T47" fmla="*/ 216 h 267"/>
                <a:gd name="T48" fmla="*/ 109 w 233"/>
                <a:gd name="T49" fmla="*/ 176 h 267"/>
                <a:gd name="T50" fmla="*/ 88 w 233"/>
                <a:gd name="T51" fmla="*/ 156 h 267"/>
                <a:gd name="T52" fmla="*/ 163 w 233"/>
                <a:gd name="T53" fmla="*/ 116 h 267"/>
                <a:gd name="T54" fmla="*/ 215 w 233"/>
                <a:gd name="T55" fmla="*/ 100 h 267"/>
                <a:gd name="T56" fmla="*/ 221 w 233"/>
                <a:gd name="T57" fmla="*/ 109 h 267"/>
                <a:gd name="T58" fmla="*/ 218 w 233"/>
                <a:gd name="T59" fmla="*/ 90 h 267"/>
                <a:gd name="T60" fmla="*/ 228 w 233"/>
                <a:gd name="T61" fmla="*/ 102 h 267"/>
                <a:gd name="T62" fmla="*/ 229 w 233"/>
                <a:gd name="T63" fmla="*/ 100 h 267"/>
                <a:gd name="T64" fmla="*/ 221 w 233"/>
                <a:gd name="T65" fmla="*/ 89 h 267"/>
                <a:gd name="T66" fmla="*/ 209 w 233"/>
                <a:gd name="T67" fmla="*/ 92 h 267"/>
                <a:gd name="T68" fmla="*/ 208 w 233"/>
                <a:gd name="T69" fmla="*/ 102 h 267"/>
                <a:gd name="T70" fmla="*/ 100 w 233"/>
                <a:gd name="T71" fmla="*/ 130 h 267"/>
                <a:gd name="T72" fmla="*/ 111 w 233"/>
                <a:gd name="T73" fmla="*/ 133 h 267"/>
                <a:gd name="T74" fmla="*/ 101 w 233"/>
                <a:gd name="T75" fmla="*/ 130 h 267"/>
                <a:gd name="T76" fmla="*/ 103 w 233"/>
                <a:gd name="T77" fmla="*/ 123 h 267"/>
                <a:gd name="T78" fmla="*/ 105 w 233"/>
                <a:gd name="T79" fmla="*/ 132 h 267"/>
                <a:gd name="T80" fmla="*/ 105 w 233"/>
                <a:gd name="T81" fmla="*/ 132 h 267"/>
                <a:gd name="T82" fmla="*/ 108 w 233"/>
                <a:gd name="T83" fmla="*/ 122 h 267"/>
                <a:gd name="T84" fmla="*/ 109 w 233"/>
                <a:gd name="T85" fmla="*/ 131 h 267"/>
                <a:gd name="T86" fmla="*/ 110 w 233"/>
                <a:gd name="T87" fmla="*/ 122 h 267"/>
                <a:gd name="T88" fmla="*/ 114 w 233"/>
                <a:gd name="T89" fmla="*/ 124 h 267"/>
                <a:gd name="T90" fmla="*/ 117 w 233"/>
                <a:gd name="T91" fmla="*/ 124 h 267"/>
                <a:gd name="T92" fmla="*/ 119 w 233"/>
                <a:gd name="T93" fmla="*/ 124 h 267"/>
                <a:gd name="T94" fmla="*/ 117 w 233"/>
                <a:gd name="T95" fmla="*/ 124 h 267"/>
                <a:gd name="T96" fmla="*/ 119 w 233"/>
                <a:gd name="T97" fmla="*/ 121 h 267"/>
                <a:gd name="T98" fmla="*/ 122 w 233"/>
                <a:gd name="T99" fmla="*/ 131 h 267"/>
                <a:gd name="T100" fmla="*/ 122 w 233"/>
                <a:gd name="T101" fmla="*/ 122 h 267"/>
                <a:gd name="T102" fmla="*/ 119 w 233"/>
                <a:gd name="T103" fmla="*/ 123 h 267"/>
                <a:gd name="T104" fmla="*/ 114 w 233"/>
                <a:gd name="T105" fmla="*/ 141 h 267"/>
                <a:gd name="T106" fmla="*/ 117 w 233"/>
                <a:gd name="T107" fmla="*/ 140 h 267"/>
                <a:gd name="T108" fmla="*/ 113 w 233"/>
                <a:gd name="T109" fmla="*/ 131 h 267"/>
                <a:gd name="T110" fmla="*/ 123 w 233"/>
                <a:gd name="T111" fmla="*/ 126 h 267"/>
                <a:gd name="T112" fmla="*/ 127 w 233"/>
                <a:gd name="T113" fmla="*/ 122 h 267"/>
                <a:gd name="T114" fmla="*/ 127 w 233"/>
                <a:gd name="T115" fmla="*/ 122 h 267"/>
                <a:gd name="T116" fmla="*/ 120 w 233"/>
                <a:gd name="T117" fmla="*/ 123 h 267"/>
                <a:gd name="T118" fmla="*/ 117 w 233"/>
                <a:gd name="T119" fmla="*/ 112 h 267"/>
                <a:gd name="T120" fmla="*/ 105 w 233"/>
                <a:gd name="T121" fmla="*/ 121 h 267"/>
                <a:gd name="T122" fmla="*/ 114 w 233"/>
                <a:gd name="T123" fmla="*/ 1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3" h="267">
                  <a:moveTo>
                    <a:pt x="207" y="90"/>
                  </a:moveTo>
                  <a:cubicBezTo>
                    <a:pt x="207" y="90"/>
                    <a:pt x="207" y="90"/>
                    <a:pt x="207" y="90"/>
                  </a:cubicBezTo>
                  <a:cubicBezTo>
                    <a:pt x="207" y="90"/>
                    <a:pt x="207" y="90"/>
                    <a:pt x="207" y="90"/>
                  </a:cubicBezTo>
                  <a:close/>
                  <a:moveTo>
                    <a:pt x="230" y="107"/>
                  </a:moveTo>
                  <a:cubicBezTo>
                    <a:pt x="233" y="101"/>
                    <a:pt x="233" y="95"/>
                    <a:pt x="230" y="89"/>
                  </a:cubicBezTo>
                  <a:cubicBezTo>
                    <a:pt x="228" y="88"/>
                    <a:pt x="226" y="86"/>
                    <a:pt x="224" y="86"/>
                  </a:cubicBezTo>
                  <a:cubicBezTo>
                    <a:pt x="225" y="84"/>
                    <a:pt x="226" y="81"/>
                    <a:pt x="226" y="79"/>
                  </a:cubicBezTo>
                  <a:cubicBezTo>
                    <a:pt x="228" y="71"/>
                    <a:pt x="226" y="58"/>
                    <a:pt x="217" y="54"/>
                  </a:cubicBezTo>
                  <a:cubicBezTo>
                    <a:pt x="218" y="56"/>
                    <a:pt x="218" y="58"/>
                    <a:pt x="216" y="57"/>
                  </a:cubicBezTo>
                  <a:cubicBezTo>
                    <a:pt x="223" y="60"/>
                    <a:pt x="225" y="69"/>
                    <a:pt x="225" y="75"/>
                  </a:cubicBezTo>
                  <a:cubicBezTo>
                    <a:pt x="225" y="78"/>
                    <a:pt x="224" y="82"/>
                    <a:pt x="223" y="85"/>
                  </a:cubicBezTo>
                  <a:cubicBezTo>
                    <a:pt x="219" y="84"/>
                    <a:pt x="215" y="84"/>
                    <a:pt x="212" y="86"/>
                  </a:cubicBezTo>
                  <a:cubicBezTo>
                    <a:pt x="211" y="86"/>
                    <a:pt x="211" y="86"/>
                    <a:pt x="211" y="87"/>
                  </a:cubicBezTo>
                  <a:cubicBezTo>
                    <a:pt x="210" y="87"/>
                    <a:pt x="208" y="89"/>
                    <a:pt x="207" y="90"/>
                  </a:cubicBezTo>
                  <a:cubicBezTo>
                    <a:pt x="207" y="90"/>
                    <a:pt x="208" y="90"/>
                    <a:pt x="208" y="90"/>
                  </a:cubicBezTo>
                  <a:cubicBezTo>
                    <a:pt x="207" y="91"/>
                    <a:pt x="207" y="91"/>
                    <a:pt x="208" y="91"/>
                  </a:cubicBezTo>
                  <a:cubicBezTo>
                    <a:pt x="208" y="91"/>
                    <a:pt x="209" y="91"/>
                    <a:pt x="209" y="92"/>
                  </a:cubicBezTo>
                  <a:cubicBezTo>
                    <a:pt x="209" y="92"/>
                    <a:pt x="209" y="92"/>
                    <a:pt x="209" y="92"/>
                  </a:cubicBezTo>
                  <a:cubicBezTo>
                    <a:pt x="209" y="91"/>
                    <a:pt x="208" y="91"/>
                    <a:pt x="208" y="91"/>
                  </a:cubicBezTo>
                  <a:cubicBezTo>
                    <a:pt x="208" y="91"/>
                    <a:pt x="207" y="91"/>
                    <a:pt x="207" y="92"/>
                  </a:cubicBezTo>
                  <a:cubicBezTo>
                    <a:pt x="207" y="92"/>
                    <a:pt x="207" y="91"/>
                    <a:pt x="207" y="91"/>
                  </a:cubicBezTo>
                  <a:cubicBezTo>
                    <a:pt x="204" y="95"/>
                    <a:pt x="204" y="100"/>
                    <a:pt x="207" y="104"/>
                  </a:cubicBezTo>
                  <a:cubicBezTo>
                    <a:pt x="206" y="105"/>
                    <a:pt x="207" y="105"/>
                    <a:pt x="207" y="106"/>
                  </a:cubicBezTo>
                  <a:cubicBezTo>
                    <a:pt x="208" y="106"/>
                    <a:pt x="208" y="107"/>
                    <a:pt x="209" y="107"/>
                  </a:cubicBezTo>
                  <a:cubicBezTo>
                    <a:pt x="203" y="113"/>
                    <a:pt x="197" y="118"/>
                    <a:pt x="190" y="123"/>
                  </a:cubicBezTo>
                  <a:cubicBezTo>
                    <a:pt x="188" y="124"/>
                    <a:pt x="186" y="126"/>
                    <a:pt x="183" y="128"/>
                  </a:cubicBezTo>
                  <a:cubicBezTo>
                    <a:pt x="173" y="120"/>
                    <a:pt x="162" y="112"/>
                    <a:pt x="152" y="106"/>
                  </a:cubicBezTo>
                  <a:cubicBezTo>
                    <a:pt x="151" y="101"/>
                    <a:pt x="151" y="97"/>
                    <a:pt x="151" y="92"/>
                  </a:cubicBezTo>
                  <a:cubicBezTo>
                    <a:pt x="151" y="85"/>
                    <a:pt x="151" y="77"/>
                    <a:pt x="150" y="69"/>
                  </a:cubicBezTo>
                  <a:cubicBezTo>
                    <a:pt x="155" y="67"/>
                    <a:pt x="160" y="65"/>
                    <a:pt x="165" y="63"/>
                  </a:cubicBezTo>
                  <a:cubicBezTo>
                    <a:pt x="180" y="58"/>
                    <a:pt x="199" y="52"/>
                    <a:pt x="216" y="57"/>
                  </a:cubicBezTo>
                  <a:cubicBezTo>
                    <a:pt x="215" y="57"/>
                    <a:pt x="216" y="54"/>
                    <a:pt x="217" y="54"/>
                  </a:cubicBezTo>
                  <a:cubicBezTo>
                    <a:pt x="201" y="50"/>
                    <a:pt x="184" y="54"/>
                    <a:pt x="169" y="60"/>
                  </a:cubicBezTo>
                  <a:cubicBezTo>
                    <a:pt x="163" y="62"/>
                    <a:pt x="156" y="64"/>
                    <a:pt x="150" y="67"/>
                  </a:cubicBezTo>
                  <a:cubicBezTo>
                    <a:pt x="149" y="54"/>
                    <a:pt x="148" y="41"/>
                    <a:pt x="143" y="29"/>
                  </a:cubicBezTo>
                  <a:cubicBezTo>
                    <a:pt x="140" y="20"/>
                    <a:pt x="134" y="12"/>
                    <a:pt x="126" y="6"/>
                  </a:cubicBezTo>
                  <a:cubicBezTo>
                    <a:pt x="121" y="2"/>
                    <a:pt x="110" y="0"/>
                    <a:pt x="104" y="4"/>
                  </a:cubicBezTo>
                  <a:cubicBezTo>
                    <a:pt x="105" y="4"/>
                    <a:pt x="106" y="5"/>
                    <a:pt x="105" y="6"/>
                  </a:cubicBezTo>
                  <a:cubicBezTo>
                    <a:pt x="110" y="2"/>
                    <a:pt x="118" y="5"/>
                    <a:pt x="124" y="7"/>
                  </a:cubicBezTo>
                  <a:cubicBezTo>
                    <a:pt x="131" y="11"/>
                    <a:pt x="135" y="19"/>
                    <a:pt x="138" y="24"/>
                  </a:cubicBezTo>
                  <a:cubicBezTo>
                    <a:pt x="145" y="37"/>
                    <a:pt x="146" y="51"/>
                    <a:pt x="147" y="66"/>
                  </a:cubicBezTo>
                  <a:cubicBezTo>
                    <a:pt x="147" y="66"/>
                    <a:pt x="147" y="67"/>
                    <a:pt x="148" y="68"/>
                  </a:cubicBezTo>
                  <a:cubicBezTo>
                    <a:pt x="136" y="73"/>
                    <a:pt x="126" y="78"/>
                    <a:pt x="115" y="84"/>
                  </a:cubicBezTo>
                  <a:cubicBezTo>
                    <a:pt x="106" y="78"/>
                    <a:pt x="97" y="73"/>
                    <a:pt x="87" y="69"/>
                  </a:cubicBezTo>
                  <a:cubicBezTo>
                    <a:pt x="85" y="68"/>
                    <a:pt x="83" y="67"/>
                    <a:pt x="81" y="66"/>
                  </a:cubicBezTo>
                  <a:cubicBezTo>
                    <a:pt x="83" y="56"/>
                    <a:pt x="85" y="46"/>
                    <a:pt x="88" y="35"/>
                  </a:cubicBezTo>
                  <a:cubicBezTo>
                    <a:pt x="91" y="25"/>
                    <a:pt x="96" y="13"/>
                    <a:pt x="105" y="6"/>
                  </a:cubicBezTo>
                  <a:cubicBezTo>
                    <a:pt x="104" y="7"/>
                    <a:pt x="102" y="5"/>
                    <a:pt x="104" y="4"/>
                  </a:cubicBezTo>
                  <a:cubicBezTo>
                    <a:pt x="91" y="14"/>
                    <a:pt x="87" y="31"/>
                    <a:pt x="82" y="45"/>
                  </a:cubicBezTo>
                  <a:cubicBezTo>
                    <a:pt x="81" y="52"/>
                    <a:pt x="80" y="58"/>
                    <a:pt x="79" y="65"/>
                  </a:cubicBezTo>
                  <a:cubicBezTo>
                    <a:pt x="67" y="59"/>
                    <a:pt x="55" y="54"/>
                    <a:pt x="41" y="53"/>
                  </a:cubicBezTo>
                  <a:cubicBezTo>
                    <a:pt x="28" y="52"/>
                    <a:pt x="6" y="55"/>
                    <a:pt x="3" y="71"/>
                  </a:cubicBezTo>
                  <a:cubicBezTo>
                    <a:pt x="0" y="83"/>
                    <a:pt x="6" y="93"/>
                    <a:pt x="14" y="102"/>
                  </a:cubicBezTo>
                  <a:cubicBezTo>
                    <a:pt x="14" y="102"/>
                    <a:pt x="14" y="102"/>
                    <a:pt x="13" y="102"/>
                  </a:cubicBezTo>
                  <a:cubicBezTo>
                    <a:pt x="14" y="102"/>
                    <a:pt x="14" y="102"/>
                    <a:pt x="14" y="102"/>
                  </a:cubicBezTo>
                  <a:cubicBezTo>
                    <a:pt x="14" y="103"/>
                    <a:pt x="14" y="103"/>
                    <a:pt x="14" y="103"/>
                  </a:cubicBezTo>
                  <a:cubicBezTo>
                    <a:pt x="14" y="103"/>
                    <a:pt x="14" y="103"/>
                    <a:pt x="14" y="103"/>
                  </a:cubicBezTo>
                  <a:cubicBezTo>
                    <a:pt x="14" y="103"/>
                    <a:pt x="13" y="103"/>
                    <a:pt x="13" y="104"/>
                  </a:cubicBezTo>
                  <a:cubicBezTo>
                    <a:pt x="13" y="103"/>
                    <a:pt x="13" y="103"/>
                    <a:pt x="13" y="103"/>
                  </a:cubicBezTo>
                  <a:cubicBezTo>
                    <a:pt x="11" y="107"/>
                    <a:pt x="11" y="113"/>
                    <a:pt x="13" y="117"/>
                  </a:cubicBezTo>
                  <a:cubicBezTo>
                    <a:pt x="13" y="117"/>
                    <a:pt x="13" y="118"/>
                    <a:pt x="14" y="118"/>
                  </a:cubicBezTo>
                  <a:cubicBezTo>
                    <a:pt x="14" y="119"/>
                    <a:pt x="15" y="120"/>
                    <a:pt x="16" y="120"/>
                  </a:cubicBezTo>
                  <a:cubicBezTo>
                    <a:pt x="21" y="126"/>
                    <a:pt x="30" y="124"/>
                    <a:pt x="35" y="120"/>
                  </a:cubicBezTo>
                  <a:cubicBezTo>
                    <a:pt x="39" y="123"/>
                    <a:pt x="42" y="125"/>
                    <a:pt x="46" y="128"/>
                  </a:cubicBezTo>
                  <a:cubicBezTo>
                    <a:pt x="34" y="136"/>
                    <a:pt x="22" y="144"/>
                    <a:pt x="14" y="156"/>
                  </a:cubicBezTo>
                  <a:cubicBezTo>
                    <a:pt x="7" y="167"/>
                    <a:pt x="0" y="184"/>
                    <a:pt x="9" y="196"/>
                  </a:cubicBezTo>
                  <a:cubicBezTo>
                    <a:pt x="18" y="210"/>
                    <a:pt x="39" y="205"/>
                    <a:pt x="51" y="201"/>
                  </a:cubicBezTo>
                  <a:cubicBezTo>
                    <a:pt x="60" y="198"/>
                    <a:pt x="68" y="195"/>
                    <a:pt x="75" y="192"/>
                  </a:cubicBezTo>
                  <a:cubicBezTo>
                    <a:pt x="76" y="203"/>
                    <a:pt x="77" y="216"/>
                    <a:pt x="81" y="227"/>
                  </a:cubicBezTo>
                  <a:cubicBezTo>
                    <a:pt x="87" y="240"/>
                    <a:pt x="100" y="260"/>
                    <a:pt x="118" y="256"/>
                  </a:cubicBezTo>
                  <a:cubicBezTo>
                    <a:pt x="128" y="252"/>
                    <a:pt x="135" y="241"/>
                    <a:pt x="138" y="233"/>
                  </a:cubicBezTo>
                  <a:cubicBezTo>
                    <a:pt x="139" y="233"/>
                    <a:pt x="139" y="232"/>
                    <a:pt x="139" y="232"/>
                  </a:cubicBezTo>
                  <a:cubicBezTo>
                    <a:pt x="143" y="232"/>
                    <a:pt x="148" y="230"/>
                    <a:pt x="151" y="227"/>
                  </a:cubicBezTo>
                  <a:cubicBezTo>
                    <a:pt x="151" y="227"/>
                    <a:pt x="151" y="226"/>
                    <a:pt x="151" y="226"/>
                  </a:cubicBezTo>
                  <a:cubicBezTo>
                    <a:pt x="152" y="226"/>
                    <a:pt x="152" y="226"/>
                    <a:pt x="152" y="226"/>
                  </a:cubicBezTo>
                  <a:cubicBezTo>
                    <a:pt x="152" y="225"/>
                    <a:pt x="153" y="224"/>
                    <a:pt x="153" y="224"/>
                  </a:cubicBezTo>
                  <a:cubicBezTo>
                    <a:pt x="153" y="223"/>
                    <a:pt x="154" y="223"/>
                    <a:pt x="154" y="222"/>
                  </a:cubicBezTo>
                  <a:cubicBezTo>
                    <a:pt x="155" y="218"/>
                    <a:pt x="154" y="213"/>
                    <a:pt x="152" y="210"/>
                  </a:cubicBezTo>
                  <a:cubicBezTo>
                    <a:pt x="150" y="208"/>
                    <a:pt x="147" y="206"/>
                    <a:pt x="144" y="206"/>
                  </a:cubicBezTo>
                  <a:cubicBezTo>
                    <a:pt x="145" y="200"/>
                    <a:pt x="146" y="195"/>
                    <a:pt x="147" y="190"/>
                  </a:cubicBezTo>
                  <a:cubicBezTo>
                    <a:pt x="160" y="197"/>
                    <a:pt x="174" y="203"/>
                    <a:pt x="189" y="204"/>
                  </a:cubicBezTo>
                  <a:cubicBezTo>
                    <a:pt x="198" y="206"/>
                    <a:pt x="209" y="206"/>
                    <a:pt x="217" y="201"/>
                  </a:cubicBezTo>
                  <a:cubicBezTo>
                    <a:pt x="224" y="198"/>
                    <a:pt x="229" y="190"/>
                    <a:pt x="229" y="183"/>
                  </a:cubicBezTo>
                  <a:cubicBezTo>
                    <a:pt x="229" y="183"/>
                    <a:pt x="229" y="183"/>
                    <a:pt x="229" y="183"/>
                  </a:cubicBezTo>
                  <a:cubicBezTo>
                    <a:pt x="229" y="184"/>
                    <a:pt x="227" y="184"/>
                    <a:pt x="227" y="183"/>
                  </a:cubicBezTo>
                  <a:cubicBezTo>
                    <a:pt x="227" y="190"/>
                    <a:pt x="220" y="197"/>
                    <a:pt x="215" y="199"/>
                  </a:cubicBezTo>
                  <a:cubicBezTo>
                    <a:pt x="208" y="203"/>
                    <a:pt x="198" y="203"/>
                    <a:pt x="190" y="202"/>
                  </a:cubicBezTo>
                  <a:cubicBezTo>
                    <a:pt x="175" y="201"/>
                    <a:pt x="160" y="194"/>
                    <a:pt x="147" y="187"/>
                  </a:cubicBezTo>
                  <a:cubicBezTo>
                    <a:pt x="149" y="176"/>
                    <a:pt x="150" y="164"/>
                    <a:pt x="151" y="152"/>
                  </a:cubicBezTo>
                  <a:cubicBezTo>
                    <a:pt x="152" y="152"/>
                    <a:pt x="152" y="152"/>
                    <a:pt x="152" y="152"/>
                  </a:cubicBezTo>
                  <a:cubicBezTo>
                    <a:pt x="163" y="144"/>
                    <a:pt x="174" y="138"/>
                    <a:pt x="184" y="131"/>
                  </a:cubicBezTo>
                  <a:cubicBezTo>
                    <a:pt x="195" y="139"/>
                    <a:pt x="205" y="148"/>
                    <a:pt x="214" y="158"/>
                  </a:cubicBezTo>
                  <a:cubicBezTo>
                    <a:pt x="219" y="165"/>
                    <a:pt x="225" y="174"/>
                    <a:pt x="227" y="183"/>
                  </a:cubicBezTo>
                  <a:cubicBezTo>
                    <a:pt x="227" y="181"/>
                    <a:pt x="229" y="181"/>
                    <a:pt x="229" y="183"/>
                  </a:cubicBezTo>
                  <a:cubicBezTo>
                    <a:pt x="229" y="182"/>
                    <a:pt x="229" y="182"/>
                    <a:pt x="229" y="182"/>
                  </a:cubicBezTo>
                  <a:cubicBezTo>
                    <a:pt x="226" y="166"/>
                    <a:pt x="213" y="153"/>
                    <a:pt x="201" y="143"/>
                  </a:cubicBezTo>
                  <a:cubicBezTo>
                    <a:pt x="196" y="138"/>
                    <a:pt x="191" y="134"/>
                    <a:pt x="186" y="129"/>
                  </a:cubicBezTo>
                  <a:cubicBezTo>
                    <a:pt x="195" y="123"/>
                    <a:pt x="203" y="117"/>
                    <a:pt x="211" y="109"/>
                  </a:cubicBezTo>
                  <a:cubicBezTo>
                    <a:pt x="216" y="113"/>
                    <a:pt x="226" y="111"/>
                    <a:pt x="230" y="107"/>
                  </a:cubicBezTo>
                  <a:close/>
                  <a:moveTo>
                    <a:pt x="148" y="70"/>
                  </a:moveTo>
                  <a:cubicBezTo>
                    <a:pt x="148" y="81"/>
                    <a:pt x="149" y="93"/>
                    <a:pt x="149" y="104"/>
                  </a:cubicBezTo>
                  <a:cubicBezTo>
                    <a:pt x="148" y="104"/>
                    <a:pt x="147" y="103"/>
                    <a:pt x="146" y="102"/>
                  </a:cubicBezTo>
                  <a:cubicBezTo>
                    <a:pt x="137" y="96"/>
                    <a:pt x="127" y="90"/>
                    <a:pt x="117" y="85"/>
                  </a:cubicBezTo>
                  <a:cubicBezTo>
                    <a:pt x="127" y="79"/>
                    <a:pt x="137" y="75"/>
                    <a:pt x="148" y="70"/>
                  </a:cubicBezTo>
                  <a:close/>
                  <a:moveTo>
                    <a:pt x="81" y="68"/>
                  </a:moveTo>
                  <a:cubicBezTo>
                    <a:pt x="88" y="71"/>
                    <a:pt x="96" y="76"/>
                    <a:pt x="103" y="80"/>
                  </a:cubicBezTo>
                  <a:cubicBezTo>
                    <a:pt x="106" y="82"/>
                    <a:pt x="109" y="83"/>
                    <a:pt x="113" y="85"/>
                  </a:cubicBezTo>
                  <a:cubicBezTo>
                    <a:pt x="111" y="86"/>
                    <a:pt x="109" y="87"/>
                    <a:pt x="107" y="88"/>
                  </a:cubicBezTo>
                  <a:cubicBezTo>
                    <a:pt x="97" y="94"/>
                    <a:pt x="86" y="100"/>
                    <a:pt x="76" y="107"/>
                  </a:cubicBezTo>
                  <a:cubicBezTo>
                    <a:pt x="77" y="104"/>
                    <a:pt x="77" y="102"/>
                    <a:pt x="77" y="99"/>
                  </a:cubicBezTo>
                  <a:cubicBezTo>
                    <a:pt x="78" y="89"/>
                    <a:pt x="79" y="78"/>
                    <a:pt x="81" y="68"/>
                  </a:cubicBezTo>
                  <a:close/>
                  <a:moveTo>
                    <a:pt x="14" y="111"/>
                  </a:moveTo>
                  <a:cubicBezTo>
                    <a:pt x="14" y="111"/>
                    <a:pt x="14" y="111"/>
                    <a:pt x="14" y="111"/>
                  </a:cubicBezTo>
                  <a:cubicBezTo>
                    <a:pt x="14" y="111"/>
                    <a:pt x="14" y="111"/>
                    <a:pt x="14" y="111"/>
                  </a:cubicBezTo>
                  <a:cubicBezTo>
                    <a:pt x="14" y="111"/>
                    <a:pt x="14" y="112"/>
                    <a:pt x="15" y="112"/>
                  </a:cubicBezTo>
                  <a:cubicBezTo>
                    <a:pt x="14" y="112"/>
                    <a:pt x="14" y="112"/>
                    <a:pt x="14" y="111"/>
                  </a:cubicBezTo>
                  <a:close/>
                  <a:moveTo>
                    <a:pt x="15" y="116"/>
                  </a:moveTo>
                  <a:cubicBezTo>
                    <a:pt x="15" y="115"/>
                    <a:pt x="15" y="115"/>
                    <a:pt x="15" y="114"/>
                  </a:cubicBezTo>
                  <a:cubicBezTo>
                    <a:pt x="16" y="115"/>
                    <a:pt x="17" y="115"/>
                    <a:pt x="18" y="116"/>
                  </a:cubicBezTo>
                  <a:cubicBezTo>
                    <a:pt x="17" y="116"/>
                    <a:pt x="16" y="116"/>
                    <a:pt x="15" y="116"/>
                  </a:cubicBezTo>
                  <a:close/>
                  <a:moveTo>
                    <a:pt x="17" y="118"/>
                  </a:moveTo>
                  <a:cubicBezTo>
                    <a:pt x="17" y="118"/>
                    <a:pt x="17" y="118"/>
                    <a:pt x="17" y="118"/>
                  </a:cubicBezTo>
                  <a:cubicBezTo>
                    <a:pt x="18" y="118"/>
                    <a:pt x="18" y="119"/>
                    <a:pt x="19" y="120"/>
                  </a:cubicBezTo>
                  <a:cubicBezTo>
                    <a:pt x="18" y="119"/>
                    <a:pt x="17" y="119"/>
                    <a:pt x="17" y="118"/>
                  </a:cubicBezTo>
                  <a:close/>
                  <a:moveTo>
                    <a:pt x="25" y="121"/>
                  </a:moveTo>
                  <a:cubicBezTo>
                    <a:pt x="23" y="118"/>
                    <a:pt x="21" y="115"/>
                    <a:pt x="18" y="113"/>
                  </a:cubicBezTo>
                  <a:cubicBezTo>
                    <a:pt x="22" y="115"/>
                    <a:pt x="25" y="117"/>
                    <a:pt x="26" y="121"/>
                  </a:cubicBezTo>
                  <a:cubicBezTo>
                    <a:pt x="25" y="121"/>
                    <a:pt x="25" y="121"/>
                    <a:pt x="25" y="121"/>
                  </a:cubicBezTo>
                  <a:close/>
                  <a:moveTo>
                    <a:pt x="28" y="121"/>
                  </a:moveTo>
                  <a:cubicBezTo>
                    <a:pt x="27" y="114"/>
                    <a:pt x="20" y="112"/>
                    <a:pt x="14" y="110"/>
                  </a:cubicBezTo>
                  <a:cubicBezTo>
                    <a:pt x="20" y="110"/>
                    <a:pt x="26" y="115"/>
                    <a:pt x="29" y="121"/>
                  </a:cubicBezTo>
                  <a:cubicBezTo>
                    <a:pt x="28" y="121"/>
                    <a:pt x="28" y="121"/>
                    <a:pt x="28" y="121"/>
                  </a:cubicBezTo>
                  <a:close/>
                  <a:moveTo>
                    <a:pt x="31" y="120"/>
                  </a:moveTo>
                  <a:cubicBezTo>
                    <a:pt x="31" y="120"/>
                    <a:pt x="31" y="120"/>
                    <a:pt x="31" y="119"/>
                  </a:cubicBezTo>
                  <a:cubicBezTo>
                    <a:pt x="30" y="116"/>
                    <a:pt x="28" y="114"/>
                    <a:pt x="24" y="112"/>
                  </a:cubicBezTo>
                  <a:cubicBezTo>
                    <a:pt x="21" y="109"/>
                    <a:pt x="19" y="106"/>
                    <a:pt x="14" y="107"/>
                  </a:cubicBezTo>
                  <a:cubicBezTo>
                    <a:pt x="14" y="107"/>
                    <a:pt x="15" y="106"/>
                    <a:pt x="15" y="106"/>
                  </a:cubicBezTo>
                  <a:cubicBezTo>
                    <a:pt x="18" y="107"/>
                    <a:pt x="20" y="108"/>
                    <a:pt x="23" y="110"/>
                  </a:cubicBezTo>
                  <a:cubicBezTo>
                    <a:pt x="26" y="114"/>
                    <a:pt x="30" y="115"/>
                    <a:pt x="32" y="118"/>
                  </a:cubicBezTo>
                  <a:cubicBezTo>
                    <a:pt x="32" y="119"/>
                    <a:pt x="32" y="119"/>
                    <a:pt x="32" y="119"/>
                  </a:cubicBezTo>
                  <a:cubicBezTo>
                    <a:pt x="32" y="120"/>
                    <a:pt x="31" y="120"/>
                    <a:pt x="31" y="120"/>
                  </a:cubicBezTo>
                  <a:close/>
                  <a:moveTo>
                    <a:pt x="15" y="104"/>
                  </a:moveTo>
                  <a:cubicBezTo>
                    <a:pt x="15" y="104"/>
                    <a:pt x="15" y="104"/>
                    <a:pt x="15" y="104"/>
                  </a:cubicBezTo>
                  <a:cubicBezTo>
                    <a:pt x="15" y="104"/>
                    <a:pt x="15" y="104"/>
                    <a:pt x="15" y="104"/>
                  </a:cubicBezTo>
                  <a:cubicBezTo>
                    <a:pt x="15" y="104"/>
                    <a:pt x="15" y="104"/>
                    <a:pt x="15" y="104"/>
                  </a:cubicBezTo>
                  <a:cubicBezTo>
                    <a:pt x="15" y="104"/>
                    <a:pt x="15" y="104"/>
                    <a:pt x="15" y="104"/>
                  </a:cubicBezTo>
                  <a:close/>
                  <a:moveTo>
                    <a:pt x="15" y="104"/>
                  </a:moveTo>
                  <a:cubicBezTo>
                    <a:pt x="15" y="104"/>
                    <a:pt x="15" y="104"/>
                    <a:pt x="15" y="104"/>
                  </a:cubicBezTo>
                  <a:cubicBezTo>
                    <a:pt x="16" y="104"/>
                    <a:pt x="17" y="104"/>
                    <a:pt x="17" y="104"/>
                  </a:cubicBezTo>
                  <a:cubicBezTo>
                    <a:pt x="17" y="104"/>
                    <a:pt x="17" y="104"/>
                    <a:pt x="17" y="105"/>
                  </a:cubicBezTo>
                  <a:cubicBezTo>
                    <a:pt x="17" y="104"/>
                    <a:pt x="16" y="104"/>
                    <a:pt x="15" y="104"/>
                  </a:cubicBezTo>
                  <a:close/>
                  <a:moveTo>
                    <a:pt x="25" y="100"/>
                  </a:moveTo>
                  <a:cubicBezTo>
                    <a:pt x="29" y="103"/>
                    <a:pt x="32" y="105"/>
                    <a:pt x="36" y="107"/>
                  </a:cubicBezTo>
                  <a:cubicBezTo>
                    <a:pt x="36" y="107"/>
                    <a:pt x="36" y="107"/>
                    <a:pt x="36" y="107"/>
                  </a:cubicBezTo>
                  <a:cubicBezTo>
                    <a:pt x="36" y="108"/>
                    <a:pt x="36" y="108"/>
                    <a:pt x="36" y="108"/>
                  </a:cubicBezTo>
                  <a:cubicBezTo>
                    <a:pt x="35" y="107"/>
                    <a:pt x="33" y="106"/>
                    <a:pt x="31" y="105"/>
                  </a:cubicBezTo>
                  <a:cubicBezTo>
                    <a:pt x="28" y="103"/>
                    <a:pt x="25" y="101"/>
                    <a:pt x="23" y="99"/>
                  </a:cubicBezTo>
                  <a:cubicBezTo>
                    <a:pt x="23" y="99"/>
                    <a:pt x="24" y="99"/>
                    <a:pt x="25" y="99"/>
                  </a:cubicBezTo>
                  <a:cubicBezTo>
                    <a:pt x="25" y="99"/>
                    <a:pt x="25" y="100"/>
                    <a:pt x="25" y="100"/>
                  </a:cubicBezTo>
                  <a:close/>
                  <a:moveTo>
                    <a:pt x="28" y="99"/>
                  </a:moveTo>
                  <a:cubicBezTo>
                    <a:pt x="30" y="100"/>
                    <a:pt x="32" y="101"/>
                    <a:pt x="33" y="103"/>
                  </a:cubicBezTo>
                  <a:cubicBezTo>
                    <a:pt x="31" y="102"/>
                    <a:pt x="30" y="101"/>
                    <a:pt x="28" y="99"/>
                  </a:cubicBezTo>
                  <a:close/>
                  <a:moveTo>
                    <a:pt x="26" y="103"/>
                  </a:moveTo>
                  <a:cubicBezTo>
                    <a:pt x="25" y="103"/>
                    <a:pt x="25" y="103"/>
                    <a:pt x="24" y="102"/>
                  </a:cubicBezTo>
                  <a:cubicBezTo>
                    <a:pt x="23" y="102"/>
                    <a:pt x="21" y="101"/>
                    <a:pt x="20" y="100"/>
                  </a:cubicBezTo>
                  <a:cubicBezTo>
                    <a:pt x="20" y="100"/>
                    <a:pt x="20" y="100"/>
                    <a:pt x="20" y="100"/>
                  </a:cubicBezTo>
                  <a:cubicBezTo>
                    <a:pt x="20" y="100"/>
                    <a:pt x="20" y="100"/>
                    <a:pt x="20" y="100"/>
                  </a:cubicBezTo>
                  <a:cubicBezTo>
                    <a:pt x="22" y="101"/>
                    <a:pt x="24" y="102"/>
                    <a:pt x="26" y="103"/>
                  </a:cubicBezTo>
                  <a:close/>
                  <a:moveTo>
                    <a:pt x="24" y="105"/>
                  </a:moveTo>
                  <a:cubicBezTo>
                    <a:pt x="22" y="104"/>
                    <a:pt x="20" y="103"/>
                    <a:pt x="18" y="102"/>
                  </a:cubicBezTo>
                  <a:cubicBezTo>
                    <a:pt x="18" y="102"/>
                    <a:pt x="18" y="102"/>
                    <a:pt x="17" y="102"/>
                  </a:cubicBezTo>
                  <a:cubicBezTo>
                    <a:pt x="18" y="101"/>
                    <a:pt x="18" y="101"/>
                    <a:pt x="18" y="101"/>
                  </a:cubicBezTo>
                  <a:cubicBezTo>
                    <a:pt x="20" y="102"/>
                    <a:pt x="22" y="104"/>
                    <a:pt x="24" y="105"/>
                  </a:cubicBezTo>
                  <a:close/>
                  <a:moveTo>
                    <a:pt x="35" y="116"/>
                  </a:moveTo>
                  <a:cubicBezTo>
                    <a:pt x="33" y="112"/>
                    <a:pt x="29" y="109"/>
                    <a:pt x="25" y="106"/>
                  </a:cubicBezTo>
                  <a:cubicBezTo>
                    <a:pt x="29" y="108"/>
                    <a:pt x="32" y="111"/>
                    <a:pt x="36" y="115"/>
                  </a:cubicBezTo>
                  <a:cubicBezTo>
                    <a:pt x="35" y="115"/>
                    <a:pt x="35" y="115"/>
                    <a:pt x="35" y="116"/>
                  </a:cubicBezTo>
                  <a:close/>
                  <a:moveTo>
                    <a:pt x="32" y="107"/>
                  </a:moveTo>
                  <a:cubicBezTo>
                    <a:pt x="33" y="108"/>
                    <a:pt x="35" y="109"/>
                    <a:pt x="36" y="110"/>
                  </a:cubicBezTo>
                  <a:cubicBezTo>
                    <a:pt x="36" y="111"/>
                    <a:pt x="36" y="111"/>
                    <a:pt x="37" y="111"/>
                  </a:cubicBezTo>
                  <a:cubicBezTo>
                    <a:pt x="37" y="111"/>
                    <a:pt x="36" y="112"/>
                    <a:pt x="36" y="113"/>
                  </a:cubicBezTo>
                  <a:cubicBezTo>
                    <a:pt x="35" y="111"/>
                    <a:pt x="34" y="109"/>
                    <a:pt x="32" y="107"/>
                  </a:cubicBezTo>
                  <a:close/>
                  <a:moveTo>
                    <a:pt x="29" y="203"/>
                  </a:moveTo>
                  <a:cubicBezTo>
                    <a:pt x="20" y="203"/>
                    <a:pt x="11" y="200"/>
                    <a:pt x="8" y="190"/>
                  </a:cubicBezTo>
                  <a:cubicBezTo>
                    <a:pt x="5" y="182"/>
                    <a:pt x="8" y="173"/>
                    <a:pt x="11" y="166"/>
                  </a:cubicBezTo>
                  <a:cubicBezTo>
                    <a:pt x="19" y="151"/>
                    <a:pt x="32" y="141"/>
                    <a:pt x="46" y="131"/>
                  </a:cubicBezTo>
                  <a:cubicBezTo>
                    <a:pt x="46" y="130"/>
                    <a:pt x="47" y="130"/>
                    <a:pt x="47" y="129"/>
                  </a:cubicBezTo>
                  <a:cubicBezTo>
                    <a:pt x="56" y="136"/>
                    <a:pt x="65" y="142"/>
                    <a:pt x="74" y="149"/>
                  </a:cubicBezTo>
                  <a:cubicBezTo>
                    <a:pt x="74" y="158"/>
                    <a:pt x="74" y="168"/>
                    <a:pt x="74" y="177"/>
                  </a:cubicBezTo>
                  <a:cubicBezTo>
                    <a:pt x="75" y="182"/>
                    <a:pt x="75" y="186"/>
                    <a:pt x="75" y="190"/>
                  </a:cubicBezTo>
                  <a:cubicBezTo>
                    <a:pt x="61" y="197"/>
                    <a:pt x="45" y="203"/>
                    <a:pt x="29" y="203"/>
                  </a:cubicBezTo>
                  <a:close/>
                  <a:moveTo>
                    <a:pt x="49" y="128"/>
                  </a:moveTo>
                  <a:cubicBezTo>
                    <a:pt x="58" y="122"/>
                    <a:pt x="66" y="116"/>
                    <a:pt x="74" y="110"/>
                  </a:cubicBezTo>
                  <a:cubicBezTo>
                    <a:pt x="74" y="110"/>
                    <a:pt x="74" y="110"/>
                    <a:pt x="74" y="110"/>
                  </a:cubicBezTo>
                  <a:cubicBezTo>
                    <a:pt x="74" y="122"/>
                    <a:pt x="74" y="134"/>
                    <a:pt x="74" y="146"/>
                  </a:cubicBezTo>
                  <a:cubicBezTo>
                    <a:pt x="65" y="140"/>
                    <a:pt x="57" y="134"/>
                    <a:pt x="49" y="128"/>
                  </a:cubicBezTo>
                  <a:close/>
                  <a:moveTo>
                    <a:pt x="75" y="108"/>
                  </a:moveTo>
                  <a:cubicBezTo>
                    <a:pt x="66" y="113"/>
                    <a:pt x="58" y="119"/>
                    <a:pt x="50" y="125"/>
                  </a:cubicBezTo>
                  <a:cubicBezTo>
                    <a:pt x="49" y="125"/>
                    <a:pt x="49" y="126"/>
                    <a:pt x="48" y="127"/>
                  </a:cubicBezTo>
                  <a:cubicBezTo>
                    <a:pt x="44" y="124"/>
                    <a:pt x="40" y="121"/>
                    <a:pt x="37" y="118"/>
                  </a:cubicBezTo>
                  <a:cubicBezTo>
                    <a:pt x="39" y="113"/>
                    <a:pt x="40" y="106"/>
                    <a:pt x="36" y="101"/>
                  </a:cubicBezTo>
                  <a:cubicBezTo>
                    <a:pt x="31" y="96"/>
                    <a:pt x="22" y="95"/>
                    <a:pt x="16" y="100"/>
                  </a:cubicBezTo>
                  <a:cubicBezTo>
                    <a:pt x="8" y="91"/>
                    <a:pt x="3" y="82"/>
                    <a:pt x="5" y="71"/>
                  </a:cubicBezTo>
                  <a:cubicBezTo>
                    <a:pt x="7" y="62"/>
                    <a:pt x="16" y="59"/>
                    <a:pt x="24" y="56"/>
                  </a:cubicBezTo>
                  <a:cubicBezTo>
                    <a:pt x="34" y="54"/>
                    <a:pt x="44" y="55"/>
                    <a:pt x="54" y="58"/>
                  </a:cubicBezTo>
                  <a:cubicBezTo>
                    <a:pt x="63" y="60"/>
                    <a:pt x="71" y="63"/>
                    <a:pt x="79" y="67"/>
                  </a:cubicBezTo>
                  <a:cubicBezTo>
                    <a:pt x="77" y="80"/>
                    <a:pt x="75" y="94"/>
                    <a:pt x="75" y="108"/>
                  </a:cubicBezTo>
                  <a:close/>
                  <a:moveTo>
                    <a:pt x="76" y="167"/>
                  </a:moveTo>
                  <a:cubicBezTo>
                    <a:pt x="76" y="162"/>
                    <a:pt x="76" y="156"/>
                    <a:pt x="76" y="150"/>
                  </a:cubicBezTo>
                  <a:cubicBezTo>
                    <a:pt x="76" y="151"/>
                    <a:pt x="77" y="151"/>
                    <a:pt x="78" y="152"/>
                  </a:cubicBezTo>
                  <a:cubicBezTo>
                    <a:pt x="85" y="156"/>
                    <a:pt x="91" y="161"/>
                    <a:pt x="99" y="165"/>
                  </a:cubicBezTo>
                  <a:cubicBezTo>
                    <a:pt x="104" y="168"/>
                    <a:pt x="108" y="170"/>
                    <a:pt x="113" y="172"/>
                  </a:cubicBezTo>
                  <a:cubicBezTo>
                    <a:pt x="103" y="177"/>
                    <a:pt x="93" y="182"/>
                    <a:pt x="83" y="186"/>
                  </a:cubicBezTo>
                  <a:cubicBezTo>
                    <a:pt x="81" y="187"/>
                    <a:pt x="79" y="188"/>
                    <a:pt x="77" y="189"/>
                  </a:cubicBezTo>
                  <a:cubicBezTo>
                    <a:pt x="76" y="182"/>
                    <a:pt x="76" y="174"/>
                    <a:pt x="76" y="167"/>
                  </a:cubicBezTo>
                  <a:close/>
                  <a:moveTo>
                    <a:pt x="137" y="229"/>
                  </a:moveTo>
                  <a:cubicBezTo>
                    <a:pt x="137" y="227"/>
                    <a:pt x="136" y="226"/>
                    <a:pt x="135" y="225"/>
                  </a:cubicBezTo>
                  <a:cubicBezTo>
                    <a:pt x="136" y="226"/>
                    <a:pt x="137" y="227"/>
                    <a:pt x="137" y="227"/>
                  </a:cubicBezTo>
                  <a:cubicBezTo>
                    <a:pt x="137" y="228"/>
                    <a:pt x="137" y="228"/>
                    <a:pt x="137" y="229"/>
                  </a:cubicBezTo>
                  <a:close/>
                  <a:moveTo>
                    <a:pt x="138" y="226"/>
                  </a:moveTo>
                  <a:cubicBezTo>
                    <a:pt x="136" y="224"/>
                    <a:pt x="134" y="222"/>
                    <a:pt x="132" y="221"/>
                  </a:cubicBezTo>
                  <a:cubicBezTo>
                    <a:pt x="134" y="222"/>
                    <a:pt x="136" y="223"/>
                    <a:pt x="138" y="224"/>
                  </a:cubicBezTo>
                  <a:cubicBezTo>
                    <a:pt x="138" y="225"/>
                    <a:pt x="138" y="225"/>
                    <a:pt x="138" y="226"/>
                  </a:cubicBezTo>
                  <a:close/>
                  <a:moveTo>
                    <a:pt x="131" y="220"/>
                  </a:moveTo>
                  <a:cubicBezTo>
                    <a:pt x="131" y="220"/>
                    <a:pt x="130" y="220"/>
                    <a:pt x="130" y="220"/>
                  </a:cubicBezTo>
                  <a:cubicBezTo>
                    <a:pt x="130" y="220"/>
                    <a:pt x="130" y="220"/>
                    <a:pt x="130" y="220"/>
                  </a:cubicBezTo>
                  <a:cubicBezTo>
                    <a:pt x="130" y="220"/>
                    <a:pt x="130" y="220"/>
                    <a:pt x="130" y="220"/>
                  </a:cubicBezTo>
                  <a:cubicBezTo>
                    <a:pt x="130" y="220"/>
                    <a:pt x="131" y="220"/>
                    <a:pt x="131" y="220"/>
                  </a:cubicBezTo>
                  <a:close/>
                  <a:moveTo>
                    <a:pt x="130" y="215"/>
                  </a:moveTo>
                  <a:cubicBezTo>
                    <a:pt x="130" y="215"/>
                    <a:pt x="130" y="215"/>
                    <a:pt x="130" y="214"/>
                  </a:cubicBezTo>
                  <a:cubicBezTo>
                    <a:pt x="133" y="215"/>
                    <a:pt x="135" y="216"/>
                    <a:pt x="137" y="217"/>
                  </a:cubicBezTo>
                  <a:cubicBezTo>
                    <a:pt x="135" y="216"/>
                    <a:pt x="132" y="215"/>
                    <a:pt x="130" y="215"/>
                  </a:cubicBezTo>
                  <a:close/>
                  <a:moveTo>
                    <a:pt x="132" y="223"/>
                  </a:moveTo>
                  <a:cubicBezTo>
                    <a:pt x="132" y="223"/>
                    <a:pt x="131" y="223"/>
                    <a:pt x="131" y="223"/>
                  </a:cubicBezTo>
                  <a:cubicBezTo>
                    <a:pt x="131" y="223"/>
                    <a:pt x="130" y="224"/>
                    <a:pt x="130" y="224"/>
                  </a:cubicBezTo>
                  <a:cubicBezTo>
                    <a:pt x="130" y="223"/>
                    <a:pt x="130" y="223"/>
                    <a:pt x="130" y="223"/>
                  </a:cubicBezTo>
                  <a:cubicBezTo>
                    <a:pt x="131" y="223"/>
                    <a:pt x="131" y="223"/>
                    <a:pt x="132" y="223"/>
                  </a:cubicBezTo>
                  <a:close/>
                  <a:moveTo>
                    <a:pt x="134" y="228"/>
                  </a:moveTo>
                  <a:cubicBezTo>
                    <a:pt x="133" y="228"/>
                    <a:pt x="133" y="227"/>
                    <a:pt x="132" y="227"/>
                  </a:cubicBezTo>
                  <a:cubicBezTo>
                    <a:pt x="132" y="226"/>
                    <a:pt x="132" y="226"/>
                    <a:pt x="131" y="226"/>
                  </a:cubicBezTo>
                  <a:cubicBezTo>
                    <a:pt x="133" y="226"/>
                    <a:pt x="133" y="227"/>
                    <a:pt x="134" y="228"/>
                  </a:cubicBezTo>
                  <a:close/>
                  <a:moveTo>
                    <a:pt x="139" y="222"/>
                  </a:moveTo>
                  <a:cubicBezTo>
                    <a:pt x="137" y="221"/>
                    <a:pt x="134" y="219"/>
                    <a:pt x="132" y="218"/>
                  </a:cubicBezTo>
                  <a:cubicBezTo>
                    <a:pt x="134" y="219"/>
                    <a:pt x="137" y="220"/>
                    <a:pt x="139" y="222"/>
                  </a:cubicBezTo>
                  <a:cubicBezTo>
                    <a:pt x="139" y="222"/>
                    <a:pt x="139" y="222"/>
                    <a:pt x="139" y="222"/>
                  </a:cubicBezTo>
                  <a:close/>
                  <a:moveTo>
                    <a:pt x="133" y="210"/>
                  </a:moveTo>
                  <a:cubicBezTo>
                    <a:pt x="133" y="210"/>
                    <a:pt x="134" y="210"/>
                    <a:pt x="134" y="210"/>
                  </a:cubicBezTo>
                  <a:cubicBezTo>
                    <a:pt x="136" y="211"/>
                    <a:pt x="138" y="212"/>
                    <a:pt x="139" y="213"/>
                  </a:cubicBezTo>
                  <a:cubicBezTo>
                    <a:pt x="137" y="212"/>
                    <a:pt x="135" y="211"/>
                    <a:pt x="133" y="210"/>
                  </a:cubicBezTo>
                  <a:close/>
                  <a:moveTo>
                    <a:pt x="141" y="209"/>
                  </a:moveTo>
                  <a:cubicBezTo>
                    <a:pt x="141" y="209"/>
                    <a:pt x="141" y="209"/>
                    <a:pt x="141" y="209"/>
                  </a:cubicBezTo>
                  <a:cubicBezTo>
                    <a:pt x="141" y="209"/>
                    <a:pt x="141" y="209"/>
                    <a:pt x="141" y="209"/>
                  </a:cubicBezTo>
                  <a:cubicBezTo>
                    <a:pt x="141" y="209"/>
                    <a:pt x="140" y="208"/>
                    <a:pt x="139" y="208"/>
                  </a:cubicBezTo>
                  <a:cubicBezTo>
                    <a:pt x="140" y="208"/>
                    <a:pt x="140" y="208"/>
                    <a:pt x="141" y="208"/>
                  </a:cubicBezTo>
                  <a:cubicBezTo>
                    <a:pt x="141" y="208"/>
                    <a:pt x="141" y="209"/>
                    <a:pt x="141" y="209"/>
                  </a:cubicBezTo>
                  <a:close/>
                  <a:moveTo>
                    <a:pt x="141" y="229"/>
                  </a:moveTo>
                  <a:cubicBezTo>
                    <a:pt x="141" y="229"/>
                    <a:pt x="141" y="229"/>
                    <a:pt x="141" y="229"/>
                  </a:cubicBezTo>
                  <a:cubicBezTo>
                    <a:pt x="141" y="229"/>
                    <a:pt x="140" y="228"/>
                    <a:pt x="140" y="228"/>
                  </a:cubicBezTo>
                  <a:cubicBezTo>
                    <a:pt x="140" y="227"/>
                    <a:pt x="140" y="227"/>
                    <a:pt x="140" y="226"/>
                  </a:cubicBezTo>
                  <a:cubicBezTo>
                    <a:pt x="141" y="227"/>
                    <a:pt x="141" y="228"/>
                    <a:pt x="142" y="229"/>
                  </a:cubicBezTo>
                  <a:cubicBezTo>
                    <a:pt x="142" y="229"/>
                    <a:pt x="141" y="229"/>
                    <a:pt x="141" y="229"/>
                  </a:cubicBezTo>
                  <a:close/>
                  <a:moveTo>
                    <a:pt x="141" y="223"/>
                  </a:moveTo>
                  <a:cubicBezTo>
                    <a:pt x="141" y="223"/>
                    <a:pt x="141" y="223"/>
                    <a:pt x="141" y="223"/>
                  </a:cubicBezTo>
                  <a:cubicBezTo>
                    <a:pt x="141" y="224"/>
                    <a:pt x="142" y="224"/>
                    <a:pt x="142" y="225"/>
                  </a:cubicBezTo>
                  <a:cubicBezTo>
                    <a:pt x="142" y="224"/>
                    <a:pt x="141" y="224"/>
                    <a:pt x="141" y="223"/>
                  </a:cubicBezTo>
                  <a:close/>
                  <a:moveTo>
                    <a:pt x="146" y="228"/>
                  </a:moveTo>
                  <a:cubicBezTo>
                    <a:pt x="146" y="228"/>
                    <a:pt x="146" y="228"/>
                    <a:pt x="146" y="228"/>
                  </a:cubicBezTo>
                  <a:cubicBezTo>
                    <a:pt x="145" y="225"/>
                    <a:pt x="144" y="223"/>
                    <a:pt x="141" y="221"/>
                  </a:cubicBezTo>
                  <a:cubicBezTo>
                    <a:pt x="141" y="221"/>
                    <a:pt x="141" y="221"/>
                    <a:pt x="141" y="221"/>
                  </a:cubicBezTo>
                  <a:cubicBezTo>
                    <a:pt x="144" y="222"/>
                    <a:pt x="146" y="224"/>
                    <a:pt x="148" y="227"/>
                  </a:cubicBezTo>
                  <a:cubicBezTo>
                    <a:pt x="148" y="227"/>
                    <a:pt x="148" y="227"/>
                    <a:pt x="148" y="227"/>
                  </a:cubicBezTo>
                  <a:cubicBezTo>
                    <a:pt x="147" y="227"/>
                    <a:pt x="147" y="228"/>
                    <a:pt x="146" y="228"/>
                  </a:cubicBezTo>
                  <a:close/>
                  <a:moveTo>
                    <a:pt x="144" y="220"/>
                  </a:moveTo>
                  <a:cubicBezTo>
                    <a:pt x="143" y="220"/>
                    <a:pt x="143" y="219"/>
                    <a:pt x="142" y="219"/>
                  </a:cubicBezTo>
                  <a:cubicBezTo>
                    <a:pt x="142" y="219"/>
                    <a:pt x="142" y="219"/>
                    <a:pt x="142" y="218"/>
                  </a:cubicBezTo>
                  <a:cubicBezTo>
                    <a:pt x="142" y="218"/>
                    <a:pt x="142" y="218"/>
                    <a:pt x="142" y="218"/>
                  </a:cubicBezTo>
                  <a:cubicBezTo>
                    <a:pt x="143" y="219"/>
                    <a:pt x="143" y="219"/>
                    <a:pt x="144" y="220"/>
                  </a:cubicBezTo>
                  <a:close/>
                  <a:moveTo>
                    <a:pt x="143" y="212"/>
                  </a:moveTo>
                  <a:cubicBezTo>
                    <a:pt x="143" y="212"/>
                    <a:pt x="143" y="212"/>
                    <a:pt x="143" y="212"/>
                  </a:cubicBezTo>
                  <a:cubicBezTo>
                    <a:pt x="143" y="213"/>
                    <a:pt x="143" y="213"/>
                    <a:pt x="144" y="213"/>
                  </a:cubicBezTo>
                  <a:cubicBezTo>
                    <a:pt x="143" y="213"/>
                    <a:pt x="143" y="213"/>
                    <a:pt x="143" y="212"/>
                  </a:cubicBezTo>
                  <a:close/>
                  <a:moveTo>
                    <a:pt x="151" y="223"/>
                  </a:moveTo>
                  <a:cubicBezTo>
                    <a:pt x="149" y="221"/>
                    <a:pt x="147" y="219"/>
                    <a:pt x="145" y="217"/>
                  </a:cubicBezTo>
                  <a:cubicBezTo>
                    <a:pt x="147" y="219"/>
                    <a:pt x="150" y="220"/>
                    <a:pt x="151" y="222"/>
                  </a:cubicBezTo>
                  <a:cubicBezTo>
                    <a:pt x="151" y="223"/>
                    <a:pt x="151" y="223"/>
                    <a:pt x="151" y="223"/>
                  </a:cubicBezTo>
                  <a:cubicBezTo>
                    <a:pt x="151" y="223"/>
                    <a:pt x="151" y="223"/>
                    <a:pt x="151" y="223"/>
                  </a:cubicBezTo>
                  <a:close/>
                  <a:moveTo>
                    <a:pt x="151" y="219"/>
                  </a:moveTo>
                  <a:cubicBezTo>
                    <a:pt x="151" y="219"/>
                    <a:pt x="152" y="219"/>
                    <a:pt x="152" y="219"/>
                  </a:cubicBezTo>
                  <a:cubicBezTo>
                    <a:pt x="152" y="220"/>
                    <a:pt x="152" y="220"/>
                    <a:pt x="152" y="220"/>
                  </a:cubicBezTo>
                  <a:cubicBezTo>
                    <a:pt x="150" y="218"/>
                    <a:pt x="148" y="216"/>
                    <a:pt x="145" y="214"/>
                  </a:cubicBezTo>
                  <a:cubicBezTo>
                    <a:pt x="145" y="214"/>
                    <a:pt x="145" y="214"/>
                    <a:pt x="144" y="214"/>
                  </a:cubicBezTo>
                  <a:cubicBezTo>
                    <a:pt x="145" y="214"/>
                    <a:pt x="145" y="214"/>
                    <a:pt x="145" y="214"/>
                  </a:cubicBezTo>
                  <a:cubicBezTo>
                    <a:pt x="148" y="215"/>
                    <a:pt x="150" y="217"/>
                    <a:pt x="151" y="219"/>
                  </a:cubicBezTo>
                  <a:close/>
                  <a:moveTo>
                    <a:pt x="150" y="215"/>
                  </a:moveTo>
                  <a:cubicBezTo>
                    <a:pt x="149" y="214"/>
                    <a:pt x="148" y="213"/>
                    <a:pt x="147" y="212"/>
                  </a:cubicBezTo>
                  <a:cubicBezTo>
                    <a:pt x="145" y="212"/>
                    <a:pt x="144" y="211"/>
                    <a:pt x="143" y="210"/>
                  </a:cubicBezTo>
                  <a:cubicBezTo>
                    <a:pt x="143" y="210"/>
                    <a:pt x="143" y="210"/>
                    <a:pt x="143" y="210"/>
                  </a:cubicBezTo>
                  <a:cubicBezTo>
                    <a:pt x="146" y="211"/>
                    <a:pt x="148" y="213"/>
                    <a:pt x="150" y="215"/>
                  </a:cubicBezTo>
                  <a:close/>
                  <a:moveTo>
                    <a:pt x="144" y="193"/>
                  </a:moveTo>
                  <a:cubicBezTo>
                    <a:pt x="143" y="197"/>
                    <a:pt x="143" y="201"/>
                    <a:pt x="142" y="206"/>
                  </a:cubicBezTo>
                  <a:cubicBezTo>
                    <a:pt x="139" y="205"/>
                    <a:pt x="137" y="206"/>
                    <a:pt x="135" y="207"/>
                  </a:cubicBezTo>
                  <a:cubicBezTo>
                    <a:pt x="134" y="207"/>
                    <a:pt x="132" y="208"/>
                    <a:pt x="133" y="208"/>
                  </a:cubicBezTo>
                  <a:cubicBezTo>
                    <a:pt x="132" y="209"/>
                    <a:pt x="132" y="209"/>
                    <a:pt x="131" y="210"/>
                  </a:cubicBezTo>
                  <a:cubicBezTo>
                    <a:pt x="130" y="210"/>
                    <a:pt x="130" y="211"/>
                    <a:pt x="130" y="211"/>
                  </a:cubicBezTo>
                  <a:cubicBezTo>
                    <a:pt x="130" y="211"/>
                    <a:pt x="130" y="211"/>
                    <a:pt x="130" y="211"/>
                  </a:cubicBezTo>
                  <a:cubicBezTo>
                    <a:pt x="130" y="211"/>
                    <a:pt x="130" y="211"/>
                    <a:pt x="130" y="211"/>
                  </a:cubicBezTo>
                  <a:cubicBezTo>
                    <a:pt x="130" y="211"/>
                    <a:pt x="130" y="212"/>
                    <a:pt x="130" y="212"/>
                  </a:cubicBezTo>
                  <a:cubicBezTo>
                    <a:pt x="130" y="212"/>
                    <a:pt x="130" y="212"/>
                    <a:pt x="130" y="212"/>
                  </a:cubicBezTo>
                  <a:cubicBezTo>
                    <a:pt x="130" y="212"/>
                    <a:pt x="130" y="212"/>
                    <a:pt x="130" y="212"/>
                  </a:cubicBezTo>
                  <a:cubicBezTo>
                    <a:pt x="130" y="212"/>
                    <a:pt x="130" y="212"/>
                    <a:pt x="130" y="212"/>
                  </a:cubicBezTo>
                  <a:cubicBezTo>
                    <a:pt x="129" y="212"/>
                    <a:pt x="129" y="212"/>
                    <a:pt x="129" y="213"/>
                  </a:cubicBezTo>
                  <a:cubicBezTo>
                    <a:pt x="129" y="214"/>
                    <a:pt x="129" y="215"/>
                    <a:pt x="128" y="216"/>
                  </a:cubicBezTo>
                  <a:cubicBezTo>
                    <a:pt x="128" y="216"/>
                    <a:pt x="128" y="216"/>
                    <a:pt x="128" y="216"/>
                  </a:cubicBezTo>
                  <a:cubicBezTo>
                    <a:pt x="127" y="216"/>
                    <a:pt x="127" y="218"/>
                    <a:pt x="128" y="218"/>
                  </a:cubicBezTo>
                  <a:cubicBezTo>
                    <a:pt x="128" y="218"/>
                    <a:pt x="128" y="218"/>
                    <a:pt x="128" y="218"/>
                  </a:cubicBezTo>
                  <a:cubicBezTo>
                    <a:pt x="128" y="219"/>
                    <a:pt x="128" y="220"/>
                    <a:pt x="128" y="221"/>
                  </a:cubicBezTo>
                  <a:cubicBezTo>
                    <a:pt x="128" y="221"/>
                    <a:pt x="128" y="222"/>
                    <a:pt x="128" y="222"/>
                  </a:cubicBezTo>
                  <a:cubicBezTo>
                    <a:pt x="129" y="223"/>
                    <a:pt x="129" y="224"/>
                    <a:pt x="129" y="225"/>
                  </a:cubicBezTo>
                  <a:cubicBezTo>
                    <a:pt x="129" y="225"/>
                    <a:pt x="129" y="226"/>
                    <a:pt x="130" y="226"/>
                  </a:cubicBezTo>
                  <a:cubicBezTo>
                    <a:pt x="131" y="227"/>
                    <a:pt x="131" y="228"/>
                    <a:pt x="132" y="229"/>
                  </a:cubicBezTo>
                  <a:cubicBezTo>
                    <a:pt x="133" y="230"/>
                    <a:pt x="135" y="231"/>
                    <a:pt x="136" y="232"/>
                  </a:cubicBezTo>
                  <a:cubicBezTo>
                    <a:pt x="134" y="238"/>
                    <a:pt x="130" y="244"/>
                    <a:pt x="125" y="249"/>
                  </a:cubicBezTo>
                  <a:cubicBezTo>
                    <a:pt x="106" y="267"/>
                    <a:pt x="86" y="235"/>
                    <a:pt x="81" y="219"/>
                  </a:cubicBezTo>
                  <a:cubicBezTo>
                    <a:pt x="79" y="210"/>
                    <a:pt x="78" y="201"/>
                    <a:pt x="77" y="191"/>
                  </a:cubicBezTo>
                  <a:cubicBezTo>
                    <a:pt x="88" y="186"/>
                    <a:pt x="98" y="181"/>
                    <a:pt x="109" y="176"/>
                  </a:cubicBezTo>
                  <a:cubicBezTo>
                    <a:pt x="111" y="175"/>
                    <a:pt x="113" y="174"/>
                    <a:pt x="115" y="173"/>
                  </a:cubicBezTo>
                  <a:cubicBezTo>
                    <a:pt x="119" y="176"/>
                    <a:pt x="124" y="178"/>
                    <a:pt x="128" y="180"/>
                  </a:cubicBezTo>
                  <a:cubicBezTo>
                    <a:pt x="134" y="183"/>
                    <a:pt x="139" y="186"/>
                    <a:pt x="145" y="189"/>
                  </a:cubicBezTo>
                  <a:cubicBezTo>
                    <a:pt x="144" y="190"/>
                    <a:pt x="144" y="192"/>
                    <a:pt x="144" y="193"/>
                  </a:cubicBezTo>
                  <a:close/>
                  <a:moveTo>
                    <a:pt x="145" y="186"/>
                  </a:moveTo>
                  <a:cubicBezTo>
                    <a:pt x="136" y="182"/>
                    <a:pt x="127" y="177"/>
                    <a:pt x="118" y="172"/>
                  </a:cubicBezTo>
                  <a:cubicBezTo>
                    <a:pt x="129" y="167"/>
                    <a:pt x="139" y="161"/>
                    <a:pt x="149" y="154"/>
                  </a:cubicBezTo>
                  <a:cubicBezTo>
                    <a:pt x="148" y="165"/>
                    <a:pt x="147" y="176"/>
                    <a:pt x="145" y="186"/>
                  </a:cubicBezTo>
                  <a:close/>
                  <a:moveTo>
                    <a:pt x="149" y="151"/>
                  </a:moveTo>
                  <a:cubicBezTo>
                    <a:pt x="145" y="154"/>
                    <a:pt x="141" y="157"/>
                    <a:pt x="137" y="160"/>
                  </a:cubicBezTo>
                  <a:cubicBezTo>
                    <a:pt x="130" y="164"/>
                    <a:pt x="123" y="167"/>
                    <a:pt x="115" y="171"/>
                  </a:cubicBezTo>
                  <a:cubicBezTo>
                    <a:pt x="112" y="169"/>
                    <a:pt x="108" y="168"/>
                    <a:pt x="105" y="166"/>
                  </a:cubicBezTo>
                  <a:cubicBezTo>
                    <a:pt x="98" y="163"/>
                    <a:pt x="94" y="160"/>
                    <a:pt x="88" y="156"/>
                  </a:cubicBezTo>
                  <a:cubicBezTo>
                    <a:pt x="84" y="153"/>
                    <a:pt x="80" y="150"/>
                    <a:pt x="76" y="147"/>
                  </a:cubicBezTo>
                  <a:cubicBezTo>
                    <a:pt x="76" y="135"/>
                    <a:pt x="76" y="122"/>
                    <a:pt x="76" y="109"/>
                  </a:cubicBezTo>
                  <a:cubicBezTo>
                    <a:pt x="89" y="101"/>
                    <a:pt x="102" y="93"/>
                    <a:pt x="115" y="86"/>
                  </a:cubicBezTo>
                  <a:cubicBezTo>
                    <a:pt x="127" y="92"/>
                    <a:pt x="138" y="99"/>
                    <a:pt x="150" y="107"/>
                  </a:cubicBezTo>
                  <a:cubicBezTo>
                    <a:pt x="150" y="107"/>
                    <a:pt x="150" y="108"/>
                    <a:pt x="150" y="108"/>
                  </a:cubicBezTo>
                  <a:cubicBezTo>
                    <a:pt x="150" y="116"/>
                    <a:pt x="151" y="124"/>
                    <a:pt x="151" y="132"/>
                  </a:cubicBezTo>
                  <a:cubicBezTo>
                    <a:pt x="150" y="138"/>
                    <a:pt x="150" y="144"/>
                    <a:pt x="149" y="151"/>
                  </a:cubicBezTo>
                  <a:close/>
                  <a:moveTo>
                    <a:pt x="158" y="145"/>
                  </a:moveTo>
                  <a:cubicBezTo>
                    <a:pt x="156" y="146"/>
                    <a:pt x="154" y="148"/>
                    <a:pt x="152" y="149"/>
                  </a:cubicBezTo>
                  <a:cubicBezTo>
                    <a:pt x="152" y="149"/>
                    <a:pt x="152" y="149"/>
                    <a:pt x="152" y="148"/>
                  </a:cubicBezTo>
                  <a:cubicBezTo>
                    <a:pt x="152" y="141"/>
                    <a:pt x="153" y="133"/>
                    <a:pt x="153" y="125"/>
                  </a:cubicBezTo>
                  <a:cubicBezTo>
                    <a:pt x="153" y="119"/>
                    <a:pt x="152" y="114"/>
                    <a:pt x="152" y="108"/>
                  </a:cubicBezTo>
                  <a:cubicBezTo>
                    <a:pt x="156" y="111"/>
                    <a:pt x="159" y="113"/>
                    <a:pt x="163" y="116"/>
                  </a:cubicBezTo>
                  <a:cubicBezTo>
                    <a:pt x="170" y="120"/>
                    <a:pt x="176" y="124"/>
                    <a:pt x="182" y="129"/>
                  </a:cubicBezTo>
                  <a:cubicBezTo>
                    <a:pt x="174" y="134"/>
                    <a:pt x="166" y="139"/>
                    <a:pt x="158" y="145"/>
                  </a:cubicBezTo>
                  <a:close/>
                  <a:moveTo>
                    <a:pt x="215" y="109"/>
                  </a:moveTo>
                  <a:cubicBezTo>
                    <a:pt x="215" y="108"/>
                    <a:pt x="215" y="108"/>
                    <a:pt x="215" y="108"/>
                  </a:cubicBezTo>
                  <a:cubicBezTo>
                    <a:pt x="214" y="107"/>
                    <a:pt x="214" y="107"/>
                    <a:pt x="213" y="106"/>
                  </a:cubicBezTo>
                  <a:cubicBezTo>
                    <a:pt x="213" y="106"/>
                    <a:pt x="213" y="106"/>
                    <a:pt x="214" y="105"/>
                  </a:cubicBezTo>
                  <a:cubicBezTo>
                    <a:pt x="215" y="106"/>
                    <a:pt x="216" y="108"/>
                    <a:pt x="217" y="109"/>
                  </a:cubicBezTo>
                  <a:cubicBezTo>
                    <a:pt x="216" y="109"/>
                    <a:pt x="216" y="109"/>
                    <a:pt x="215" y="109"/>
                  </a:cubicBezTo>
                  <a:close/>
                  <a:moveTo>
                    <a:pt x="215" y="104"/>
                  </a:moveTo>
                  <a:cubicBezTo>
                    <a:pt x="215" y="103"/>
                    <a:pt x="215" y="103"/>
                    <a:pt x="215" y="103"/>
                  </a:cubicBezTo>
                  <a:cubicBezTo>
                    <a:pt x="217" y="104"/>
                    <a:pt x="218" y="106"/>
                    <a:pt x="219" y="108"/>
                  </a:cubicBezTo>
                  <a:cubicBezTo>
                    <a:pt x="218" y="106"/>
                    <a:pt x="216" y="105"/>
                    <a:pt x="215" y="104"/>
                  </a:cubicBezTo>
                  <a:close/>
                  <a:moveTo>
                    <a:pt x="215" y="100"/>
                  </a:moveTo>
                  <a:cubicBezTo>
                    <a:pt x="212" y="99"/>
                    <a:pt x="210" y="98"/>
                    <a:pt x="208" y="97"/>
                  </a:cubicBezTo>
                  <a:cubicBezTo>
                    <a:pt x="210" y="97"/>
                    <a:pt x="213" y="98"/>
                    <a:pt x="215" y="99"/>
                  </a:cubicBezTo>
                  <a:cubicBezTo>
                    <a:pt x="215" y="100"/>
                    <a:pt x="215" y="100"/>
                    <a:pt x="215" y="100"/>
                  </a:cubicBezTo>
                  <a:close/>
                  <a:moveTo>
                    <a:pt x="219" y="109"/>
                  </a:moveTo>
                  <a:cubicBezTo>
                    <a:pt x="219" y="109"/>
                    <a:pt x="219" y="109"/>
                    <a:pt x="219" y="109"/>
                  </a:cubicBezTo>
                  <a:cubicBezTo>
                    <a:pt x="219" y="109"/>
                    <a:pt x="219" y="109"/>
                    <a:pt x="219" y="109"/>
                  </a:cubicBezTo>
                  <a:cubicBezTo>
                    <a:pt x="219" y="109"/>
                    <a:pt x="219" y="109"/>
                    <a:pt x="219" y="109"/>
                  </a:cubicBezTo>
                  <a:close/>
                  <a:moveTo>
                    <a:pt x="221" y="109"/>
                  </a:moveTo>
                  <a:cubicBezTo>
                    <a:pt x="221" y="105"/>
                    <a:pt x="219" y="103"/>
                    <a:pt x="216" y="101"/>
                  </a:cubicBezTo>
                  <a:cubicBezTo>
                    <a:pt x="217" y="101"/>
                    <a:pt x="217" y="101"/>
                    <a:pt x="217" y="100"/>
                  </a:cubicBezTo>
                  <a:cubicBezTo>
                    <a:pt x="220" y="103"/>
                    <a:pt x="222" y="105"/>
                    <a:pt x="223" y="108"/>
                  </a:cubicBezTo>
                  <a:cubicBezTo>
                    <a:pt x="223" y="108"/>
                    <a:pt x="223" y="108"/>
                    <a:pt x="223" y="108"/>
                  </a:cubicBezTo>
                  <a:cubicBezTo>
                    <a:pt x="222" y="108"/>
                    <a:pt x="222" y="109"/>
                    <a:pt x="221" y="109"/>
                  </a:cubicBezTo>
                  <a:close/>
                  <a:moveTo>
                    <a:pt x="213" y="93"/>
                  </a:moveTo>
                  <a:cubicBezTo>
                    <a:pt x="214" y="94"/>
                    <a:pt x="216" y="95"/>
                    <a:pt x="217" y="96"/>
                  </a:cubicBezTo>
                  <a:cubicBezTo>
                    <a:pt x="217" y="96"/>
                    <a:pt x="217" y="96"/>
                    <a:pt x="217" y="96"/>
                  </a:cubicBezTo>
                  <a:cubicBezTo>
                    <a:pt x="216" y="95"/>
                    <a:pt x="214" y="94"/>
                    <a:pt x="213" y="93"/>
                  </a:cubicBezTo>
                  <a:close/>
                  <a:moveTo>
                    <a:pt x="225" y="107"/>
                  </a:moveTo>
                  <a:cubicBezTo>
                    <a:pt x="225" y="107"/>
                    <a:pt x="225" y="107"/>
                    <a:pt x="225" y="107"/>
                  </a:cubicBezTo>
                  <a:cubicBezTo>
                    <a:pt x="223" y="104"/>
                    <a:pt x="221" y="102"/>
                    <a:pt x="218" y="100"/>
                  </a:cubicBezTo>
                  <a:cubicBezTo>
                    <a:pt x="218" y="99"/>
                    <a:pt x="218" y="99"/>
                    <a:pt x="218" y="99"/>
                  </a:cubicBezTo>
                  <a:cubicBezTo>
                    <a:pt x="220" y="101"/>
                    <a:pt x="224" y="103"/>
                    <a:pt x="225" y="106"/>
                  </a:cubicBezTo>
                  <a:cubicBezTo>
                    <a:pt x="225" y="106"/>
                    <a:pt x="226" y="107"/>
                    <a:pt x="226" y="106"/>
                  </a:cubicBezTo>
                  <a:cubicBezTo>
                    <a:pt x="226" y="107"/>
                    <a:pt x="225" y="107"/>
                    <a:pt x="225" y="107"/>
                  </a:cubicBezTo>
                  <a:close/>
                  <a:moveTo>
                    <a:pt x="220" y="91"/>
                  </a:moveTo>
                  <a:cubicBezTo>
                    <a:pt x="219" y="91"/>
                    <a:pt x="219" y="91"/>
                    <a:pt x="218" y="90"/>
                  </a:cubicBezTo>
                  <a:cubicBezTo>
                    <a:pt x="219" y="91"/>
                    <a:pt x="220" y="91"/>
                    <a:pt x="220" y="91"/>
                  </a:cubicBezTo>
                  <a:cubicBezTo>
                    <a:pt x="220" y="91"/>
                    <a:pt x="220" y="91"/>
                    <a:pt x="220" y="91"/>
                  </a:cubicBezTo>
                  <a:close/>
                  <a:moveTo>
                    <a:pt x="223" y="101"/>
                  </a:moveTo>
                  <a:cubicBezTo>
                    <a:pt x="222" y="100"/>
                    <a:pt x="221" y="99"/>
                    <a:pt x="219" y="98"/>
                  </a:cubicBezTo>
                  <a:cubicBezTo>
                    <a:pt x="219" y="98"/>
                    <a:pt x="219" y="98"/>
                    <a:pt x="219" y="98"/>
                  </a:cubicBezTo>
                  <a:cubicBezTo>
                    <a:pt x="219" y="97"/>
                    <a:pt x="219" y="97"/>
                    <a:pt x="219" y="97"/>
                  </a:cubicBezTo>
                  <a:cubicBezTo>
                    <a:pt x="221" y="98"/>
                    <a:pt x="222" y="99"/>
                    <a:pt x="223" y="101"/>
                  </a:cubicBezTo>
                  <a:close/>
                  <a:moveTo>
                    <a:pt x="228" y="106"/>
                  </a:moveTo>
                  <a:cubicBezTo>
                    <a:pt x="228" y="105"/>
                    <a:pt x="228" y="105"/>
                    <a:pt x="227" y="105"/>
                  </a:cubicBezTo>
                  <a:cubicBezTo>
                    <a:pt x="228" y="105"/>
                    <a:pt x="228" y="105"/>
                    <a:pt x="228" y="105"/>
                  </a:cubicBezTo>
                  <a:cubicBezTo>
                    <a:pt x="228" y="105"/>
                    <a:pt x="228" y="105"/>
                    <a:pt x="228" y="106"/>
                  </a:cubicBezTo>
                  <a:close/>
                  <a:moveTo>
                    <a:pt x="229" y="103"/>
                  </a:moveTo>
                  <a:cubicBezTo>
                    <a:pt x="228" y="103"/>
                    <a:pt x="228" y="103"/>
                    <a:pt x="228" y="102"/>
                  </a:cubicBezTo>
                  <a:cubicBezTo>
                    <a:pt x="228" y="102"/>
                    <a:pt x="229" y="103"/>
                    <a:pt x="229" y="103"/>
                  </a:cubicBezTo>
                  <a:cubicBezTo>
                    <a:pt x="229" y="103"/>
                    <a:pt x="229" y="103"/>
                    <a:pt x="229" y="103"/>
                  </a:cubicBezTo>
                  <a:close/>
                  <a:moveTo>
                    <a:pt x="230" y="95"/>
                  </a:moveTo>
                  <a:cubicBezTo>
                    <a:pt x="230" y="95"/>
                    <a:pt x="230" y="96"/>
                    <a:pt x="230" y="96"/>
                  </a:cubicBezTo>
                  <a:cubicBezTo>
                    <a:pt x="229" y="96"/>
                    <a:pt x="229" y="95"/>
                    <a:pt x="229" y="95"/>
                  </a:cubicBezTo>
                  <a:cubicBezTo>
                    <a:pt x="229" y="95"/>
                    <a:pt x="229" y="95"/>
                    <a:pt x="230" y="95"/>
                  </a:cubicBezTo>
                  <a:close/>
                  <a:moveTo>
                    <a:pt x="224" y="88"/>
                  </a:moveTo>
                  <a:cubicBezTo>
                    <a:pt x="225" y="89"/>
                    <a:pt x="226" y="90"/>
                    <a:pt x="228" y="91"/>
                  </a:cubicBezTo>
                  <a:cubicBezTo>
                    <a:pt x="226" y="90"/>
                    <a:pt x="225" y="89"/>
                    <a:pt x="223" y="88"/>
                  </a:cubicBezTo>
                  <a:cubicBezTo>
                    <a:pt x="223" y="88"/>
                    <a:pt x="223" y="88"/>
                    <a:pt x="224" y="88"/>
                  </a:cubicBezTo>
                  <a:close/>
                  <a:moveTo>
                    <a:pt x="228" y="98"/>
                  </a:moveTo>
                  <a:cubicBezTo>
                    <a:pt x="228" y="98"/>
                    <a:pt x="229" y="98"/>
                    <a:pt x="230" y="98"/>
                  </a:cubicBezTo>
                  <a:cubicBezTo>
                    <a:pt x="230" y="99"/>
                    <a:pt x="230" y="99"/>
                    <a:pt x="229" y="100"/>
                  </a:cubicBezTo>
                  <a:cubicBezTo>
                    <a:pt x="228" y="98"/>
                    <a:pt x="226" y="96"/>
                    <a:pt x="223" y="94"/>
                  </a:cubicBezTo>
                  <a:cubicBezTo>
                    <a:pt x="225" y="95"/>
                    <a:pt x="227" y="96"/>
                    <a:pt x="228" y="98"/>
                  </a:cubicBezTo>
                  <a:close/>
                  <a:moveTo>
                    <a:pt x="227" y="101"/>
                  </a:moveTo>
                  <a:cubicBezTo>
                    <a:pt x="225" y="99"/>
                    <a:pt x="223" y="97"/>
                    <a:pt x="220" y="95"/>
                  </a:cubicBezTo>
                  <a:cubicBezTo>
                    <a:pt x="220" y="95"/>
                    <a:pt x="220" y="95"/>
                    <a:pt x="220" y="95"/>
                  </a:cubicBezTo>
                  <a:cubicBezTo>
                    <a:pt x="223" y="96"/>
                    <a:pt x="226" y="98"/>
                    <a:pt x="227" y="101"/>
                  </a:cubicBezTo>
                  <a:close/>
                  <a:moveTo>
                    <a:pt x="222" y="87"/>
                  </a:moveTo>
                  <a:cubicBezTo>
                    <a:pt x="222" y="87"/>
                    <a:pt x="222" y="87"/>
                    <a:pt x="222" y="87"/>
                  </a:cubicBezTo>
                  <a:cubicBezTo>
                    <a:pt x="222" y="87"/>
                    <a:pt x="222" y="87"/>
                    <a:pt x="222" y="87"/>
                  </a:cubicBezTo>
                  <a:cubicBezTo>
                    <a:pt x="222" y="87"/>
                    <a:pt x="222" y="87"/>
                    <a:pt x="222" y="87"/>
                  </a:cubicBezTo>
                  <a:close/>
                  <a:moveTo>
                    <a:pt x="218" y="87"/>
                  </a:moveTo>
                  <a:cubicBezTo>
                    <a:pt x="218" y="87"/>
                    <a:pt x="219" y="88"/>
                    <a:pt x="219" y="88"/>
                  </a:cubicBezTo>
                  <a:cubicBezTo>
                    <a:pt x="220" y="88"/>
                    <a:pt x="220" y="89"/>
                    <a:pt x="221" y="89"/>
                  </a:cubicBezTo>
                  <a:cubicBezTo>
                    <a:pt x="221" y="89"/>
                    <a:pt x="221" y="89"/>
                    <a:pt x="221" y="90"/>
                  </a:cubicBezTo>
                  <a:cubicBezTo>
                    <a:pt x="220" y="89"/>
                    <a:pt x="218" y="88"/>
                    <a:pt x="217" y="87"/>
                  </a:cubicBezTo>
                  <a:cubicBezTo>
                    <a:pt x="217" y="87"/>
                    <a:pt x="218" y="87"/>
                    <a:pt x="218" y="87"/>
                  </a:cubicBezTo>
                  <a:close/>
                  <a:moveTo>
                    <a:pt x="218" y="90"/>
                  </a:moveTo>
                  <a:cubicBezTo>
                    <a:pt x="216" y="89"/>
                    <a:pt x="215" y="89"/>
                    <a:pt x="214" y="88"/>
                  </a:cubicBezTo>
                  <a:cubicBezTo>
                    <a:pt x="215" y="88"/>
                    <a:pt x="217" y="89"/>
                    <a:pt x="218" y="90"/>
                  </a:cubicBezTo>
                  <a:close/>
                  <a:moveTo>
                    <a:pt x="212" y="89"/>
                  </a:moveTo>
                  <a:cubicBezTo>
                    <a:pt x="214" y="90"/>
                    <a:pt x="216" y="91"/>
                    <a:pt x="217" y="93"/>
                  </a:cubicBezTo>
                  <a:cubicBezTo>
                    <a:pt x="215" y="91"/>
                    <a:pt x="213" y="90"/>
                    <a:pt x="211" y="90"/>
                  </a:cubicBezTo>
                  <a:cubicBezTo>
                    <a:pt x="211" y="89"/>
                    <a:pt x="212" y="89"/>
                    <a:pt x="212" y="89"/>
                  </a:cubicBezTo>
                  <a:close/>
                  <a:moveTo>
                    <a:pt x="209" y="92"/>
                  </a:moveTo>
                  <a:cubicBezTo>
                    <a:pt x="209" y="92"/>
                    <a:pt x="210" y="92"/>
                    <a:pt x="210" y="92"/>
                  </a:cubicBezTo>
                  <a:cubicBezTo>
                    <a:pt x="210" y="92"/>
                    <a:pt x="209" y="92"/>
                    <a:pt x="209" y="92"/>
                  </a:cubicBezTo>
                  <a:close/>
                  <a:moveTo>
                    <a:pt x="208" y="94"/>
                  </a:moveTo>
                  <a:cubicBezTo>
                    <a:pt x="208" y="94"/>
                    <a:pt x="208" y="94"/>
                    <a:pt x="208" y="94"/>
                  </a:cubicBezTo>
                  <a:cubicBezTo>
                    <a:pt x="211" y="95"/>
                    <a:pt x="213" y="96"/>
                    <a:pt x="216" y="98"/>
                  </a:cubicBezTo>
                  <a:cubicBezTo>
                    <a:pt x="216" y="98"/>
                    <a:pt x="216" y="98"/>
                    <a:pt x="216" y="98"/>
                  </a:cubicBezTo>
                  <a:cubicBezTo>
                    <a:pt x="213" y="96"/>
                    <a:pt x="211" y="94"/>
                    <a:pt x="207" y="95"/>
                  </a:cubicBezTo>
                  <a:cubicBezTo>
                    <a:pt x="208" y="94"/>
                    <a:pt x="208" y="94"/>
                    <a:pt x="208" y="94"/>
                  </a:cubicBezTo>
                  <a:close/>
                  <a:moveTo>
                    <a:pt x="207" y="99"/>
                  </a:moveTo>
                  <a:cubicBezTo>
                    <a:pt x="207" y="99"/>
                    <a:pt x="207" y="99"/>
                    <a:pt x="207" y="98"/>
                  </a:cubicBezTo>
                  <a:cubicBezTo>
                    <a:pt x="209" y="99"/>
                    <a:pt x="212" y="100"/>
                    <a:pt x="214" y="101"/>
                  </a:cubicBezTo>
                  <a:cubicBezTo>
                    <a:pt x="213" y="102"/>
                    <a:pt x="213" y="102"/>
                    <a:pt x="213" y="102"/>
                  </a:cubicBezTo>
                  <a:cubicBezTo>
                    <a:pt x="211" y="101"/>
                    <a:pt x="209" y="100"/>
                    <a:pt x="207" y="99"/>
                  </a:cubicBezTo>
                  <a:close/>
                  <a:moveTo>
                    <a:pt x="209" y="103"/>
                  </a:moveTo>
                  <a:cubicBezTo>
                    <a:pt x="208" y="103"/>
                    <a:pt x="208" y="102"/>
                    <a:pt x="208" y="102"/>
                  </a:cubicBezTo>
                  <a:cubicBezTo>
                    <a:pt x="209" y="102"/>
                    <a:pt x="210" y="103"/>
                    <a:pt x="212" y="104"/>
                  </a:cubicBezTo>
                  <a:cubicBezTo>
                    <a:pt x="212" y="104"/>
                    <a:pt x="212" y="104"/>
                    <a:pt x="212" y="104"/>
                  </a:cubicBezTo>
                  <a:cubicBezTo>
                    <a:pt x="211" y="103"/>
                    <a:pt x="210" y="103"/>
                    <a:pt x="209" y="103"/>
                  </a:cubicBezTo>
                  <a:close/>
                  <a:moveTo>
                    <a:pt x="115" y="111"/>
                  </a:moveTo>
                  <a:cubicBezTo>
                    <a:pt x="115" y="111"/>
                    <a:pt x="115" y="111"/>
                    <a:pt x="114" y="111"/>
                  </a:cubicBezTo>
                  <a:cubicBezTo>
                    <a:pt x="105" y="111"/>
                    <a:pt x="98" y="117"/>
                    <a:pt x="98" y="127"/>
                  </a:cubicBezTo>
                  <a:cubicBezTo>
                    <a:pt x="98" y="132"/>
                    <a:pt x="99" y="136"/>
                    <a:pt x="102" y="140"/>
                  </a:cubicBezTo>
                  <a:cubicBezTo>
                    <a:pt x="105" y="142"/>
                    <a:pt x="109" y="144"/>
                    <a:pt x="115" y="144"/>
                  </a:cubicBezTo>
                  <a:cubicBezTo>
                    <a:pt x="124" y="144"/>
                    <a:pt x="132" y="136"/>
                    <a:pt x="132" y="127"/>
                  </a:cubicBezTo>
                  <a:cubicBezTo>
                    <a:pt x="131" y="116"/>
                    <a:pt x="125" y="111"/>
                    <a:pt x="115" y="111"/>
                  </a:cubicBezTo>
                  <a:close/>
                  <a:moveTo>
                    <a:pt x="115" y="143"/>
                  </a:moveTo>
                  <a:cubicBezTo>
                    <a:pt x="111" y="143"/>
                    <a:pt x="106" y="141"/>
                    <a:pt x="104" y="139"/>
                  </a:cubicBezTo>
                  <a:cubicBezTo>
                    <a:pt x="101" y="136"/>
                    <a:pt x="100" y="133"/>
                    <a:pt x="100" y="130"/>
                  </a:cubicBezTo>
                  <a:cubicBezTo>
                    <a:pt x="100" y="130"/>
                    <a:pt x="100" y="130"/>
                    <a:pt x="100" y="130"/>
                  </a:cubicBezTo>
                  <a:cubicBezTo>
                    <a:pt x="100" y="130"/>
                    <a:pt x="100" y="130"/>
                    <a:pt x="101" y="131"/>
                  </a:cubicBezTo>
                  <a:cubicBezTo>
                    <a:pt x="101" y="131"/>
                    <a:pt x="101" y="131"/>
                    <a:pt x="101" y="131"/>
                  </a:cubicBezTo>
                  <a:cubicBezTo>
                    <a:pt x="101" y="131"/>
                    <a:pt x="101" y="131"/>
                    <a:pt x="101" y="131"/>
                  </a:cubicBezTo>
                  <a:cubicBezTo>
                    <a:pt x="101" y="131"/>
                    <a:pt x="101" y="131"/>
                    <a:pt x="102" y="132"/>
                  </a:cubicBezTo>
                  <a:cubicBezTo>
                    <a:pt x="104" y="134"/>
                    <a:pt x="107" y="134"/>
                    <a:pt x="110" y="132"/>
                  </a:cubicBezTo>
                  <a:cubicBezTo>
                    <a:pt x="110" y="132"/>
                    <a:pt x="110" y="132"/>
                    <a:pt x="110" y="133"/>
                  </a:cubicBezTo>
                  <a:cubicBezTo>
                    <a:pt x="110" y="132"/>
                    <a:pt x="110" y="132"/>
                    <a:pt x="110" y="132"/>
                  </a:cubicBezTo>
                  <a:cubicBezTo>
                    <a:pt x="110" y="132"/>
                    <a:pt x="110" y="132"/>
                    <a:pt x="110" y="132"/>
                  </a:cubicBezTo>
                  <a:cubicBezTo>
                    <a:pt x="110" y="132"/>
                    <a:pt x="110" y="131"/>
                    <a:pt x="110" y="131"/>
                  </a:cubicBezTo>
                  <a:cubicBezTo>
                    <a:pt x="110" y="131"/>
                    <a:pt x="111" y="131"/>
                    <a:pt x="111" y="131"/>
                  </a:cubicBezTo>
                  <a:cubicBezTo>
                    <a:pt x="110" y="131"/>
                    <a:pt x="110" y="131"/>
                    <a:pt x="110" y="132"/>
                  </a:cubicBezTo>
                  <a:cubicBezTo>
                    <a:pt x="110" y="132"/>
                    <a:pt x="111" y="132"/>
                    <a:pt x="111" y="133"/>
                  </a:cubicBezTo>
                  <a:cubicBezTo>
                    <a:pt x="111" y="133"/>
                    <a:pt x="111" y="132"/>
                    <a:pt x="111" y="132"/>
                  </a:cubicBezTo>
                  <a:cubicBezTo>
                    <a:pt x="111" y="133"/>
                    <a:pt x="110" y="134"/>
                    <a:pt x="110" y="135"/>
                  </a:cubicBezTo>
                  <a:cubicBezTo>
                    <a:pt x="110" y="134"/>
                    <a:pt x="110" y="133"/>
                    <a:pt x="111" y="133"/>
                  </a:cubicBezTo>
                  <a:cubicBezTo>
                    <a:pt x="110" y="133"/>
                    <a:pt x="110" y="133"/>
                    <a:pt x="110" y="133"/>
                  </a:cubicBezTo>
                  <a:cubicBezTo>
                    <a:pt x="107" y="135"/>
                    <a:pt x="109" y="138"/>
                    <a:pt x="111" y="141"/>
                  </a:cubicBezTo>
                  <a:cubicBezTo>
                    <a:pt x="113" y="143"/>
                    <a:pt x="117" y="142"/>
                    <a:pt x="120" y="140"/>
                  </a:cubicBezTo>
                  <a:cubicBezTo>
                    <a:pt x="122" y="137"/>
                    <a:pt x="122" y="134"/>
                    <a:pt x="120" y="132"/>
                  </a:cubicBezTo>
                  <a:cubicBezTo>
                    <a:pt x="121" y="133"/>
                    <a:pt x="122" y="134"/>
                    <a:pt x="123" y="134"/>
                  </a:cubicBezTo>
                  <a:cubicBezTo>
                    <a:pt x="123" y="134"/>
                    <a:pt x="123" y="134"/>
                    <a:pt x="124" y="134"/>
                  </a:cubicBezTo>
                  <a:cubicBezTo>
                    <a:pt x="126" y="134"/>
                    <a:pt x="128" y="133"/>
                    <a:pt x="129" y="132"/>
                  </a:cubicBezTo>
                  <a:cubicBezTo>
                    <a:pt x="129" y="132"/>
                    <a:pt x="129" y="131"/>
                    <a:pt x="129" y="131"/>
                  </a:cubicBezTo>
                  <a:cubicBezTo>
                    <a:pt x="127" y="137"/>
                    <a:pt x="122" y="142"/>
                    <a:pt x="115" y="143"/>
                  </a:cubicBezTo>
                  <a:close/>
                  <a:moveTo>
                    <a:pt x="101" y="130"/>
                  </a:moveTo>
                  <a:cubicBezTo>
                    <a:pt x="101" y="130"/>
                    <a:pt x="101" y="130"/>
                    <a:pt x="101" y="130"/>
                  </a:cubicBezTo>
                  <a:cubicBezTo>
                    <a:pt x="101" y="130"/>
                    <a:pt x="101" y="130"/>
                    <a:pt x="101" y="130"/>
                  </a:cubicBezTo>
                  <a:close/>
                  <a:moveTo>
                    <a:pt x="101" y="124"/>
                  </a:moveTo>
                  <a:cubicBezTo>
                    <a:pt x="101" y="124"/>
                    <a:pt x="101" y="124"/>
                    <a:pt x="101" y="124"/>
                  </a:cubicBezTo>
                  <a:cubicBezTo>
                    <a:pt x="101" y="124"/>
                    <a:pt x="101" y="124"/>
                    <a:pt x="101" y="124"/>
                  </a:cubicBezTo>
                  <a:cubicBezTo>
                    <a:pt x="101" y="124"/>
                    <a:pt x="101" y="124"/>
                    <a:pt x="101" y="124"/>
                  </a:cubicBezTo>
                  <a:close/>
                  <a:moveTo>
                    <a:pt x="102" y="131"/>
                  </a:moveTo>
                  <a:cubicBezTo>
                    <a:pt x="102" y="131"/>
                    <a:pt x="102" y="131"/>
                    <a:pt x="102" y="131"/>
                  </a:cubicBezTo>
                  <a:cubicBezTo>
                    <a:pt x="102" y="131"/>
                    <a:pt x="102" y="131"/>
                    <a:pt x="102" y="131"/>
                  </a:cubicBezTo>
                  <a:cubicBezTo>
                    <a:pt x="102" y="131"/>
                    <a:pt x="102" y="131"/>
                    <a:pt x="102" y="131"/>
                  </a:cubicBezTo>
                  <a:close/>
                  <a:moveTo>
                    <a:pt x="103" y="122"/>
                  </a:moveTo>
                  <a:cubicBezTo>
                    <a:pt x="103" y="122"/>
                    <a:pt x="103" y="122"/>
                    <a:pt x="103" y="122"/>
                  </a:cubicBezTo>
                  <a:cubicBezTo>
                    <a:pt x="103" y="123"/>
                    <a:pt x="103" y="123"/>
                    <a:pt x="103" y="123"/>
                  </a:cubicBezTo>
                  <a:cubicBezTo>
                    <a:pt x="103" y="131"/>
                    <a:pt x="103" y="131"/>
                    <a:pt x="103" y="131"/>
                  </a:cubicBezTo>
                  <a:cubicBezTo>
                    <a:pt x="103" y="131"/>
                    <a:pt x="103" y="131"/>
                    <a:pt x="103" y="131"/>
                  </a:cubicBezTo>
                  <a:cubicBezTo>
                    <a:pt x="103" y="132"/>
                    <a:pt x="103" y="132"/>
                    <a:pt x="103" y="132"/>
                  </a:cubicBezTo>
                  <a:cubicBezTo>
                    <a:pt x="103" y="132"/>
                    <a:pt x="103" y="131"/>
                    <a:pt x="103" y="131"/>
                  </a:cubicBezTo>
                  <a:cubicBezTo>
                    <a:pt x="103" y="131"/>
                    <a:pt x="103" y="131"/>
                    <a:pt x="103" y="131"/>
                  </a:cubicBezTo>
                  <a:cubicBezTo>
                    <a:pt x="102" y="128"/>
                    <a:pt x="103" y="125"/>
                    <a:pt x="103" y="123"/>
                  </a:cubicBezTo>
                  <a:cubicBezTo>
                    <a:pt x="103" y="122"/>
                    <a:pt x="103" y="122"/>
                    <a:pt x="103" y="122"/>
                  </a:cubicBezTo>
                  <a:close/>
                  <a:moveTo>
                    <a:pt x="105" y="122"/>
                  </a:moveTo>
                  <a:cubicBezTo>
                    <a:pt x="105" y="122"/>
                    <a:pt x="105" y="122"/>
                    <a:pt x="105" y="122"/>
                  </a:cubicBezTo>
                  <a:cubicBezTo>
                    <a:pt x="105" y="122"/>
                    <a:pt x="105" y="122"/>
                    <a:pt x="105" y="122"/>
                  </a:cubicBezTo>
                  <a:cubicBezTo>
                    <a:pt x="105" y="122"/>
                    <a:pt x="105" y="122"/>
                    <a:pt x="105" y="122"/>
                  </a:cubicBezTo>
                  <a:cubicBezTo>
                    <a:pt x="105" y="126"/>
                    <a:pt x="105" y="126"/>
                    <a:pt x="105" y="126"/>
                  </a:cubicBezTo>
                  <a:cubicBezTo>
                    <a:pt x="105" y="128"/>
                    <a:pt x="104" y="130"/>
                    <a:pt x="105" y="132"/>
                  </a:cubicBezTo>
                  <a:cubicBezTo>
                    <a:pt x="105" y="132"/>
                    <a:pt x="104" y="132"/>
                    <a:pt x="104" y="132"/>
                  </a:cubicBezTo>
                  <a:cubicBezTo>
                    <a:pt x="104" y="132"/>
                    <a:pt x="104" y="132"/>
                    <a:pt x="104" y="131"/>
                  </a:cubicBezTo>
                  <a:cubicBezTo>
                    <a:pt x="103" y="128"/>
                    <a:pt x="104" y="125"/>
                    <a:pt x="104" y="122"/>
                  </a:cubicBezTo>
                  <a:cubicBezTo>
                    <a:pt x="104" y="122"/>
                    <a:pt x="104" y="122"/>
                    <a:pt x="104" y="122"/>
                  </a:cubicBezTo>
                  <a:cubicBezTo>
                    <a:pt x="104" y="131"/>
                    <a:pt x="104" y="131"/>
                    <a:pt x="104" y="131"/>
                  </a:cubicBezTo>
                  <a:cubicBezTo>
                    <a:pt x="104" y="131"/>
                    <a:pt x="104" y="131"/>
                    <a:pt x="104" y="131"/>
                  </a:cubicBezTo>
                  <a:cubicBezTo>
                    <a:pt x="104" y="128"/>
                    <a:pt x="105" y="125"/>
                    <a:pt x="105" y="122"/>
                  </a:cubicBezTo>
                  <a:close/>
                  <a:moveTo>
                    <a:pt x="106" y="122"/>
                  </a:moveTo>
                  <a:cubicBezTo>
                    <a:pt x="106" y="122"/>
                    <a:pt x="106" y="122"/>
                    <a:pt x="106" y="122"/>
                  </a:cubicBezTo>
                  <a:cubicBezTo>
                    <a:pt x="106" y="122"/>
                    <a:pt x="106" y="122"/>
                    <a:pt x="106" y="122"/>
                  </a:cubicBezTo>
                  <a:cubicBezTo>
                    <a:pt x="106" y="122"/>
                    <a:pt x="106" y="122"/>
                    <a:pt x="106" y="122"/>
                  </a:cubicBezTo>
                  <a:cubicBezTo>
                    <a:pt x="106" y="125"/>
                    <a:pt x="106" y="128"/>
                    <a:pt x="105" y="132"/>
                  </a:cubicBezTo>
                  <a:cubicBezTo>
                    <a:pt x="105" y="132"/>
                    <a:pt x="105" y="132"/>
                    <a:pt x="105" y="132"/>
                  </a:cubicBezTo>
                  <a:cubicBezTo>
                    <a:pt x="105" y="130"/>
                    <a:pt x="105" y="129"/>
                    <a:pt x="106" y="127"/>
                  </a:cubicBezTo>
                  <a:cubicBezTo>
                    <a:pt x="106" y="126"/>
                    <a:pt x="105" y="124"/>
                    <a:pt x="106" y="122"/>
                  </a:cubicBezTo>
                  <a:close/>
                  <a:moveTo>
                    <a:pt x="107" y="132"/>
                  </a:moveTo>
                  <a:cubicBezTo>
                    <a:pt x="107" y="131"/>
                    <a:pt x="107" y="131"/>
                    <a:pt x="107" y="131"/>
                  </a:cubicBezTo>
                  <a:cubicBezTo>
                    <a:pt x="107" y="132"/>
                    <a:pt x="107" y="132"/>
                    <a:pt x="108" y="132"/>
                  </a:cubicBezTo>
                  <a:cubicBezTo>
                    <a:pt x="107" y="132"/>
                    <a:pt x="107" y="132"/>
                    <a:pt x="107" y="132"/>
                  </a:cubicBezTo>
                  <a:close/>
                  <a:moveTo>
                    <a:pt x="109" y="131"/>
                  </a:moveTo>
                  <a:cubicBezTo>
                    <a:pt x="109" y="131"/>
                    <a:pt x="108" y="132"/>
                    <a:pt x="108" y="132"/>
                  </a:cubicBezTo>
                  <a:cubicBezTo>
                    <a:pt x="108" y="132"/>
                    <a:pt x="108" y="132"/>
                    <a:pt x="108" y="131"/>
                  </a:cubicBezTo>
                  <a:cubicBezTo>
                    <a:pt x="108" y="131"/>
                    <a:pt x="108" y="131"/>
                    <a:pt x="108" y="131"/>
                  </a:cubicBezTo>
                  <a:cubicBezTo>
                    <a:pt x="108" y="131"/>
                    <a:pt x="109" y="131"/>
                    <a:pt x="109" y="131"/>
                  </a:cubicBezTo>
                  <a:close/>
                  <a:moveTo>
                    <a:pt x="108" y="123"/>
                  </a:moveTo>
                  <a:cubicBezTo>
                    <a:pt x="108" y="122"/>
                    <a:pt x="108" y="122"/>
                    <a:pt x="108" y="122"/>
                  </a:cubicBezTo>
                  <a:cubicBezTo>
                    <a:pt x="108" y="122"/>
                    <a:pt x="108" y="122"/>
                    <a:pt x="108" y="122"/>
                  </a:cubicBezTo>
                  <a:cubicBezTo>
                    <a:pt x="108" y="122"/>
                    <a:pt x="108" y="122"/>
                    <a:pt x="108" y="123"/>
                  </a:cubicBezTo>
                  <a:close/>
                  <a:moveTo>
                    <a:pt x="109" y="123"/>
                  </a:moveTo>
                  <a:cubicBezTo>
                    <a:pt x="109" y="123"/>
                    <a:pt x="110" y="123"/>
                    <a:pt x="110" y="123"/>
                  </a:cubicBezTo>
                  <a:cubicBezTo>
                    <a:pt x="109" y="123"/>
                    <a:pt x="109" y="123"/>
                    <a:pt x="109" y="124"/>
                  </a:cubicBezTo>
                  <a:cubicBezTo>
                    <a:pt x="109" y="123"/>
                    <a:pt x="109" y="123"/>
                    <a:pt x="109" y="123"/>
                  </a:cubicBezTo>
                  <a:cubicBezTo>
                    <a:pt x="109" y="123"/>
                    <a:pt x="109" y="123"/>
                    <a:pt x="109" y="123"/>
                  </a:cubicBezTo>
                  <a:close/>
                  <a:moveTo>
                    <a:pt x="109" y="131"/>
                  </a:moveTo>
                  <a:cubicBezTo>
                    <a:pt x="109" y="131"/>
                    <a:pt x="109" y="131"/>
                    <a:pt x="109" y="131"/>
                  </a:cubicBezTo>
                  <a:cubicBezTo>
                    <a:pt x="110" y="131"/>
                    <a:pt x="110" y="131"/>
                    <a:pt x="110" y="131"/>
                  </a:cubicBezTo>
                  <a:cubicBezTo>
                    <a:pt x="110" y="131"/>
                    <a:pt x="110" y="131"/>
                    <a:pt x="110" y="131"/>
                  </a:cubicBezTo>
                  <a:cubicBezTo>
                    <a:pt x="110" y="131"/>
                    <a:pt x="109" y="131"/>
                    <a:pt x="109" y="131"/>
                  </a:cubicBezTo>
                  <a:cubicBezTo>
                    <a:pt x="109" y="131"/>
                    <a:pt x="109" y="131"/>
                    <a:pt x="109" y="131"/>
                  </a:cubicBezTo>
                  <a:close/>
                  <a:moveTo>
                    <a:pt x="111" y="137"/>
                  </a:moveTo>
                  <a:cubicBezTo>
                    <a:pt x="111" y="132"/>
                    <a:pt x="111" y="132"/>
                    <a:pt x="111" y="132"/>
                  </a:cubicBezTo>
                  <a:cubicBezTo>
                    <a:pt x="111" y="132"/>
                    <a:pt x="111" y="132"/>
                    <a:pt x="111" y="132"/>
                  </a:cubicBezTo>
                  <a:cubicBezTo>
                    <a:pt x="111" y="134"/>
                    <a:pt x="111" y="135"/>
                    <a:pt x="111" y="137"/>
                  </a:cubicBezTo>
                  <a:close/>
                  <a:moveTo>
                    <a:pt x="111" y="131"/>
                  </a:moveTo>
                  <a:cubicBezTo>
                    <a:pt x="111" y="131"/>
                    <a:pt x="111" y="131"/>
                    <a:pt x="111" y="131"/>
                  </a:cubicBezTo>
                  <a:cubicBezTo>
                    <a:pt x="111" y="131"/>
                    <a:pt x="111" y="131"/>
                    <a:pt x="111" y="131"/>
                  </a:cubicBezTo>
                  <a:close/>
                  <a:moveTo>
                    <a:pt x="110" y="130"/>
                  </a:moveTo>
                  <a:cubicBezTo>
                    <a:pt x="110" y="124"/>
                    <a:pt x="110" y="124"/>
                    <a:pt x="110" y="124"/>
                  </a:cubicBezTo>
                  <a:cubicBezTo>
                    <a:pt x="110" y="124"/>
                    <a:pt x="110" y="123"/>
                    <a:pt x="110" y="123"/>
                  </a:cubicBezTo>
                  <a:cubicBezTo>
                    <a:pt x="110" y="124"/>
                    <a:pt x="111" y="124"/>
                    <a:pt x="111" y="124"/>
                  </a:cubicBezTo>
                  <a:cubicBezTo>
                    <a:pt x="112" y="126"/>
                    <a:pt x="111" y="128"/>
                    <a:pt x="110" y="130"/>
                  </a:cubicBezTo>
                  <a:close/>
                  <a:moveTo>
                    <a:pt x="110" y="122"/>
                  </a:moveTo>
                  <a:cubicBezTo>
                    <a:pt x="110" y="122"/>
                    <a:pt x="110" y="121"/>
                    <a:pt x="110" y="121"/>
                  </a:cubicBezTo>
                  <a:cubicBezTo>
                    <a:pt x="110" y="121"/>
                    <a:pt x="110" y="121"/>
                    <a:pt x="110" y="120"/>
                  </a:cubicBezTo>
                  <a:cubicBezTo>
                    <a:pt x="110" y="117"/>
                    <a:pt x="110" y="117"/>
                    <a:pt x="110" y="117"/>
                  </a:cubicBezTo>
                  <a:cubicBezTo>
                    <a:pt x="111" y="116"/>
                    <a:pt x="111" y="116"/>
                    <a:pt x="111" y="116"/>
                  </a:cubicBezTo>
                  <a:cubicBezTo>
                    <a:pt x="111" y="118"/>
                    <a:pt x="111" y="120"/>
                    <a:pt x="110" y="122"/>
                  </a:cubicBezTo>
                  <a:close/>
                  <a:moveTo>
                    <a:pt x="110" y="139"/>
                  </a:moveTo>
                  <a:cubicBezTo>
                    <a:pt x="110" y="139"/>
                    <a:pt x="110" y="139"/>
                    <a:pt x="110" y="139"/>
                  </a:cubicBezTo>
                  <a:cubicBezTo>
                    <a:pt x="110" y="139"/>
                    <a:pt x="110" y="139"/>
                    <a:pt x="110" y="139"/>
                  </a:cubicBezTo>
                  <a:cubicBezTo>
                    <a:pt x="110" y="139"/>
                    <a:pt x="110" y="139"/>
                    <a:pt x="110" y="139"/>
                  </a:cubicBezTo>
                  <a:close/>
                  <a:moveTo>
                    <a:pt x="114" y="124"/>
                  </a:moveTo>
                  <a:cubicBezTo>
                    <a:pt x="114" y="124"/>
                    <a:pt x="114" y="124"/>
                    <a:pt x="114" y="124"/>
                  </a:cubicBezTo>
                  <a:cubicBezTo>
                    <a:pt x="114" y="124"/>
                    <a:pt x="114" y="124"/>
                    <a:pt x="114" y="124"/>
                  </a:cubicBezTo>
                  <a:cubicBezTo>
                    <a:pt x="114" y="124"/>
                    <a:pt x="114" y="124"/>
                    <a:pt x="114" y="124"/>
                  </a:cubicBezTo>
                  <a:close/>
                  <a:moveTo>
                    <a:pt x="114" y="118"/>
                  </a:moveTo>
                  <a:cubicBezTo>
                    <a:pt x="114" y="114"/>
                    <a:pt x="114" y="114"/>
                    <a:pt x="114" y="114"/>
                  </a:cubicBezTo>
                  <a:cubicBezTo>
                    <a:pt x="114" y="113"/>
                    <a:pt x="115" y="113"/>
                    <a:pt x="115" y="113"/>
                  </a:cubicBezTo>
                  <a:cubicBezTo>
                    <a:pt x="114" y="115"/>
                    <a:pt x="114" y="116"/>
                    <a:pt x="114" y="118"/>
                  </a:cubicBezTo>
                  <a:close/>
                  <a:moveTo>
                    <a:pt x="113" y="124"/>
                  </a:moveTo>
                  <a:cubicBezTo>
                    <a:pt x="113" y="124"/>
                    <a:pt x="113" y="124"/>
                    <a:pt x="113" y="124"/>
                  </a:cubicBezTo>
                  <a:cubicBezTo>
                    <a:pt x="113" y="124"/>
                    <a:pt x="113" y="124"/>
                    <a:pt x="113" y="124"/>
                  </a:cubicBezTo>
                  <a:cubicBezTo>
                    <a:pt x="113" y="124"/>
                    <a:pt x="113" y="124"/>
                    <a:pt x="113" y="124"/>
                  </a:cubicBezTo>
                  <a:cubicBezTo>
                    <a:pt x="113" y="114"/>
                    <a:pt x="113" y="114"/>
                    <a:pt x="113" y="114"/>
                  </a:cubicBezTo>
                  <a:cubicBezTo>
                    <a:pt x="113" y="114"/>
                    <a:pt x="114" y="114"/>
                    <a:pt x="114" y="114"/>
                  </a:cubicBezTo>
                  <a:cubicBezTo>
                    <a:pt x="114" y="118"/>
                    <a:pt x="113" y="121"/>
                    <a:pt x="113" y="124"/>
                  </a:cubicBezTo>
                  <a:close/>
                  <a:moveTo>
                    <a:pt x="117" y="124"/>
                  </a:moveTo>
                  <a:cubicBezTo>
                    <a:pt x="117" y="125"/>
                    <a:pt x="117" y="125"/>
                    <a:pt x="117" y="124"/>
                  </a:cubicBezTo>
                  <a:cubicBezTo>
                    <a:pt x="118" y="124"/>
                    <a:pt x="118" y="124"/>
                    <a:pt x="118" y="124"/>
                  </a:cubicBezTo>
                  <a:cubicBezTo>
                    <a:pt x="118" y="124"/>
                    <a:pt x="118" y="124"/>
                    <a:pt x="118" y="124"/>
                  </a:cubicBezTo>
                  <a:cubicBezTo>
                    <a:pt x="118" y="124"/>
                    <a:pt x="118" y="124"/>
                    <a:pt x="118" y="124"/>
                  </a:cubicBezTo>
                  <a:cubicBezTo>
                    <a:pt x="119" y="124"/>
                    <a:pt x="119" y="124"/>
                    <a:pt x="119" y="123"/>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8" y="124"/>
                    <a:pt x="118" y="124"/>
                    <a:pt x="118" y="124"/>
                  </a:cubicBezTo>
                  <a:cubicBezTo>
                    <a:pt x="118" y="124"/>
                    <a:pt x="118" y="124"/>
                    <a:pt x="118" y="124"/>
                  </a:cubicBezTo>
                  <a:cubicBezTo>
                    <a:pt x="118" y="126"/>
                    <a:pt x="118" y="128"/>
                    <a:pt x="118" y="130"/>
                  </a:cubicBezTo>
                  <a:cubicBezTo>
                    <a:pt x="116" y="129"/>
                    <a:pt x="114" y="128"/>
                    <a:pt x="112" y="130"/>
                  </a:cubicBezTo>
                  <a:cubicBezTo>
                    <a:pt x="113" y="129"/>
                    <a:pt x="113" y="126"/>
                    <a:pt x="112" y="124"/>
                  </a:cubicBezTo>
                  <a:cubicBezTo>
                    <a:pt x="113" y="125"/>
                    <a:pt x="115" y="125"/>
                    <a:pt x="117" y="124"/>
                  </a:cubicBezTo>
                  <a:close/>
                  <a:moveTo>
                    <a:pt x="115" y="124"/>
                  </a:moveTo>
                  <a:cubicBezTo>
                    <a:pt x="115" y="124"/>
                    <a:pt x="115" y="124"/>
                    <a:pt x="115" y="124"/>
                  </a:cubicBezTo>
                  <a:cubicBezTo>
                    <a:pt x="115" y="124"/>
                    <a:pt x="115" y="124"/>
                    <a:pt x="115" y="124"/>
                  </a:cubicBezTo>
                  <a:cubicBezTo>
                    <a:pt x="115" y="124"/>
                    <a:pt x="115" y="124"/>
                    <a:pt x="115" y="124"/>
                  </a:cubicBezTo>
                  <a:close/>
                  <a:moveTo>
                    <a:pt x="116" y="124"/>
                  </a:moveTo>
                  <a:cubicBezTo>
                    <a:pt x="116" y="124"/>
                    <a:pt x="117" y="124"/>
                    <a:pt x="117" y="124"/>
                  </a:cubicBezTo>
                  <a:cubicBezTo>
                    <a:pt x="117" y="124"/>
                    <a:pt x="117" y="124"/>
                    <a:pt x="117" y="124"/>
                  </a:cubicBezTo>
                  <a:cubicBezTo>
                    <a:pt x="117" y="124"/>
                    <a:pt x="116" y="124"/>
                    <a:pt x="116" y="124"/>
                  </a:cubicBezTo>
                  <a:close/>
                  <a:moveTo>
                    <a:pt x="117" y="124"/>
                  </a:moveTo>
                  <a:cubicBezTo>
                    <a:pt x="117" y="124"/>
                    <a:pt x="117" y="124"/>
                    <a:pt x="117" y="124"/>
                  </a:cubicBezTo>
                  <a:cubicBezTo>
                    <a:pt x="117" y="124"/>
                    <a:pt x="117" y="124"/>
                    <a:pt x="117" y="124"/>
                  </a:cubicBezTo>
                  <a:cubicBezTo>
                    <a:pt x="117" y="124"/>
                    <a:pt x="117" y="124"/>
                    <a:pt x="117" y="124"/>
                  </a:cubicBezTo>
                  <a:close/>
                  <a:moveTo>
                    <a:pt x="118" y="123"/>
                  </a:moveTo>
                  <a:cubicBezTo>
                    <a:pt x="118" y="123"/>
                    <a:pt x="118" y="123"/>
                    <a:pt x="118" y="123"/>
                  </a:cubicBezTo>
                  <a:cubicBezTo>
                    <a:pt x="118" y="123"/>
                    <a:pt x="118" y="123"/>
                    <a:pt x="119" y="123"/>
                  </a:cubicBezTo>
                  <a:cubicBezTo>
                    <a:pt x="118" y="123"/>
                    <a:pt x="118" y="123"/>
                    <a:pt x="118" y="123"/>
                  </a:cubicBezTo>
                  <a:close/>
                  <a:moveTo>
                    <a:pt x="120" y="122"/>
                  </a:moveTo>
                  <a:cubicBezTo>
                    <a:pt x="120" y="122"/>
                    <a:pt x="120" y="122"/>
                    <a:pt x="120" y="123"/>
                  </a:cubicBezTo>
                  <a:cubicBezTo>
                    <a:pt x="119" y="123"/>
                    <a:pt x="119" y="123"/>
                    <a:pt x="119" y="123"/>
                  </a:cubicBezTo>
                  <a:cubicBezTo>
                    <a:pt x="119" y="121"/>
                    <a:pt x="119" y="121"/>
                    <a:pt x="119" y="121"/>
                  </a:cubicBezTo>
                  <a:cubicBezTo>
                    <a:pt x="119" y="122"/>
                    <a:pt x="120" y="122"/>
                    <a:pt x="120" y="122"/>
                  </a:cubicBezTo>
                  <a:close/>
                  <a:moveTo>
                    <a:pt x="119" y="116"/>
                  </a:moveTo>
                  <a:cubicBezTo>
                    <a:pt x="120" y="116"/>
                    <a:pt x="120" y="116"/>
                    <a:pt x="120" y="116"/>
                  </a:cubicBezTo>
                  <a:cubicBezTo>
                    <a:pt x="120" y="117"/>
                    <a:pt x="121" y="119"/>
                    <a:pt x="120" y="120"/>
                  </a:cubicBezTo>
                  <a:cubicBezTo>
                    <a:pt x="120" y="119"/>
                    <a:pt x="120" y="117"/>
                    <a:pt x="119" y="116"/>
                  </a:cubicBezTo>
                  <a:close/>
                  <a:moveTo>
                    <a:pt x="120" y="123"/>
                  </a:moveTo>
                  <a:cubicBezTo>
                    <a:pt x="120" y="123"/>
                    <a:pt x="120" y="123"/>
                    <a:pt x="121" y="123"/>
                  </a:cubicBezTo>
                  <a:cubicBezTo>
                    <a:pt x="121" y="125"/>
                    <a:pt x="120" y="128"/>
                    <a:pt x="119" y="131"/>
                  </a:cubicBezTo>
                  <a:cubicBezTo>
                    <a:pt x="119" y="131"/>
                    <a:pt x="119" y="130"/>
                    <a:pt x="119" y="130"/>
                  </a:cubicBezTo>
                  <a:cubicBezTo>
                    <a:pt x="119" y="130"/>
                    <a:pt x="119" y="130"/>
                    <a:pt x="119" y="130"/>
                  </a:cubicBezTo>
                  <a:cubicBezTo>
                    <a:pt x="119" y="126"/>
                    <a:pt x="119" y="126"/>
                    <a:pt x="119" y="126"/>
                  </a:cubicBezTo>
                  <a:cubicBezTo>
                    <a:pt x="120" y="125"/>
                    <a:pt x="120" y="124"/>
                    <a:pt x="120" y="123"/>
                  </a:cubicBezTo>
                  <a:close/>
                  <a:moveTo>
                    <a:pt x="122" y="131"/>
                  </a:moveTo>
                  <a:cubicBezTo>
                    <a:pt x="122" y="122"/>
                    <a:pt x="122" y="122"/>
                    <a:pt x="122" y="122"/>
                  </a:cubicBezTo>
                  <a:cubicBezTo>
                    <a:pt x="122" y="122"/>
                    <a:pt x="122" y="122"/>
                    <a:pt x="123" y="122"/>
                  </a:cubicBezTo>
                  <a:cubicBezTo>
                    <a:pt x="123" y="125"/>
                    <a:pt x="122" y="128"/>
                    <a:pt x="122" y="133"/>
                  </a:cubicBezTo>
                  <a:cubicBezTo>
                    <a:pt x="123" y="133"/>
                    <a:pt x="123" y="133"/>
                    <a:pt x="123" y="133"/>
                  </a:cubicBezTo>
                  <a:cubicBezTo>
                    <a:pt x="123" y="133"/>
                    <a:pt x="123" y="133"/>
                    <a:pt x="123" y="133"/>
                  </a:cubicBezTo>
                  <a:cubicBezTo>
                    <a:pt x="122" y="133"/>
                    <a:pt x="121" y="132"/>
                    <a:pt x="120" y="132"/>
                  </a:cubicBezTo>
                  <a:cubicBezTo>
                    <a:pt x="120" y="132"/>
                    <a:pt x="120" y="132"/>
                    <a:pt x="120" y="132"/>
                  </a:cubicBezTo>
                  <a:cubicBezTo>
                    <a:pt x="120" y="132"/>
                    <a:pt x="120" y="132"/>
                    <a:pt x="120" y="132"/>
                  </a:cubicBezTo>
                  <a:cubicBezTo>
                    <a:pt x="121" y="133"/>
                    <a:pt x="122" y="133"/>
                    <a:pt x="122" y="131"/>
                  </a:cubicBezTo>
                  <a:close/>
                  <a:moveTo>
                    <a:pt x="122" y="122"/>
                  </a:moveTo>
                  <a:cubicBezTo>
                    <a:pt x="122" y="122"/>
                    <a:pt x="122" y="122"/>
                    <a:pt x="122" y="122"/>
                  </a:cubicBezTo>
                  <a:cubicBezTo>
                    <a:pt x="122" y="122"/>
                    <a:pt x="122" y="122"/>
                    <a:pt x="122" y="122"/>
                  </a:cubicBezTo>
                  <a:cubicBezTo>
                    <a:pt x="122" y="122"/>
                    <a:pt x="122" y="122"/>
                    <a:pt x="122" y="122"/>
                  </a:cubicBezTo>
                  <a:close/>
                  <a:moveTo>
                    <a:pt x="119" y="138"/>
                  </a:moveTo>
                  <a:cubicBezTo>
                    <a:pt x="119" y="133"/>
                    <a:pt x="119" y="133"/>
                    <a:pt x="119" y="133"/>
                  </a:cubicBezTo>
                  <a:cubicBezTo>
                    <a:pt x="119" y="132"/>
                    <a:pt x="119" y="132"/>
                    <a:pt x="119" y="132"/>
                  </a:cubicBezTo>
                  <a:cubicBezTo>
                    <a:pt x="119" y="132"/>
                    <a:pt x="119" y="132"/>
                    <a:pt x="120" y="133"/>
                  </a:cubicBezTo>
                  <a:cubicBezTo>
                    <a:pt x="121" y="135"/>
                    <a:pt x="121" y="137"/>
                    <a:pt x="118" y="140"/>
                  </a:cubicBezTo>
                  <a:cubicBezTo>
                    <a:pt x="118" y="140"/>
                    <a:pt x="118" y="140"/>
                    <a:pt x="118" y="140"/>
                  </a:cubicBezTo>
                  <a:cubicBezTo>
                    <a:pt x="118" y="140"/>
                    <a:pt x="118" y="140"/>
                    <a:pt x="118" y="140"/>
                  </a:cubicBezTo>
                  <a:cubicBezTo>
                    <a:pt x="118" y="133"/>
                    <a:pt x="118" y="133"/>
                    <a:pt x="118" y="133"/>
                  </a:cubicBezTo>
                  <a:cubicBezTo>
                    <a:pt x="118" y="131"/>
                    <a:pt x="118" y="131"/>
                    <a:pt x="118" y="131"/>
                  </a:cubicBezTo>
                  <a:cubicBezTo>
                    <a:pt x="119" y="131"/>
                    <a:pt x="119" y="132"/>
                    <a:pt x="119" y="132"/>
                  </a:cubicBezTo>
                  <a:cubicBezTo>
                    <a:pt x="119" y="132"/>
                    <a:pt x="118" y="132"/>
                    <a:pt x="118" y="133"/>
                  </a:cubicBezTo>
                  <a:cubicBezTo>
                    <a:pt x="118" y="135"/>
                    <a:pt x="119" y="136"/>
                    <a:pt x="119" y="138"/>
                  </a:cubicBezTo>
                  <a:close/>
                  <a:moveTo>
                    <a:pt x="119" y="123"/>
                  </a:moveTo>
                  <a:cubicBezTo>
                    <a:pt x="119" y="123"/>
                    <a:pt x="119" y="123"/>
                    <a:pt x="119" y="123"/>
                  </a:cubicBezTo>
                  <a:cubicBezTo>
                    <a:pt x="119" y="123"/>
                    <a:pt x="119" y="123"/>
                    <a:pt x="119" y="123"/>
                  </a:cubicBezTo>
                  <a:close/>
                  <a:moveTo>
                    <a:pt x="114" y="131"/>
                  </a:moveTo>
                  <a:cubicBezTo>
                    <a:pt x="114" y="130"/>
                    <a:pt x="114" y="130"/>
                    <a:pt x="114" y="130"/>
                  </a:cubicBezTo>
                  <a:cubicBezTo>
                    <a:pt x="114" y="130"/>
                    <a:pt x="115" y="130"/>
                    <a:pt x="116" y="130"/>
                  </a:cubicBezTo>
                  <a:cubicBezTo>
                    <a:pt x="115" y="130"/>
                    <a:pt x="115" y="130"/>
                    <a:pt x="115" y="131"/>
                  </a:cubicBezTo>
                  <a:cubicBezTo>
                    <a:pt x="115" y="130"/>
                    <a:pt x="114" y="130"/>
                    <a:pt x="114" y="131"/>
                  </a:cubicBezTo>
                  <a:close/>
                  <a:moveTo>
                    <a:pt x="115" y="136"/>
                  </a:moveTo>
                  <a:cubicBezTo>
                    <a:pt x="115" y="141"/>
                    <a:pt x="115" y="141"/>
                    <a:pt x="115" y="141"/>
                  </a:cubicBezTo>
                  <a:cubicBezTo>
                    <a:pt x="115" y="141"/>
                    <a:pt x="115" y="141"/>
                    <a:pt x="115" y="141"/>
                  </a:cubicBezTo>
                  <a:cubicBezTo>
                    <a:pt x="114" y="139"/>
                    <a:pt x="115" y="138"/>
                    <a:pt x="115" y="136"/>
                  </a:cubicBezTo>
                  <a:close/>
                  <a:moveTo>
                    <a:pt x="114" y="141"/>
                  </a:moveTo>
                  <a:cubicBezTo>
                    <a:pt x="114" y="141"/>
                    <a:pt x="114" y="141"/>
                    <a:pt x="114" y="141"/>
                  </a:cubicBezTo>
                  <a:cubicBezTo>
                    <a:pt x="114" y="141"/>
                    <a:pt x="114" y="141"/>
                    <a:pt x="114" y="141"/>
                  </a:cubicBezTo>
                  <a:cubicBezTo>
                    <a:pt x="114" y="141"/>
                    <a:pt x="114" y="141"/>
                    <a:pt x="114" y="141"/>
                  </a:cubicBezTo>
                  <a:close/>
                  <a:moveTo>
                    <a:pt x="117" y="131"/>
                  </a:moveTo>
                  <a:cubicBezTo>
                    <a:pt x="117" y="130"/>
                    <a:pt x="116" y="130"/>
                    <a:pt x="116" y="130"/>
                  </a:cubicBezTo>
                  <a:cubicBezTo>
                    <a:pt x="116" y="130"/>
                    <a:pt x="116" y="130"/>
                    <a:pt x="117" y="130"/>
                  </a:cubicBezTo>
                  <a:cubicBezTo>
                    <a:pt x="117" y="130"/>
                    <a:pt x="117" y="130"/>
                    <a:pt x="117" y="131"/>
                  </a:cubicBezTo>
                  <a:cubicBezTo>
                    <a:pt x="117" y="141"/>
                    <a:pt x="117" y="141"/>
                    <a:pt x="117" y="141"/>
                  </a:cubicBezTo>
                  <a:cubicBezTo>
                    <a:pt x="117" y="137"/>
                    <a:pt x="117" y="134"/>
                    <a:pt x="117" y="131"/>
                  </a:cubicBezTo>
                  <a:cubicBezTo>
                    <a:pt x="117" y="131"/>
                    <a:pt x="117" y="131"/>
                    <a:pt x="117" y="130"/>
                  </a:cubicBezTo>
                  <a:cubicBezTo>
                    <a:pt x="118" y="131"/>
                    <a:pt x="118" y="131"/>
                    <a:pt x="118" y="131"/>
                  </a:cubicBezTo>
                  <a:cubicBezTo>
                    <a:pt x="117" y="131"/>
                    <a:pt x="117" y="131"/>
                    <a:pt x="117" y="131"/>
                  </a:cubicBezTo>
                  <a:cubicBezTo>
                    <a:pt x="117" y="131"/>
                    <a:pt x="117" y="131"/>
                    <a:pt x="117" y="131"/>
                  </a:cubicBezTo>
                  <a:cubicBezTo>
                    <a:pt x="117" y="140"/>
                    <a:pt x="117" y="140"/>
                    <a:pt x="117" y="140"/>
                  </a:cubicBezTo>
                  <a:cubicBezTo>
                    <a:pt x="117" y="140"/>
                    <a:pt x="118" y="140"/>
                    <a:pt x="118" y="140"/>
                  </a:cubicBezTo>
                  <a:cubicBezTo>
                    <a:pt x="117" y="141"/>
                    <a:pt x="116" y="141"/>
                    <a:pt x="115" y="141"/>
                  </a:cubicBezTo>
                  <a:cubicBezTo>
                    <a:pt x="116" y="137"/>
                    <a:pt x="117" y="134"/>
                    <a:pt x="117" y="131"/>
                  </a:cubicBezTo>
                  <a:close/>
                  <a:moveTo>
                    <a:pt x="113" y="141"/>
                  </a:moveTo>
                  <a:cubicBezTo>
                    <a:pt x="113" y="141"/>
                    <a:pt x="113" y="141"/>
                    <a:pt x="113" y="141"/>
                  </a:cubicBezTo>
                  <a:cubicBezTo>
                    <a:pt x="113" y="141"/>
                    <a:pt x="113" y="141"/>
                    <a:pt x="113" y="141"/>
                  </a:cubicBezTo>
                  <a:cubicBezTo>
                    <a:pt x="113" y="141"/>
                    <a:pt x="113" y="141"/>
                    <a:pt x="113" y="141"/>
                  </a:cubicBezTo>
                  <a:cubicBezTo>
                    <a:pt x="113" y="141"/>
                    <a:pt x="113" y="141"/>
                    <a:pt x="113" y="141"/>
                  </a:cubicBezTo>
                  <a:close/>
                  <a:moveTo>
                    <a:pt x="113" y="131"/>
                  </a:moveTo>
                  <a:cubicBezTo>
                    <a:pt x="113" y="131"/>
                    <a:pt x="113" y="131"/>
                    <a:pt x="113" y="131"/>
                  </a:cubicBezTo>
                  <a:cubicBezTo>
                    <a:pt x="113" y="131"/>
                    <a:pt x="113" y="131"/>
                    <a:pt x="113" y="131"/>
                  </a:cubicBezTo>
                  <a:cubicBezTo>
                    <a:pt x="113" y="131"/>
                    <a:pt x="113" y="130"/>
                    <a:pt x="113" y="130"/>
                  </a:cubicBezTo>
                  <a:cubicBezTo>
                    <a:pt x="113" y="130"/>
                    <a:pt x="113" y="131"/>
                    <a:pt x="113" y="131"/>
                  </a:cubicBezTo>
                  <a:close/>
                  <a:moveTo>
                    <a:pt x="112" y="141"/>
                  </a:moveTo>
                  <a:cubicBezTo>
                    <a:pt x="112" y="141"/>
                    <a:pt x="112" y="140"/>
                    <a:pt x="112" y="140"/>
                  </a:cubicBezTo>
                  <a:cubicBezTo>
                    <a:pt x="112" y="140"/>
                    <a:pt x="112" y="140"/>
                    <a:pt x="112" y="140"/>
                  </a:cubicBezTo>
                  <a:cubicBezTo>
                    <a:pt x="112" y="141"/>
                    <a:pt x="112" y="141"/>
                    <a:pt x="112" y="141"/>
                  </a:cubicBezTo>
                  <a:cubicBezTo>
                    <a:pt x="112" y="141"/>
                    <a:pt x="112" y="141"/>
                    <a:pt x="112" y="141"/>
                  </a:cubicBezTo>
                  <a:close/>
                  <a:moveTo>
                    <a:pt x="112" y="124"/>
                  </a:moveTo>
                  <a:cubicBezTo>
                    <a:pt x="112" y="123"/>
                    <a:pt x="112" y="123"/>
                    <a:pt x="112" y="123"/>
                  </a:cubicBezTo>
                  <a:cubicBezTo>
                    <a:pt x="112" y="123"/>
                    <a:pt x="112" y="123"/>
                    <a:pt x="112" y="123"/>
                  </a:cubicBezTo>
                  <a:cubicBezTo>
                    <a:pt x="112" y="119"/>
                    <a:pt x="113" y="117"/>
                    <a:pt x="113" y="114"/>
                  </a:cubicBezTo>
                  <a:cubicBezTo>
                    <a:pt x="113" y="114"/>
                    <a:pt x="113" y="114"/>
                    <a:pt x="113" y="114"/>
                  </a:cubicBezTo>
                  <a:cubicBezTo>
                    <a:pt x="113" y="117"/>
                    <a:pt x="112" y="120"/>
                    <a:pt x="112" y="124"/>
                  </a:cubicBezTo>
                  <a:close/>
                  <a:moveTo>
                    <a:pt x="124" y="122"/>
                  </a:moveTo>
                  <a:cubicBezTo>
                    <a:pt x="123" y="123"/>
                    <a:pt x="123" y="125"/>
                    <a:pt x="123" y="126"/>
                  </a:cubicBezTo>
                  <a:cubicBezTo>
                    <a:pt x="123" y="122"/>
                    <a:pt x="123" y="122"/>
                    <a:pt x="123" y="122"/>
                  </a:cubicBezTo>
                  <a:cubicBezTo>
                    <a:pt x="123" y="122"/>
                    <a:pt x="124" y="122"/>
                    <a:pt x="124" y="122"/>
                  </a:cubicBezTo>
                  <a:close/>
                  <a:moveTo>
                    <a:pt x="125" y="133"/>
                  </a:moveTo>
                  <a:cubicBezTo>
                    <a:pt x="125" y="133"/>
                    <a:pt x="124" y="133"/>
                    <a:pt x="124" y="133"/>
                  </a:cubicBezTo>
                  <a:cubicBezTo>
                    <a:pt x="124" y="133"/>
                    <a:pt x="124" y="133"/>
                    <a:pt x="124" y="133"/>
                  </a:cubicBezTo>
                  <a:lnTo>
                    <a:pt x="125" y="133"/>
                  </a:lnTo>
                  <a:close/>
                  <a:moveTo>
                    <a:pt x="127" y="132"/>
                  </a:moveTo>
                  <a:cubicBezTo>
                    <a:pt x="127" y="132"/>
                    <a:pt x="127" y="132"/>
                    <a:pt x="127" y="132"/>
                  </a:cubicBezTo>
                  <a:cubicBezTo>
                    <a:pt x="127" y="131"/>
                    <a:pt x="127" y="131"/>
                    <a:pt x="127" y="131"/>
                  </a:cubicBezTo>
                  <a:cubicBezTo>
                    <a:pt x="127" y="132"/>
                    <a:pt x="127" y="132"/>
                    <a:pt x="127" y="132"/>
                  </a:cubicBezTo>
                  <a:close/>
                  <a:moveTo>
                    <a:pt x="127" y="123"/>
                  </a:moveTo>
                  <a:cubicBezTo>
                    <a:pt x="127" y="122"/>
                    <a:pt x="127" y="122"/>
                    <a:pt x="127" y="122"/>
                  </a:cubicBezTo>
                  <a:cubicBezTo>
                    <a:pt x="127" y="122"/>
                    <a:pt x="127" y="122"/>
                    <a:pt x="127" y="122"/>
                  </a:cubicBezTo>
                  <a:cubicBezTo>
                    <a:pt x="127" y="123"/>
                    <a:pt x="127" y="123"/>
                    <a:pt x="127" y="123"/>
                  </a:cubicBezTo>
                  <a:close/>
                  <a:moveTo>
                    <a:pt x="129" y="131"/>
                  </a:moveTo>
                  <a:cubicBezTo>
                    <a:pt x="129" y="131"/>
                    <a:pt x="129" y="131"/>
                    <a:pt x="129" y="131"/>
                  </a:cubicBezTo>
                  <a:cubicBezTo>
                    <a:pt x="129" y="131"/>
                    <a:pt x="129" y="131"/>
                    <a:pt x="129" y="131"/>
                  </a:cubicBezTo>
                  <a:cubicBezTo>
                    <a:pt x="129" y="131"/>
                    <a:pt x="129" y="131"/>
                    <a:pt x="129" y="131"/>
                  </a:cubicBezTo>
                  <a:close/>
                  <a:moveTo>
                    <a:pt x="129" y="129"/>
                  </a:moveTo>
                  <a:cubicBezTo>
                    <a:pt x="129" y="128"/>
                    <a:pt x="129" y="126"/>
                    <a:pt x="129" y="125"/>
                  </a:cubicBezTo>
                  <a:cubicBezTo>
                    <a:pt x="129" y="125"/>
                    <a:pt x="129" y="125"/>
                    <a:pt x="129" y="125"/>
                  </a:cubicBezTo>
                  <a:cubicBezTo>
                    <a:pt x="129" y="126"/>
                    <a:pt x="130" y="128"/>
                    <a:pt x="129" y="129"/>
                  </a:cubicBezTo>
                  <a:close/>
                  <a:moveTo>
                    <a:pt x="129" y="123"/>
                  </a:moveTo>
                  <a:cubicBezTo>
                    <a:pt x="129" y="123"/>
                    <a:pt x="129" y="123"/>
                    <a:pt x="129" y="123"/>
                  </a:cubicBezTo>
                  <a:cubicBezTo>
                    <a:pt x="129" y="122"/>
                    <a:pt x="128" y="122"/>
                    <a:pt x="128" y="122"/>
                  </a:cubicBezTo>
                  <a:cubicBezTo>
                    <a:pt x="128" y="122"/>
                    <a:pt x="128" y="122"/>
                    <a:pt x="127" y="122"/>
                  </a:cubicBezTo>
                  <a:cubicBezTo>
                    <a:pt x="127" y="122"/>
                    <a:pt x="127" y="122"/>
                    <a:pt x="127" y="122"/>
                  </a:cubicBezTo>
                  <a:cubicBezTo>
                    <a:pt x="127" y="122"/>
                    <a:pt x="127" y="122"/>
                    <a:pt x="127" y="122"/>
                  </a:cubicBezTo>
                  <a:cubicBezTo>
                    <a:pt x="127" y="122"/>
                    <a:pt x="127" y="122"/>
                    <a:pt x="127" y="122"/>
                  </a:cubicBezTo>
                  <a:cubicBezTo>
                    <a:pt x="125" y="122"/>
                    <a:pt x="125" y="122"/>
                    <a:pt x="125" y="122"/>
                  </a:cubicBezTo>
                  <a:cubicBezTo>
                    <a:pt x="124" y="121"/>
                    <a:pt x="124" y="121"/>
                    <a:pt x="123" y="122"/>
                  </a:cubicBezTo>
                  <a:cubicBezTo>
                    <a:pt x="123" y="122"/>
                    <a:pt x="123" y="122"/>
                    <a:pt x="123" y="122"/>
                  </a:cubicBezTo>
                  <a:cubicBezTo>
                    <a:pt x="123" y="122"/>
                    <a:pt x="123" y="122"/>
                    <a:pt x="123" y="122"/>
                  </a:cubicBezTo>
                  <a:cubicBezTo>
                    <a:pt x="122" y="122"/>
                    <a:pt x="122" y="122"/>
                    <a:pt x="122" y="122"/>
                  </a:cubicBezTo>
                  <a:cubicBezTo>
                    <a:pt x="122" y="122"/>
                    <a:pt x="122" y="122"/>
                    <a:pt x="122" y="122"/>
                  </a:cubicBezTo>
                  <a:cubicBezTo>
                    <a:pt x="122" y="122"/>
                    <a:pt x="122" y="122"/>
                    <a:pt x="122" y="122"/>
                  </a:cubicBezTo>
                  <a:cubicBezTo>
                    <a:pt x="122" y="122"/>
                    <a:pt x="122" y="122"/>
                    <a:pt x="122" y="122"/>
                  </a:cubicBezTo>
                  <a:cubicBezTo>
                    <a:pt x="121" y="122"/>
                    <a:pt x="121" y="122"/>
                    <a:pt x="121" y="122"/>
                  </a:cubicBezTo>
                  <a:cubicBezTo>
                    <a:pt x="121" y="122"/>
                    <a:pt x="120" y="123"/>
                    <a:pt x="120" y="123"/>
                  </a:cubicBezTo>
                  <a:cubicBezTo>
                    <a:pt x="120" y="123"/>
                    <a:pt x="120" y="123"/>
                    <a:pt x="120" y="123"/>
                  </a:cubicBezTo>
                  <a:cubicBezTo>
                    <a:pt x="120" y="123"/>
                    <a:pt x="120" y="123"/>
                    <a:pt x="120" y="123"/>
                  </a:cubicBezTo>
                  <a:cubicBezTo>
                    <a:pt x="120" y="122"/>
                    <a:pt x="120" y="122"/>
                    <a:pt x="120" y="122"/>
                  </a:cubicBezTo>
                  <a:cubicBezTo>
                    <a:pt x="120" y="122"/>
                    <a:pt x="120" y="122"/>
                    <a:pt x="120" y="121"/>
                  </a:cubicBezTo>
                  <a:cubicBezTo>
                    <a:pt x="120" y="121"/>
                    <a:pt x="120" y="121"/>
                    <a:pt x="120" y="121"/>
                  </a:cubicBezTo>
                  <a:cubicBezTo>
                    <a:pt x="122" y="119"/>
                    <a:pt x="122" y="117"/>
                    <a:pt x="121" y="115"/>
                  </a:cubicBezTo>
                  <a:cubicBezTo>
                    <a:pt x="120" y="114"/>
                    <a:pt x="120" y="114"/>
                    <a:pt x="119" y="114"/>
                  </a:cubicBezTo>
                  <a:cubicBezTo>
                    <a:pt x="119" y="113"/>
                    <a:pt x="119" y="113"/>
                    <a:pt x="119" y="113"/>
                  </a:cubicBezTo>
                  <a:cubicBezTo>
                    <a:pt x="119" y="113"/>
                    <a:pt x="119" y="113"/>
                    <a:pt x="119" y="113"/>
                  </a:cubicBezTo>
                  <a:cubicBezTo>
                    <a:pt x="119" y="113"/>
                    <a:pt x="118" y="113"/>
                    <a:pt x="118" y="113"/>
                  </a:cubicBezTo>
                  <a:cubicBezTo>
                    <a:pt x="118" y="113"/>
                    <a:pt x="118" y="113"/>
                    <a:pt x="118" y="113"/>
                  </a:cubicBezTo>
                  <a:cubicBezTo>
                    <a:pt x="118" y="113"/>
                    <a:pt x="118" y="113"/>
                    <a:pt x="117" y="113"/>
                  </a:cubicBezTo>
                  <a:cubicBezTo>
                    <a:pt x="117" y="112"/>
                    <a:pt x="117" y="112"/>
                    <a:pt x="117" y="112"/>
                  </a:cubicBezTo>
                  <a:cubicBezTo>
                    <a:pt x="117" y="112"/>
                    <a:pt x="117" y="112"/>
                    <a:pt x="117" y="112"/>
                  </a:cubicBezTo>
                  <a:cubicBezTo>
                    <a:pt x="117" y="112"/>
                    <a:pt x="117" y="112"/>
                    <a:pt x="117" y="112"/>
                  </a:cubicBezTo>
                  <a:cubicBezTo>
                    <a:pt x="114" y="112"/>
                    <a:pt x="112" y="113"/>
                    <a:pt x="109" y="115"/>
                  </a:cubicBezTo>
                  <a:cubicBezTo>
                    <a:pt x="109" y="115"/>
                    <a:pt x="110" y="115"/>
                    <a:pt x="110" y="115"/>
                  </a:cubicBezTo>
                  <a:cubicBezTo>
                    <a:pt x="110" y="116"/>
                    <a:pt x="110" y="116"/>
                    <a:pt x="110" y="116"/>
                  </a:cubicBezTo>
                  <a:cubicBezTo>
                    <a:pt x="110" y="116"/>
                    <a:pt x="110" y="116"/>
                    <a:pt x="110" y="116"/>
                  </a:cubicBezTo>
                  <a:cubicBezTo>
                    <a:pt x="110" y="115"/>
                    <a:pt x="110" y="115"/>
                    <a:pt x="110" y="115"/>
                  </a:cubicBezTo>
                  <a:cubicBezTo>
                    <a:pt x="110" y="115"/>
                    <a:pt x="109" y="115"/>
                    <a:pt x="109" y="115"/>
                  </a:cubicBezTo>
                  <a:cubicBezTo>
                    <a:pt x="109" y="117"/>
                    <a:pt x="108" y="120"/>
                    <a:pt x="109" y="122"/>
                  </a:cubicBezTo>
                  <a:cubicBezTo>
                    <a:pt x="109" y="121"/>
                    <a:pt x="108" y="121"/>
                    <a:pt x="107" y="121"/>
                  </a:cubicBezTo>
                  <a:cubicBezTo>
                    <a:pt x="107" y="121"/>
                    <a:pt x="107" y="121"/>
                    <a:pt x="107" y="121"/>
                  </a:cubicBezTo>
                  <a:cubicBezTo>
                    <a:pt x="106" y="121"/>
                    <a:pt x="106" y="121"/>
                    <a:pt x="106" y="121"/>
                  </a:cubicBezTo>
                  <a:cubicBezTo>
                    <a:pt x="106" y="121"/>
                    <a:pt x="105" y="121"/>
                    <a:pt x="105" y="121"/>
                  </a:cubicBezTo>
                  <a:cubicBezTo>
                    <a:pt x="105" y="121"/>
                    <a:pt x="105" y="121"/>
                    <a:pt x="105" y="121"/>
                  </a:cubicBezTo>
                  <a:cubicBezTo>
                    <a:pt x="105" y="121"/>
                    <a:pt x="104" y="121"/>
                    <a:pt x="104" y="121"/>
                  </a:cubicBezTo>
                  <a:cubicBezTo>
                    <a:pt x="104" y="121"/>
                    <a:pt x="104" y="121"/>
                    <a:pt x="104" y="122"/>
                  </a:cubicBezTo>
                  <a:cubicBezTo>
                    <a:pt x="103" y="122"/>
                    <a:pt x="103" y="122"/>
                    <a:pt x="103" y="122"/>
                  </a:cubicBezTo>
                  <a:cubicBezTo>
                    <a:pt x="103" y="122"/>
                    <a:pt x="103" y="122"/>
                    <a:pt x="103" y="122"/>
                  </a:cubicBezTo>
                  <a:cubicBezTo>
                    <a:pt x="103" y="122"/>
                    <a:pt x="103" y="122"/>
                    <a:pt x="103" y="122"/>
                  </a:cubicBezTo>
                  <a:cubicBezTo>
                    <a:pt x="102" y="122"/>
                    <a:pt x="102" y="122"/>
                    <a:pt x="102" y="123"/>
                  </a:cubicBezTo>
                  <a:cubicBezTo>
                    <a:pt x="102" y="123"/>
                    <a:pt x="102" y="123"/>
                    <a:pt x="102" y="123"/>
                  </a:cubicBezTo>
                  <a:cubicBezTo>
                    <a:pt x="102" y="122"/>
                    <a:pt x="101" y="122"/>
                    <a:pt x="101" y="123"/>
                  </a:cubicBezTo>
                  <a:cubicBezTo>
                    <a:pt x="101" y="124"/>
                    <a:pt x="101" y="124"/>
                    <a:pt x="101" y="124"/>
                  </a:cubicBezTo>
                  <a:cubicBezTo>
                    <a:pt x="101" y="124"/>
                    <a:pt x="101" y="124"/>
                    <a:pt x="101" y="124"/>
                  </a:cubicBezTo>
                  <a:cubicBezTo>
                    <a:pt x="100" y="124"/>
                    <a:pt x="100" y="124"/>
                    <a:pt x="100" y="124"/>
                  </a:cubicBezTo>
                  <a:cubicBezTo>
                    <a:pt x="102" y="117"/>
                    <a:pt x="107" y="112"/>
                    <a:pt x="114" y="112"/>
                  </a:cubicBezTo>
                  <a:cubicBezTo>
                    <a:pt x="115" y="112"/>
                    <a:pt x="115" y="112"/>
                    <a:pt x="115" y="112"/>
                  </a:cubicBezTo>
                  <a:cubicBezTo>
                    <a:pt x="126" y="113"/>
                    <a:pt x="129" y="118"/>
                    <a:pt x="129" y="124"/>
                  </a:cubicBezTo>
                  <a:cubicBezTo>
                    <a:pt x="129" y="123"/>
                    <a:pt x="129" y="123"/>
                    <a:pt x="129" y="123"/>
                  </a:cubicBezTo>
                  <a:close/>
                </a:path>
              </a:pathLst>
            </a:custGeom>
            <a:solidFill>
              <a:sysClr val="window" lastClr="FFFFFF"/>
            </a:solidFill>
            <a:ln w="12700">
              <a:solidFill>
                <a:srgbClr val="43B02A"/>
              </a:solidFill>
            </a:ln>
          </p:spPr>
          <p:txBody>
            <a:bodyPr vert="horz" wrap="square" lIns="80666" tIns="40333" rIns="80666" bIns="4033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47" b="1" i="0" u="none" strike="noStrike" kern="0" cap="none" spc="0" normalizeH="0" baseline="0" noProof="0">
                <a:ln>
                  <a:noFill/>
                </a:ln>
                <a:solidFill>
                  <a:prstClr val="black"/>
                </a:solidFill>
                <a:effectLst/>
                <a:uLnTx/>
                <a:uFillTx/>
                <a:latin typeface="Calibri"/>
              </a:endParaRPr>
            </a:p>
          </p:txBody>
        </p:sp>
        <p:sp>
          <p:nvSpPr>
            <p:cNvPr id="104" name="Circular Arrow 73">
              <a:extLst>
                <a:ext uri="{FF2B5EF4-FFF2-40B4-BE49-F238E27FC236}">
                  <a16:creationId xmlns:a16="http://schemas.microsoft.com/office/drawing/2014/main" id="{F06DEB70-1ABC-80F5-7AC8-119A4E347B9F}"/>
                </a:ext>
              </a:extLst>
            </p:cNvPr>
            <p:cNvSpPr/>
            <p:nvPr/>
          </p:nvSpPr>
          <p:spPr bwMode="gray">
            <a:xfrm rot="16200000">
              <a:off x="2107754" y="2959525"/>
              <a:ext cx="2123789" cy="2152706"/>
            </a:xfrm>
            <a:prstGeom prst="circularArrow">
              <a:avLst>
                <a:gd name="adj1" fmla="val 7611"/>
                <a:gd name="adj2" fmla="val 767239"/>
                <a:gd name="adj3" fmla="val 20435164"/>
                <a:gd name="adj4" fmla="val 207545"/>
                <a:gd name="adj5" fmla="val 10351"/>
              </a:avLst>
            </a:prstGeom>
            <a:solidFill>
              <a:sysClr val="window" lastClr="FFFFFF">
                <a:lumMod val="8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0" cap="none" spc="0" normalizeH="0" baseline="0" noProof="0">
                <a:ln>
                  <a:noFill/>
                </a:ln>
                <a:solidFill>
                  <a:prstClr val="white"/>
                </a:solidFill>
                <a:effectLst/>
                <a:uLnTx/>
                <a:uFillTx/>
                <a:latin typeface="Calibri"/>
              </a:endParaRPr>
            </a:p>
          </p:txBody>
        </p:sp>
      </p:grpSp>
      <p:pic>
        <p:nvPicPr>
          <p:cNvPr id="109" name="Picture 60" descr="The World Bank - G20 Insights">
            <a:extLst>
              <a:ext uri="{FF2B5EF4-FFF2-40B4-BE49-F238E27FC236}">
                <a16:creationId xmlns:a16="http://schemas.microsoft.com/office/drawing/2014/main" id="{F31133E2-05C4-FBD0-F2EB-8531D6E2C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7557" y="3757414"/>
            <a:ext cx="622846" cy="348794"/>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62" descr="Power Cell - About | Facebook">
            <a:extLst>
              <a:ext uri="{FF2B5EF4-FFF2-40B4-BE49-F238E27FC236}">
                <a16:creationId xmlns:a16="http://schemas.microsoft.com/office/drawing/2014/main" id="{E97C0D9C-149E-47EA-EDDA-14D0E2DEC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4681" y="3743119"/>
            <a:ext cx="324340" cy="32434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67" descr="Jharkhand State Electricity Board.">
            <a:extLst>
              <a:ext uri="{FF2B5EF4-FFF2-40B4-BE49-F238E27FC236}">
                <a16:creationId xmlns:a16="http://schemas.microsoft.com/office/drawing/2014/main" id="{9EC983AB-C0B9-0535-3CD2-493724F1A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6840" y="1094944"/>
            <a:ext cx="357237" cy="357237"/>
          </a:xfrm>
          <a:prstGeom prst="rect">
            <a:avLst/>
          </a:prstGeom>
          <a:noFill/>
          <a:extLst>
            <a:ext uri="{909E8E84-426E-40DD-AFC4-6F175D3DCCD1}">
              <a14:hiddenFill xmlns:a14="http://schemas.microsoft.com/office/drawing/2010/main">
                <a:solidFill>
                  <a:srgbClr val="FFFFFF"/>
                </a:solidFill>
              </a14:hiddenFill>
            </a:ext>
          </a:extLst>
        </p:spPr>
      </p:pic>
      <p:sp>
        <p:nvSpPr>
          <p:cNvPr id="112" name="Half Frame 111">
            <a:extLst>
              <a:ext uri="{FF2B5EF4-FFF2-40B4-BE49-F238E27FC236}">
                <a16:creationId xmlns:a16="http://schemas.microsoft.com/office/drawing/2014/main" id="{96B1283B-BAD0-6A62-DCE5-4496295D0F6F}"/>
              </a:ext>
            </a:extLst>
          </p:cNvPr>
          <p:cNvSpPr/>
          <p:nvPr/>
        </p:nvSpPr>
        <p:spPr bwMode="gray">
          <a:xfrm rot="10800000">
            <a:off x="8227344" y="5887973"/>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pic>
        <p:nvPicPr>
          <p:cNvPr id="113" name="Picture 112">
            <a:extLst>
              <a:ext uri="{FF2B5EF4-FFF2-40B4-BE49-F238E27FC236}">
                <a16:creationId xmlns:a16="http://schemas.microsoft.com/office/drawing/2014/main" id="{46632E6C-FC3D-5DA1-EDE6-3AF4BCC27C65}"/>
              </a:ext>
            </a:extLst>
          </p:cNvPr>
          <p:cNvPicPr>
            <a:picLocks noChangeAspect="1"/>
          </p:cNvPicPr>
          <p:nvPr/>
        </p:nvPicPr>
        <p:blipFill>
          <a:blip r:embed="rId5"/>
          <a:stretch>
            <a:fillRect/>
          </a:stretch>
        </p:blipFill>
        <p:spPr>
          <a:xfrm>
            <a:off x="6171760" y="5181465"/>
            <a:ext cx="758359" cy="295772"/>
          </a:xfrm>
          <a:prstGeom prst="rect">
            <a:avLst/>
          </a:prstGeom>
        </p:spPr>
      </p:pic>
      <p:pic>
        <p:nvPicPr>
          <p:cNvPr id="114" name="Picture 2" descr="WBSEDCL (@WBSEDCL1) / X">
            <a:extLst>
              <a:ext uri="{FF2B5EF4-FFF2-40B4-BE49-F238E27FC236}">
                <a16:creationId xmlns:a16="http://schemas.microsoft.com/office/drawing/2014/main" id="{F4B8FB83-D640-CEFA-423C-75F7D51C61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3646" y="1078466"/>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 descr="The Durgapur Projects Limited, DPL ...">
            <a:extLst>
              <a:ext uri="{FF2B5EF4-FFF2-40B4-BE49-F238E27FC236}">
                <a16:creationId xmlns:a16="http://schemas.microsoft.com/office/drawing/2014/main" id="{0B64BAEE-1E0B-0F67-8C4A-653CD35C21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99819" y="2473345"/>
            <a:ext cx="402959" cy="40295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Damodar Valley Corporation - Wikipedia">
            <a:extLst>
              <a:ext uri="{FF2B5EF4-FFF2-40B4-BE49-F238E27FC236}">
                <a16:creationId xmlns:a16="http://schemas.microsoft.com/office/drawing/2014/main" id="{3BD69381-6FB2-A85F-75E0-5ADC37BF3C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06857" y="2433427"/>
            <a:ext cx="283679" cy="371966"/>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Damodar Valley Corporation - Wikipedia">
            <a:extLst>
              <a:ext uri="{FF2B5EF4-FFF2-40B4-BE49-F238E27FC236}">
                <a16:creationId xmlns:a16="http://schemas.microsoft.com/office/drawing/2014/main" id="{73553195-615A-8D94-CF28-B3B0120B60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63942" y="5130793"/>
            <a:ext cx="283679" cy="371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30297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Deloitte Offerings &amp; Credentials - </a:t>
            </a:r>
            <a:r>
              <a:rPr kumimoji="0" lang="en-IN"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Energy Efficiency</a:t>
            </a:r>
            <a:endPar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2366EB7-4953-0EB2-6DD2-1446C7721E86}"/>
              </a:ext>
            </a:extLst>
          </p:cNvPr>
          <p:cNvSpPr/>
          <p:nvPr/>
        </p:nvSpPr>
        <p:spPr bwMode="gray">
          <a:xfrm>
            <a:off x="5988830" y="2468582"/>
            <a:ext cx="2519975"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white"/>
                </a:solidFill>
                <a:effectLst/>
                <a:uLnTx/>
                <a:uFillTx/>
                <a:latin typeface="Calibri"/>
                <a:ea typeface="+mn-ea"/>
                <a:cs typeface="+mn-cs"/>
              </a:rPr>
              <a:t>International Finance Corporation</a:t>
            </a:r>
          </a:p>
        </p:txBody>
      </p:sp>
      <p:sp>
        <p:nvSpPr>
          <p:cNvPr id="4" name="Rectangle 3">
            <a:extLst>
              <a:ext uri="{FF2B5EF4-FFF2-40B4-BE49-F238E27FC236}">
                <a16:creationId xmlns:a16="http://schemas.microsoft.com/office/drawing/2014/main" id="{18C1EAF8-0C78-B4CA-3AD8-0286501CE852}"/>
              </a:ext>
            </a:extLst>
          </p:cNvPr>
          <p:cNvSpPr/>
          <p:nvPr/>
        </p:nvSpPr>
        <p:spPr bwMode="gray">
          <a:xfrm>
            <a:off x="6002491" y="28942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Distributed Solar PPP Project (Gujarat and Odisha), Power Policy and Capacity Building Initiatives</a:t>
            </a:r>
          </a:p>
        </p:txBody>
      </p:sp>
      <p:sp>
        <p:nvSpPr>
          <p:cNvPr id="5" name="Half Frame 4">
            <a:extLst>
              <a:ext uri="{FF2B5EF4-FFF2-40B4-BE49-F238E27FC236}">
                <a16:creationId xmlns:a16="http://schemas.microsoft.com/office/drawing/2014/main" id="{8F2F009A-EFFA-4434-6712-D3BF3A9B309B}"/>
              </a:ext>
            </a:extLst>
          </p:cNvPr>
          <p:cNvSpPr/>
          <p:nvPr/>
        </p:nvSpPr>
        <p:spPr bwMode="gray">
          <a:xfrm rot="10800000">
            <a:off x="8205882" y="32512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6" name="Half Frame 5">
            <a:extLst>
              <a:ext uri="{FF2B5EF4-FFF2-40B4-BE49-F238E27FC236}">
                <a16:creationId xmlns:a16="http://schemas.microsoft.com/office/drawing/2014/main" id="{BBBA2096-6DD3-A74E-3E81-E45E701C3CE2}"/>
              </a:ext>
            </a:extLst>
          </p:cNvPr>
          <p:cNvSpPr/>
          <p:nvPr/>
        </p:nvSpPr>
        <p:spPr bwMode="gray">
          <a:xfrm rot="16200000">
            <a:off x="5985176" y="32534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7" name="Rectangle 6">
            <a:extLst>
              <a:ext uri="{FF2B5EF4-FFF2-40B4-BE49-F238E27FC236}">
                <a16:creationId xmlns:a16="http://schemas.microsoft.com/office/drawing/2014/main" id="{94F48CC6-E74C-414F-BF79-384A0C2A2273}"/>
              </a:ext>
            </a:extLst>
          </p:cNvPr>
          <p:cNvSpPr/>
          <p:nvPr/>
        </p:nvSpPr>
        <p:spPr bwMode="gray">
          <a:xfrm>
            <a:off x="9121486" y="1113641"/>
            <a:ext cx="2492653" cy="485753"/>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white"/>
                </a:solidFill>
                <a:effectLst/>
                <a:uLnTx/>
                <a:uFillTx/>
                <a:latin typeface="Calibri"/>
                <a:ea typeface="+mn-ea"/>
                <a:cs typeface="+mn-cs"/>
              </a:rPr>
              <a:t>International Finance Corporation</a:t>
            </a:r>
          </a:p>
        </p:txBody>
      </p:sp>
      <p:sp>
        <p:nvSpPr>
          <p:cNvPr id="8" name="Rectangle 7">
            <a:extLst>
              <a:ext uri="{FF2B5EF4-FFF2-40B4-BE49-F238E27FC236}">
                <a16:creationId xmlns:a16="http://schemas.microsoft.com/office/drawing/2014/main" id="{021CB104-556A-50D7-5C25-15E09CA720FA}"/>
              </a:ext>
            </a:extLst>
          </p:cNvPr>
          <p:cNvSpPr/>
          <p:nvPr/>
        </p:nvSpPr>
        <p:spPr bwMode="gray">
          <a:xfrm>
            <a:off x="9173667" y="1605776"/>
            <a:ext cx="2492653"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Enabling green building financing under the EU-India Cooperation for Clean Technologies and Energy Efficiency</a:t>
            </a:r>
          </a:p>
        </p:txBody>
      </p:sp>
      <p:sp>
        <p:nvSpPr>
          <p:cNvPr id="9" name="Half Frame 8">
            <a:extLst>
              <a:ext uri="{FF2B5EF4-FFF2-40B4-BE49-F238E27FC236}">
                <a16:creationId xmlns:a16="http://schemas.microsoft.com/office/drawing/2014/main" id="{476A1DA9-3589-FD66-03B3-5F02F782660B}"/>
              </a:ext>
            </a:extLst>
          </p:cNvPr>
          <p:cNvSpPr/>
          <p:nvPr/>
        </p:nvSpPr>
        <p:spPr bwMode="gray">
          <a:xfrm rot="10800000">
            <a:off x="11374638" y="1896282"/>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2" name="Half Frame 11">
            <a:extLst>
              <a:ext uri="{FF2B5EF4-FFF2-40B4-BE49-F238E27FC236}">
                <a16:creationId xmlns:a16="http://schemas.microsoft.com/office/drawing/2014/main" id="{FC537483-78B1-1294-4C23-410AB64E2CF9}"/>
              </a:ext>
            </a:extLst>
          </p:cNvPr>
          <p:cNvSpPr/>
          <p:nvPr/>
        </p:nvSpPr>
        <p:spPr bwMode="gray">
          <a:xfrm rot="16200000">
            <a:off x="9105262" y="1898537"/>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3" name="Rectangle 12">
            <a:extLst>
              <a:ext uri="{FF2B5EF4-FFF2-40B4-BE49-F238E27FC236}">
                <a16:creationId xmlns:a16="http://schemas.microsoft.com/office/drawing/2014/main" id="{9BA51A7D-E533-2703-4E1F-9D1F528BC1E5}"/>
              </a:ext>
            </a:extLst>
          </p:cNvPr>
          <p:cNvSpPr/>
          <p:nvPr/>
        </p:nvSpPr>
        <p:spPr bwMode="gray">
          <a:xfrm>
            <a:off x="5982444" y="1113641"/>
            <a:ext cx="2532747"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Bureau of Energy Efficiency</a:t>
            </a:r>
          </a:p>
        </p:txBody>
      </p:sp>
      <p:sp>
        <p:nvSpPr>
          <p:cNvPr id="14" name="Rectangle 13">
            <a:extLst>
              <a:ext uri="{FF2B5EF4-FFF2-40B4-BE49-F238E27FC236}">
                <a16:creationId xmlns:a16="http://schemas.microsoft.com/office/drawing/2014/main" id="{E997D1DA-E689-1DD5-7EB8-9D38828887BC}"/>
              </a:ext>
            </a:extLst>
          </p:cNvPr>
          <p:cNvSpPr/>
          <p:nvPr/>
        </p:nvSpPr>
        <p:spPr bwMode="gray">
          <a:xfrm>
            <a:off x="6002491" y="1539310"/>
            <a:ext cx="2512700"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BEE Energy Efficiency programme in SME cluster Mangalore Tile Cluster &amp; Muzaffarnagar Paper Cluster</a:t>
            </a:r>
          </a:p>
        </p:txBody>
      </p:sp>
      <p:sp>
        <p:nvSpPr>
          <p:cNvPr id="15" name="Half Frame 14">
            <a:extLst>
              <a:ext uri="{FF2B5EF4-FFF2-40B4-BE49-F238E27FC236}">
                <a16:creationId xmlns:a16="http://schemas.microsoft.com/office/drawing/2014/main" id="{4D0390C1-8A03-DC95-AE31-250AB49DDAA7}"/>
              </a:ext>
            </a:extLst>
          </p:cNvPr>
          <p:cNvSpPr/>
          <p:nvPr/>
        </p:nvSpPr>
        <p:spPr bwMode="gray">
          <a:xfrm rot="10800000">
            <a:off x="8205882" y="1896283"/>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6" name="Half Frame 15">
            <a:extLst>
              <a:ext uri="{FF2B5EF4-FFF2-40B4-BE49-F238E27FC236}">
                <a16:creationId xmlns:a16="http://schemas.microsoft.com/office/drawing/2014/main" id="{044EDE1F-F808-B3AD-D3B0-228292275F52}"/>
              </a:ext>
            </a:extLst>
          </p:cNvPr>
          <p:cNvSpPr/>
          <p:nvPr/>
        </p:nvSpPr>
        <p:spPr bwMode="gray">
          <a:xfrm rot="16200000">
            <a:off x="5985176" y="1898538"/>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17" name="Rectangle 16">
            <a:extLst>
              <a:ext uri="{FF2B5EF4-FFF2-40B4-BE49-F238E27FC236}">
                <a16:creationId xmlns:a16="http://schemas.microsoft.com/office/drawing/2014/main" id="{54745E83-AB47-83BF-F097-53DD2390AAAA}"/>
              </a:ext>
            </a:extLst>
          </p:cNvPr>
          <p:cNvSpPr/>
          <p:nvPr/>
        </p:nvSpPr>
        <p:spPr bwMode="gray">
          <a:xfrm>
            <a:off x="9121486" y="2468582"/>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World Bank</a:t>
            </a:r>
          </a:p>
        </p:txBody>
      </p:sp>
      <p:sp>
        <p:nvSpPr>
          <p:cNvPr id="18" name="Rectangle 17">
            <a:extLst>
              <a:ext uri="{FF2B5EF4-FFF2-40B4-BE49-F238E27FC236}">
                <a16:creationId xmlns:a16="http://schemas.microsoft.com/office/drawing/2014/main" id="{37C8FE16-231C-510E-CF77-1C5371C7B8F1}"/>
              </a:ext>
            </a:extLst>
          </p:cNvPr>
          <p:cNvSpPr/>
          <p:nvPr/>
        </p:nvSpPr>
        <p:spPr bwMode="gray">
          <a:xfrm>
            <a:off x="9169157" y="28942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1200" cap="none" spc="0" normalizeH="0" baseline="0" noProof="0">
                <a:ln>
                  <a:noFill/>
                </a:ln>
                <a:solidFill>
                  <a:prstClr val="black"/>
                </a:solidFill>
                <a:effectLst/>
                <a:uLnTx/>
                <a:uFillTx/>
                <a:latin typeface="Calibri"/>
                <a:ea typeface="+mn-ea"/>
                <a:cs typeface="+mn-cs"/>
              </a:rPr>
              <a:t>Review of National Solar Mission Phase 1 &amp; 2 Setting up National Solar Energy  Technology Centre</a:t>
            </a:r>
          </a:p>
        </p:txBody>
      </p:sp>
      <p:sp>
        <p:nvSpPr>
          <p:cNvPr id="19" name="Half Frame 18">
            <a:extLst>
              <a:ext uri="{FF2B5EF4-FFF2-40B4-BE49-F238E27FC236}">
                <a16:creationId xmlns:a16="http://schemas.microsoft.com/office/drawing/2014/main" id="{4058994D-C707-1B83-330A-C234E222B202}"/>
              </a:ext>
            </a:extLst>
          </p:cNvPr>
          <p:cNvSpPr/>
          <p:nvPr/>
        </p:nvSpPr>
        <p:spPr bwMode="gray">
          <a:xfrm rot="10800000">
            <a:off x="11374638" y="32512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0" name="Half Frame 19">
            <a:extLst>
              <a:ext uri="{FF2B5EF4-FFF2-40B4-BE49-F238E27FC236}">
                <a16:creationId xmlns:a16="http://schemas.microsoft.com/office/drawing/2014/main" id="{2DEC4C99-DF18-3ECA-8271-0C7343B959BA}"/>
              </a:ext>
            </a:extLst>
          </p:cNvPr>
          <p:cNvSpPr/>
          <p:nvPr/>
        </p:nvSpPr>
        <p:spPr bwMode="gray">
          <a:xfrm rot="16200000">
            <a:off x="9105262" y="32534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1" name="Rectangle 20">
            <a:extLst>
              <a:ext uri="{FF2B5EF4-FFF2-40B4-BE49-F238E27FC236}">
                <a16:creationId xmlns:a16="http://schemas.microsoft.com/office/drawing/2014/main" id="{5FC26C19-BD94-751D-8B6B-DAD930DD21A1}"/>
              </a:ext>
            </a:extLst>
          </p:cNvPr>
          <p:cNvSpPr/>
          <p:nvPr/>
        </p:nvSpPr>
        <p:spPr bwMode="gray">
          <a:xfrm>
            <a:off x="6002490" y="3783267"/>
            <a:ext cx="2492654"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Asian Development Bank</a:t>
            </a:r>
          </a:p>
        </p:txBody>
      </p:sp>
      <p:sp>
        <p:nvSpPr>
          <p:cNvPr id="22" name="Rectangle 21">
            <a:extLst>
              <a:ext uri="{FF2B5EF4-FFF2-40B4-BE49-F238E27FC236}">
                <a16:creationId xmlns:a16="http://schemas.microsoft.com/office/drawing/2014/main" id="{C455A5EA-E9E3-EAF4-2E81-1232EF5D944C}"/>
              </a:ext>
            </a:extLst>
          </p:cNvPr>
          <p:cNvSpPr/>
          <p:nvPr/>
        </p:nvSpPr>
        <p:spPr bwMode="gray">
          <a:xfrm>
            <a:off x="6002491" y="420893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Deploying Solar Systems at Scale (Development of Solar Roadmap for Assam, India)</a:t>
            </a:r>
          </a:p>
        </p:txBody>
      </p:sp>
      <p:sp>
        <p:nvSpPr>
          <p:cNvPr id="23" name="Half Frame 22">
            <a:extLst>
              <a:ext uri="{FF2B5EF4-FFF2-40B4-BE49-F238E27FC236}">
                <a16:creationId xmlns:a16="http://schemas.microsoft.com/office/drawing/2014/main" id="{E824B618-13A3-EC63-9C3F-8A50E3D95BC3}"/>
              </a:ext>
            </a:extLst>
          </p:cNvPr>
          <p:cNvSpPr/>
          <p:nvPr/>
        </p:nvSpPr>
        <p:spPr bwMode="gray">
          <a:xfrm rot="10800000">
            <a:off x="8205882" y="4565909"/>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4" name="Half Frame 23">
            <a:extLst>
              <a:ext uri="{FF2B5EF4-FFF2-40B4-BE49-F238E27FC236}">
                <a16:creationId xmlns:a16="http://schemas.microsoft.com/office/drawing/2014/main" id="{64766579-C680-D899-D5C5-DB42FC949DBC}"/>
              </a:ext>
            </a:extLst>
          </p:cNvPr>
          <p:cNvSpPr/>
          <p:nvPr/>
        </p:nvSpPr>
        <p:spPr bwMode="gray">
          <a:xfrm rot="16200000">
            <a:off x="5985176" y="4568164"/>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5" name="Rectangle 24">
            <a:extLst>
              <a:ext uri="{FF2B5EF4-FFF2-40B4-BE49-F238E27FC236}">
                <a16:creationId xmlns:a16="http://schemas.microsoft.com/office/drawing/2014/main" id="{82BC6D65-B1C9-2029-8923-0E721DF1402A}"/>
              </a:ext>
            </a:extLst>
          </p:cNvPr>
          <p:cNvSpPr/>
          <p:nvPr/>
        </p:nvSpPr>
        <p:spPr bwMode="gray">
          <a:xfrm>
            <a:off x="6022537" y="5059680"/>
            <a:ext cx="2452561" cy="438100"/>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Asian Development Bank</a:t>
            </a:r>
          </a:p>
        </p:txBody>
      </p:sp>
      <p:sp>
        <p:nvSpPr>
          <p:cNvPr id="26" name="Rectangle 25">
            <a:extLst>
              <a:ext uri="{FF2B5EF4-FFF2-40B4-BE49-F238E27FC236}">
                <a16:creationId xmlns:a16="http://schemas.microsoft.com/office/drawing/2014/main" id="{20CE9A03-26FC-3265-1C1B-5D604D91492E}"/>
              </a:ext>
            </a:extLst>
          </p:cNvPr>
          <p:cNvSpPr/>
          <p:nvPr/>
        </p:nvSpPr>
        <p:spPr bwMode="gray">
          <a:xfrm>
            <a:off x="6036198" y="5520231"/>
            <a:ext cx="2425239"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Consultancy services for Power Sector Transformation of Sikkim state </a:t>
            </a:r>
            <a:r>
              <a:rPr lang="en-US" sz="1050" b="1" i="1" kern="0">
                <a:solidFill>
                  <a:prstClr val="black"/>
                </a:solidFill>
                <a:latin typeface="Calibri"/>
              </a:rPr>
              <a:t> </a:t>
            </a:r>
            <a:endParaRPr kumimoji="0" lang="en-US" sz="1050" b="1" i="1" u="none" strike="noStrike" kern="0" cap="none" spc="0" normalizeH="0" baseline="0" noProof="0">
              <a:ln>
                <a:noFill/>
              </a:ln>
              <a:solidFill>
                <a:prstClr val="black"/>
              </a:solidFill>
              <a:effectLst/>
              <a:uLnTx/>
              <a:uFillTx/>
              <a:latin typeface="Calibri"/>
            </a:endParaRPr>
          </a:p>
        </p:txBody>
      </p:sp>
      <p:sp>
        <p:nvSpPr>
          <p:cNvPr id="27" name="Half Frame 26">
            <a:extLst>
              <a:ext uri="{FF2B5EF4-FFF2-40B4-BE49-F238E27FC236}">
                <a16:creationId xmlns:a16="http://schemas.microsoft.com/office/drawing/2014/main" id="{28A85430-9D72-8E1B-739B-3FF70DCCBEF3}"/>
              </a:ext>
            </a:extLst>
          </p:cNvPr>
          <p:cNvSpPr/>
          <p:nvPr/>
        </p:nvSpPr>
        <p:spPr bwMode="gray">
          <a:xfrm rot="10800000">
            <a:off x="11140176" y="5724804"/>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0FB0626A-DF41-AEAE-ACFC-ABD528447161}"/>
              </a:ext>
            </a:extLst>
          </p:cNvPr>
          <p:cNvSpPr/>
          <p:nvPr/>
        </p:nvSpPr>
        <p:spPr bwMode="gray">
          <a:xfrm>
            <a:off x="9121486" y="5094562"/>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white"/>
                </a:solidFill>
                <a:effectLst/>
                <a:uLnTx/>
                <a:uFillTx/>
                <a:latin typeface="Calibri"/>
                <a:ea typeface="+mn-ea"/>
                <a:cs typeface="+mn-cs"/>
              </a:rPr>
              <a:t>International Finance Corporation</a:t>
            </a:r>
          </a:p>
        </p:txBody>
      </p:sp>
      <p:sp>
        <p:nvSpPr>
          <p:cNvPr id="29" name="Rectangle 28">
            <a:extLst>
              <a:ext uri="{FF2B5EF4-FFF2-40B4-BE49-F238E27FC236}">
                <a16:creationId xmlns:a16="http://schemas.microsoft.com/office/drawing/2014/main" id="{0D9CD45B-99F6-0170-26A4-7421DC5F0AAA}"/>
              </a:ext>
            </a:extLst>
          </p:cNvPr>
          <p:cNvSpPr/>
          <p:nvPr/>
        </p:nvSpPr>
        <p:spPr bwMode="gray">
          <a:xfrm>
            <a:off x="9069303" y="552023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Future of Urban Mobility in India</a:t>
            </a:r>
          </a:p>
        </p:txBody>
      </p:sp>
      <p:sp>
        <p:nvSpPr>
          <p:cNvPr id="30" name="Rectangle 29">
            <a:extLst>
              <a:ext uri="{FF2B5EF4-FFF2-40B4-BE49-F238E27FC236}">
                <a16:creationId xmlns:a16="http://schemas.microsoft.com/office/drawing/2014/main" id="{BB949B1F-DD7D-2C98-A0F9-4721F5E62CEA}"/>
              </a:ext>
            </a:extLst>
          </p:cNvPr>
          <p:cNvSpPr/>
          <p:nvPr/>
        </p:nvSpPr>
        <p:spPr bwMode="gray">
          <a:xfrm>
            <a:off x="9121486" y="3778427"/>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a:ln>
                  <a:noFill/>
                </a:ln>
                <a:solidFill>
                  <a:prstClr val="white"/>
                </a:solidFill>
                <a:effectLst/>
                <a:uLnTx/>
                <a:uFillTx/>
                <a:latin typeface="Calibri"/>
              </a:rPr>
              <a:t>ONGC</a:t>
            </a:r>
          </a:p>
        </p:txBody>
      </p:sp>
      <p:sp>
        <p:nvSpPr>
          <p:cNvPr id="31" name="Rectangle 30">
            <a:extLst>
              <a:ext uri="{FF2B5EF4-FFF2-40B4-BE49-F238E27FC236}">
                <a16:creationId xmlns:a16="http://schemas.microsoft.com/office/drawing/2014/main" id="{E5C016FE-D50C-EA66-C5D0-44D333F87F41}"/>
              </a:ext>
            </a:extLst>
          </p:cNvPr>
          <p:cNvSpPr/>
          <p:nvPr/>
        </p:nvSpPr>
        <p:spPr bwMode="gray">
          <a:xfrm>
            <a:off x="9129064" y="420409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black"/>
                </a:solidFill>
                <a:effectLst/>
                <a:uLnTx/>
                <a:uFillTx/>
                <a:latin typeface="Calibri"/>
              </a:rPr>
              <a:t>Advisory Services for Energy Efficiency Improvement</a:t>
            </a:r>
          </a:p>
        </p:txBody>
      </p:sp>
      <p:sp>
        <p:nvSpPr>
          <p:cNvPr id="32" name="Half Frame 31">
            <a:extLst>
              <a:ext uri="{FF2B5EF4-FFF2-40B4-BE49-F238E27FC236}">
                <a16:creationId xmlns:a16="http://schemas.microsoft.com/office/drawing/2014/main" id="{A4E8A7BE-1DFE-79A4-D667-37BAF5E46C8E}"/>
              </a:ext>
            </a:extLst>
          </p:cNvPr>
          <p:cNvSpPr/>
          <p:nvPr/>
        </p:nvSpPr>
        <p:spPr bwMode="gray">
          <a:xfrm rot="10800000">
            <a:off x="11374638" y="4561069"/>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3" name="Half Frame 32">
            <a:extLst>
              <a:ext uri="{FF2B5EF4-FFF2-40B4-BE49-F238E27FC236}">
                <a16:creationId xmlns:a16="http://schemas.microsoft.com/office/drawing/2014/main" id="{F5ED9D37-4A04-48DE-D11C-FFF889782418}"/>
              </a:ext>
            </a:extLst>
          </p:cNvPr>
          <p:cNvSpPr/>
          <p:nvPr/>
        </p:nvSpPr>
        <p:spPr bwMode="gray">
          <a:xfrm rot="16200000">
            <a:off x="9105262" y="4563324"/>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34" name="TextBox 33">
            <a:extLst>
              <a:ext uri="{FF2B5EF4-FFF2-40B4-BE49-F238E27FC236}">
                <a16:creationId xmlns:a16="http://schemas.microsoft.com/office/drawing/2014/main" id="{FD2AF67B-EED3-C01D-21E2-19A4EE5E8D6C}"/>
              </a:ext>
            </a:extLst>
          </p:cNvPr>
          <p:cNvSpPr txBox="1"/>
          <p:nvPr/>
        </p:nvSpPr>
        <p:spPr>
          <a:xfrm>
            <a:off x="526155" y="1115723"/>
            <a:ext cx="5026417" cy="317393"/>
          </a:xfrm>
          <a:prstGeom prst="rect">
            <a:avLst/>
          </a:prstGeom>
          <a:solidFill>
            <a:schemeClr val="accent5"/>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Orchestrating end-to-end success</a:t>
            </a:r>
            <a:endParaRPr kumimoji="0" lang="en-IN" sz="1600" b="1" i="0" u="none" strike="noStrike" kern="0" cap="none" spc="0" normalizeH="0" baseline="0" noProof="0" err="1">
              <a:ln>
                <a:noFill/>
              </a:ln>
              <a:solidFill>
                <a:prstClr val="white"/>
              </a:solidFill>
              <a:effectLst/>
              <a:uLnTx/>
              <a:uFillTx/>
              <a:latin typeface="Arial" panose="020B0604020202020204" pitchFamily="34" charset="0"/>
              <a:cs typeface="Arial" panose="020B0604020202020204" pitchFamily="34" charset="0"/>
            </a:endParaRPr>
          </a:p>
        </p:txBody>
      </p:sp>
      <p:sp>
        <p:nvSpPr>
          <p:cNvPr id="35" name="Freeform: Shape 34">
            <a:extLst>
              <a:ext uri="{FF2B5EF4-FFF2-40B4-BE49-F238E27FC236}">
                <a16:creationId xmlns:a16="http://schemas.microsoft.com/office/drawing/2014/main" id="{717280EA-8406-378A-53BB-46699A6A5F37}"/>
              </a:ext>
            </a:extLst>
          </p:cNvPr>
          <p:cNvSpPr/>
          <p:nvPr/>
        </p:nvSpPr>
        <p:spPr>
          <a:xfrm>
            <a:off x="3083459" y="3238591"/>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26890D">
              <a:hueOff val="0"/>
              <a:satOff val="0"/>
              <a:lumOff val="0"/>
              <a:alphaOff val="0"/>
            </a:srgbClr>
          </a:solidFill>
          <a:ln w="25400" cap="flat" cmpd="sng" algn="ctr">
            <a:solidFill>
              <a:srgbClr val="26890D">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Building energy efficiency</a:t>
            </a:r>
          </a:p>
        </p:txBody>
      </p:sp>
      <p:sp>
        <p:nvSpPr>
          <p:cNvPr id="36" name="Freeform: Shape 35">
            <a:extLst>
              <a:ext uri="{FF2B5EF4-FFF2-40B4-BE49-F238E27FC236}">
                <a16:creationId xmlns:a16="http://schemas.microsoft.com/office/drawing/2014/main" id="{A6ED341F-885C-9A28-1575-2C1E6C9E6943}"/>
              </a:ext>
            </a:extLst>
          </p:cNvPr>
          <p:cNvSpPr/>
          <p:nvPr/>
        </p:nvSpPr>
        <p:spPr>
          <a:xfrm>
            <a:off x="3083459" y="3652657"/>
            <a:ext cx="2447952" cy="880354"/>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Energy cost optimization and project implementation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Renewable options</a:t>
            </a:r>
          </a:p>
        </p:txBody>
      </p:sp>
      <p:sp>
        <p:nvSpPr>
          <p:cNvPr id="37" name="Rectangle 36">
            <a:extLst>
              <a:ext uri="{FF2B5EF4-FFF2-40B4-BE49-F238E27FC236}">
                <a16:creationId xmlns:a16="http://schemas.microsoft.com/office/drawing/2014/main" id="{9E2DA77C-5EC1-82BD-7BEA-9A54B1C36FE3}"/>
              </a:ext>
            </a:extLst>
          </p:cNvPr>
          <p:cNvSpPr/>
          <p:nvPr/>
        </p:nvSpPr>
        <p:spPr bwMode="gray">
          <a:xfrm>
            <a:off x="536125" y="1473406"/>
            <a:ext cx="5003695" cy="1680839"/>
          </a:xfrm>
          <a:prstGeom prst="rect">
            <a:avLst/>
          </a:prstGeom>
          <a:solidFill>
            <a:sysClr val="window" lastClr="FFFFFF">
              <a:lumMod val="9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ADD8DCA-2D37-2FCD-C8D2-B4D49AACD493}"/>
              </a:ext>
            </a:extLst>
          </p:cNvPr>
          <p:cNvSpPr txBox="1"/>
          <p:nvPr/>
        </p:nvSpPr>
        <p:spPr>
          <a:xfrm>
            <a:off x="512988" y="2651592"/>
            <a:ext cx="1742071" cy="503590"/>
          </a:xfrm>
          <a:prstGeom prst="rect">
            <a:avLst/>
          </a:prstGeom>
          <a:noFill/>
        </p:spPr>
        <p:txBody>
          <a:bodyPr wrap="square" lIns="36000" tIns="36000" rIns="36000" bIns="36000" rtlCol="0">
            <a:spAutoFit/>
          </a:bodyPr>
          <a:lstStyle/>
          <a:p>
            <a:pPr algn="ctr">
              <a:defRPr/>
            </a:pPr>
            <a:r>
              <a:rPr lang="en-US" sz="1400" b="1" kern="0">
                <a:solidFill>
                  <a:srgbClr val="046A38"/>
                </a:solidFill>
                <a:latin typeface="Arial" panose="020B0604020202020204" pitchFamily="34" charset="0"/>
                <a:cs typeface="Arial" panose="020B0604020202020204" pitchFamily="34" charset="0"/>
              </a:rPr>
              <a:t>Policy </a:t>
            </a:r>
          </a:p>
          <a:p>
            <a:pPr algn="ctr">
              <a:defRPr/>
            </a:pPr>
            <a:r>
              <a:rPr lang="en-US" sz="1400" b="1" kern="0">
                <a:solidFill>
                  <a:srgbClr val="046A38"/>
                </a:solidFill>
                <a:latin typeface="Arial" panose="020B0604020202020204" pitchFamily="34" charset="0"/>
                <a:cs typeface="Arial" panose="020B0604020202020204" pitchFamily="34" charset="0"/>
              </a:rPr>
              <a:t>development</a:t>
            </a:r>
          </a:p>
        </p:txBody>
      </p:sp>
      <p:sp>
        <p:nvSpPr>
          <p:cNvPr id="39" name="TextBox 38">
            <a:extLst>
              <a:ext uri="{FF2B5EF4-FFF2-40B4-BE49-F238E27FC236}">
                <a16:creationId xmlns:a16="http://schemas.microsoft.com/office/drawing/2014/main" id="{C81FF8FB-21C6-A06D-2053-1195C0F5729E}"/>
              </a:ext>
            </a:extLst>
          </p:cNvPr>
          <p:cNvSpPr txBox="1"/>
          <p:nvPr/>
        </p:nvSpPr>
        <p:spPr>
          <a:xfrm>
            <a:off x="3560898" y="2654254"/>
            <a:ext cx="1978922" cy="503590"/>
          </a:xfrm>
          <a:prstGeom prst="rect">
            <a:avLst/>
          </a:prstGeom>
          <a:noFill/>
        </p:spPr>
        <p:txBody>
          <a:bodyPr wrap="square" lIns="36000" tIns="36000" rIns="36000" bIns="36000" rtlCol="0">
            <a:spAutoFit/>
          </a:bodyPr>
          <a:lstStyle/>
          <a:p>
            <a:pPr algn="ctr">
              <a:defRPr/>
            </a:pPr>
            <a:r>
              <a:rPr lang="en-US" sz="1400" b="1" kern="0">
                <a:solidFill>
                  <a:srgbClr val="43B02A"/>
                </a:solidFill>
                <a:latin typeface="Arial" panose="020B0604020202020204" pitchFamily="34" charset="0"/>
                <a:cs typeface="Arial" panose="020B0604020202020204" pitchFamily="34" charset="0"/>
              </a:rPr>
              <a:t>Project </a:t>
            </a:r>
          </a:p>
          <a:p>
            <a:pPr algn="ctr">
              <a:defRPr/>
            </a:pPr>
            <a:r>
              <a:rPr lang="en-US" sz="1400" b="1" kern="0">
                <a:solidFill>
                  <a:srgbClr val="43B02A"/>
                </a:solidFill>
                <a:latin typeface="Arial" panose="020B0604020202020204" pitchFamily="34" charset="0"/>
                <a:cs typeface="Arial" panose="020B0604020202020204" pitchFamily="34" charset="0"/>
              </a:rPr>
              <a:t>management</a:t>
            </a:r>
          </a:p>
        </p:txBody>
      </p:sp>
      <p:grpSp>
        <p:nvGrpSpPr>
          <p:cNvPr id="40" name="Group 39">
            <a:extLst>
              <a:ext uri="{FF2B5EF4-FFF2-40B4-BE49-F238E27FC236}">
                <a16:creationId xmlns:a16="http://schemas.microsoft.com/office/drawing/2014/main" id="{C5D0E041-D737-D5FC-8C9F-FCE2EE63F44A}"/>
              </a:ext>
            </a:extLst>
          </p:cNvPr>
          <p:cNvGrpSpPr/>
          <p:nvPr/>
        </p:nvGrpSpPr>
        <p:grpSpPr>
          <a:xfrm>
            <a:off x="4065237" y="1496125"/>
            <a:ext cx="1062680" cy="1129185"/>
            <a:chOff x="2044809" y="1677488"/>
            <a:chExt cx="1270489" cy="1350000"/>
          </a:xfrm>
        </p:grpSpPr>
        <p:grpSp>
          <p:nvGrpSpPr>
            <p:cNvPr id="41" name="Group 40">
              <a:extLst>
                <a:ext uri="{FF2B5EF4-FFF2-40B4-BE49-F238E27FC236}">
                  <a16:creationId xmlns:a16="http://schemas.microsoft.com/office/drawing/2014/main" id="{F760DD5F-F399-033A-713B-F49DBF793097}"/>
                </a:ext>
              </a:extLst>
            </p:cNvPr>
            <p:cNvGrpSpPr/>
            <p:nvPr/>
          </p:nvGrpSpPr>
          <p:grpSpPr>
            <a:xfrm>
              <a:off x="2530498" y="1677488"/>
              <a:ext cx="784800" cy="1350000"/>
              <a:chOff x="4671392" y="663576"/>
              <a:chExt cx="1191799" cy="1931759"/>
            </a:xfrm>
          </p:grpSpPr>
          <p:sp>
            <p:nvSpPr>
              <p:cNvPr id="43" name="Diagonal Stripe 42">
                <a:extLst>
                  <a:ext uri="{FF2B5EF4-FFF2-40B4-BE49-F238E27FC236}">
                    <a16:creationId xmlns:a16="http://schemas.microsoft.com/office/drawing/2014/main" id="{4DFA6F9C-A9FF-5200-48E6-4C14EAFB8BE7}"/>
                  </a:ext>
                </a:extLst>
              </p:cNvPr>
              <p:cNvSpPr/>
              <p:nvPr/>
            </p:nvSpPr>
            <p:spPr>
              <a:xfrm>
                <a:off x="4671392" y="1650596"/>
                <a:ext cx="1191799" cy="944739"/>
              </a:xfrm>
              <a:prstGeom prst="diagStripe">
                <a:avLst/>
              </a:prstGeom>
              <a:solidFill>
                <a:srgbClr val="86BC25"/>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sp>
            <p:nvSpPr>
              <p:cNvPr id="44" name="Diagonal Stripe 43">
                <a:extLst>
                  <a:ext uri="{FF2B5EF4-FFF2-40B4-BE49-F238E27FC236}">
                    <a16:creationId xmlns:a16="http://schemas.microsoft.com/office/drawing/2014/main" id="{DC44DDF0-6753-D081-B8CD-FD18883C082A}"/>
                  </a:ext>
                </a:extLst>
              </p:cNvPr>
              <p:cNvSpPr/>
              <p:nvPr/>
            </p:nvSpPr>
            <p:spPr>
              <a:xfrm flipV="1">
                <a:off x="4671392" y="663576"/>
                <a:ext cx="1191799" cy="944739"/>
              </a:xfrm>
              <a:prstGeom prst="diagStripe">
                <a:avLst/>
              </a:prstGeom>
              <a:solidFill>
                <a:srgbClr val="43B02A"/>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grpSp>
        <p:sp>
          <p:nvSpPr>
            <p:cNvPr id="42" name="Freeform 5">
              <a:extLst>
                <a:ext uri="{FF2B5EF4-FFF2-40B4-BE49-F238E27FC236}">
                  <a16:creationId xmlns:a16="http://schemas.microsoft.com/office/drawing/2014/main" id="{2B7E1916-D74C-E8C1-3AAD-67C7BBCC2EAE}"/>
                </a:ext>
              </a:extLst>
            </p:cNvPr>
            <p:cNvSpPr>
              <a:spLocks noChangeAspect="1" noEditPoints="1"/>
            </p:cNvSpPr>
            <p:nvPr/>
          </p:nvSpPr>
          <p:spPr bwMode="auto">
            <a:xfrm>
              <a:off x="2044809" y="2036539"/>
              <a:ext cx="617289" cy="617290"/>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grpSp>
      <p:grpSp>
        <p:nvGrpSpPr>
          <p:cNvPr id="45" name="Group 44">
            <a:extLst>
              <a:ext uri="{FF2B5EF4-FFF2-40B4-BE49-F238E27FC236}">
                <a16:creationId xmlns:a16="http://schemas.microsoft.com/office/drawing/2014/main" id="{5E202E52-C973-D6DD-13CD-4F0A53F2D680}"/>
              </a:ext>
            </a:extLst>
          </p:cNvPr>
          <p:cNvGrpSpPr/>
          <p:nvPr/>
        </p:nvGrpSpPr>
        <p:grpSpPr>
          <a:xfrm>
            <a:off x="756618" y="1550747"/>
            <a:ext cx="1047460" cy="1129862"/>
            <a:chOff x="692491" y="1745045"/>
            <a:chExt cx="1252288" cy="1350783"/>
          </a:xfrm>
        </p:grpSpPr>
        <p:grpSp>
          <p:nvGrpSpPr>
            <p:cNvPr id="46" name="Group 45">
              <a:extLst>
                <a:ext uri="{FF2B5EF4-FFF2-40B4-BE49-F238E27FC236}">
                  <a16:creationId xmlns:a16="http://schemas.microsoft.com/office/drawing/2014/main" id="{9C805402-1AD9-DF95-5891-B48B5F7598C9}"/>
                </a:ext>
              </a:extLst>
            </p:cNvPr>
            <p:cNvGrpSpPr/>
            <p:nvPr/>
          </p:nvGrpSpPr>
          <p:grpSpPr>
            <a:xfrm>
              <a:off x="1160281" y="1745045"/>
              <a:ext cx="784498" cy="1350783"/>
              <a:chOff x="478165" y="663576"/>
              <a:chExt cx="1191799" cy="1931759"/>
            </a:xfrm>
          </p:grpSpPr>
          <p:sp>
            <p:nvSpPr>
              <p:cNvPr id="55" name="Diagonal Stripe 54">
                <a:extLst>
                  <a:ext uri="{FF2B5EF4-FFF2-40B4-BE49-F238E27FC236}">
                    <a16:creationId xmlns:a16="http://schemas.microsoft.com/office/drawing/2014/main" id="{411A7F80-1F67-B435-CFC4-B5E639D83EAA}"/>
                  </a:ext>
                </a:extLst>
              </p:cNvPr>
              <p:cNvSpPr/>
              <p:nvPr/>
            </p:nvSpPr>
            <p:spPr>
              <a:xfrm>
                <a:off x="478165" y="1650596"/>
                <a:ext cx="1191799" cy="944739"/>
              </a:xfrm>
              <a:prstGeom prst="diagStripe">
                <a:avLst/>
              </a:prstGeom>
              <a:solidFill>
                <a:srgbClr val="26890D"/>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sp>
            <p:nvSpPr>
              <p:cNvPr id="56" name="Diagonal Stripe 55">
                <a:extLst>
                  <a:ext uri="{FF2B5EF4-FFF2-40B4-BE49-F238E27FC236}">
                    <a16:creationId xmlns:a16="http://schemas.microsoft.com/office/drawing/2014/main" id="{1B7FF21B-3A4C-C276-46E4-510EA429DEFC}"/>
                  </a:ext>
                </a:extLst>
              </p:cNvPr>
              <p:cNvSpPr/>
              <p:nvPr/>
            </p:nvSpPr>
            <p:spPr>
              <a:xfrm flipV="1">
                <a:off x="478165" y="663576"/>
                <a:ext cx="1191799" cy="944739"/>
              </a:xfrm>
              <a:prstGeom prst="diagStripe">
                <a:avLst/>
              </a:prstGeom>
              <a:solidFill>
                <a:srgbClr val="046A38"/>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grpSp>
        <p:grpSp>
          <p:nvGrpSpPr>
            <p:cNvPr id="47" name="Group 854">
              <a:extLst>
                <a:ext uri="{FF2B5EF4-FFF2-40B4-BE49-F238E27FC236}">
                  <a16:creationId xmlns:a16="http://schemas.microsoft.com/office/drawing/2014/main" id="{E3737F67-359F-0E4F-CE06-1140F7670878}"/>
                </a:ext>
              </a:extLst>
            </p:cNvPr>
            <p:cNvGrpSpPr>
              <a:grpSpLocks noChangeAspect="1"/>
            </p:cNvGrpSpPr>
            <p:nvPr/>
          </p:nvGrpSpPr>
          <p:grpSpPr bwMode="auto">
            <a:xfrm>
              <a:off x="692491" y="2139093"/>
              <a:ext cx="579992" cy="579992"/>
              <a:chOff x="3903" y="3039"/>
              <a:chExt cx="340" cy="340"/>
            </a:xfrm>
            <a:solidFill>
              <a:srgbClr val="26890D"/>
            </a:solidFill>
          </p:grpSpPr>
          <p:sp>
            <p:nvSpPr>
              <p:cNvPr id="48" name="Oval 855">
                <a:extLst>
                  <a:ext uri="{FF2B5EF4-FFF2-40B4-BE49-F238E27FC236}">
                    <a16:creationId xmlns:a16="http://schemas.microsoft.com/office/drawing/2014/main" id="{55F3BFD9-A3D8-6511-1933-5061931461BC}"/>
                  </a:ext>
                </a:extLst>
              </p:cNvPr>
              <p:cNvSpPr>
                <a:spLocks noChangeArrowheads="1"/>
              </p:cNvSpPr>
              <p:nvPr/>
            </p:nvSpPr>
            <p:spPr bwMode="auto">
              <a:xfrm>
                <a:off x="3995" y="3117"/>
                <a:ext cx="14" cy="14"/>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49" name="Rectangle 856">
                <a:extLst>
                  <a:ext uri="{FF2B5EF4-FFF2-40B4-BE49-F238E27FC236}">
                    <a16:creationId xmlns:a16="http://schemas.microsoft.com/office/drawing/2014/main" id="{611EAEBC-7FDF-171B-EC94-B74BDB24C016}"/>
                  </a:ext>
                </a:extLst>
              </p:cNvPr>
              <p:cNvSpPr>
                <a:spLocks noChangeArrowheads="1"/>
              </p:cNvSpPr>
              <p:nvPr/>
            </p:nvSpPr>
            <p:spPr bwMode="auto">
              <a:xfrm>
                <a:off x="4058" y="3173"/>
                <a:ext cx="29" cy="4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50" name="Freeform 857">
                <a:extLst>
                  <a:ext uri="{FF2B5EF4-FFF2-40B4-BE49-F238E27FC236}">
                    <a16:creationId xmlns:a16="http://schemas.microsoft.com/office/drawing/2014/main" id="{6400C778-6067-597C-F797-F6BC6CA03F9A}"/>
                  </a:ext>
                </a:extLst>
              </p:cNvPr>
              <p:cNvSpPr>
                <a:spLocks/>
              </p:cNvSpPr>
              <p:nvPr/>
            </p:nvSpPr>
            <p:spPr bwMode="auto">
              <a:xfrm>
                <a:off x="3989" y="3173"/>
                <a:ext cx="26" cy="57"/>
              </a:xfrm>
              <a:custGeom>
                <a:avLst/>
                <a:gdLst>
                  <a:gd name="T0" fmla="*/ 12 w 26"/>
                  <a:gd name="T1" fmla="*/ 0 h 57"/>
                  <a:gd name="T2" fmla="*/ 0 w 26"/>
                  <a:gd name="T3" fmla="*/ 57 h 57"/>
                  <a:gd name="T4" fmla="*/ 26 w 26"/>
                  <a:gd name="T5" fmla="*/ 57 h 57"/>
                  <a:gd name="T6" fmla="*/ 14 w 26"/>
                  <a:gd name="T7" fmla="*/ 0 h 57"/>
                  <a:gd name="T8" fmla="*/ 12 w 26"/>
                  <a:gd name="T9" fmla="*/ 0 h 57"/>
                </a:gdLst>
                <a:ahLst/>
                <a:cxnLst>
                  <a:cxn ang="0">
                    <a:pos x="T0" y="T1"/>
                  </a:cxn>
                  <a:cxn ang="0">
                    <a:pos x="T2" y="T3"/>
                  </a:cxn>
                  <a:cxn ang="0">
                    <a:pos x="T4" y="T5"/>
                  </a:cxn>
                  <a:cxn ang="0">
                    <a:pos x="T6" y="T7"/>
                  </a:cxn>
                  <a:cxn ang="0">
                    <a:pos x="T8" y="T9"/>
                  </a:cxn>
                </a:cxnLst>
                <a:rect l="0" t="0" r="r" b="b"/>
                <a:pathLst>
                  <a:path w="26" h="57">
                    <a:moveTo>
                      <a:pt x="12" y="0"/>
                    </a:moveTo>
                    <a:lnTo>
                      <a:pt x="0" y="57"/>
                    </a:lnTo>
                    <a:lnTo>
                      <a:pt x="26" y="57"/>
                    </a:lnTo>
                    <a:lnTo>
                      <a:pt x="14" y="0"/>
                    </a:lnTo>
                    <a:lnTo>
                      <a:pt x="12"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51" name="Oval 858">
                <a:extLst>
                  <a:ext uri="{FF2B5EF4-FFF2-40B4-BE49-F238E27FC236}">
                    <a16:creationId xmlns:a16="http://schemas.microsoft.com/office/drawing/2014/main" id="{F30EDC7B-7E5E-68F2-0345-0450882DC4E3}"/>
                  </a:ext>
                </a:extLst>
              </p:cNvPr>
              <p:cNvSpPr>
                <a:spLocks noChangeArrowheads="1"/>
              </p:cNvSpPr>
              <p:nvPr/>
            </p:nvSpPr>
            <p:spPr bwMode="auto">
              <a:xfrm>
                <a:off x="4066" y="3117"/>
                <a:ext cx="14" cy="14"/>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52" name="Oval 859">
                <a:extLst>
                  <a:ext uri="{FF2B5EF4-FFF2-40B4-BE49-F238E27FC236}">
                    <a16:creationId xmlns:a16="http://schemas.microsoft.com/office/drawing/2014/main" id="{D0F2F03A-1D4F-35D8-34C9-9C7A24048617}"/>
                  </a:ext>
                </a:extLst>
              </p:cNvPr>
              <p:cNvSpPr>
                <a:spLocks noChangeArrowheads="1"/>
              </p:cNvSpPr>
              <p:nvPr/>
            </p:nvSpPr>
            <p:spPr bwMode="auto">
              <a:xfrm>
                <a:off x="4137" y="3117"/>
                <a:ext cx="14" cy="14"/>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53" name="Rectangle 860">
                <a:extLst>
                  <a:ext uri="{FF2B5EF4-FFF2-40B4-BE49-F238E27FC236}">
                    <a16:creationId xmlns:a16="http://schemas.microsoft.com/office/drawing/2014/main" id="{78F37E12-4995-A1E9-D098-B781A0381246}"/>
                  </a:ext>
                </a:extLst>
              </p:cNvPr>
              <p:cNvSpPr>
                <a:spLocks noChangeArrowheads="1"/>
              </p:cNvSpPr>
              <p:nvPr/>
            </p:nvSpPr>
            <p:spPr bwMode="auto">
              <a:xfrm>
                <a:off x="4129" y="3173"/>
                <a:ext cx="29" cy="4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sp>
            <p:nvSpPr>
              <p:cNvPr id="54" name="Freeform 861">
                <a:extLst>
                  <a:ext uri="{FF2B5EF4-FFF2-40B4-BE49-F238E27FC236}">
                    <a16:creationId xmlns:a16="http://schemas.microsoft.com/office/drawing/2014/main" id="{C235B16F-B2D4-E6CE-7AFF-BAE11677577A}"/>
                  </a:ext>
                </a:extLst>
              </p:cNvPr>
              <p:cNvSpPr>
                <a:spLocks noEditPoints="1"/>
              </p:cNvSpPr>
              <p:nvPr/>
            </p:nvSpPr>
            <p:spPr bwMode="auto">
              <a:xfrm>
                <a:off x="3903" y="3039"/>
                <a:ext cx="340" cy="340"/>
              </a:xfrm>
              <a:custGeom>
                <a:avLst/>
                <a:gdLst>
                  <a:gd name="T0" fmla="*/ 0 w 512"/>
                  <a:gd name="T1" fmla="*/ 256 h 512"/>
                  <a:gd name="T2" fmla="*/ 512 w 512"/>
                  <a:gd name="T3" fmla="*/ 256 h 512"/>
                  <a:gd name="T4" fmla="*/ 362 w 512"/>
                  <a:gd name="T5" fmla="*/ 96 h 512"/>
                  <a:gd name="T6" fmla="*/ 362 w 512"/>
                  <a:gd name="T7" fmla="*/ 160 h 512"/>
                  <a:gd name="T8" fmla="*/ 362 w 512"/>
                  <a:gd name="T9" fmla="*/ 96 h 512"/>
                  <a:gd name="T10" fmla="*/ 288 w 512"/>
                  <a:gd name="T11" fmla="*/ 128 h 512"/>
                  <a:gd name="T12" fmla="*/ 224 w 512"/>
                  <a:gd name="T13" fmla="*/ 128 h 512"/>
                  <a:gd name="T14" fmla="*/ 149 w 512"/>
                  <a:gd name="T15" fmla="*/ 96 h 512"/>
                  <a:gd name="T16" fmla="*/ 149 w 512"/>
                  <a:gd name="T17" fmla="*/ 160 h 512"/>
                  <a:gd name="T18" fmla="*/ 149 w 512"/>
                  <a:gd name="T19" fmla="*/ 96 h 512"/>
                  <a:gd name="T20" fmla="*/ 181 w 512"/>
                  <a:gd name="T21" fmla="*/ 309 h 512"/>
                  <a:gd name="T22" fmla="*/ 170 w 512"/>
                  <a:gd name="T23" fmla="*/ 394 h 512"/>
                  <a:gd name="T24" fmla="*/ 160 w 512"/>
                  <a:gd name="T25" fmla="*/ 309 h 512"/>
                  <a:gd name="T26" fmla="*/ 138 w 512"/>
                  <a:gd name="T27" fmla="*/ 384 h 512"/>
                  <a:gd name="T28" fmla="*/ 117 w 512"/>
                  <a:gd name="T29" fmla="*/ 384 h 512"/>
                  <a:gd name="T30" fmla="*/ 109 w 512"/>
                  <a:gd name="T31" fmla="*/ 305 h 512"/>
                  <a:gd name="T32" fmla="*/ 128 w 512"/>
                  <a:gd name="T33" fmla="*/ 190 h 512"/>
                  <a:gd name="T34" fmla="*/ 160 w 512"/>
                  <a:gd name="T35" fmla="*/ 181 h 512"/>
                  <a:gd name="T36" fmla="*/ 191 w 512"/>
                  <a:gd name="T37" fmla="*/ 296 h 512"/>
                  <a:gd name="T38" fmla="*/ 298 w 512"/>
                  <a:gd name="T39" fmla="*/ 277 h 512"/>
                  <a:gd name="T40" fmla="*/ 288 w 512"/>
                  <a:gd name="T41" fmla="*/ 384 h 512"/>
                  <a:gd name="T42" fmla="*/ 266 w 512"/>
                  <a:gd name="T43" fmla="*/ 384 h 512"/>
                  <a:gd name="T44" fmla="*/ 245 w 512"/>
                  <a:gd name="T45" fmla="*/ 288 h 512"/>
                  <a:gd name="T46" fmla="*/ 234 w 512"/>
                  <a:gd name="T47" fmla="*/ 394 h 512"/>
                  <a:gd name="T48" fmla="*/ 224 w 512"/>
                  <a:gd name="T49" fmla="*/ 288 h 512"/>
                  <a:gd name="T50" fmla="*/ 213 w 512"/>
                  <a:gd name="T51" fmla="*/ 192 h 512"/>
                  <a:gd name="T52" fmla="*/ 288 w 512"/>
                  <a:gd name="T53" fmla="*/ 181 h 512"/>
                  <a:gd name="T54" fmla="*/ 298 w 512"/>
                  <a:gd name="T55" fmla="*/ 277 h 512"/>
                  <a:gd name="T56" fmla="*/ 394 w 512"/>
                  <a:gd name="T57" fmla="*/ 288 h 512"/>
                  <a:gd name="T58" fmla="*/ 384 w 512"/>
                  <a:gd name="T59" fmla="*/ 394 h 512"/>
                  <a:gd name="T60" fmla="*/ 373 w 512"/>
                  <a:gd name="T61" fmla="*/ 288 h 512"/>
                  <a:gd name="T62" fmla="*/ 352 w 512"/>
                  <a:gd name="T63" fmla="*/ 384 h 512"/>
                  <a:gd name="T64" fmla="*/ 330 w 512"/>
                  <a:gd name="T65" fmla="*/ 384 h 512"/>
                  <a:gd name="T66" fmla="*/ 320 w 512"/>
                  <a:gd name="T67" fmla="*/ 277 h 512"/>
                  <a:gd name="T68" fmla="*/ 330 w 512"/>
                  <a:gd name="T69" fmla="*/ 181 h 512"/>
                  <a:gd name="T70" fmla="*/ 405 w 512"/>
                  <a:gd name="T71" fmla="*/ 19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62" y="96"/>
                    </a:moveTo>
                    <a:cubicBezTo>
                      <a:pt x="380" y="96"/>
                      <a:pt x="394" y="110"/>
                      <a:pt x="394" y="128"/>
                    </a:cubicBezTo>
                    <a:cubicBezTo>
                      <a:pt x="394" y="145"/>
                      <a:pt x="380" y="160"/>
                      <a:pt x="362" y="160"/>
                    </a:cubicBezTo>
                    <a:cubicBezTo>
                      <a:pt x="345" y="160"/>
                      <a:pt x="330" y="145"/>
                      <a:pt x="330" y="128"/>
                    </a:cubicBezTo>
                    <a:cubicBezTo>
                      <a:pt x="330" y="110"/>
                      <a:pt x="345" y="96"/>
                      <a:pt x="362" y="96"/>
                    </a:cubicBezTo>
                    <a:close/>
                    <a:moveTo>
                      <a:pt x="256" y="96"/>
                    </a:moveTo>
                    <a:cubicBezTo>
                      <a:pt x="273" y="96"/>
                      <a:pt x="288" y="110"/>
                      <a:pt x="288" y="128"/>
                    </a:cubicBezTo>
                    <a:cubicBezTo>
                      <a:pt x="288" y="145"/>
                      <a:pt x="273" y="160"/>
                      <a:pt x="256" y="160"/>
                    </a:cubicBezTo>
                    <a:cubicBezTo>
                      <a:pt x="238" y="160"/>
                      <a:pt x="224" y="145"/>
                      <a:pt x="224" y="128"/>
                    </a:cubicBezTo>
                    <a:cubicBezTo>
                      <a:pt x="224" y="110"/>
                      <a:pt x="238" y="96"/>
                      <a:pt x="256" y="96"/>
                    </a:cubicBezTo>
                    <a:close/>
                    <a:moveTo>
                      <a:pt x="149" y="96"/>
                    </a:moveTo>
                    <a:cubicBezTo>
                      <a:pt x="167" y="96"/>
                      <a:pt x="181" y="110"/>
                      <a:pt x="181" y="128"/>
                    </a:cubicBezTo>
                    <a:cubicBezTo>
                      <a:pt x="181" y="145"/>
                      <a:pt x="167" y="160"/>
                      <a:pt x="149" y="160"/>
                    </a:cubicBezTo>
                    <a:cubicBezTo>
                      <a:pt x="131" y="160"/>
                      <a:pt x="117" y="145"/>
                      <a:pt x="117" y="128"/>
                    </a:cubicBezTo>
                    <a:cubicBezTo>
                      <a:pt x="117" y="110"/>
                      <a:pt x="131" y="96"/>
                      <a:pt x="149" y="96"/>
                    </a:cubicBezTo>
                    <a:close/>
                    <a:moveTo>
                      <a:pt x="189" y="305"/>
                    </a:moveTo>
                    <a:cubicBezTo>
                      <a:pt x="187" y="308"/>
                      <a:pt x="184" y="309"/>
                      <a:pt x="181" y="309"/>
                    </a:cubicBezTo>
                    <a:cubicBezTo>
                      <a:pt x="181" y="384"/>
                      <a:pt x="181" y="384"/>
                      <a:pt x="181" y="384"/>
                    </a:cubicBezTo>
                    <a:cubicBezTo>
                      <a:pt x="181" y="390"/>
                      <a:pt x="176" y="394"/>
                      <a:pt x="170" y="394"/>
                    </a:cubicBezTo>
                    <a:cubicBezTo>
                      <a:pt x="164" y="394"/>
                      <a:pt x="160" y="390"/>
                      <a:pt x="160" y="384"/>
                    </a:cubicBezTo>
                    <a:cubicBezTo>
                      <a:pt x="160" y="309"/>
                      <a:pt x="160" y="309"/>
                      <a:pt x="160" y="309"/>
                    </a:cubicBezTo>
                    <a:cubicBezTo>
                      <a:pt x="138" y="309"/>
                      <a:pt x="138" y="309"/>
                      <a:pt x="138" y="309"/>
                    </a:cubicBezTo>
                    <a:cubicBezTo>
                      <a:pt x="138" y="384"/>
                      <a:pt x="138" y="384"/>
                      <a:pt x="138" y="384"/>
                    </a:cubicBezTo>
                    <a:cubicBezTo>
                      <a:pt x="138" y="390"/>
                      <a:pt x="134" y="394"/>
                      <a:pt x="128" y="394"/>
                    </a:cubicBezTo>
                    <a:cubicBezTo>
                      <a:pt x="122" y="394"/>
                      <a:pt x="117" y="390"/>
                      <a:pt x="117" y="384"/>
                    </a:cubicBezTo>
                    <a:cubicBezTo>
                      <a:pt x="117" y="309"/>
                      <a:pt x="117" y="309"/>
                      <a:pt x="117" y="309"/>
                    </a:cubicBezTo>
                    <a:cubicBezTo>
                      <a:pt x="114" y="309"/>
                      <a:pt x="111" y="308"/>
                      <a:pt x="109" y="305"/>
                    </a:cubicBezTo>
                    <a:cubicBezTo>
                      <a:pt x="107" y="303"/>
                      <a:pt x="106" y="299"/>
                      <a:pt x="107" y="296"/>
                    </a:cubicBezTo>
                    <a:cubicBezTo>
                      <a:pt x="128" y="190"/>
                      <a:pt x="128" y="190"/>
                      <a:pt x="128" y="190"/>
                    </a:cubicBezTo>
                    <a:cubicBezTo>
                      <a:pt x="129" y="185"/>
                      <a:pt x="133" y="181"/>
                      <a:pt x="138" y="181"/>
                    </a:cubicBezTo>
                    <a:cubicBezTo>
                      <a:pt x="160" y="181"/>
                      <a:pt x="160" y="181"/>
                      <a:pt x="160" y="181"/>
                    </a:cubicBezTo>
                    <a:cubicBezTo>
                      <a:pt x="165" y="181"/>
                      <a:pt x="169" y="185"/>
                      <a:pt x="170" y="190"/>
                    </a:cubicBezTo>
                    <a:cubicBezTo>
                      <a:pt x="191" y="296"/>
                      <a:pt x="191" y="296"/>
                      <a:pt x="191" y="296"/>
                    </a:cubicBezTo>
                    <a:cubicBezTo>
                      <a:pt x="192" y="299"/>
                      <a:pt x="191" y="303"/>
                      <a:pt x="189" y="305"/>
                    </a:cubicBezTo>
                    <a:close/>
                    <a:moveTo>
                      <a:pt x="298" y="277"/>
                    </a:moveTo>
                    <a:cubicBezTo>
                      <a:pt x="298" y="283"/>
                      <a:pt x="294" y="288"/>
                      <a:pt x="288" y="288"/>
                    </a:cubicBezTo>
                    <a:cubicBezTo>
                      <a:pt x="288" y="384"/>
                      <a:pt x="288" y="384"/>
                      <a:pt x="288" y="384"/>
                    </a:cubicBezTo>
                    <a:cubicBezTo>
                      <a:pt x="288" y="390"/>
                      <a:pt x="283" y="394"/>
                      <a:pt x="277" y="394"/>
                    </a:cubicBezTo>
                    <a:cubicBezTo>
                      <a:pt x="271" y="394"/>
                      <a:pt x="266" y="390"/>
                      <a:pt x="266" y="384"/>
                    </a:cubicBezTo>
                    <a:cubicBezTo>
                      <a:pt x="266" y="288"/>
                      <a:pt x="266" y="288"/>
                      <a:pt x="266" y="288"/>
                    </a:cubicBezTo>
                    <a:cubicBezTo>
                      <a:pt x="245" y="288"/>
                      <a:pt x="245" y="288"/>
                      <a:pt x="245" y="288"/>
                    </a:cubicBezTo>
                    <a:cubicBezTo>
                      <a:pt x="245" y="384"/>
                      <a:pt x="245" y="384"/>
                      <a:pt x="245" y="384"/>
                    </a:cubicBezTo>
                    <a:cubicBezTo>
                      <a:pt x="245" y="390"/>
                      <a:pt x="240" y="394"/>
                      <a:pt x="234" y="394"/>
                    </a:cubicBezTo>
                    <a:cubicBezTo>
                      <a:pt x="228" y="394"/>
                      <a:pt x="224" y="390"/>
                      <a:pt x="224" y="384"/>
                    </a:cubicBezTo>
                    <a:cubicBezTo>
                      <a:pt x="224" y="288"/>
                      <a:pt x="224" y="288"/>
                      <a:pt x="224" y="288"/>
                    </a:cubicBezTo>
                    <a:cubicBezTo>
                      <a:pt x="218" y="288"/>
                      <a:pt x="213" y="283"/>
                      <a:pt x="213" y="277"/>
                    </a:cubicBezTo>
                    <a:cubicBezTo>
                      <a:pt x="213" y="192"/>
                      <a:pt x="213" y="192"/>
                      <a:pt x="213" y="192"/>
                    </a:cubicBezTo>
                    <a:cubicBezTo>
                      <a:pt x="213" y="186"/>
                      <a:pt x="218" y="181"/>
                      <a:pt x="224" y="181"/>
                    </a:cubicBezTo>
                    <a:cubicBezTo>
                      <a:pt x="288" y="181"/>
                      <a:pt x="288" y="181"/>
                      <a:pt x="288" y="181"/>
                    </a:cubicBezTo>
                    <a:cubicBezTo>
                      <a:pt x="294" y="181"/>
                      <a:pt x="298" y="186"/>
                      <a:pt x="298" y="192"/>
                    </a:cubicBezTo>
                    <a:lnTo>
                      <a:pt x="298" y="277"/>
                    </a:lnTo>
                    <a:close/>
                    <a:moveTo>
                      <a:pt x="405" y="277"/>
                    </a:moveTo>
                    <a:cubicBezTo>
                      <a:pt x="405" y="283"/>
                      <a:pt x="400" y="288"/>
                      <a:pt x="394" y="288"/>
                    </a:cubicBezTo>
                    <a:cubicBezTo>
                      <a:pt x="394" y="384"/>
                      <a:pt x="394" y="384"/>
                      <a:pt x="394" y="384"/>
                    </a:cubicBezTo>
                    <a:cubicBezTo>
                      <a:pt x="394" y="390"/>
                      <a:pt x="390" y="394"/>
                      <a:pt x="384" y="394"/>
                    </a:cubicBezTo>
                    <a:cubicBezTo>
                      <a:pt x="378" y="394"/>
                      <a:pt x="373" y="390"/>
                      <a:pt x="373" y="384"/>
                    </a:cubicBezTo>
                    <a:cubicBezTo>
                      <a:pt x="373" y="288"/>
                      <a:pt x="373" y="288"/>
                      <a:pt x="373" y="288"/>
                    </a:cubicBezTo>
                    <a:cubicBezTo>
                      <a:pt x="352" y="288"/>
                      <a:pt x="352" y="288"/>
                      <a:pt x="352" y="288"/>
                    </a:cubicBezTo>
                    <a:cubicBezTo>
                      <a:pt x="352" y="384"/>
                      <a:pt x="352" y="384"/>
                      <a:pt x="352" y="384"/>
                    </a:cubicBezTo>
                    <a:cubicBezTo>
                      <a:pt x="352" y="390"/>
                      <a:pt x="347" y="394"/>
                      <a:pt x="341" y="394"/>
                    </a:cubicBezTo>
                    <a:cubicBezTo>
                      <a:pt x="335" y="394"/>
                      <a:pt x="330" y="390"/>
                      <a:pt x="330" y="384"/>
                    </a:cubicBezTo>
                    <a:cubicBezTo>
                      <a:pt x="330" y="288"/>
                      <a:pt x="330" y="288"/>
                      <a:pt x="330" y="288"/>
                    </a:cubicBezTo>
                    <a:cubicBezTo>
                      <a:pt x="324" y="288"/>
                      <a:pt x="320" y="283"/>
                      <a:pt x="320" y="277"/>
                    </a:cubicBezTo>
                    <a:cubicBezTo>
                      <a:pt x="320" y="192"/>
                      <a:pt x="320" y="192"/>
                      <a:pt x="320" y="192"/>
                    </a:cubicBezTo>
                    <a:cubicBezTo>
                      <a:pt x="320" y="186"/>
                      <a:pt x="324" y="181"/>
                      <a:pt x="330" y="181"/>
                    </a:cubicBezTo>
                    <a:cubicBezTo>
                      <a:pt x="394" y="181"/>
                      <a:pt x="394" y="181"/>
                      <a:pt x="394" y="181"/>
                    </a:cubicBezTo>
                    <a:cubicBezTo>
                      <a:pt x="400" y="181"/>
                      <a:pt x="405" y="186"/>
                      <a:pt x="405" y="192"/>
                    </a:cubicBezTo>
                    <a:lnTo>
                      <a:pt x="405" y="27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kern="0">
                  <a:solidFill>
                    <a:prstClr val="black"/>
                  </a:solidFill>
                  <a:latin typeface="Arial" panose="020B0604020202020204" pitchFamily="34" charset="0"/>
                  <a:cs typeface="Arial" panose="020B0604020202020204" pitchFamily="34" charset="0"/>
                </a:endParaRPr>
              </a:p>
            </p:txBody>
          </p:sp>
        </p:grpSp>
      </p:grpSp>
      <p:sp>
        <p:nvSpPr>
          <p:cNvPr id="57" name="Freeform: Shape 56">
            <a:extLst>
              <a:ext uri="{FF2B5EF4-FFF2-40B4-BE49-F238E27FC236}">
                <a16:creationId xmlns:a16="http://schemas.microsoft.com/office/drawing/2014/main" id="{D7C010F2-678D-B9E9-B5E4-DBEB596F3D88}"/>
              </a:ext>
            </a:extLst>
          </p:cNvPr>
          <p:cNvSpPr/>
          <p:nvPr/>
        </p:nvSpPr>
        <p:spPr>
          <a:xfrm>
            <a:off x="536125" y="3253159"/>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046A38"/>
          </a:solidFill>
          <a:ln w="25400" cap="flat" cmpd="sng" algn="ctr">
            <a:solidFill>
              <a:srgbClr val="046A38"/>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Climate change mitigation </a:t>
            </a:r>
          </a:p>
        </p:txBody>
      </p:sp>
      <p:sp>
        <p:nvSpPr>
          <p:cNvPr id="58" name="Freeform: Shape 57">
            <a:extLst>
              <a:ext uri="{FF2B5EF4-FFF2-40B4-BE49-F238E27FC236}">
                <a16:creationId xmlns:a16="http://schemas.microsoft.com/office/drawing/2014/main" id="{5BF3999C-E598-0779-61DB-EEC7BA783047}"/>
              </a:ext>
            </a:extLst>
          </p:cNvPr>
          <p:cNvSpPr/>
          <p:nvPr/>
        </p:nvSpPr>
        <p:spPr>
          <a:xfrm>
            <a:off x="536125" y="3667225"/>
            <a:ext cx="2447952" cy="880354"/>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Project management support for implementing state action plan on climate change</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Development of market-based mechanisms for states</a:t>
            </a:r>
          </a:p>
        </p:txBody>
      </p:sp>
      <p:sp>
        <p:nvSpPr>
          <p:cNvPr id="59" name="Freeform: Shape 58">
            <a:extLst>
              <a:ext uri="{FF2B5EF4-FFF2-40B4-BE49-F238E27FC236}">
                <a16:creationId xmlns:a16="http://schemas.microsoft.com/office/drawing/2014/main" id="{81C41BDD-59E4-90EE-612A-76266C5CF339}"/>
              </a:ext>
            </a:extLst>
          </p:cNvPr>
          <p:cNvSpPr/>
          <p:nvPr/>
        </p:nvSpPr>
        <p:spPr>
          <a:xfrm>
            <a:off x="3083155" y="4670128"/>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86BC25"/>
          </a:solidFill>
          <a:ln w="25400" cap="flat" cmpd="sng" algn="ctr">
            <a:solidFill>
              <a:srgbClr val="86BC25"/>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Utility demand side management</a:t>
            </a:r>
          </a:p>
        </p:txBody>
      </p:sp>
      <p:sp>
        <p:nvSpPr>
          <p:cNvPr id="60" name="Freeform: Shape 59">
            <a:extLst>
              <a:ext uri="{FF2B5EF4-FFF2-40B4-BE49-F238E27FC236}">
                <a16:creationId xmlns:a16="http://schemas.microsoft.com/office/drawing/2014/main" id="{6A92FDCA-2DA2-A871-2C37-EE41037DF838}"/>
              </a:ext>
            </a:extLst>
          </p:cNvPr>
          <p:cNvSpPr/>
          <p:nvPr/>
        </p:nvSpPr>
        <p:spPr>
          <a:xfrm>
            <a:off x="3083155" y="5103048"/>
            <a:ext cx="2447952" cy="904658"/>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Market assessment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Impact assessment and scoping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DSM design and support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Capacity building programme</a:t>
            </a:r>
          </a:p>
        </p:txBody>
      </p:sp>
      <p:sp>
        <p:nvSpPr>
          <p:cNvPr id="61" name="Freeform: Shape 60">
            <a:extLst>
              <a:ext uri="{FF2B5EF4-FFF2-40B4-BE49-F238E27FC236}">
                <a16:creationId xmlns:a16="http://schemas.microsoft.com/office/drawing/2014/main" id="{5B6AC468-06CA-CD65-6B97-910328A43980}"/>
              </a:ext>
            </a:extLst>
          </p:cNvPr>
          <p:cNvSpPr/>
          <p:nvPr/>
        </p:nvSpPr>
        <p:spPr>
          <a:xfrm>
            <a:off x="535821" y="4684696"/>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43B02A"/>
          </a:solidFill>
          <a:ln w="25400" cap="flat" cmpd="sng" algn="ctr">
            <a:solidFill>
              <a:srgbClr val="43B02A"/>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Industrial energy efficiency</a:t>
            </a:r>
          </a:p>
        </p:txBody>
      </p:sp>
      <p:sp>
        <p:nvSpPr>
          <p:cNvPr id="62" name="Freeform: Shape 61">
            <a:extLst>
              <a:ext uri="{FF2B5EF4-FFF2-40B4-BE49-F238E27FC236}">
                <a16:creationId xmlns:a16="http://schemas.microsoft.com/office/drawing/2014/main" id="{9D542327-7869-AE9C-D27F-C55354D3EC0A}"/>
              </a:ext>
            </a:extLst>
          </p:cNvPr>
          <p:cNvSpPr/>
          <p:nvPr/>
        </p:nvSpPr>
        <p:spPr>
          <a:xfrm>
            <a:off x="535821" y="5117616"/>
            <a:ext cx="2447952" cy="904658"/>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Energy cost optimization and project implementation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PAT facilitation and support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Energy Efficiency benchmarking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1000" b="0" i="0" u="none" strike="noStrike" kern="0" cap="none" spc="0" normalizeH="0" baseline="0" noProof="0">
                <a:ln>
                  <a:noFill/>
                </a:ln>
                <a:solidFill>
                  <a:prstClr val="black">
                    <a:hueOff val="0"/>
                    <a:satOff val="0"/>
                    <a:lumOff val="0"/>
                    <a:alphaOff val="0"/>
                  </a:prstClr>
                </a:solidFill>
                <a:effectLst/>
                <a:uLnTx/>
                <a:uFillTx/>
                <a:latin typeface="Arial" panose="020B0604020202020204" pitchFamily="34" charset="0"/>
                <a:cs typeface="Arial" panose="020B0604020202020204" pitchFamily="34" charset="0"/>
              </a:rPr>
              <a:t>Renewable options </a:t>
            </a:r>
          </a:p>
        </p:txBody>
      </p:sp>
      <p:grpSp>
        <p:nvGrpSpPr>
          <p:cNvPr id="63" name="Group 62">
            <a:extLst>
              <a:ext uri="{FF2B5EF4-FFF2-40B4-BE49-F238E27FC236}">
                <a16:creationId xmlns:a16="http://schemas.microsoft.com/office/drawing/2014/main" id="{414FAE8B-BFF1-8254-19EC-7BB2E9255C68}"/>
              </a:ext>
            </a:extLst>
          </p:cNvPr>
          <p:cNvGrpSpPr/>
          <p:nvPr/>
        </p:nvGrpSpPr>
        <p:grpSpPr>
          <a:xfrm>
            <a:off x="580242" y="3281470"/>
            <a:ext cx="315108" cy="315109"/>
            <a:chOff x="5336244" y="2532032"/>
            <a:chExt cx="582898" cy="582898"/>
          </a:xfrm>
        </p:grpSpPr>
        <p:sp>
          <p:nvSpPr>
            <p:cNvPr id="64" name="Freeform 880">
              <a:extLst>
                <a:ext uri="{FF2B5EF4-FFF2-40B4-BE49-F238E27FC236}">
                  <a16:creationId xmlns:a16="http://schemas.microsoft.com/office/drawing/2014/main" id="{E98FAE20-601C-44A5-2C11-64396AF76ADF}"/>
                </a:ext>
              </a:extLst>
            </p:cNvPr>
            <p:cNvSpPr>
              <a:spLocks noEditPoints="1"/>
            </p:cNvSpPr>
            <p:nvPr/>
          </p:nvSpPr>
          <p:spPr bwMode="auto">
            <a:xfrm>
              <a:off x="5505970" y="2641754"/>
              <a:ext cx="241731" cy="363454"/>
            </a:xfrm>
            <a:custGeom>
              <a:avLst/>
              <a:gdLst>
                <a:gd name="T0" fmla="*/ 124 w 213"/>
                <a:gd name="T1" fmla="*/ 238 h 320"/>
                <a:gd name="T2" fmla="*/ 117 w 213"/>
                <a:gd name="T3" fmla="*/ 178 h 320"/>
                <a:gd name="T4" fmla="*/ 169 w 213"/>
                <a:gd name="T5" fmla="*/ 191 h 320"/>
                <a:gd name="T6" fmla="*/ 159 w 213"/>
                <a:gd name="T7" fmla="*/ 122 h 320"/>
                <a:gd name="T8" fmla="*/ 201 w 213"/>
                <a:gd name="T9" fmla="*/ 101 h 320"/>
                <a:gd name="T10" fmla="*/ 185 w 213"/>
                <a:gd name="T11" fmla="*/ 53 h 320"/>
                <a:gd name="T12" fmla="*/ 140 w 213"/>
                <a:gd name="T13" fmla="*/ 60 h 320"/>
                <a:gd name="T14" fmla="*/ 107 w 213"/>
                <a:gd name="T15" fmla="*/ 0 h 320"/>
                <a:gd name="T16" fmla="*/ 74 w 213"/>
                <a:gd name="T17" fmla="*/ 60 h 320"/>
                <a:gd name="T18" fmla="*/ 28 w 213"/>
                <a:gd name="T19" fmla="*/ 53 h 320"/>
                <a:gd name="T20" fmla="*/ 13 w 213"/>
                <a:gd name="T21" fmla="*/ 102 h 320"/>
                <a:gd name="T22" fmla="*/ 54 w 213"/>
                <a:gd name="T23" fmla="*/ 123 h 320"/>
                <a:gd name="T24" fmla="*/ 33 w 213"/>
                <a:gd name="T25" fmla="*/ 164 h 320"/>
                <a:gd name="T26" fmla="*/ 61 w 213"/>
                <a:gd name="T27" fmla="*/ 196 h 320"/>
                <a:gd name="T28" fmla="*/ 96 w 213"/>
                <a:gd name="T29" fmla="*/ 178 h 320"/>
                <a:gd name="T30" fmla="*/ 89 w 213"/>
                <a:gd name="T31" fmla="*/ 237 h 320"/>
                <a:gd name="T32" fmla="*/ 0 w 213"/>
                <a:gd name="T33" fmla="*/ 224 h 320"/>
                <a:gd name="T34" fmla="*/ 101 w 213"/>
                <a:gd name="T35" fmla="*/ 320 h 320"/>
                <a:gd name="T36" fmla="*/ 185 w 213"/>
                <a:gd name="T37" fmla="*/ 296 h 320"/>
                <a:gd name="T38" fmla="*/ 204 w 213"/>
                <a:gd name="T39" fmla="*/ 213 h 320"/>
                <a:gd name="T40" fmla="*/ 102 w 213"/>
                <a:gd name="T41" fmla="*/ 78 h 320"/>
                <a:gd name="T42" fmla="*/ 123 w 213"/>
                <a:gd name="T43" fmla="*/ 83 h 320"/>
                <a:gd name="T44" fmla="*/ 111 w 213"/>
                <a:gd name="T45" fmla="*/ 132 h 320"/>
                <a:gd name="T46" fmla="*/ 80 w 213"/>
                <a:gd name="T47" fmla="*/ 110 h 320"/>
                <a:gd name="T48" fmla="*/ 157 w 213"/>
                <a:gd name="T49" fmla="*/ 174 h 320"/>
                <a:gd name="T50" fmla="*/ 126 w 213"/>
                <a:gd name="T51" fmla="*/ 150 h 320"/>
                <a:gd name="T52" fmla="*/ 152 w 213"/>
                <a:gd name="T53" fmla="*/ 146 h 320"/>
                <a:gd name="T54" fmla="*/ 159 w 213"/>
                <a:gd name="T55" fmla="*/ 74 h 320"/>
                <a:gd name="T56" fmla="*/ 187 w 213"/>
                <a:gd name="T57" fmla="*/ 79 h 320"/>
                <a:gd name="T58" fmla="*/ 167 w 213"/>
                <a:gd name="T59" fmla="*/ 99 h 320"/>
                <a:gd name="T60" fmla="*/ 148 w 213"/>
                <a:gd name="T61" fmla="*/ 80 h 320"/>
                <a:gd name="T62" fmla="*/ 107 w 213"/>
                <a:gd name="T63" fmla="*/ 21 h 320"/>
                <a:gd name="T64" fmla="*/ 118 w 213"/>
                <a:gd name="T65" fmla="*/ 58 h 320"/>
                <a:gd name="T66" fmla="*/ 96 w 213"/>
                <a:gd name="T67" fmla="*/ 58 h 320"/>
                <a:gd name="T68" fmla="*/ 107 w 213"/>
                <a:gd name="T69" fmla="*/ 21 h 320"/>
                <a:gd name="T70" fmla="*/ 26 w 213"/>
                <a:gd name="T71" fmla="*/ 79 h 320"/>
                <a:gd name="T72" fmla="*/ 54 w 213"/>
                <a:gd name="T73" fmla="*/ 75 h 320"/>
                <a:gd name="T74" fmla="*/ 58 w 213"/>
                <a:gd name="T75" fmla="*/ 101 h 320"/>
                <a:gd name="T76" fmla="*/ 29 w 213"/>
                <a:gd name="T77" fmla="*/ 89 h 320"/>
                <a:gd name="T78" fmla="*/ 57 w 213"/>
                <a:gd name="T79" fmla="*/ 174 h 320"/>
                <a:gd name="T80" fmla="*/ 61 w 213"/>
                <a:gd name="T81" fmla="*/ 146 h 320"/>
                <a:gd name="T82" fmla="*/ 78 w 213"/>
                <a:gd name="T83" fmla="*/ 145 h 320"/>
                <a:gd name="T84" fmla="*/ 82 w 213"/>
                <a:gd name="T85" fmla="*/ 161 h 320"/>
                <a:gd name="T86" fmla="*/ 42 w 213"/>
                <a:gd name="T87" fmla="*/ 279 h 320"/>
                <a:gd name="T88" fmla="*/ 75 w 213"/>
                <a:gd name="T89" fmla="*/ 253 h 320"/>
                <a:gd name="T90" fmla="*/ 42 w 213"/>
                <a:gd name="T91" fmla="*/ 279 h 320"/>
                <a:gd name="T92" fmla="*/ 118 w 213"/>
                <a:gd name="T93" fmla="*/ 298 h 320"/>
                <a:gd name="T94" fmla="*/ 192 w 213"/>
                <a:gd name="T95"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3" h="320">
                  <a:moveTo>
                    <a:pt x="204" y="213"/>
                  </a:moveTo>
                  <a:cubicBezTo>
                    <a:pt x="202" y="213"/>
                    <a:pt x="155" y="209"/>
                    <a:pt x="124" y="238"/>
                  </a:cubicBezTo>
                  <a:cubicBezTo>
                    <a:pt x="121" y="240"/>
                    <a:pt x="119" y="242"/>
                    <a:pt x="117" y="244"/>
                  </a:cubicBezTo>
                  <a:cubicBezTo>
                    <a:pt x="117" y="178"/>
                    <a:pt x="117" y="178"/>
                    <a:pt x="117" y="178"/>
                  </a:cubicBezTo>
                  <a:cubicBezTo>
                    <a:pt x="127" y="190"/>
                    <a:pt x="140" y="196"/>
                    <a:pt x="152" y="196"/>
                  </a:cubicBezTo>
                  <a:cubicBezTo>
                    <a:pt x="158" y="196"/>
                    <a:pt x="164" y="194"/>
                    <a:pt x="169" y="191"/>
                  </a:cubicBezTo>
                  <a:cubicBezTo>
                    <a:pt x="185" y="179"/>
                    <a:pt x="185" y="154"/>
                    <a:pt x="170" y="133"/>
                  </a:cubicBezTo>
                  <a:cubicBezTo>
                    <a:pt x="167" y="129"/>
                    <a:pt x="163" y="125"/>
                    <a:pt x="159" y="122"/>
                  </a:cubicBezTo>
                  <a:cubicBezTo>
                    <a:pt x="164" y="122"/>
                    <a:pt x="169" y="121"/>
                    <a:pt x="174" y="119"/>
                  </a:cubicBezTo>
                  <a:cubicBezTo>
                    <a:pt x="185" y="116"/>
                    <a:pt x="194" y="109"/>
                    <a:pt x="201" y="101"/>
                  </a:cubicBezTo>
                  <a:cubicBezTo>
                    <a:pt x="208" y="92"/>
                    <a:pt x="210" y="82"/>
                    <a:pt x="207" y="72"/>
                  </a:cubicBezTo>
                  <a:cubicBezTo>
                    <a:pt x="204" y="63"/>
                    <a:pt x="196" y="56"/>
                    <a:pt x="185" y="53"/>
                  </a:cubicBezTo>
                  <a:cubicBezTo>
                    <a:pt x="175" y="50"/>
                    <a:pt x="163" y="50"/>
                    <a:pt x="152" y="54"/>
                  </a:cubicBezTo>
                  <a:cubicBezTo>
                    <a:pt x="148" y="56"/>
                    <a:pt x="143" y="58"/>
                    <a:pt x="140" y="60"/>
                  </a:cubicBezTo>
                  <a:cubicBezTo>
                    <a:pt x="141" y="55"/>
                    <a:pt x="141" y="51"/>
                    <a:pt x="141" y="46"/>
                  </a:cubicBezTo>
                  <a:cubicBezTo>
                    <a:pt x="141" y="20"/>
                    <a:pt x="126" y="0"/>
                    <a:pt x="107" y="0"/>
                  </a:cubicBezTo>
                  <a:cubicBezTo>
                    <a:pt x="87" y="0"/>
                    <a:pt x="72" y="20"/>
                    <a:pt x="72" y="46"/>
                  </a:cubicBezTo>
                  <a:cubicBezTo>
                    <a:pt x="72" y="51"/>
                    <a:pt x="73" y="56"/>
                    <a:pt x="74" y="60"/>
                  </a:cubicBezTo>
                  <a:cubicBezTo>
                    <a:pt x="70" y="58"/>
                    <a:pt x="65" y="56"/>
                    <a:pt x="61" y="54"/>
                  </a:cubicBezTo>
                  <a:cubicBezTo>
                    <a:pt x="50" y="51"/>
                    <a:pt x="38" y="50"/>
                    <a:pt x="28" y="53"/>
                  </a:cubicBezTo>
                  <a:cubicBezTo>
                    <a:pt x="17" y="56"/>
                    <a:pt x="9" y="63"/>
                    <a:pt x="6" y="73"/>
                  </a:cubicBezTo>
                  <a:cubicBezTo>
                    <a:pt x="3" y="82"/>
                    <a:pt x="5" y="93"/>
                    <a:pt x="13" y="102"/>
                  </a:cubicBezTo>
                  <a:cubicBezTo>
                    <a:pt x="19" y="110"/>
                    <a:pt x="28" y="116"/>
                    <a:pt x="40" y="120"/>
                  </a:cubicBezTo>
                  <a:cubicBezTo>
                    <a:pt x="44" y="121"/>
                    <a:pt x="49" y="122"/>
                    <a:pt x="54" y="123"/>
                  </a:cubicBezTo>
                  <a:cubicBezTo>
                    <a:pt x="50" y="126"/>
                    <a:pt x="47" y="129"/>
                    <a:pt x="44" y="133"/>
                  </a:cubicBezTo>
                  <a:cubicBezTo>
                    <a:pt x="37" y="143"/>
                    <a:pt x="33" y="154"/>
                    <a:pt x="33" y="164"/>
                  </a:cubicBezTo>
                  <a:cubicBezTo>
                    <a:pt x="32" y="175"/>
                    <a:pt x="37" y="185"/>
                    <a:pt x="45" y="191"/>
                  </a:cubicBezTo>
                  <a:cubicBezTo>
                    <a:pt x="49" y="195"/>
                    <a:pt x="55" y="196"/>
                    <a:pt x="61" y="196"/>
                  </a:cubicBezTo>
                  <a:cubicBezTo>
                    <a:pt x="66" y="196"/>
                    <a:pt x="70" y="196"/>
                    <a:pt x="74" y="194"/>
                  </a:cubicBezTo>
                  <a:cubicBezTo>
                    <a:pt x="82" y="191"/>
                    <a:pt x="90" y="185"/>
                    <a:pt x="96" y="178"/>
                  </a:cubicBezTo>
                  <a:cubicBezTo>
                    <a:pt x="96" y="244"/>
                    <a:pt x="96" y="244"/>
                    <a:pt x="96" y="244"/>
                  </a:cubicBezTo>
                  <a:cubicBezTo>
                    <a:pt x="94" y="241"/>
                    <a:pt x="92" y="239"/>
                    <a:pt x="89" y="237"/>
                  </a:cubicBezTo>
                  <a:cubicBezTo>
                    <a:pt x="58" y="208"/>
                    <a:pt x="11" y="213"/>
                    <a:pt x="10" y="213"/>
                  </a:cubicBezTo>
                  <a:cubicBezTo>
                    <a:pt x="4" y="214"/>
                    <a:pt x="0" y="218"/>
                    <a:pt x="0" y="224"/>
                  </a:cubicBezTo>
                  <a:cubicBezTo>
                    <a:pt x="0" y="254"/>
                    <a:pt x="9" y="278"/>
                    <a:pt x="28" y="294"/>
                  </a:cubicBezTo>
                  <a:cubicBezTo>
                    <a:pt x="52" y="317"/>
                    <a:pt x="86" y="320"/>
                    <a:pt x="101" y="320"/>
                  </a:cubicBezTo>
                  <a:cubicBezTo>
                    <a:pt x="104" y="320"/>
                    <a:pt x="111" y="320"/>
                    <a:pt x="114" y="320"/>
                  </a:cubicBezTo>
                  <a:cubicBezTo>
                    <a:pt x="130" y="320"/>
                    <a:pt x="162" y="317"/>
                    <a:pt x="185" y="296"/>
                  </a:cubicBezTo>
                  <a:cubicBezTo>
                    <a:pt x="204" y="279"/>
                    <a:pt x="213" y="255"/>
                    <a:pt x="213" y="224"/>
                  </a:cubicBezTo>
                  <a:cubicBezTo>
                    <a:pt x="213" y="218"/>
                    <a:pt x="209" y="213"/>
                    <a:pt x="204" y="213"/>
                  </a:cubicBezTo>
                  <a:close/>
                  <a:moveTo>
                    <a:pt x="84" y="89"/>
                  </a:moveTo>
                  <a:cubicBezTo>
                    <a:pt x="89" y="83"/>
                    <a:pt x="95" y="80"/>
                    <a:pt x="102" y="78"/>
                  </a:cubicBezTo>
                  <a:cubicBezTo>
                    <a:pt x="104" y="78"/>
                    <a:pt x="105" y="78"/>
                    <a:pt x="107" y="78"/>
                  </a:cubicBezTo>
                  <a:cubicBezTo>
                    <a:pt x="112" y="78"/>
                    <a:pt x="118" y="80"/>
                    <a:pt x="123" y="83"/>
                  </a:cubicBezTo>
                  <a:cubicBezTo>
                    <a:pt x="135" y="92"/>
                    <a:pt x="138" y="109"/>
                    <a:pt x="129" y="121"/>
                  </a:cubicBezTo>
                  <a:cubicBezTo>
                    <a:pt x="125" y="127"/>
                    <a:pt x="118" y="131"/>
                    <a:pt x="111" y="132"/>
                  </a:cubicBezTo>
                  <a:cubicBezTo>
                    <a:pt x="104" y="134"/>
                    <a:pt x="97" y="132"/>
                    <a:pt x="91" y="128"/>
                  </a:cubicBezTo>
                  <a:cubicBezTo>
                    <a:pt x="85" y="123"/>
                    <a:pt x="81" y="117"/>
                    <a:pt x="80" y="110"/>
                  </a:cubicBezTo>
                  <a:cubicBezTo>
                    <a:pt x="78" y="103"/>
                    <a:pt x="80" y="95"/>
                    <a:pt x="84" y="89"/>
                  </a:cubicBezTo>
                  <a:close/>
                  <a:moveTo>
                    <a:pt x="157" y="174"/>
                  </a:moveTo>
                  <a:cubicBezTo>
                    <a:pt x="152" y="177"/>
                    <a:pt x="140" y="172"/>
                    <a:pt x="131" y="161"/>
                  </a:cubicBezTo>
                  <a:cubicBezTo>
                    <a:pt x="129" y="158"/>
                    <a:pt x="127" y="154"/>
                    <a:pt x="126" y="150"/>
                  </a:cubicBezTo>
                  <a:cubicBezTo>
                    <a:pt x="133" y="147"/>
                    <a:pt x="139" y="143"/>
                    <a:pt x="143" y="137"/>
                  </a:cubicBezTo>
                  <a:cubicBezTo>
                    <a:pt x="147" y="139"/>
                    <a:pt x="150" y="142"/>
                    <a:pt x="152" y="146"/>
                  </a:cubicBezTo>
                  <a:cubicBezTo>
                    <a:pt x="161" y="157"/>
                    <a:pt x="161" y="170"/>
                    <a:pt x="157" y="174"/>
                  </a:cubicBezTo>
                  <a:close/>
                  <a:moveTo>
                    <a:pt x="159" y="74"/>
                  </a:moveTo>
                  <a:cubicBezTo>
                    <a:pt x="166" y="72"/>
                    <a:pt x="173" y="72"/>
                    <a:pt x="179" y="73"/>
                  </a:cubicBezTo>
                  <a:cubicBezTo>
                    <a:pt x="181" y="74"/>
                    <a:pt x="186" y="75"/>
                    <a:pt x="187" y="79"/>
                  </a:cubicBezTo>
                  <a:cubicBezTo>
                    <a:pt x="188" y="82"/>
                    <a:pt x="185" y="87"/>
                    <a:pt x="184" y="88"/>
                  </a:cubicBezTo>
                  <a:cubicBezTo>
                    <a:pt x="180" y="93"/>
                    <a:pt x="174" y="97"/>
                    <a:pt x="167" y="99"/>
                  </a:cubicBezTo>
                  <a:cubicBezTo>
                    <a:pt x="163" y="101"/>
                    <a:pt x="159" y="101"/>
                    <a:pt x="155" y="101"/>
                  </a:cubicBezTo>
                  <a:cubicBezTo>
                    <a:pt x="154" y="94"/>
                    <a:pt x="152" y="86"/>
                    <a:pt x="148" y="80"/>
                  </a:cubicBezTo>
                  <a:cubicBezTo>
                    <a:pt x="151" y="78"/>
                    <a:pt x="155" y="76"/>
                    <a:pt x="159" y="74"/>
                  </a:cubicBezTo>
                  <a:close/>
                  <a:moveTo>
                    <a:pt x="107" y="21"/>
                  </a:moveTo>
                  <a:cubicBezTo>
                    <a:pt x="113" y="21"/>
                    <a:pt x="120" y="32"/>
                    <a:pt x="120" y="46"/>
                  </a:cubicBezTo>
                  <a:cubicBezTo>
                    <a:pt x="120" y="50"/>
                    <a:pt x="119" y="54"/>
                    <a:pt x="118" y="58"/>
                  </a:cubicBezTo>
                  <a:cubicBezTo>
                    <a:pt x="112" y="57"/>
                    <a:pt x="105" y="56"/>
                    <a:pt x="99" y="57"/>
                  </a:cubicBezTo>
                  <a:cubicBezTo>
                    <a:pt x="98" y="58"/>
                    <a:pt x="97" y="58"/>
                    <a:pt x="96" y="58"/>
                  </a:cubicBezTo>
                  <a:cubicBezTo>
                    <a:pt x="94" y="54"/>
                    <a:pt x="94" y="50"/>
                    <a:pt x="94" y="46"/>
                  </a:cubicBezTo>
                  <a:cubicBezTo>
                    <a:pt x="94" y="32"/>
                    <a:pt x="101" y="21"/>
                    <a:pt x="107" y="21"/>
                  </a:cubicBezTo>
                  <a:close/>
                  <a:moveTo>
                    <a:pt x="29" y="89"/>
                  </a:moveTo>
                  <a:cubicBezTo>
                    <a:pt x="28" y="87"/>
                    <a:pt x="25" y="83"/>
                    <a:pt x="26" y="79"/>
                  </a:cubicBezTo>
                  <a:cubicBezTo>
                    <a:pt x="27" y="76"/>
                    <a:pt x="32" y="74"/>
                    <a:pt x="34" y="74"/>
                  </a:cubicBezTo>
                  <a:cubicBezTo>
                    <a:pt x="40" y="72"/>
                    <a:pt x="47" y="72"/>
                    <a:pt x="54" y="75"/>
                  </a:cubicBezTo>
                  <a:cubicBezTo>
                    <a:pt x="58" y="76"/>
                    <a:pt x="62" y="78"/>
                    <a:pt x="65" y="80"/>
                  </a:cubicBezTo>
                  <a:cubicBezTo>
                    <a:pt x="61" y="87"/>
                    <a:pt x="59" y="94"/>
                    <a:pt x="58" y="101"/>
                  </a:cubicBezTo>
                  <a:cubicBezTo>
                    <a:pt x="54" y="101"/>
                    <a:pt x="50" y="101"/>
                    <a:pt x="46" y="100"/>
                  </a:cubicBezTo>
                  <a:cubicBezTo>
                    <a:pt x="39" y="97"/>
                    <a:pt x="33" y="93"/>
                    <a:pt x="29" y="89"/>
                  </a:cubicBezTo>
                  <a:close/>
                  <a:moveTo>
                    <a:pt x="67" y="174"/>
                  </a:moveTo>
                  <a:cubicBezTo>
                    <a:pt x="65" y="175"/>
                    <a:pt x="60" y="176"/>
                    <a:pt x="57" y="174"/>
                  </a:cubicBezTo>
                  <a:cubicBezTo>
                    <a:pt x="54" y="172"/>
                    <a:pt x="54" y="167"/>
                    <a:pt x="54" y="165"/>
                  </a:cubicBezTo>
                  <a:cubicBezTo>
                    <a:pt x="54" y="159"/>
                    <a:pt x="57" y="152"/>
                    <a:pt x="61" y="146"/>
                  </a:cubicBezTo>
                  <a:cubicBezTo>
                    <a:pt x="64" y="142"/>
                    <a:pt x="67" y="140"/>
                    <a:pt x="70" y="137"/>
                  </a:cubicBezTo>
                  <a:cubicBezTo>
                    <a:pt x="72" y="140"/>
                    <a:pt x="75" y="143"/>
                    <a:pt x="78" y="145"/>
                  </a:cubicBezTo>
                  <a:cubicBezTo>
                    <a:pt x="81" y="147"/>
                    <a:pt x="84" y="149"/>
                    <a:pt x="88" y="150"/>
                  </a:cubicBezTo>
                  <a:cubicBezTo>
                    <a:pt x="87" y="154"/>
                    <a:pt x="85" y="158"/>
                    <a:pt x="82" y="161"/>
                  </a:cubicBezTo>
                  <a:cubicBezTo>
                    <a:pt x="78" y="167"/>
                    <a:pt x="73" y="172"/>
                    <a:pt x="67" y="174"/>
                  </a:cubicBezTo>
                  <a:close/>
                  <a:moveTo>
                    <a:pt x="42" y="279"/>
                  </a:moveTo>
                  <a:cubicBezTo>
                    <a:pt x="30" y="268"/>
                    <a:pt x="24" y="253"/>
                    <a:pt x="22" y="234"/>
                  </a:cubicBezTo>
                  <a:cubicBezTo>
                    <a:pt x="35" y="234"/>
                    <a:pt x="58" y="238"/>
                    <a:pt x="75" y="253"/>
                  </a:cubicBezTo>
                  <a:cubicBezTo>
                    <a:pt x="87" y="263"/>
                    <a:pt x="94" y="279"/>
                    <a:pt x="96" y="298"/>
                  </a:cubicBezTo>
                  <a:cubicBezTo>
                    <a:pt x="82" y="298"/>
                    <a:pt x="59" y="294"/>
                    <a:pt x="42" y="279"/>
                  </a:cubicBezTo>
                  <a:close/>
                  <a:moveTo>
                    <a:pt x="171" y="280"/>
                  </a:moveTo>
                  <a:cubicBezTo>
                    <a:pt x="154" y="295"/>
                    <a:pt x="131" y="298"/>
                    <a:pt x="118" y="298"/>
                  </a:cubicBezTo>
                  <a:cubicBezTo>
                    <a:pt x="120" y="279"/>
                    <a:pt x="126" y="264"/>
                    <a:pt x="138" y="254"/>
                  </a:cubicBezTo>
                  <a:cubicBezTo>
                    <a:pt x="155" y="238"/>
                    <a:pt x="178" y="235"/>
                    <a:pt x="192" y="234"/>
                  </a:cubicBezTo>
                  <a:cubicBezTo>
                    <a:pt x="190" y="254"/>
                    <a:pt x="183" y="269"/>
                    <a:pt x="171" y="28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Freeform 881">
              <a:extLst>
                <a:ext uri="{FF2B5EF4-FFF2-40B4-BE49-F238E27FC236}">
                  <a16:creationId xmlns:a16="http://schemas.microsoft.com/office/drawing/2014/main" id="{84801397-77E9-B553-014A-6252ED95EC2E}"/>
                </a:ext>
              </a:extLst>
            </p:cNvPr>
            <p:cNvSpPr>
              <a:spLocks noEditPoints="1"/>
            </p:cNvSpPr>
            <p:nvPr/>
          </p:nvSpPr>
          <p:spPr bwMode="auto">
            <a:xfrm>
              <a:off x="5336244" y="2532032"/>
              <a:ext cx="582898" cy="582898"/>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0EDB5EA2-AEE6-6958-08B1-DC3D108C2989}"/>
              </a:ext>
            </a:extLst>
          </p:cNvPr>
          <p:cNvGrpSpPr/>
          <p:nvPr/>
        </p:nvGrpSpPr>
        <p:grpSpPr>
          <a:xfrm>
            <a:off x="3111522" y="3275049"/>
            <a:ext cx="321511" cy="321512"/>
            <a:chOff x="6234720" y="2038996"/>
            <a:chExt cx="559967" cy="559967"/>
          </a:xfrm>
        </p:grpSpPr>
        <p:sp>
          <p:nvSpPr>
            <p:cNvPr id="67" name="Freeform 318">
              <a:extLst>
                <a:ext uri="{FF2B5EF4-FFF2-40B4-BE49-F238E27FC236}">
                  <a16:creationId xmlns:a16="http://schemas.microsoft.com/office/drawing/2014/main" id="{1015A430-09E7-028C-1F0A-710D5D6F96B6}"/>
                </a:ext>
              </a:extLst>
            </p:cNvPr>
            <p:cNvSpPr>
              <a:spLocks noEditPoints="1"/>
            </p:cNvSpPr>
            <p:nvPr/>
          </p:nvSpPr>
          <p:spPr bwMode="auto">
            <a:xfrm>
              <a:off x="6420827" y="2284393"/>
              <a:ext cx="69172" cy="69172"/>
            </a:xfrm>
            <a:custGeom>
              <a:avLst/>
              <a:gdLst>
                <a:gd name="T0" fmla="*/ 54 w 64"/>
                <a:gd name="T1" fmla="*/ 0 h 64"/>
                <a:gd name="T2" fmla="*/ 11 w 64"/>
                <a:gd name="T3" fmla="*/ 0 h 64"/>
                <a:gd name="T4" fmla="*/ 0 w 64"/>
                <a:gd name="T5" fmla="*/ 10 h 64"/>
                <a:gd name="T6" fmla="*/ 0 w 64"/>
                <a:gd name="T7" fmla="*/ 53 h 64"/>
                <a:gd name="T8" fmla="*/ 11 w 64"/>
                <a:gd name="T9" fmla="*/ 64 h 64"/>
                <a:gd name="T10" fmla="*/ 54 w 64"/>
                <a:gd name="T11" fmla="*/ 64 h 64"/>
                <a:gd name="T12" fmla="*/ 64 w 64"/>
                <a:gd name="T13" fmla="*/ 53 h 64"/>
                <a:gd name="T14" fmla="*/ 64 w 64"/>
                <a:gd name="T15" fmla="*/ 10 h 64"/>
                <a:gd name="T16" fmla="*/ 54 w 64"/>
                <a:gd name="T17" fmla="*/ 0 h 64"/>
                <a:gd name="T18" fmla="*/ 43 w 64"/>
                <a:gd name="T19" fmla="*/ 42 h 64"/>
                <a:gd name="T20" fmla="*/ 22 w 64"/>
                <a:gd name="T21" fmla="*/ 42 h 64"/>
                <a:gd name="T22" fmla="*/ 22 w 64"/>
                <a:gd name="T23" fmla="*/ 21 h 64"/>
                <a:gd name="T24" fmla="*/ 43 w 64"/>
                <a:gd name="T25" fmla="*/ 21 h 64"/>
                <a:gd name="T26" fmla="*/ 43 w 64"/>
                <a:gd name="T27"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54" y="0"/>
                  </a:moveTo>
                  <a:cubicBezTo>
                    <a:pt x="11" y="0"/>
                    <a:pt x="11" y="0"/>
                    <a:pt x="11" y="0"/>
                  </a:cubicBezTo>
                  <a:cubicBezTo>
                    <a:pt x="5" y="0"/>
                    <a:pt x="0" y="4"/>
                    <a:pt x="0" y="10"/>
                  </a:cubicBezTo>
                  <a:cubicBezTo>
                    <a:pt x="0" y="53"/>
                    <a:pt x="0" y="53"/>
                    <a:pt x="0" y="53"/>
                  </a:cubicBezTo>
                  <a:cubicBezTo>
                    <a:pt x="0" y="59"/>
                    <a:pt x="5" y="64"/>
                    <a:pt x="11" y="64"/>
                  </a:cubicBezTo>
                  <a:cubicBezTo>
                    <a:pt x="54" y="64"/>
                    <a:pt x="54" y="64"/>
                    <a:pt x="54" y="64"/>
                  </a:cubicBezTo>
                  <a:cubicBezTo>
                    <a:pt x="60" y="64"/>
                    <a:pt x="64" y="59"/>
                    <a:pt x="64" y="53"/>
                  </a:cubicBezTo>
                  <a:cubicBezTo>
                    <a:pt x="64" y="10"/>
                    <a:pt x="64" y="10"/>
                    <a:pt x="64" y="10"/>
                  </a:cubicBezTo>
                  <a:cubicBezTo>
                    <a:pt x="64" y="4"/>
                    <a:pt x="60" y="0"/>
                    <a:pt x="54" y="0"/>
                  </a:cubicBezTo>
                  <a:close/>
                  <a:moveTo>
                    <a:pt x="43" y="42"/>
                  </a:moveTo>
                  <a:cubicBezTo>
                    <a:pt x="22" y="42"/>
                    <a:pt x="22" y="42"/>
                    <a:pt x="22" y="42"/>
                  </a:cubicBezTo>
                  <a:cubicBezTo>
                    <a:pt x="22" y="21"/>
                    <a:pt x="22" y="21"/>
                    <a:pt x="22" y="21"/>
                  </a:cubicBezTo>
                  <a:cubicBezTo>
                    <a:pt x="43" y="21"/>
                    <a:pt x="43" y="21"/>
                    <a:pt x="43" y="21"/>
                  </a:cubicBezTo>
                  <a:lnTo>
                    <a:pt x="43" y="4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Freeform 319">
              <a:extLst>
                <a:ext uri="{FF2B5EF4-FFF2-40B4-BE49-F238E27FC236}">
                  <a16:creationId xmlns:a16="http://schemas.microsoft.com/office/drawing/2014/main" id="{F9BAAD6E-5ECA-F822-FD07-975C24D3D050}"/>
                </a:ext>
              </a:extLst>
            </p:cNvPr>
            <p:cNvSpPr>
              <a:spLocks noEditPoints="1"/>
            </p:cNvSpPr>
            <p:nvPr/>
          </p:nvSpPr>
          <p:spPr bwMode="auto">
            <a:xfrm>
              <a:off x="6537761" y="2284393"/>
              <a:ext cx="69172" cy="69172"/>
            </a:xfrm>
            <a:custGeom>
              <a:avLst/>
              <a:gdLst>
                <a:gd name="T0" fmla="*/ 11 w 64"/>
                <a:gd name="T1" fmla="*/ 64 h 64"/>
                <a:gd name="T2" fmla="*/ 53 w 64"/>
                <a:gd name="T3" fmla="*/ 64 h 64"/>
                <a:gd name="T4" fmla="*/ 64 w 64"/>
                <a:gd name="T5" fmla="*/ 53 h 64"/>
                <a:gd name="T6" fmla="*/ 64 w 64"/>
                <a:gd name="T7" fmla="*/ 10 h 64"/>
                <a:gd name="T8" fmla="*/ 53 w 64"/>
                <a:gd name="T9" fmla="*/ 0 h 64"/>
                <a:gd name="T10" fmla="*/ 11 w 64"/>
                <a:gd name="T11" fmla="*/ 0 h 64"/>
                <a:gd name="T12" fmla="*/ 0 w 64"/>
                <a:gd name="T13" fmla="*/ 10 h 64"/>
                <a:gd name="T14" fmla="*/ 0 w 64"/>
                <a:gd name="T15" fmla="*/ 53 h 64"/>
                <a:gd name="T16" fmla="*/ 11 w 64"/>
                <a:gd name="T17" fmla="*/ 64 h 64"/>
                <a:gd name="T18" fmla="*/ 21 w 64"/>
                <a:gd name="T19" fmla="*/ 21 h 64"/>
                <a:gd name="T20" fmla="*/ 43 w 64"/>
                <a:gd name="T21" fmla="*/ 21 h 64"/>
                <a:gd name="T22" fmla="*/ 43 w 64"/>
                <a:gd name="T23" fmla="*/ 42 h 64"/>
                <a:gd name="T24" fmla="*/ 21 w 64"/>
                <a:gd name="T25" fmla="*/ 42 h 64"/>
                <a:gd name="T26" fmla="*/ 21 w 64"/>
                <a:gd name="T27"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11" y="64"/>
                  </a:moveTo>
                  <a:cubicBezTo>
                    <a:pt x="53" y="64"/>
                    <a:pt x="53" y="64"/>
                    <a:pt x="53" y="64"/>
                  </a:cubicBezTo>
                  <a:cubicBezTo>
                    <a:pt x="59" y="64"/>
                    <a:pt x="64" y="59"/>
                    <a:pt x="64" y="53"/>
                  </a:cubicBezTo>
                  <a:cubicBezTo>
                    <a:pt x="64" y="10"/>
                    <a:pt x="64" y="10"/>
                    <a:pt x="64" y="10"/>
                  </a:cubicBezTo>
                  <a:cubicBezTo>
                    <a:pt x="64" y="4"/>
                    <a:pt x="59" y="0"/>
                    <a:pt x="53" y="0"/>
                  </a:cubicBezTo>
                  <a:cubicBezTo>
                    <a:pt x="11" y="0"/>
                    <a:pt x="11" y="0"/>
                    <a:pt x="11" y="0"/>
                  </a:cubicBezTo>
                  <a:cubicBezTo>
                    <a:pt x="5" y="0"/>
                    <a:pt x="0" y="4"/>
                    <a:pt x="0" y="10"/>
                  </a:cubicBezTo>
                  <a:cubicBezTo>
                    <a:pt x="0" y="53"/>
                    <a:pt x="0" y="53"/>
                    <a:pt x="0" y="53"/>
                  </a:cubicBezTo>
                  <a:cubicBezTo>
                    <a:pt x="0" y="59"/>
                    <a:pt x="5" y="64"/>
                    <a:pt x="11" y="64"/>
                  </a:cubicBezTo>
                  <a:close/>
                  <a:moveTo>
                    <a:pt x="21" y="21"/>
                  </a:moveTo>
                  <a:cubicBezTo>
                    <a:pt x="43" y="21"/>
                    <a:pt x="43" y="21"/>
                    <a:pt x="43" y="21"/>
                  </a:cubicBezTo>
                  <a:cubicBezTo>
                    <a:pt x="43" y="42"/>
                    <a:pt x="43" y="42"/>
                    <a:pt x="43" y="42"/>
                  </a:cubicBezTo>
                  <a:cubicBezTo>
                    <a:pt x="21" y="42"/>
                    <a:pt x="21" y="42"/>
                    <a:pt x="21" y="42"/>
                  </a:cubicBezTo>
                  <a:lnTo>
                    <a:pt x="21" y="21"/>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9" name="Freeform 320">
              <a:extLst>
                <a:ext uri="{FF2B5EF4-FFF2-40B4-BE49-F238E27FC236}">
                  <a16:creationId xmlns:a16="http://schemas.microsoft.com/office/drawing/2014/main" id="{222795B3-19CE-46FD-F4A5-BDA182F740C5}"/>
                </a:ext>
              </a:extLst>
            </p:cNvPr>
            <p:cNvSpPr>
              <a:spLocks noEditPoints="1"/>
            </p:cNvSpPr>
            <p:nvPr/>
          </p:nvSpPr>
          <p:spPr bwMode="auto">
            <a:xfrm>
              <a:off x="6338479" y="2142755"/>
              <a:ext cx="352450" cy="327745"/>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0" name="Freeform 321">
              <a:extLst>
                <a:ext uri="{FF2B5EF4-FFF2-40B4-BE49-F238E27FC236}">
                  <a16:creationId xmlns:a16="http://schemas.microsoft.com/office/drawing/2014/main" id="{FF3ECD8A-AD3A-0D0F-FAD3-F8949BEE4FDF}"/>
                </a:ext>
              </a:extLst>
            </p:cNvPr>
            <p:cNvSpPr>
              <a:spLocks noEditPoints="1"/>
            </p:cNvSpPr>
            <p:nvPr/>
          </p:nvSpPr>
          <p:spPr bwMode="auto">
            <a:xfrm>
              <a:off x="6234720" y="2038996"/>
              <a:ext cx="559967" cy="5599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9540A71A-2200-E70C-92A2-B7831ED87BB6}"/>
              </a:ext>
            </a:extLst>
          </p:cNvPr>
          <p:cNvGrpSpPr/>
          <p:nvPr/>
        </p:nvGrpSpPr>
        <p:grpSpPr>
          <a:xfrm>
            <a:off x="610669" y="4705097"/>
            <a:ext cx="306241" cy="306241"/>
            <a:chOff x="8221059" y="2537711"/>
            <a:chExt cx="529476" cy="529476"/>
          </a:xfrm>
        </p:grpSpPr>
        <p:sp>
          <p:nvSpPr>
            <p:cNvPr id="72" name="Freeform 537">
              <a:extLst>
                <a:ext uri="{FF2B5EF4-FFF2-40B4-BE49-F238E27FC236}">
                  <a16:creationId xmlns:a16="http://schemas.microsoft.com/office/drawing/2014/main" id="{968E21D7-B5AD-280E-F2F2-B8E5EB116F2D}"/>
                </a:ext>
              </a:extLst>
            </p:cNvPr>
            <p:cNvSpPr>
              <a:spLocks noEditPoints="1"/>
            </p:cNvSpPr>
            <p:nvPr/>
          </p:nvSpPr>
          <p:spPr bwMode="auto">
            <a:xfrm>
              <a:off x="8221059" y="2537711"/>
              <a:ext cx="529476" cy="5294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3" name="Freeform 538">
              <a:extLst>
                <a:ext uri="{FF2B5EF4-FFF2-40B4-BE49-F238E27FC236}">
                  <a16:creationId xmlns:a16="http://schemas.microsoft.com/office/drawing/2014/main" id="{1BD573B7-84C4-1146-FFB3-F8DB1361954B}"/>
                </a:ext>
              </a:extLst>
            </p:cNvPr>
            <p:cNvSpPr>
              <a:spLocks noEditPoints="1"/>
            </p:cNvSpPr>
            <p:nvPr/>
          </p:nvSpPr>
          <p:spPr bwMode="auto">
            <a:xfrm>
              <a:off x="8342527" y="2637377"/>
              <a:ext cx="298998" cy="330144"/>
            </a:xfrm>
            <a:custGeom>
              <a:avLst/>
              <a:gdLst>
                <a:gd name="T0" fmla="*/ 211 w 289"/>
                <a:gd name="T1" fmla="*/ 132 h 319"/>
                <a:gd name="T2" fmla="*/ 257 w 289"/>
                <a:gd name="T3" fmla="*/ 153 h 319"/>
                <a:gd name="T4" fmla="*/ 286 w 289"/>
                <a:gd name="T5" fmla="*/ 107 h 319"/>
                <a:gd name="T6" fmla="*/ 267 w 289"/>
                <a:gd name="T7" fmla="*/ 97 h 319"/>
                <a:gd name="T8" fmla="*/ 149 w 289"/>
                <a:gd name="T9" fmla="*/ 32 h 319"/>
                <a:gd name="T10" fmla="*/ 139 w 289"/>
                <a:gd name="T11" fmla="*/ 0 h 319"/>
                <a:gd name="T12" fmla="*/ 128 w 289"/>
                <a:gd name="T13" fmla="*/ 128 h 319"/>
                <a:gd name="T14" fmla="*/ 107 w 289"/>
                <a:gd name="T15" fmla="*/ 160 h 319"/>
                <a:gd name="T16" fmla="*/ 43 w 289"/>
                <a:gd name="T17" fmla="*/ 206 h 319"/>
                <a:gd name="T18" fmla="*/ 56 w 289"/>
                <a:gd name="T19" fmla="*/ 93 h 319"/>
                <a:gd name="T20" fmla="*/ 68 w 289"/>
                <a:gd name="T21" fmla="*/ 122 h 319"/>
                <a:gd name="T22" fmla="*/ 78 w 289"/>
                <a:gd name="T23" fmla="*/ 111 h 319"/>
                <a:gd name="T24" fmla="*/ 64 w 289"/>
                <a:gd name="T25" fmla="*/ 55 h 319"/>
                <a:gd name="T26" fmla="*/ 9 w 289"/>
                <a:gd name="T27" fmla="*/ 70 h 319"/>
                <a:gd name="T28" fmla="*/ 20 w 289"/>
                <a:gd name="T29" fmla="*/ 80 h 319"/>
                <a:gd name="T30" fmla="*/ 11 w 289"/>
                <a:gd name="T31" fmla="*/ 160 h 319"/>
                <a:gd name="T32" fmla="*/ 7 w 289"/>
                <a:gd name="T33" fmla="*/ 227 h 319"/>
                <a:gd name="T34" fmla="*/ 12 w 289"/>
                <a:gd name="T35" fmla="*/ 247 h 319"/>
                <a:gd name="T36" fmla="*/ 119 w 289"/>
                <a:gd name="T37" fmla="*/ 185 h 319"/>
                <a:gd name="T38" fmla="*/ 159 w 289"/>
                <a:gd name="T39" fmla="*/ 184 h 319"/>
                <a:gd name="T40" fmla="*/ 139 w 289"/>
                <a:gd name="T41" fmla="*/ 266 h 319"/>
                <a:gd name="T42" fmla="*/ 138 w 289"/>
                <a:gd name="T43" fmla="*/ 254 h 319"/>
                <a:gd name="T44" fmla="*/ 126 w 289"/>
                <a:gd name="T45" fmla="*/ 237 h 319"/>
                <a:gd name="T46" fmla="*/ 89 w 289"/>
                <a:gd name="T47" fmla="*/ 262 h 319"/>
                <a:gd name="T48" fmla="*/ 111 w 289"/>
                <a:gd name="T49" fmla="*/ 314 h 319"/>
                <a:gd name="T50" fmla="*/ 125 w 289"/>
                <a:gd name="T51" fmla="*/ 317 h 319"/>
                <a:gd name="T52" fmla="*/ 118 w 289"/>
                <a:gd name="T53" fmla="*/ 286 h 319"/>
                <a:gd name="T54" fmla="*/ 243 w 289"/>
                <a:gd name="T55" fmla="*/ 234 h 319"/>
                <a:gd name="T56" fmla="*/ 267 w 289"/>
                <a:gd name="T57" fmla="*/ 247 h 319"/>
                <a:gd name="T58" fmla="*/ 272 w 289"/>
                <a:gd name="T59" fmla="*/ 227 h 319"/>
                <a:gd name="T60" fmla="*/ 171 w 289"/>
                <a:gd name="T61" fmla="*/ 160 h 319"/>
                <a:gd name="T62" fmla="*/ 149 w 289"/>
                <a:gd name="T63" fmla="*/ 128 h 319"/>
                <a:gd name="T64" fmla="*/ 238 w 289"/>
                <a:gd name="T65" fmla="*/ 121 h 319"/>
                <a:gd name="T66" fmla="*/ 207 w 289"/>
                <a:gd name="T67" fmla="*/ 118 h 319"/>
                <a:gd name="T68" fmla="*/ 139 w 289"/>
                <a:gd name="T69" fmla="*/ 170 h 319"/>
                <a:gd name="T70" fmla="*/ 139 w 289"/>
                <a:gd name="T71" fmla="*/ 14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319">
                  <a:moveTo>
                    <a:pt x="207" y="118"/>
                  </a:moveTo>
                  <a:cubicBezTo>
                    <a:pt x="204" y="123"/>
                    <a:pt x="206" y="129"/>
                    <a:pt x="211" y="132"/>
                  </a:cubicBezTo>
                  <a:cubicBezTo>
                    <a:pt x="252" y="152"/>
                    <a:pt x="252" y="152"/>
                    <a:pt x="252" y="152"/>
                  </a:cubicBezTo>
                  <a:cubicBezTo>
                    <a:pt x="253" y="153"/>
                    <a:pt x="255" y="153"/>
                    <a:pt x="257" y="153"/>
                  </a:cubicBezTo>
                  <a:cubicBezTo>
                    <a:pt x="261" y="153"/>
                    <a:pt x="264" y="151"/>
                    <a:pt x="266" y="147"/>
                  </a:cubicBezTo>
                  <a:cubicBezTo>
                    <a:pt x="286" y="107"/>
                    <a:pt x="286" y="107"/>
                    <a:pt x="286" y="107"/>
                  </a:cubicBezTo>
                  <a:cubicBezTo>
                    <a:pt x="289" y="101"/>
                    <a:pt x="287" y="95"/>
                    <a:pt x="282" y="92"/>
                  </a:cubicBezTo>
                  <a:cubicBezTo>
                    <a:pt x="276" y="90"/>
                    <a:pt x="270" y="92"/>
                    <a:pt x="267" y="97"/>
                  </a:cubicBezTo>
                  <a:cubicBezTo>
                    <a:pt x="259" y="115"/>
                    <a:pt x="259" y="115"/>
                    <a:pt x="259" y="115"/>
                  </a:cubicBezTo>
                  <a:cubicBezTo>
                    <a:pt x="241" y="69"/>
                    <a:pt x="199" y="36"/>
                    <a:pt x="149" y="32"/>
                  </a:cubicBezTo>
                  <a:cubicBezTo>
                    <a:pt x="149" y="10"/>
                    <a:pt x="149" y="10"/>
                    <a:pt x="149" y="10"/>
                  </a:cubicBezTo>
                  <a:cubicBezTo>
                    <a:pt x="149" y="4"/>
                    <a:pt x="145" y="0"/>
                    <a:pt x="139" y="0"/>
                  </a:cubicBezTo>
                  <a:cubicBezTo>
                    <a:pt x="133" y="0"/>
                    <a:pt x="128" y="4"/>
                    <a:pt x="128" y="10"/>
                  </a:cubicBezTo>
                  <a:cubicBezTo>
                    <a:pt x="128" y="128"/>
                    <a:pt x="128" y="128"/>
                    <a:pt x="128" y="128"/>
                  </a:cubicBezTo>
                  <a:cubicBezTo>
                    <a:pt x="128" y="128"/>
                    <a:pt x="128" y="129"/>
                    <a:pt x="128" y="130"/>
                  </a:cubicBezTo>
                  <a:cubicBezTo>
                    <a:pt x="116" y="134"/>
                    <a:pt x="107" y="146"/>
                    <a:pt x="107" y="160"/>
                  </a:cubicBezTo>
                  <a:cubicBezTo>
                    <a:pt x="107" y="162"/>
                    <a:pt x="107" y="165"/>
                    <a:pt x="108" y="167"/>
                  </a:cubicBezTo>
                  <a:cubicBezTo>
                    <a:pt x="43" y="206"/>
                    <a:pt x="43" y="206"/>
                    <a:pt x="43" y="206"/>
                  </a:cubicBezTo>
                  <a:cubicBezTo>
                    <a:pt x="36" y="191"/>
                    <a:pt x="32" y="176"/>
                    <a:pt x="32" y="160"/>
                  </a:cubicBezTo>
                  <a:cubicBezTo>
                    <a:pt x="32" y="135"/>
                    <a:pt x="41" y="111"/>
                    <a:pt x="56" y="93"/>
                  </a:cubicBezTo>
                  <a:cubicBezTo>
                    <a:pt x="57" y="112"/>
                    <a:pt x="57" y="112"/>
                    <a:pt x="57" y="112"/>
                  </a:cubicBezTo>
                  <a:cubicBezTo>
                    <a:pt x="57" y="118"/>
                    <a:pt x="62" y="122"/>
                    <a:pt x="68" y="122"/>
                  </a:cubicBezTo>
                  <a:cubicBezTo>
                    <a:pt x="68" y="122"/>
                    <a:pt x="68" y="122"/>
                    <a:pt x="68" y="122"/>
                  </a:cubicBezTo>
                  <a:cubicBezTo>
                    <a:pt x="74" y="121"/>
                    <a:pt x="79" y="116"/>
                    <a:pt x="78" y="111"/>
                  </a:cubicBezTo>
                  <a:cubicBezTo>
                    <a:pt x="75" y="65"/>
                    <a:pt x="75" y="65"/>
                    <a:pt x="75" y="65"/>
                  </a:cubicBezTo>
                  <a:cubicBezTo>
                    <a:pt x="75" y="59"/>
                    <a:pt x="70" y="55"/>
                    <a:pt x="64" y="55"/>
                  </a:cubicBezTo>
                  <a:cubicBezTo>
                    <a:pt x="19" y="58"/>
                    <a:pt x="19" y="58"/>
                    <a:pt x="19" y="58"/>
                  </a:cubicBezTo>
                  <a:cubicBezTo>
                    <a:pt x="13" y="59"/>
                    <a:pt x="9" y="64"/>
                    <a:pt x="9" y="70"/>
                  </a:cubicBezTo>
                  <a:cubicBezTo>
                    <a:pt x="9" y="75"/>
                    <a:pt x="14" y="80"/>
                    <a:pt x="20" y="80"/>
                  </a:cubicBezTo>
                  <a:cubicBezTo>
                    <a:pt x="20" y="80"/>
                    <a:pt x="20" y="80"/>
                    <a:pt x="20" y="80"/>
                  </a:cubicBezTo>
                  <a:cubicBezTo>
                    <a:pt x="40" y="78"/>
                    <a:pt x="40" y="78"/>
                    <a:pt x="40" y="78"/>
                  </a:cubicBezTo>
                  <a:cubicBezTo>
                    <a:pt x="21" y="101"/>
                    <a:pt x="11" y="130"/>
                    <a:pt x="11" y="160"/>
                  </a:cubicBezTo>
                  <a:cubicBezTo>
                    <a:pt x="11" y="180"/>
                    <a:pt x="16" y="199"/>
                    <a:pt x="24" y="217"/>
                  </a:cubicBezTo>
                  <a:cubicBezTo>
                    <a:pt x="7" y="227"/>
                    <a:pt x="7" y="227"/>
                    <a:pt x="7" y="227"/>
                  </a:cubicBezTo>
                  <a:cubicBezTo>
                    <a:pt x="2" y="230"/>
                    <a:pt x="0" y="237"/>
                    <a:pt x="3" y="242"/>
                  </a:cubicBezTo>
                  <a:cubicBezTo>
                    <a:pt x="5" y="245"/>
                    <a:pt x="9" y="247"/>
                    <a:pt x="12" y="247"/>
                  </a:cubicBezTo>
                  <a:cubicBezTo>
                    <a:pt x="14" y="247"/>
                    <a:pt x="16" y="246"/>
                    <a:pt x="18" y="245"/>
                  </a:cubicBezTo>
                  <a:cubicBezTo>
                    <a:pt x="119" y="185"/>
                    <a:pt x="119" y="185"/>
                    <a:pt x="119" y="185"/>
                  </a:cubicBezTo>
                  <a:cubicBezTo>
                    <a:pt x="125" y="189"/>
                    <a:pt x="131" y="192"/>
                    <a:pt x="139" y="192"/>
                  </a:cubicBezTo>
                  <a:cubicBezTo>
                    <a:pt x="146" y="192"/>
                    <a:pt x="153" y="189"/>
                    <a:pt x="159" y="184"/>
                  </a:cubicBezTo>
                  <a:cubicBezTo>
                    <a:pt x="224" y="223"/>
                    <a:pt x="224" y="223"/>
                    <a:pt x="224" y="223"/>
                  </a:cubicBezTo>
                  <a:cubicBezTo>
                    <a:pt x="204" y="250"/>
                    <a:pt x="173" y="266"/>
                    <a:pt x="139" y="266"/>
                  </a:cubicBezTo>
                  <a:cubicBezTo>
                    <a:pt x="133" y="266"/>
                    <a:pt x="128" y="266"/>
                    <a:pt x="122" y="265"/>
                  </a:cubicBezTo>
                  <a:cubicBezTo>
                    <a:pt x="138" y="254"/>
                    <a:pt x="138" y="254"/>
                    <a:pt x="138" y="254"/>
                  </a:cubicBezTo>
                  <a:cubicBezTo>
                    <a:pt x="143" y="251"/>
                    <a:pt x="144" y="244"/>
                    <a:pt x="141" y="240"/>
                  </a:cubicBezTo>
                  <a:cubicBezTo>
                    <a:pt x="138" y="235"/>
                    <a:pt x="131" y="233"/>
                    <a:pt x="126" y="237"/>
                  </a:cubicBezTo>
                  <a:cubicBezTo>
                    <a:pt x="89" y="262"/>
                    <a:pt x="89" y="262"/>
                    <a:pt x="89" y="262"/>
                  </a:cubicBezTo>
                  <a:cubicBezTo>
                    <a:pt x="89" y="262"/>
                    <a:pt x="89" y="262"/>
                    <a:pt x="89" y="262"/>
                  </a:cubicBezTo>
                  <a:cubicBezTo>
                    <a:pt x="84" y="265"/>
                    <a:pt x="82" y="271"/>
                    <a:pt x="86" y="276"/>
                  </a:cubicBezTo>
                  <a:cubicBezTo>
                    <a:pt x="111" y="314"/>
                    <a:pt x="111" y="314"/>
                    <a:pt x="111" y="314"/>
                  </a:cubicBezTo>
                  <a:cubicBezTo>
                    <a:pt x="113" y="317"/>
                    <a:pt x="116" y="319"/>
                    <a:pt x="120" y="319"/>
                  </a:cubicBezTo>
                  <a:cubicBezTo>
                    <a:pt x="122" y="319"/>
                    <a:pt x="124" y="318"/>
                    <a:pt x="125" y="317"/>
                  </a:cubicBezTo>
                  <a:cubicBezTo>
                    <a:pt x="130" y="314"/>
                    <a:pt x="132" y="307"/>
                    <a:pt x="128" y="302"/>
                  </a:cubicBezTo>
                  <a:cubicBezTo>
                    <a:pt x="118" y="286"/>
                    <a:pt x="118" y="286"/>
                    <a:pt x="118" y="286"/>
                  </a:cubicBezTo>
                  <a:cubicBezTo>
                    <a:pt x="125" y="287"/>
                    <a:pt x="132" y="288"/>
                    <a:pt x="139" y="288"/>
                  </a:cubicBezTo>
                  <a:cubicBezTo>
                    <a:pt x="180" y="288"/>
                    <a:pt x="219" y="267"/>
                    <a:pt x="243" y="234"/>
                  </a:cubicBezTo>
                  <a:cubicBezTo>
                    <a:pt x="261" y="245"/>
                    <a:pt x="261" y="245"/>
                    <a:pt x="261" y="245"/>
                  </a:cubicBezTo>
                  <a:cubicBezTo>
                    <a:pt x="263" y="246"/>
                    <a:pt x="265" y="247"/>
                    <a:pt x="267" y="247"/>
                  </a:cubicBezTo>
                  <a:cubicBezTo>
                    <a:pt x="271" y="247"/>
                    <a:pt x="274" y="245"/>
                    <a:pt x="276" y="242"/>
                  </a:cubicBezTo>
                  <a:cubicBezTo>
                    <a:pt x="279" y="237"/>
                    <a:pt x="277" y="230"/>
                    <a:pt x="272" y="227"/>
                  </a:cubicBezTo>
                  <a:cubicBezTo>
                    <a:pt x="170" y="166"/>
                    <a:pt x="170" y="166"/>
                    <a:pt x="170" y="166"/>
                  </a:cubicBezTo>
                  <a:cubicBezTo>
                    <a:pt x="170" y="164"/>
                    <a:pt x="171" y="162"/>
                    <a:pt x="171" y="160"/>
                  </a:cubicBezTo>
                  <a:cubicBezTo>
                    <a:pt x="171" y="146"/>
                    <a:pt x="162" y="134"/>
                    <a:pt x="149" y="130"/>
                  </a:cubicBezTo>
                  <a:cubicBezTo>
                    <a:pt x="149" y="129"/>
                    <a:pt x="149" y="128"/>
                    <a:pt x="149" y="128"/>
                  </a:cubicBezTo>
                  <a:cubicBezTo>
                    <a:pt x="149" y="54"/>
                    <a:pt x="149" y="54"/>
                    <a:pt x="149" y="54"/>
                  </a:cubicBezTo>
                  <a:cubicBezTo>
                    <a:pt x="190" y="58"/>
                    <a:pt x="224" y="84"/>
                    <a:pt x="238" y="121"/>
                  </a:cubicBezTo>
                  <a:cubicBezTo>
                    <a:pt x="221" y="113"/>
                    <a:pt x="221" y="113"/>
                    <a:pt x="221" y="113"/>
                  </a:cubicBezTo>
                  <a:cubicBezTo>
                    <a:pt x="216" y="110"/>
                    <a:pt x="209" y="112"/>
                    <a:pt x="207" y="118"/>
                  </a:cubicBezTo>
                  <a:close/>
                  <a:moveTo>
                    <a:pt x="149" y="160"/>
                  </a:moveTo>
                  <a:cubicBezTo>
                    <a:pt x="149" y="166"/>
                    <a:pt x="145" y="170"/>
                    <a:pt x="139" y="170"/>
                  </a:cubicBezTo>
                  <a:cubicBezTo>
                    <a:pt x="133" y="170"/>
                    <a:pt x="128" y="166"/>
                    <a:pt x="128" y="160"/>
                  </a:cubicBezTo>
                  <a:cubicBezTo>
                    <a:pt x="128" y="154"/>
                    <a:pt x="133" y="149"/>
                    <a:pt x="139" y="149"/>
                  </a:cubicBezTo>
                  <a:cubicBezTo>
                    <a:pt x="145" y="149"/>
                    <a:pt x="149" y="154"/>
                    <a:pt x="149" y="16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74" name="Group 73">
            <a:extLst>
              <a:ext uri="{FF2B5EF4-FFF2-40B4-BE49-F238E27FC236}">
                <a16:creationId xmlns:a16="http://schemas.microsoft.com/office/drawing/2014/main" id="{1FDF1179-DEB9-E691-7F6C-F903BD609F1E}"/>
              </a:ext>
            </a:extLst>
          </p:cNvPr>
          <p:cNvGrpSpPr/>
          <p:nvPr/>
        </p:nvGrpSpPr>
        <p:grpSpPr>
          <a:xfrm>
            <a:off x="3121056" y="4683532"/>
            <a:ext cx="335195" cy="336183"/>
            <a:chOff x="7326576" y="2050670"/>
            <a:chExt cx="522233" cy="523770"/>
          </a:xfrm>
        </p:grpSpPr>
        <p:sp>
          <p:nvSpPr>
            <p:cNvPr id="75" name="Freeform 579">
              <a:extLst>
                <a:ext uri="{FF2B5EF4-FFF2-40B4-BE49-F238E27FC236}">
                  <a16:creationId xmlns:a16="http://schemas.microsoft.com/office/drawing/2014/main" id="{10EABF60-A069-B14D-EACB-8F663E7E6DD5}"/>
                </a:ext>
              </a:extLst>
            </p:cNvPr>
            <p:cNvSpPr>
              <a:spLocks noEditPoints="1"/>
            </p:cNvSpPr>
            <p:nvPr/>
          </p:nvSpPr>
          <p:spPr bwMode="auto">
            <a:xfrm>
              <a:off x="7424879" y="2236524"/>
              <a:ext cx="325628" cy="195070"/>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6" name="Freeform 580">
              <a:extLst>
                <a:ext uri="{FF2B5EF4-FFF2-40B4-BE49-F238E27FC236}">
                  <a16:creationId xmlns:a16="http://schemas.microsoft.com/office/drawing/2014/main" id="{6499F106-CA7D-9B99-F512-ED8B8FB903D6}"/>
                </a:ext>
              </a:extLst>
            </p:cNvPr>
            <p:cNvSpPr>
              <a:spLocks/>
            </p:cNvSpPr>
            <p:nvPr/>
          </p:nvSpPr>
          <p:spPr bwMode="auto">
            <a:xfrm>
              <a:off x="7636844" y="2147437"/>
              <a:ext cx="30720" cy="67583"/>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7" name="Freeform 581">
              <a:extLst>
                <a:ext uri="{FF2B5EF4-FFF2-40B4-BE49-F238E27FC236}">
                  <a16:creationId xmlns:a16="http://schemas.microsoft.com/office/drawing/2014/main" id="{429ABB0A-6D0F-38CC-26D6-F75709C2BCE5}"/>
                </a:ext>
              </a:extLst>
            </p:cNvPr>
            <p:cNvSpPr>
              <a:spLocks/>
            </p:cNvSpPr>
            <p:nvPr/>
          </p:nvSpPr>
          <p:spPr bwMode="auto">
            <a:xfrm>
              <a:off x="7679851" y="2147437"/>
              <a:ext cx="32256" cy="67583"/>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8" name="Freeform 582">
              <a:extLst>
                <a:ext uri="{FF2B5EF4-FFF2-40B4-BE49-F238E27FC236}">
                  <a16:creationId xmlns:a16="http://schemas.microsoft.com/office/drawing/2014/main" id="{185B587E-B195-AF24-B7FA-DC9592B2D181}"/>
                </a:ext>
              </a:extLst>
            </p:cNvPr>
            <p:cNvSpPr>
              <a:spLocks noEditPoints="1"/>
            </p:cNvSpPr>
            <p:nvPr/>
          </p:nvSpPr>
          <p:spPr bwMode="auto">
            <a:xfrm>
              <a:off x="7326576" y="2050670"/>
              <a:ext cx="522233" cy="52377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pic>
        <p:nvPicPr>
          <p:cNvPr id="82" name="Picture 2" descr="http://newswirelawandevents.com/wp-content/uploads/2017/12/World-Bank-Logo-e1512416907359.jpg">
            <a:extLst>
              <a:ext uri="{FF2B5EF4-FFF2-40B4-BE49-F238E27FC236}">
                <a16:creationId xmlns:a16="http://schemas.microsoft.com/office/drawing/2014/main" id="{108015ED-C7B5-7934-B24F-ADA27FEFA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9157" y="2518257"/>
            <a:ext cx="605340" cy="30974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3" name="Picture 22" descr="https://www.cisl.cam.ac.uk/about/leadership-hub/leadership-inquiry-images/table-images/adb-logo.jpg/image">
            <a:extLst>
              <a:ext uri="{FF2B5EF4-FFF2-40B4-BE49-F238E27FC236}">
                <a16:creationId xmlns:a16="http://schemas.microsoft.com/office/drawing/2014/main" id="{ACAA4CF3-F5F2-2A27-8888-881204052C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739" r="27004"/>
          <a:stretch/>
        </p:blipFill>
        <p:spPr bwMode="auto">
          <a:xfrm>
            <a:off x="6047277" y="3808091"/>
            <a:ext cx="382097" cy="3735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4" name="Picture 22" descr="Image result for ongc logo">
            <a:extLst>
              <a:ext uri="{FF2B5EF4-FFF2-40B4-BE49-F238E27FC236}">
                <a16:creationId xmlns:a16="http://schemas.microsoft.com/office/drawing/2014/main" id="{961084D2-CD7D-2C66-3977-9877C1C6A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2" r="5969"/>
          <a:stretch/>
        </p:blipFill>
        <p:spPr bwMode="auto">
          <a:xfrm>
            <a:off x="9257684" y="3787792"/>
            <a:ext cx="341654" cy="39006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7" name="Half Frame 86">
            <a:extLst>
              <a:ext uri="{FF2B5EF4-FFF2-40B4-BE49-F238E27FC236}">
                <a16:creationId xmlns:a16="http://schemas.microsoft.com/office/drawing/2014/main" id="{84BB5163-EFF5-30D1-C413-C3044112E322}"/>
              </a:ext>
            </a:extLst>
          </p:cNvPr>
          <p:cNvSpPr/>
          <p:nvPr/>
        </p:nvSpPr>
        <p:spPr bwMode="gray">
          <a:xfrm rot="10800000">
            <a:off x="8205882" y="58986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88" name="Half Frame 87">
            <a:extLst>
              <a:ext uri="{FF2B5EF4-FFF2-40B4-BE49-F238E27FC236}">
                <a16:creationId xmlns:a16="http://schemas.microsoft.com/office/drawing/2014/main" id="{54E728F0-0DE2-F4BE-C5CD-A1FB0C19DB76}"/>
              </a:ext>
            </a:extLst>
          </p:cNvPr>
          <p:cNvSpPr/>
          <p:nvPr/>
        </p:nvSpPr>
        <p:spPr bwMode="gray">
          <a:xfrm rot="16200000">
            <a:off x="5985176" y="59008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89" name="Half Frame 88">
            <a:extLst>
              <a:ext uri="{FF2B5EF4-FFF2-40B4-BE49-F238E27FC236}">
                <a16:creationId xmlns:a16="http://schemas.microsoft.com/office/drawing/2014/main" id="{B6AB64A1-042A-8CCB-E651-EFC03E521501}"/>
              </a:ext>
            </a:extLst>
          </p:cNvPr>
          <p:cNvSpPr/>
          <p:nvPr/>
        </p:nvSpPr>
        <p:spPr bwMode="gray">
          <a:xfrm rot="10800000">
            <a:off x="11274866" y="589378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90" name="Half Frame 89">
            <a:extLst>
              <a:ext uri="{FF2B5EF4-FFF2-40B4-BE49-F238E27FC236}">
                <a16:creationId xmlns:a16="http://schemas.microsoft.com/office/drawing/2014/main" id="{8876558D-BC2B-969A-8CC4-3BEBACA192A5}"/>
              </a:ext>
            </a:extLst>
          </p:cNvPr>
          <p:cNvSpPr/>
          <p:nvPr/>
        </p:nvSpPr>
        <p:spPr bwMode="gray">
          <a:xfrm rot="16200000">
            <a:off x="9105262" y="5896040"/>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err="1">
              <a:ln>
                <a:noFill/>
              </a:ln>
              <a:solidFill>
                <a:prstClr val="white"/>
              </a:solidFill>
              <a:effectLst/>
              <a:uLnTx/>
              <a:uFillTx/>
              <a:latin typeface="Calibri"/>
            </a:endParaRPr>
          </a:p>
        </p:txBody>
      </p:sp>
      <p:sp>
        <p:nvSpPr>
          <p:cNvPr id="91" name="TextBox 90">
            <a:extLst>
              <a:ext uri="{FF2B5EF4-FFF2-40B4-BE49-F238E27FC236}">
                <a16:creationId xmlns:a16="http://schemas.microsoft.com/office/drawing/2014/main" id="{13E0699E-1A48-613D-C407-52E0C0910B70}"/>
              </a:ext>
            </a:extLst>
          </p:cNvPr>
          <p:cNvSpPr txBox="1"/>
          <p:nvPr/>
        </p:nvSpPr>
        <p:spPr>
          <a:xfrm>
            <a:off x="2058037" y="2661321"/>
            <a:ext cx="1840041" cy="503590"/>
          </a:xfrm>
          <a:prstGeom prst="rect">
            <a:avLst/>
          </a:prstGeom>
          <a:noFill/>
        </p:spPr>
        <p:txBody>
          <a:bodyPr wrap="square" lIns="36000" tIns="36000" rIns="36000" bIns="36000" rtlCol="0">
            <a:spAutoFit/>
          </a:bodyPr>
          <a:lstStyle/>
          <a:p>
            <a:pPr algn="ctr">
              <a:defRPr/>
            </a:pPr>
            <a:r>
              <a:rPr lang="en-US" sz="1400" b="1" kern="0">
                <a:solidFill>
                  <a:srgbClr val="0D8390"/>
                </a:solidFill>
                <a:latin typeface="Arial" panose="020B0604020202020204" pitchFamily="34" charset="0"/>
                <a:cs typeface="Arial" panose="020B0604020202020204" pitchFamily="34" charset="0"/>
              </a:rPr>
              <a:t>Strategy </a:t>
            </a:r>
          </a:p>
          <a:p>
            <a:pPr algn="ctr">
              <a:defRPr/>
            </a:pPr>
            <a:r>
              <a:rPr lang="en-US" sz="1400" b="1" kern="0">
                <a:solidFill>
                  <a:srgbClr val="0D8390"/>
                </a:solidFill>
                <a:latin typeface="Arial" panose="020B0604020202020204" pitchFamily="34" charset="0"/>
                <a:cs typeface="Arial" panose="020B0604020202020204" pitchFamily="34" charset="0"/>
              </a:rPr>
              <a:t>preparation</a:t>
            </a:r>
          </a:p>
        </p:txBody>
      </p:sp>
      <p:grpSp>
        <p:nvGrpSpPr>
          <p:cNvPr id="92" name="Group 91">
            <a:extLst>
              <a:ext uri="{FF2B5EF4-FFF2-40B4-BE49-F238E27FC236}">
                <a16:creationId xmlns:a16="http://schemas.microsoft.com/office/drawing/2014/main" id="{E32446DF-4D34-9855-626C-5C59EC869601}"/>
              </a:ext>
            </a:extLst>
          </p:cNvPr>
          <p:cNvGrpSpPr/>
          <p:nvPr/>
        </p:nvGrpSpPr>
        <p:grpSpPr>
          <a:xfrm>
            <a:off x="2428046" y="1554020"/>
            <a:ext cx="1132852" cy="1114129"/>
            <a:chOff x="4083526" y="1739860"/>
            <a:chExt cx="1354384" cy="1332000"/>
          </a:xfrm>
        </p:grpSpPr>
        <p:grpSp>
          <p:nvGrpSpPr>
            <p:cNvPr id="93" name="Group 92">
              <a:extLst>
                <a:ext uri="{FF2B5EF4-FFF2-40B4-BE49-F238E27FC236}">
                  <a16:creationId xmlns:a16="http://schemas.microsoft.com/office/drawing/2014/main" id="{B5DE0FE0-BD6F-7373-62CB-1DA8A2EE89B0}"/>
                </a:ext>
              </a:extLst>
            </p:cNvPr>
            <p:cNvGrpSpPr/>
            <p:nvPr/>
          </p:nvGrpSpPr>
          <p:grpSpPr>
            <a:xfrm>
              <a:off x="4653110" y="1739860"/>
              <a:ext cx="784800" cy="1332000"/>
              <a:chOff x="8989748" y="663576"/>
              <a:chExt cx="1191799" cy="1931759"/>
            </a:xfrm>
          </p:grpSpPr>
          <p:sp>
            <p:nvSpPr>
              <p:cNvPr id="95" name="Diagonal Stripe 94">
                <a:extLst>
                  <a:ext uri="{FF2B5EF4-FFF2-40B4-BE49-F238E27FC236}">
                    <a16:creationId xmlns:a16="http://schemas.microsoft.com/office/drawing/2014/main" id="{974C4F70-54DC-1598-70E3-310D65074469}"/>
                  </a:ext>
                </a:extLst>
              </p:cNvPr>
              <p:cNvSpPr/>
              <p:nvPr/>
            </p:nvSpPr>
            <p:spPr>
              <a:xfrm>
                <a:off x="8989748" y="1650596"/>
                <a:ext cx="1191799" cy="944739"/>
              </a:xfrm>
              <a:prstGeom prst="diagStripe">
                <a:avLst/>
              </a:prstGeom>
              <a:solidFill>
                <a:srgbClr val="007CB0"/>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sp>
            <p:nvSpPr>
              <p:cNvPr id="96" name="Diagonal Stripe 95">
                <a:extLst>
                  <a:ext uri="{FF2B5EF4-FFF2-40B4-BE49-F238E27FC236}">
                    <a16:creationId xmlns:a16="http://schemas.microsoft.com/office/drawing/2014/main" id="{88D471E8-752A-4993-AFC8-BCD674C281FB}"/>
                  </a:ext>
                </a:extLst>
              </p:cNvPr>
              <p:cNvSpPr/>
              <p:nvPr/>
            </p:nvSpPr>
            <p:spPr>
              <a:xfrm flipV="1">
                <a:off x="8989748" y="663576"/>
                <a:ext cx="1191799" cy="944739"/>
              </a:xfrm>
              <a:prstGeom prst="diagStripe">
                <a:avLst/>
              </a:prstGeom>
              <a:solidFill>
                <a:srgbClr val="0D8390"/>
              </a:solidFill>
              <a:ln w="12700" cap="flat" cmpd="sng" algn="ctr">
                <a:noFill/>
                <a:prstDash val="solid"/>
              </a:ln>
              <a:effectLst/>
            </p:spPr>
            <p:txBody>
              <a:bodyPr lIns="91440" tIns="91440" rIns="91440" bIns="91440" rtlCol="0" anchor="ctr">
                <a:noAutofit/>
              </a:bodyPr>
              <a:lstStyle/>
              <a:p>
                <a:pPr algn="ctr">
                  <a:defRPr/>
                </a:pPr>
                <a:endParaRPr lang="en-US" sz="1400" kern="0" err="1">
                  <a:solidFill>
                    <a:srgbClr val="53565A"/>
                  </a:solidFill>
                  <a:latin typeface="Arial" panose="020B0604020202020204" pitchFamily="34" charset="0"/>
                  <a:cs typeface="Arial" panose="020B0604020202020204" pitchFamily="34" charset="0"/>
                </a:endParaRPr>
              </a:p>
            </p:txBody>
          </p:sp>
        </p:grpSp>
        <p:sp>
          <p:nvSpPr>
            <p:cNvPr id="94" name="Freeform 940">
              <a:extLst>
                <a:ext uri="{FF2B5EF4-FFF2-40B4-BE49-F238E27FC236}">
                  <a16:creationId xmlns:a16="http://schemas.microsoft.com/office/drawing/2014/main" id="{9A3571C6-1CE5-8829-92E8-0BCD0C48C1AA}"/>
                </a:ext>
              </a:extLst>
            </p:cNvPr>
            <p:cNvSpPr>
              <a:spLocks noChangeAspect="1" noEditPoints="1"/>
            </p:cNvSpPr>
            <p:nvPr/>
          </p:nvSpPr>
          <p:spPr bwMode="auto">
            <a:xfrm>
              <a:off x="4083526" y="2098519"/>
              <a:ext cx="655078" cy="655078"/>
            </a:xfrm>
            <a:custGeom>
              <a:avLst/>
              <a:gdLst>
                <a:gd name="T0" fmla="*/ 361 w 512"/>
                <a:gd name="T1" fmla="*/ 188 h 512"/>
                <a:gd name="T2" fmla="*/ 391 w 512"/>
                <a:gd name="T3" fmla="*/ 309 h 512"/>
                <a:gd name="T4" fmla="*/ 324 w 512"/>
                <a:gd name="T5" fmla="*/ 309 h 512"/>
                <a:gd name="T6" fmla="*/ 361 w 512"/>
                <a:gd name="T7" fmla="*/ 188 h 512"/>
                <a:gd name="T8" fmla="*/ 121 w 512"/>
                <a:gd name="T9" fmla="*/ 309 h 512"/>
                <a:gd name="T10" fmla="*/ 189 w 512"/>
                <a:gd name="T11" fmla="*/ 309 h 512"/>
                <a:gd name="T12" fmla="*/ 159 w 512"/>
                <a:gd name="T13" fmla="*/ 188 h 512"/>
                <a:gd name="T14" fmla="*/ 121 w 512"/>
                <a:gd name="T15" fmla="*/ 309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415 w 512"/>
                <a:gd name="T27" fmla="*/ 317 h 512"/>
                <a:gd name="T28" fmla="*/ 373 w 512"/>
                <a:gd name="T29" fmla="*/ 146 h 512"/>
                <a:gd name="T30" fmla="*/ 372 w 512"/>
                <a:gd name="T31" fmla="*/ 146 h 512"/>
                <a:gd name="T32" fmla="*/ 372 w 512"/>
                <a:gd name="T33" fmla="*/ 144 h 512"/>
                <a:gd name="T34" fmla="*/ 370 w 512"/>
                <a:gd name="T35" fmla="*/ 142 h 512"/>
                <a:gd name="T36" fmla="*/ 369 w 512"/>
                <a:gd name="T37" fmla="*/ 141 h 512"/>
                <a:gd name="T38" fmla="*/ 367 w 512"/>
                <a:gd name="T39" fmla="*/ 140 h 512"/>
                <a:gd name="T40" fmla="*/ 366 w 512"/>
                <a:gd name="T41" fmla="*/ 139 h 512"/>
                <a:gd name="T42" fmla="*/ 363 w 512"/>
                <a:gd name="T43" fmla="*/ 138 h 512"/>
                <a:gd name="T44" fmla="*/ 362 w 512"/>
                <a:gd name="T45" fmla="*/ 138 h 512"/>
                <a:gd name="T46" fmla="*/ 362 w 512"/>
                <a:gd name="T47" fmla="*/ 138 h 512"/>
                <a:gd name="T48" fmla="*/ 266 w 512"/>
                <a:gd name="T49" fmla="*/ 138 h 512"/>
                <a:gd name="T50" fmla="*/ 266 w 512"/>
                <a:gd name="T51" fmla="*/ 106 h 512"/>
                <a:gd name="T52" fmla="*/ 256 w 512"/>
                <a:gd name="T53" fmla="*/ 96 h 512"/>
                <a:gd name="T54" fmla="*/ 245 w 512"/>
                <a:gd name="T55" fmla="*/ 106 h 512"/>
                <a:gd name="T56" fmla="*/ 245 w 512"/>
                <a:gd name="T57" fmla="*/ 138 h 512"/>
                <a:gd name="T58" fmla="*/ 160 w 512"/>
                <a:gd name="T59" fmla="*/ 138 h 512"/>
                <a:gd name="T60" fmla="*/ 159 w 512"/>
                <a:gd name="T61" fmla="*/ 138 h 512"/>
                <a:gd name="T62" fmla="*/ 156 w 512"/>
                <a:gd name="T63" fmla="*/ 139 h 512"/>
                <a:gd name="T64" fmla="*/ 155 w 512"/>
                <a:gd name="T65" fmla="*/ 140 h 512"/>
                <a:gd name="T66" fmla="*/ 153 w 512"/>
                <a:gd name="T67" fmla="*/ 141 h 512"/>
                <a:gd name="T68" fmla="*/ 152 w 512"/>
                <a:gd name="T69" fmla="*/ 142 h 512"/>
                <a:gd name="T70" fmla="*/ 150 w 512"/>
                <a:gd name="T71" fmla="*/ 144 h 512"/>
                <a:gd name="T72" fmla="*/ 150 w 512"/>
                <a:gd name="T73" fmla="*/ 145 h 512"/>
                <a:gd name="T74" fmla="*/ 149 w 512"/>
                <a:gd name="T75" fmla="*/ 146 h 512"/>
                <a:gd name="T76" fmla="*/ 96 w 512"/>
                <a:gd name="T77" fmla="*/ 316 h 512"/>
                <a:gd name="T78" fmla="*/ 98 w 512"/>
                <a:gd name="T79" fmla="*/ 326 h 512"/>
                <a:gd name="T80" fmla="*/ 106 w 512"/>
                <a:gd name="T81" fmla="*/ 330 h 512"/>
                <a:gd name="T82" fmla="*/ 202 w 512"/>
                <a:gd name="T83" fmla="*/ 330 h 512"/>
                <a:gd name="T84" fmla="*/ 211 w 512"/>
                <a:gd name="T85" fmla="*/ 326 h 512"/>
                <a:gd name="T86" fmla="*/ 213 w 512"/>
                <a:gd name="T87" fmla="*/ 317 h 512"/>
                <a:gd name="T88" fmla="*/ 173 w 512"/>
                <a:gd name="T89" fmla="*/ 160 h 512"/>
                <a:gd name="T90" fmla="*/ 245 w 512"/>
                <a:gd name="T91" fmla="*/ 160 h 512"/>
                <a:gd name="T92" fmla="*/ 245 w 512"/>
                <a:gd name="T93" fmla="*/ 394 h 512"/>
                <a:gd name="T94" fmla="*/ 192 w 512"/>
                <a:gd name="T95" fmla="*/ 394 h 512"/>
                <a:gd name="T96" fmla="*/ 181 w 512"/>
                <a:gd name="T97" fmla="*/ 405 h 512"/>
                <a:gd name="T98" fmla="*/ 192 w 512"/>
                <a:gd name="T99" fmla="*/ 416 h 512"/>
                <a:gd name="T100" fmla="*/ 320 w 512"/>
                <a:gd name="T101" fmla="*/ 416 h 512"/>
                <a:gd name="T102" fmla="*/ 330 w 512"/>
                <a:gd name="T103" fmla="*/ 405 h 512"/>
                <a:gd name="T104" fmla="*/ 320 w 512"/>
                <a:gd name="T105" fmla="*/ 394 h 512"/>
                <a:gd name="T106" fmla="*/ 266 w 512"/>
                <a:gd name="T107" fmla="*/ 394 h 512"/>
                <a:gd name="T108" fmla="*/ 266 w 512"/>
                <a:gd name="T109" fmla="*/ 160 h 512"/>
                <a:gd name="T110" fmla="*/ 348 w 512"/>
                <a:gd name="T111" fmla="*/ 160 h 512"/>
                <a:gd name="T112" fmla="*/ 299 w 512"/>
                <a:gd name="T113" fmla="*/ 316 h 512"/>
                <a:gd name="T114" fmla="*/ 300 w 512"/>
                <a:gd name="T115" fmla="*/ 326 h 512"/>
                <a:gd name="T116" fmla="*/ 309 w 512"/>
                <a:gd name="T117" fmla="*/ 330 h 512"/>
                <a:gd name="T118" fmla="*/ 405 w 512"/>
                <a:gd name="T119" fmla="*/ 330 h 512"/>
                <a:gd name="T120" fmla="*/ 413 w 512"/>
                <a:gd name="T121" fmla="*/ 326 h 512"/>
                <a:gd name="T122" fmla="*/ 415 w 512"/>
                <a:gd name="T123" fmla="*/ 31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61" y="188"/>
                  </a:moveTo>
                  <a:cubicBezTo>
                    <a:pt x="391" y="309"/>
                    <a:pt x="391" y="309"/>
                    <a:pt x="391" y="309"/>
                  </a:cubicBezTo>
                  <a:cubicBezTo>
                    <a:pt x="324" y="309"/>
                    <a:pt x="324" y="309"/>
                    <a:pt x="324" y="309"/>
                  </a:cubicBezTo>
                  <a:lnTo>
                    <a:pt x="361" y="188"/>
                  </a:lnTo>
                  <a:close/>
                  <a:moveTo>
                    <a:pt x="121" y="309"/>
                  </a:moveTo>
                  <a:cubicBezTo>
                    <a:pt x="189" y="309"/>
                    <a:pt x="189" y="309"/>
                    <a:pt x="189" y="309"/>
                  </a:cubicBezTo>
                  <a:cubicBezTo>
                    <a:pt x="159" y="188"/>
                    <a:pt x="159" y="188"/>
                    <a:pt x="159" y="188"/>
                  </a:cubicBezTo>
                  <a:lnTo>
                    <a:pt x="121" y="30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317"/>
                  </a:moveTo>
                  <a:cubicBezTo>
                    <a:pt x="373" y="146"/>
                    <a:pt x="373" y="146"/>
                    <a:pt x="373" y="146"/>
                  </a:cubicBezTo>
                  <a:cubicBezTo>
                    <a:pt x="373" y="146"/>
                    <a:pt x="372" y="146"/>
                    <a:pt x="372" y="146"/>
                  </a:cubicBezTo>
                  <a:cubicBezTo>
                    <a:pt x="372" y="145"/>
                    <a:pt x="372" y="145"/>
                    <a:pt x="372" y="144"/>
                  </a:cubicBezTo>
                  <a:cubicBezTo>
                    <a:pt x="371" y="143"/>
                    <a:pt x="371" y="143"/>
                    <a:pt x="370" y="142"/>
                  </a:cubicBezTo>
                  <a:cubicBezTo>
                    <a:pt x="370" y="142"/>
                    <a:pt x="370" y="141"/>
                    <a:pt x="369" y="141"/>
                  </a:cubicBezTo>
                  <a:cubicBezTo>
                    <a:pt x="369" y="141"/>
                    <a:pt x="368" y="140"/>
                    <a:pt x="367" y="140"/>
                  </a:cubicBezTo>
                  <a:cubicBezTo>
                    <a:pt x="367" y="139"/>
                    <a:pt x="367" y="139"/>
                    <a:pt x="366" y="139"/>
                  </a:cubicBezTo>
                  <a:cubicBezTo>
                    <a:pt x="365" y="139"/>
                    <a:pt x="364" y="138"/>
                    <a:pt x="363" y="138"/>
                  </a:cubicBezTo>
                  <a:cubicBezTo>
                    <a:pt x="363" y="138"/>
                    <a:pt x="363" y="138"/>
                    <a:pt x="362" y="138"/>
                  </a:cubicBezTo>
                  <a:cubicBezTo>
                    <a:pt x="362" y="138"/>
                    <a:pt x="362" y="138"/>
                    <a:pt x="362" y="138"/>
                  </a:cubicBezTo>
                  <a:cubicBezTo>
                    <a:pt x="266" y="138"/>
                    <a:pt x="266" y="138"/>
                    <a:pt x="266" y="138"/>
                  </a:cubicBezTo>
                  <a:cubicBezTo>
                    <a:pt x="266" y="106"/>
                    <a:pt x="266" y="106"/>
                    <a:pt x="266" y="106"/>
                  </a:cubicBezTo>
                  <a:cubicBezTo>
                    <a:pt x="266" y="100"/>
                    <a:pt x="262" y="96"/>
                    <a:pt x="256" y="96"/>
                  </a:cubicBezTo>
                  <a:cubicBezTo>
                    <a:pt x="250" y="96"/>
                    <a:pt x="245" y="100"/>
                    <a:pt x="245" y="106"/>
                  </a:cubicBezTo>
                  <a:cubicBezTo>
                    <a:pt x="245" y="138"/>
                    <a:pt x="245" y="138"/>
                    <a:pt x="245" y="138"/>
                  </a:cubicBezTo>
                  <a:cubicBezTo>
                    <a:pt x="160" y="138"/>
                    <a:pt x="160" y="138"/>
                    <a:pt x="160" y="138"/>
                  </a:cubicBezTo>
                  <a:cubicBezTo>
                    <a:pt x="159" y="138"/>
                    <a:pt x="159" y="138"/>
                    <a:pt x="159" y="138"/>
                  </a:cubicBezTo>
                  <a:cubicBezTo>
                    <a:pt x="158" y="139"/>
                    <a:pt x="157" y="139"/>
                    <a:pt x="156" y="139"/>
                  </a:cubicBezTo>
                  <a:cubicBezTo>
                    <a:pt x="156" y="139"/>
                    <a:pt x="155" y="139"/>
                    <a:pt x="155" y="140"/>
                  </a:cubicBezTo>
                  <a:cubicBezTo>
                    <a:pt x="154" y="140"/>
                    <a:pt x="153" y="141"/>
                    <a:pt x="153" y="141"/>
                  </a:cubicBezTo>
                  <a:cubicBezTo>
                    <a:pt x="152" y="141"/>
                    <a:pt x="152" y="142"/>
                    <a:pt x="152" y="142"/>
                  </a:cubicBezTo>
                  <a:cubicBezTo>
                    <a:pt x="151" y="143"/>
                    <a:pt x="151" y="143"/>
                    <a:pt x="150" y="144"/>
                  </a:cubicBezTo>
                  <a:cubicBezTo>
                    <a:pt x="150" y="145"/>
                    <a:pt x="150" y="145"/>
                    <a:pt x="150" y="145"/>
                  </a:cubicBezTo>
                  <a:cubicBezTo>
                    <a:pt x="150" y="145"/>
                    <a:pt x="150" y="146"/>
                    <a:pt x="149" y="146"/>
                  </a:cubicBezTo>
                  <a:cubicBezTo>
                    <a:pt x="96" y="316"/>
                    <a:pt x="96" y="316"/>
                    <a:pt x="96" y="316"/>
                  </a:cubicBezTo>
                  <a:cubicBezTo>
                    <a:pt x="95" y="320"/>
                    <a:pt x="96" y="323"/>
                    <a:pt x="98" y="326"/>
                  </a:cubicBezTo>
                  <a:cubicBezTo>
                    <a:pt x="100" y="329"/>
                    <a:pt x="103" y="330"/>
                    <a:pt x="106" y="330"/>
                  </a:cubicBezTo>
                  <a:cubicBezTo>
                    <a:pt x="202" y="330"/>
                    <a:pt x="202" y="330"/>
                    <a:pt x="202" y="330"/>
                  </a:cubicBezTo>
                  <a:cubicBezTo>
                    <a:pt x="206" y="330"/>
                    <a:pt x="209" y="329"/>
                    <a:pt x="211" y="326"/>
                  </a:cubicBezTo>
                  <a:cubicBezTo>
                    <a:pt x="213" y="324"/>
                    <a:pt x="213" y="320"/>
                    <a:pt x="213" y="317"/>
                  </a:cubicBezTo>
                  <a:cubicBezTo>
                    <a:pt x="173" y="160"/>
                    <a:pt x="173" y="160"/>
                    <a:pt x="173" y="160"/>
                  </a:cubicBezTo>
                  <a:cubicBezTo>
                    <a:pt x="245" y="160"/>
                    <a:pt x="245" y="160"/>
                    <a:pt x="245" y="160"/>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160"/>
                    <a:pt x="266" y="160"/>
                    <a:pt x="266" y="160"/>
                  </a:cubicBezTo>
                  <a:cubicBezTo>
                    <a:pt x="348" y="160"/>
                    <a:pt x="348" y="160"/>
                    <a:pt x="348" y="160"/>
                  </a:cubicBezTo>
                  <a:cubicBezTo>
                    <a:pt x="299" y="316"/>
                    <a:pt x="299" y="316"/>
                    <a:pt x="299" y="316"/>
                  </a:cubicBezTo>
                  <a:cubicBezTo>
                    <a:pt x="298" y="320"/>
                    <a:pt x="298" y="323"/>
                    <a:pt x="300" y="326"/>
                  </a:cubicBezTo>
                  <a:cubicBezTo>
                    <a:pt x="302" y="329"/>
                    <a:pt x="306" y="330"/>
                    <a:pt x="309" y="330"/>
                  </a:cubicBezTo>
                  <a:cubicBezTo>
                    <a:pt x="405" y="330"/>
                    <a:pt x="405" y="330"/>
                    <a:pt x="405" y="330"/>
                  </a:cubicBezTo>
                  <a:cubicBezTo>
                    <a:pt x="408" y="330"/>
                    <a:pt x="411" y="329"/>
                    <a:pt x="413" y="326"/>
                  </a:cubicBezTo>
                  <a:cubicBezTo>
                    <a:pt x="415" y="324"/>
                    <a:pt x="416" y="320"/>
                    <a:pt x="415" y="317"/>
                  </a:cubicBezTo>
                  <a:close/>
                </a:path>
              </a:pathLst>
            </a:custGeom>
            <a:solidFill>
              <a:srgbClr val="007CB0"/>
            </a:solidFill>
            <a:ln w="12700" cap="flat" cmpd="sng" algn="ctr">
              <a:noFill/>
              <a:prstDash val="solid"/>
            </a:ln>
            <a:effectLst/>
          </p:spPr>
          <p:txBody>
            <a:bodyPr lIns="91440" tIns="91440" rIns="91440" bIns="91440" rtlCol="0" anchor="ctr">
              <a:noAutofit/>
            </a:bodyPr>
            <a:lstStyle/>
            <a:p>
              <a:pPr algn="ctr">
                <a:defRPr/>
              </a:pPr>
              <a:endParaRPr lang="en-GB" sz="1400" kern="0">
                <a:solidFill>
                  <a:srgbClr val="53565A"/>
                </a:solidFill>
                <a:latin typeface="Arial" panose="020B0604020202020204" pitchFamily="34" charset="0"/>
                <a:cs typeface="Arial" panose="020B0604020202020204" pitchFamily="34" charset="0"/>
              </a:endParaRPr>
            </a:p>
          </p:txBody>
        </p:sp>
      </p:grpSp>
      <p:pic>
        <p:nvPicPr>
          <p:cNvPr id="3074" name="Picture 2" descr="Bureau of Energy Efficiency - Wikipedia">
            <a:extLst>
              <a:ext uri="{FF2B5EF4-FFF2-40B4-BE49-F238E27FC236}">
                <a16:creationId xmlns:a16="http://schemas.microsoft.com/office/drawing/2014/main" id="{9FEE3A22-BE26-C8EE-B089-C156830061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4567" y="1163568"/>
            <a:ext cx="232600" cy="286719"/>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10" descr="Image result for ifc logo">
            <a:extLst>
              <a:ext uri="{FF2B5EF4-FFF2-40B4-BE49-F238E27FC236}">
                <a16:creationId xmlns:a16="http://schemas.microsoft.com/office/drawing/2014/main" id="{638CF32C-5076-F7A8-B1BA-4C81AAD55CD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156" r="21112"/>
          <a:stretch/>
        </p:blipFill>
        <p:spPr bwMode="auto">
          <a:xfrm>
            <a:off x="9257684" y="1181540"/>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10" descr="Image result for ifc logo">
            <a:extLst>
              <a:ext uri="{FF2B5EF4-FFF2-40B4-BE49-F238E27FC236}">
                <a16:creationId xmlns:a16="http://schemas.microsoft.com/office/drawing/2014/main" id="{786D2697-F2BC-4770-9ED4-8D46B569533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156" r="21112"/>
          <a:stretch/>
        </p:blipFill>
        <p:spPr bwMode="auto">
          <a:xfrm>
            <a:off x="6096000" y="2487498"/>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10" descr="Image result for ifc logo">
            <a:extLst>
              <a:ext uri="{FF2B5EF4-FFF2-40B4-BE49-F238E27FC236}">
                <a16:creationId xmlns:a16="http://schemas.microsoft.com/office/drawing/2014/main" id="{3478FC21-D573-8FCA-C6FE-590183CA24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156" r="21112"/>
          <a:stretch/>
        </p:blipFill>
        <p:spPr bwMode="auto">
          <a:xfrm>
            <a:off x="9257684" y="5129646"/>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2" descr="https://www.cisl.cam.ac.uk/about/leadership-hub/leadership-inquiry-images/table-images/adb-logo.jpg/image">
            <a:extLst>
              <a:ext uri="{FF2B5EF4-FFF2-40B4-BE49-F238E27FC236}">
                <a16:creationId xmlns:a16="http://schemas.microsoft.com/office/drawing/2014/main" id="{EE955A54-278D-72B2-8148-4112ABEE33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739" r="27004"/>
          <a:stretch/>
        </p:blipFill>
        <p:spPr bwMode="auto">
          <a:xfrm>
            <a:off x="6053621" y="5068074"/>
            <a:ext cx="382097" cy="40321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0991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3055671738"/>
              </p:ext>
            </p:extLst>
          </p:nvPr>
        </p:nvGraphicFramePr>
        <p:xfrm>
          <a:off x="453292" y="899880"/>
          <a:ext cx="6922868" cy="1635375"/>
        </p:xfrm>
        <a:graphic>
          <a:graphicData uri="http://schemas.openxmlformats.org/drawingml/2006/table">
            <a:tbl>
              <a:tblPr>
                <a:tableStyleId>{2D5ABB26-0587-4C30-8999-92F81FD0307C}</a:tableStyleId>
              </a:tblPr>
              <a:tblGrid>
                <a:gridCol w="827882">
                  <a:extLst>
                    <a:ext uri="{9D8B030D-6E8A-4147-A177-3AD203B41FA5}">
                      <a16:colId xmlns:a16="http://schemas.microsoft.com/office/drawing/2014/main" val="20000"/>
                    </a:ext>
                  </a:extLst>
                </a:gridCol>
                <a:gridCol w="6094986">
                  <a:extLst>
                    <a:ext uri="{9D8B030D-6E8A-4147-A177-3AD203B41FA5}">
                      <a16:colId xmlns:a16="http://schemas.microsoft.com/office/drawing/2014/main" val="20001"/>
                    </a:ext>
                  </a:extLst>
                </a:gridCol>
              </a:tblGrid>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Consultant’s Organization</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0"/>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lumMod val="85000"/>
                            </a:schemeClr>
                          </a:solidFill>
                          <a:effectLst/>
                          <a:uLnTx/>
                          <a:uFillTx/>
                          <a:latin typeface="Arial" panose="020B0604020202020204" pitchFamily="34" charset="0"/>
                          <a:ea typeface="+mn-ea"/>
                          <a:cs typeface="Arial" panose="020B0604020202020204" pitchFamily="34" charset="0"/>
                        </a:rPr>
                        <a:t>Our Service Offerings &amp; Credentials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1"/>
                  </a:ext>
                </a:extLst>
              </a:tr>
              <a:tr h="54512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Our Experienced Pool of Experts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827144329"/>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52580" y="978333"/>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52580" y="1533318"/>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52580" y="2074986"/>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pic>
        <p:nvPicPr>
          <p:cNvPr id="2" name="Picture 1">
            <a:extLst>
              <a:ext uri="{FF2B5EF4-FFF2-40B4-BE49-F238E27FC236}">
                <a16:creationId xmlns:a16="http://schemas.microsoft.com/office/drawing/2014/main" id="{76A0F86D-7983-4DC4-99B3-E999058B1A3C}"/>
              </a:ext>
            </a:extLst>
          </p:cNvPr>
          <p:cNvPicPr>
            <a:picLocks noChangeAspect="1"/>
          </p:cNvPicPr>
          <p:nvPr/>
        </p:nvPicPr>
        <p:blipFill rotWithShape="1">
          <a:blip r:embed="rId2"/>
          <a:srcRect r="2302"/>
          <a:stretch/>
        </p:blipFill>
        <p:spPr>
          <a:xfrm>
            <a:off x="7137471" y="3582099"/>
            <a:ext cx="5054530" cy="3275901"/>
          </a:xfrm>
          <a:prstGeom prst="rect">
            <a:avLst/>
          </a:prstGeom>
        </p:spPr>
      </p:pic>
    </p:spTree>
    <p:extLst>
      <p:ext uri="{BB962C8B-B14F-4D97-AF65-F5344CB8AC3E}">
        <p14:creationId xmlns:p14="http://schemas.microsoft.com/office/powerpoint/2010/main" val="262741640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F8249B7-D870-FF5A-668E-7EF1690F4CC8}"/>
              </a:ext>
            </a:extLst>
          </p:cNvPr>
          <p:cNvSpPr txBox="1"/>
          <p:nvPr/>
        </p:nvSpPr>
        <p:spPr>
          <a:xfrm>
            <a:off x="508951" y="743018"/>
            <a:ext cx="11188699" cy="584775"/>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Power &amp; Utilities team has over 300+ professionals in India who are well acquainted and experienced in executing a widespread variety of engagements for both public and private clients. Some of are our key experts are as follows - </a:t>
            </a:r>
          </a:p>
        </p:txBody>
      </p:sp>
      <p:sp>
        <p:nvSpPr>
          <p:cNvPr id="4" name="Rectangle 3">
            <a:extLst>
              <a:ext uri="{FF2B5EF4-FFF2-40B4-BE49-F238E27FC236}">
                <a16:creationId xmlns:a16="http://schemas.microsoft.com/office/drawing/2014/main" id="{80C350A6-6E4D-3D72-9380-95819E89E2E9}"/>
              </a:ext>
            </a:extLst>
          </p:cNvPr>
          <p:cNvSpPr/>
          <p:nvPr/>
        </p:nvSpPr>
        <p:spPr bwMode="gray">
          <a:xfrm>
            <a:off x="567215" y="1449891"/>
            <a:ext cx="11057569" cy="475671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5" name="Group 4">
            <a:extLst>
              <a:ext uri="{FF2B5EF4-FFF2-40B4-BE49-F238E27FC236}">
                <a16:creationId xmlns:a16="http://schemas.microsoft.com/office/drawing/2014/main" id="{E68B4689-354E-690F-3AB8-AFE19BAF0231}"/>
              </a:ext>
            </a:extLst>
          </p:cNvPr>
          <p:cNvGrpSpPr/>
          <p:nvPr/>
        </p:nvGrpSpPr>
        <p:grpSpPr>
          <a:xfrm>
            <a:off x="7939309" y="1814866"/>
            <a:ext cx="2831674" cy="1168270"/>
            <a:chOff x="8394191" y="724538"/>
            <a:chExt cx="2460863" cy="1168270"/>
          </a:xfrm>
        </p:grpSpPr>
        <p:sp>
          <p:nvSpPr>
            <p:cNvPr id="6" name="Rectangle 5">
              <a:extLst>
                <a:ext uri="{FF2B5EF4-FFF2-40B4-BE49-F238E27FC236}">
                  <a16:creationId xmlns:a16="http://schemas.microsoft.com/office/drawing/2014/main" id="{7B752F00-1A2B-1B61-8AAC-A91A371050B3}"/>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Siddharth</a:t>
              </a:r>
              <a:r>
                <a:rPr lang="en-IN" sz="1100">
                  <a:solidFill>
                    <a:prstClr val="white"/>
                  </a:solidFill>
                  <a:latin typeface="Verdana" panose="020B0604030504040204" pitchFamily="34" charset="0"/>
                  <a:ea typeface="Verdana" panose="020B0604030504040204" pitchFamily="34" charset="0"/>
                </a:rPr>
                <a:t> Mani</a:t>
              </a:r>
              <a:endPar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7" name="Rectangle 6">
              <a:extLst>
                <a:ext uri="{FF2B5EF4-FFF2-40B4-BE49-F238E27FC236}">
                  <a16:creationId xmlns:a16="http://schemas.microsoft.com/office/drawing/2014/main" id="{8159A152-60E0-F603-0128-4DD083923AF3}"/>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DFD4298-65B9-E68C-08E3-9E57891D8EF2}"/>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Director, 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11+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9" name="Picture 8">
            <a:extLst>
              <a:ext uri="{FF2B5EF4-FFF2-40B4-BE49-F238E27FC236}">
                <a16:creationId xmlns:a16="http://schemas.microsoft.com/office/drawing/2014/main" id="{B01818AD-DEDD-8B9F-780D-0CCC55B945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99172" y="2152548"/>
            <a:ext cx="735973" cy="851019"/>
          </a:xfrm>
          <a:prstGeom prst="rect">
            <a:avLst/>
          </a:prstGeom>
        </p:spPr>
      </p:pic>
      <p:grpSp>
        <p:nvGrpSpPr>
          <p:cNvPr id="12" name="Group 11">
            <a:extLst>
              <a:ext uri="{FF2B5EF4-FFF2-40B4-BE49-F238E27FC236}">
                <a16:creationId xmlns:a16="http://schemas.microsoft.com/office/drawing/2014/main" id="{20AFE085-AD8B-AB66-B5C0-5A2BD539EA04}"/>
              </a:ext>
            </a:extLst>
          </p:cNvPr>
          <p:cNvGrpSpPr/>
          <p:nvPr/>
        </p:nvGrpSpPr>
        <p:grpSpPr>
          <a:xfrm>
            <a:off x="4730564" y="3266374"/>
            <a:ext cx="2831674" cy="1168270"/>
            <a:chOff x="8394191" y="724538"/>
            <a:chExt cx="2460863" cy="1168270"/>
          </a:xfrm>
        </p:grpSpPr>
        <p:sp>
          <p:nvSpPr>
            <p:cNvPr id="13" name="Rectangle 12">
              <a:extLst>
                <a:ext uri="{FF2B5EF4-FFF2-40B4-BE49-F238E27FC236}">
                  <a16:creationId xmlns:a16="http://schemas.microsoft.com/office/drawing/2014/main" id="{2A51230B-8E1B-5E70-21B7-81C1FB71503A}"/>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Rajeev Kulkarni </a:t>
              </a:r>
            </a:p>
          </p:txBody>
        </p:sp>
        <p:sp>
          <p:nvSpPr>
            <p:cNvPr id="14" name="Rectangle 13">
              <a:extLst>
                <a:ext uri="{FF2B5EF4-FFF2-40B4-BE49-F238E27FC236}">
                  <a16:creationId xmlns:a16="http://schemas.microsoft.com/office/drawing/2014/main" id="{21869BDB-642F-DC5C-A460-3AACE6EC4F26}"/>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6A342F6-C3DA-6FC4-D8D6-E605675712CB}"/>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22+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16" name="Picture 15">
            <a:extLst>
              <a:ext uri="{FF2B5EF4-FFF2-40B4-BE49-F238E27FC236}">
                <a16:creationId xmlns:a16="http://schemas.microsoft.com/office/drawing/2014/main" id="{C8C1A3A1-7D4C-3595-72D5-B75C3A37E0D1}"/>
              </a:ext>
            </a:extLst>
          </p:cNvPr>
          <p:cNvPicPr>
            <a:picLocks noChangeAspect="1"/>
          </p:cNvPicPr>
          <p:nvPr/>
        </p:nvPicPr>
        <p:blipFill rotWithShape="1">
          <a:blip r:embed="rId3">
            <a:extLst>
              <a:ext uri="{28A0092B-C50C-407E-A947-70E740481C1C}">
                <a14:useLocalDpi xmlns:a14="http://schemas.microsoft.com/office/drawing/2010/main" val="0"/>
              </a:ext>
            </a:extLst>
          </a:blip>
          <a:srcRect r="17652" b="24158"/>
          <a:stretch/>
        </p:blipFill>
        <p:spPr>
          <a:xfrm>
            <a:off x="4661810" y="3506972"/>
            <a:ext cx="850056" cy="882641"/>
          </a:xfrm>
          <a:prstGeom prst="rect">
            <a:avLst/>
          </a:prstGeom>
        </p:spPr>
      </p:pic>
      <p:grpSp>
        <p:nvGrpSpPr>
          <p:cNvPr id="17" name="Group 16">
            <a:extLst>
              <a:ext uri="{FF2B5EF4-FFF2-40B4-BE49-F238E27FC236}">
                <a16:creationId xmlns:a16="http://schemas.microsoft.com/office/drawing/2014/main" id="{7C9C7F15-6CC0-05A9-0FF8-63169C7A94F3}"/>
              </a:ext>
            </a:extLst>
          </p:cNvPr>
          <p:cNvGrpSpPr/>
          <p:nvPr/>
        </p:nvGrpSpPr>
        <p:grpSpPr>
          <a:xfrm>
            <a:off x="4730566" y="1814866"/>
            <a:ext cx="2831674" cy="1168270"/>
            <a:chOff x="8394191" y="724538"/>
            <a:chExt cx="2460863" cy="1168270"/>
          </a:xfrm>
        </p:grpSpPr>
        <p:sp>
          <p:nvSpPr>
            <p:cNvPr id="18" name="Rectangle 17">
              <a:extLst>
                <a:ext uri="{FF2B5EF4-FFF2-40B4-BE49-F238E27FC236}">
                  <a16:creationId xmlns:a16="http://schemas.microsoft.com/office/drawing/2014/main" id="{AF97D17C-E4A6-882D-8DC5-BFEDAAC1EF61}"/>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Samrat Roy</a:t>
              </a:r>
            </a:p>
          </p:txBody>
        </p:sp>
        <p:sp>
          <p:nvSpPr>
            <p:cNvPr id="19" name="Rectangle 18">
              <a:extLst>
                <a:ext uri="{FF2B5EF4-FFF2-40B4-BE49-F238E27FC236}">
                  <a16:creationId xmlns:a16="http://schemas.microsoft.com/office/drawing/2014/main" id="{544196F8-42DE-BA83-4DF8-54A318ECAA88}"/>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6C782E1D-F21D-9DD1-878A-89E5AF01FA3D}"/>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Director, 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18+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21" name="Picture 20">
            <a:extLst>
              <a:ext uri="{FF2B5EF4-FFF2-40B4-BE49-F238E27FC236}">
                <a16:creationId xmlns:a16="http://schemas.microsoft.com/office/drawing/2014/main" id="{EA0B8257-0199-584A-7900-1345EEC5A71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83162" y="2177321"/>
            <a:ext cx="735973" cy="730354"/>
          </a:xfrm>
          <a:prstGeom prst="rect">
            <a:avLst/>
          </a:prstGeom>
        </p:spPr>
      </p:pic>
      <p:grpSp>
        <p:nvGrpSpPr>
          <p:cNvPr id="22" name="Group 21">
            <a:extLst>
              <a:ext uri="{FF2B5EF4-FFF2-40B4-BE49-F238E27FC236}">
                <a16:creationId xmlns:a16="http://schemas.microsoft.com/office/drawing/2014/main" id="{F9F67B92-D0F0-762C-D5F3-36B47CB43D4E}"/>
              </a:ext>
            </a:extLst>
          </p:cNvPr>
          <p:cNvGrpSpPr/>
          <p:nvPr/>
        </p:nvGrpSpPr>
        <p:grpSpPr>
          <a:xfrm>
            <a:off x="7963841" y="4712350"/>
            <a:ext cx="2831674" cy="1168270"/>
            <a:chOff x="8394191" y="724538"/>
            <a:chExt cx="2460863" cy="1168270"/>
          </a:xfrm>
        </p:grpSpPr>
        <p:sp>
          <p:nvSpPr>
            <p:cNvPr id="23" name="Rectangle 22">
              <a:extLst>
                <a:ext uri="{FF2B5EF4-FFF2-40B4-BE49-F238E27FC236}">
                  <a16:creationId xmlns:a16="http://schemas.microsoft.com/office/drawing/2014/main" id="{96BDF8D6-5552-8159-E298-0ADB2A3BAB3C}"/>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Soumya Bandyopadhyay</a:t>
              </a:r>
            </a:p>
          </p:txBody>
        </p:sp>
        <p:sp>
          <p:nvSpPr>
            <p:cNvPr id="24" name="Rectangle 23">
              <a:extLst>
                <a:ext uri="{FF2B5EF4-FFF2-40B4-BE49-F238E27FC236}">
                  <a16:creationId xmlns:a16="http://schemas.microsoft.com/office/drawing/2014/main" id="{315A958D-34E2-9472-8530-0D5806CFC39E}"/>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8B1F48B4-3207-37C6-84D4-B07D40B20DF1}"/>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14+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26" name="Picture 25">
            <a:extLst>
              <a:ext uri="{FF2B5EF4-FFF2-40B4-BE49-F238E27FC236}">
                <a16:creationId xmlns:a16="http://schemas.microsoft.com/office/drawing/2014/main" id="{CCEA11FF-90C4-70A0-C509-2DAD33D1A73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23704" y="5105576"/>
            <a:ext cx="687597" cy="710283"/>
          </a:xfrm>
          <a:prstGeom prst="rect">
            <a:avLst/>
          </a:prstGeom>
        </p:spPr>
      </p:pic>
      <p:grpSp>
        <p:nvGrpSpPr>
          <p:cNvPr id="27" name="Group 26">
            <a:extLst>
              <a:ext uri="{FF2B5EF4-FFF2-40B4-BE49-F238E27FC236}">
                <a16:creationId xmlns:a16="http://schemas.microsoft.com/office/drawing/2014/main" id="{FAEC5A2B-FC5F-8EAD-D6B6-5E32CF531461}"/>
              </a:ext>
            </a:extLst>
          </p:cNvPr>
          <p:cNvGrpSpPr/>
          <p:nvPr/>
        </p:nvGrpSpPr>
        <p:grpSpPr>
          <a:xfrm>
            <a:off x="1508237" y="4712350"/>
            <a:ext cx="2831674" cy="1168270"/>
            <a:chOff x="8394191" y="724538"/>
            <a:chExt cx="2460863" cy="1168270"/>
          </a:xfrm>
        </p:grpSpPr>
        <p:sp>
          <p:nvSpPr>
            <p:cNvPr id="28" name="Rectangle 27">
              <a:extLst>
                <a:ext uri="{FF2B5EF4-FFF2-40B4-BE49-F238E27FC236}">
                  <a16:creationId xmlns:a16="http://schemas.microsoft.com/office/drawing/2014/main" id="{199EF5D6-C778-E0B0-6DB3-88DABBFE3139}"/>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Arnab Kumar Sinha</a:t>
              </a:r>
            </a:p>
          </p:txBody>
        </p:sp>
        <p:sp>
          <p:nvSpPr>
            <p:cNvPr id="29" name="Rectangle 28">
              <a:extLst>
                <a:ext uri="{FF2B5EF4-FFF2-40B4-BE49-F238E27FC236}">
                  <a16:creationId xmlns:a16="http://schemas.microsoft.com/office/drawing/2014/main" id="{181E9446-9B6C-A129-E550-88FB63C20940}"/>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6E8A285E-6225-F23D-A42E-5F417638477F}"/>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15+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31" name="Picture 30">
            <a:extLst>
              <a:ext uri="{FF2B5EF4-FFF2-40B4-BE49-F238E27FC236}">
                <a16:creationId xmlns:a16="http://schemas.microsoft.com/office/drawing/2014/main" id="{6685B8D8-C514-484D-6D3B-DE0AF4F995B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553567" y="5107346"/>
            <a:ext cx="657564" cy="728243"/>
          </a:xfrm>
          <a:prstGeom prst="rect">
            <a:avLst/>
          </a:prstGeom>
        </p:spPr>
      </p:pic>
      <p:grpSp>
        <p:nvGrpSpPr>
          <p:cNvPr id="32" name="Group 31">
            <a:extLst>
              <a:ext uri="{FF2B5EF4-FFF2-40B4-BE49-F238E27FC236}">
                <a16:creationId xmlns:a16="http://schemas.microsoft.com/office/drawing/2014/main" id="{FDFB9F9E-5C18-BF5A-68D1-BB646B149F44}"/>
              </a:ext>
            </a:extLst>
          </p:cNvPr>
          <p:cNvGrpSpPr/>
          <p:nvPr/>
        </p:nvGrpSpPr>
        <p:grpSpPr>
          <a:xfrm>
            <a:off x="1497287" y="3263904"/>
            <a:ext cx="2831674" cy="1168270"/>
            <a:chOff x="8394191" y="724538"/>
            <a:chExt cx="2460863" cy="1168270"/>
          </a:xfrm>
        </p:grpSpPr>
        <p:sp>
          <p:nvSpPr>
            <p:cNvPr id="33" name="Rectangle 32">
              <a:extLst>
                <a:ext uri="{FF2B5EF4-FFF2-40B4-BE49-F238E27FC236}">
                  <a16:creationId xmlns:a16="http://schemas.microsoft.com/office/drawing/2014/main" id="{EEF243A0-5963-2521-8A12-9370FB69A51C}"/>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Sayan Mitra</a:t>
              </a:r>
            </a:p>
          </p:txBody>
        </p:sp>
        <p:sp>
          <p:nvSpPr>
            <p:cNvPr id="34" name="Rectangle 33">
              <a:extLst>
                <a:ext uri="{FF2B5EF4-FFF2-40B4-BE49-F238E27FC236}">
                  <a16:creationId xmlns:a16="http://schemas.microsoft.com/office/drawing/2014/main" id="{3FD826BD-4902-74DC-DE33-4D918D6F5AE3}"/>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00C9AD0B-8E39-B68C-D67D-36D19F552245}"/>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20+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36" name="Picture 35">
            <a:extLst>
              <a:ext uri="{FF2B5EF4-FFF2-40B4-BE49-F238E27FC236}">
                <a16:creationId xmlns:a16="http://schemas.microsoft.com/office/drawing/2014/main" id="{DD776D15-B3DF-ACE2-EF18-D5529F0CFD2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563565" y="3601587"/>
            <a:ext cx="636616" cy="775106"/>
          </a:xfrm>
          <a:prstGeom prst="rect">
            <a:avLst/>
          </a:prstGeom>
        </p:spPr>
      </p:pic>
      <p:grpSp>
        <p:nvGrpSpPr>
          <p:cNvPr id="37" name="Group 36">
            <a:extLst>
              <a:ext uri="{FF2B5EF4-FFF2-40B4-BE49-F238E27FC236}">
                <a16:creationId xmlns:a16="http://schemas.microsoft.com/office/drawing/2014/main" id="{BFF4F582-1E6C-4140-E2F3-D15BF79B3DE6}"/>
              </a:ext>
            </a:extLst>
          </p:cNvPr>
          <p:cNvGrpSpPr/>
          <p:nvPr/>
        </p:nvGrpSpPr>
        <p:grpSpPr>
          <a:xfrm>
            <a:off x="4730562" y="4715816"/>
            <a:ext cx="2831674" cy="1168270"/>
            <a:chOff x="8394191" y="724538"/>
            <a:chExt cx="2460863" cy="1168270"/>
          </a:xfrm>
        </p:grpSpPr>
        <p:sp>
          <p:nvSpPr>
            <p:cNvPr id="38" name="Rectangle 37">
              <a:extLst>
                <a:ext uri="{FF2B5EF4-FFF2-40B4-BE49-F238E27FC236}">
                  <a16:creationId xmlns:a16="http://schemas.microsoft.com/office/drawing/2014/main" id="{2022702D-5824-222A-88D7-EB2C5519A2CF}"/>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Adit Khiroria</a:t>
              </a:r>
            </a:p>
          </p:txBody>
        </p:sp>
        <p:sp>
          <p:nvSpPr>
            <p:cNvPr id="39" name="Rectangle 38">
              <a:extLst>
                <a:ext uri="{FF2B5EF4-FFF2-40B4-BE49-F238E27FC236}">
                  <a16:creationId xmlns:a16="http://schemas.microsoft.com/office/drawing/2014/main" id="{99D27154-82A9-F460-B7D6-A519CBECBA7F}"/>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D4D0C3C1-90FE-B14C-9F86-4E440AF35072}"/>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8</a:t>
              </a:r>
              <a:r>
                <a:rPr lang="en-US" sz="900" b="1">
                  <a:solidFill>
                    <a:prstClr val="black"/>
                  </a:solidFill>
                  <a:latin typeface="Verdana" panose="020B0604030504040204" pitchFamily="34" charset="0"/>
                  <a:ea typeface="Verdana" panose="020B0604030504040204" pitchFamily="34" charset="0"/>
                </a:rPr>
                <a:t>+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41" name="Picture 40">
            <a:extLst>
              <a:ext uri="{FF2B5EF4-FFF2-40B4-BE49-F238E27FC236}">
                <a16:creationId xmlns:a16="http://schemas.microsoft.com/office/drawing/2014/main" id="{C69BDD84-78A9-864D-DAB8-A38B24CFA44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4773394" y="5069396"/>
            <a:ext cx="660061" cy="735973"/>
          </a:xfrm>
          <a:prstGeom prst="rect">
            <a:avLst/>
          </a:prstGeom>
        </p:spPr>
      </p:pic>
      <p:grpSp>
        <p:nvGrpSpPr>
          <p:cNvPr id="42" name="Group 41">
            <a:extLst>
              <a:ext uri="{FF2B5EF4-FFF2-40B4-BE49-F238E27FC236}">
                <a16:creationId xmlns:a16="http://schemas.microsoft.com/office/drawing/2014/main" id="{F362B97A-E26A-1AA3-6B8A-505D21A16F5D}"/>
              </a:ext>
            </a:extLst>
          </p:cNvPr>
          <p:cNvGrpSpPr/>
          <p:nvPr/>
        </p:nvGrpSpPr>
        <p:grpSpPr>
          <a:xfrm>
            <a:off x="1497285" y="1819038"/>
            <a:ext cx="2831674" cy="1168270"/>
            <a:chOff x="8394191" y="724538"/>
            <a:chExt cx="2460863" cy="1168270"/>
          </a:xfrm>
        </p:grpSpPr>
        <p:sp>
          <p:nvSpPr>
            <p:cNvPr id="43" name="Rectangle 42">
              <a:extLst>
                <a:ext uri="{FF2B5EF4-FFF2-40B4-BE49-F238E27FC236}">
                  <a16:creationId xmlns:a16="http://schemas.microsoft.com/office/drawing/2014/main" id="{5806D5FF-C748-7E4B-7974-D3C6052BF4E0}"/>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Anujesh Dwivedi</a:t>
              </a:r>
            </a:p>
          </p:txBody>
        </p:sp>
        <p:sp>
          <p:nvSpPr>
            <p:cNvPr id="44" name="Rectangle 43">
              <a:extLst>
                <a:ext uri="{FF2B5EF4-FFF2-40B4-BE49-F238E27FC236}">
                  <a16:creationId xmlns:a16="http://schemas.microsoft.com/office/drawing/2014/main" id="{6C2CC54C-EA87-5A89-E41D-017D17028D27}"/>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46D09C7A-371A-60B8-D237-FE782EA5C86F}"/>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Partner, 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20+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46" name="Picture 45">
            <a:extLst>
              <a:ext uri="{FF2B5EF4-FFF2-40B4-BE49-F238E27FC236}">
                <a16:creationId xmlns:a16="http://schemas.microsoft.com/office/drawing/2014/main" id="{E4592239-D0D9-BE92-83AE-F0218E896FA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609265" y="2156720"/>
            <a:ext cx="631738" cy="777993"/>
          </a:xfrm>
          <a:prstGeom prst="rect">
            <a:avLst/>
          </a:prstGeom>
        </p:spPr>
      </p:pic>
      <p:grpSp>
        <p:nvGrpSpPr>
          <p:cNvPr id="57" name="Group 56">
            <a:extLst>
              <a:ext uri="{FF2B5EF4-FFF2-40B4-BE49-F238E27FC236}">
                <a16:creationId xmlns:a16="http://schemas.microsoft.com/office/drawing/2014/main" id="{36D2386B-958F-8562-4968-429ADB21664C}"/>
              </a:ext>
            </a:extLst>
          </p:cNvPr>
          <p:cNvGrpSpPr/>
          <p:nvPr/>
        </p:nvGrpSpPr>
        <p:grpSpPr>
          <a:xfrm>
            <a:off x="7963841" y="3263904"/>
            <a:ext cx="2831674" cy="1168270"/>
            <a:chOff x="8394191" y="724538"/>
            <a:chExt cx="2460863" cy="1168270"/>
          </a:xfrm>
        </p:grpSpPr>
        <p:sp>
          <p:nvSpPr>
            <p:cNvPr id="58" name="Rectangle 57">
              <a:extLst>
                <a:ext uri="{FF2B5EF4-FFF2-40B4-BE49-F238E27FC236}">
                  <a16:creationId xmlns:a16="http://schemas.microsoft.com/office/drawing/2014/main" id="{9ACD5D73-826F-1A2E-F657-F96C71F15068}"/>
                </a:ext>
              </a:extLst>
            </p:cNvPr>
            <p:cNvSpPr/>
            <p:nvPr/>
          </p:nvSpPr>
          <p:spPr>
            <a:xfrm>
              <a:off x="8394192" y="724538"/>
              <a:ext cx="2460860" cy="2541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Tanudeep Mallick</a:t>
              </a:r>
            </a:p>
          </p:txBody>
        </p:sp>
        <p:sp>
          <p:nvSpPr>
            <p:cNvPr id="59" name="Rectangle 58">
              <a:extLst>
                <a:ext uri="{FF2B5EF4-FFF2-40B4-BE49-F238E27FC236}">
                  <a16:creationId xmlns:a16="http://schemas.microsoft.com/office/drawing/2014/main" id="{E8E8A42A-167D-0FA7-469C-D18B9FC852A7}"/>
                </a:ext>
              </a:extLst>
            </p:cNvPr>
            <p:cNvSpPr/>
            <p:nvPr/>
          </p:nvSpPr>
          <p:spPr>
            <a:xfrm>
              <a:off x="8394191" y="1033272"/>
              <a:ext cx="2460863" cy="8595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FD415381-EB35-8C66-7504-113139C4CA11}"/>
                </a:ext>
              </a:extLst>
            </p:cNvPr>
            <p:cNvSpPr/>
            <p:nvPr/>
          </p:nvSpPr>
          <p:spPr>
            <a:xfrm>
              <a:off x="9073181" y="1069785"/>
              <a:ext cx="1713732" cy="777992"/>
            </a:xfrm>
            <a:prstGeom prst="rect">
              <a:avLst/>
            </a:prstGeom>
            <a:solidFill>
              <a:srgbClr val="CDE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Associate Director,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India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latin typeface="Verdana" panose="020B0604030504040204" pitchFamily="34" charset="0"/>
                  <a:ea typeface="Verdana" panose="020B0604030504040204" pitchFamily="34" charset="0"/>
                </a:rPr>
                <a:t>15+ Years of Experience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pic>
        <p:nvPicPr>
          <p:cNvPr id="61" name="Picture 60">
            <a:extLst>
              <a:ext uri="{FF2B5EF4-FFF2-40B4-BE49-F238E27FC236}">
                <a16:creationId xmlns:a16="http://schemas.microsoft.com/office/drawing/2014/main" id="{A9EB3B1E-ED91-0578-1931-E305F8BF047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053737" y="3632025"/>
            <a:ext cx="657564" cy="749213"/>
          </a:xfrm>
          <a:prstGeom prst="rect">
            <a:avLst/>
          </a:prstGeom>
        </p:spPr>
      </p:pic>
    </p:spTree>
    <p:extLst>
      <p:ext uri="{BB962C8B-B14F-4D97-AF65-F5344CB8AC3E}">
        <p14:creationId xmlns:p14="http://schemas.microsoft.com/office/powerpoint/2010/main" val="291098542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Anujesh Dwivedi</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1430177529"/>
              </p:ext>
            </p:extLst>
          </p:nvPr>
        </p:nvGraphicFramePr>
        <p:xfrm>
          <a:off x="501650" y="884330"/>
          <a:ext cx="11196000" cy="566887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Anujesh Dwivedi</a:t>
                      </a:r>
                    </a:p>
                    <a:p>
                      <a:pPr algn="just"/>
                      <a:r>
                        <a:rPr lang="en-US" sz="1000" b="1">
                          <a:solidFill>
                            <a:schemeClr val="accent5"/>
                          </a:solidFill>
                          <a:latin typeface="Arial" panose="020B0604020202020204" pitchFamily="34" charset="0"/>
                          <a:cs typeface="Arial" panose="020B0604020202020204" pitchFamily="34" charset="0"/>
                        </a:rPr>
                        <a:t>Partner</a:t>
                      </a:r>
                    </a:p>
                    <a:p>
                      <a:pPr algn="just"/>
                      <a:r>
                        <a:rPr lang="en-US" sz="1000" b="1">
                          <a:solidFill>
                            <a:schemeClr val="accent5"/>
                          </a:solidFill>
                          <a:latin typeface="Arial" panose="020B0604020202020204" pitchFamily="34" charset="0"/>
                          <a:cs typeface="Arial" panose="020B0604020202020204" pitchFamily="34" charset="0"/>
                        </a:rPr>
                        <a:t>20+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a:t>
                      </a:r>
                      <a:r>
                        <a:rPr lang="en-US" sz="1100">
                          <a:latin typeface="Arial" panose="020B0604020202020204" pitchFamily="34" charset="0"/>
                          <a:cs typeface="Arial" panose="020B0604020202020204" pitchFamily="34" charset="0"/>
                        </a:rPr>
                        <a:t>: </a:t>
                      </a:r>
                      <a:r>
                        <a:rPr lang="en-US" sz="1000">
                          <a:latin typeface="Arial" panose="020B0604020202020204" pitchFamily="34" charset="0"/>
                          <a:cs typeface="Arial" panose="020B0604020202020204" pitchFamily="34" charset="0"/>
                        </a:rPr>
                        <a:t>Power sector reforms, project planning,capital investment planning, project implementation, institutional strengthening, capacity building, smart metering, billing process optimization, energy management, transmission &amp; distribution, infrastructure optimization, smart grid, SCADA integration, DMS implementation, governance, impact assessment</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PGDM (Finance &amp; Marketing), FORE School of Management</a:t>
                      </a: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 E. (Electrical), KDK College of Engineering, Nagpur University</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Led the development of a Power for All Roadmap for multiple states, including Assam and Sikkim, under the Ministry of Power, ensuring 100% access to electricity and 24X7 availability</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Led the engagement for setting up of a Central Project Monitoring Unit for Jharkhand Bijli Vitran Nigam Limited (JBVNL) , overseeing project planning, risk management, report generation, and coordination of rural electrification schemes to ensure timely and cost-effective execution, improving overall project monitoring and data management.</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Conducted a diagnostic study on Nagaland’s power sector under the World Bank, identifying critical capital investment requirements, improving load management, and optimizing project implementation practices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Led  the assessment of Financial Performance of West Bengal State Electricity Distribution Company Ltd. (WBSEDCL)</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Led the capacity-building program for unbundled Jharkhand utilities, optimizing project planning, procurement, and operational efficiency, which significantly improved utility performance, institutional strengthening, capacity building</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Developed comprehensive investment plans for West Bengal’s transmission and distribution utilities, improving infrastructure reliability and energy supply through optimized planning and procurement processes, investment planning, infrastructure optimization</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Conducted a review of DFID-funded reform programs in Odisha, West Bengal, and Madhya Pradesh, providing insights for improving future power sector reforms and governance, enhancing utility performance, power sector reform, governance review</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Reviewed metering, billing, and connection processes for Rajasthan’s power distribution utilities under the World Bank, facilitating the planning and rollout of smart metering systems, improving billing accuracy and energy efficiency, smart metering, billing process improvement</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Provided program management support to Rajasthan Discoms under IPDS, DDUGJY, and Saubhagya schemes, establishing a PMO team, overseeing project planning and governance, managing vendor coordination, and implementing web-based tools for project monitoring to enhance utility reforms and efficiency</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Reviewed and Improved the Intra-state Transmission &amp; Distribution Investment Plans of selected states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Led the engagement for Consultancy services for bid process management for Smart metering implementation in several DISCOMs through REC Power Distribution Limited, Ministry of Power Govt. of India</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Preparation of an IT Strategy for AP Distribution Utility and Roadmap for its Implementation</a:t>
                      </a: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4" name="Picture 3" descr="A person wearing glasses and a suit&#10;&#10;Description automatically generated">
            <a:extLst>
              <a:ext uri="{FF2B5EF4-FFF2-40B4-BE49-F238E27FC236}">
                <a16:creationId xmlns:a16="http://schemas.microsoft.com/office/drawing/2014/main" id="{0AB5A828-39A8-EEB5-9D3C-17CB1855A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372" y="1543574"/>
            <a:ext cx="1024313" cy="1093748"/>
          </a:xfrm>
          <a:prstGeom prst="rect">
            <a:avLst/>
          </a:prstGeom>
        </p:spPr>
      </p:pic>
    </p:spTree>
    <p:extLst>
      <p:ext uri="{BB962C8B-B14F-4D97-AF65-F5344CB8AC3E}">
        <p14:creationId xmlns:p14="http://schemas.microsoft.com/office/powerpoint/2010/main" val="271216501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Samrat Roy</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1001458971"/>
              </p:ext>
            </p:extLst>
          </p:nvPr>
        </p:nvGraphicFramePr>
        <p:xfrm>
          <a:off x="501650" y="884330"/>
          <a:ext cx="11196000" cy="523763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Samrat Roy</a:t>
                      </a:r>
                    </a:p>
                    <a:p>
                      <a:pPr algn="just"/>
                      <a:r>
                        <a:rPr lang="en-US" sz="1000" b="1">
                          <a:solidFill>
                            <a:schemeClr val="accent5"/>
                          </a:solidFill>
                          <a:latin typeface="Arial" panose="020B0604020202020204" pitchFamily="34" charset="0"/>
                          <a:cs typeface="Arial" panose="020B0604020202020204" pitchFamily="34" charset="0"/>
                        </a:rPr>
                        <a:t>Director</a:t>
                      </a:r>
                    </a:p>
                    <a:p>
                      <a:pPr algn="just"/>
                      <a:r>
                        <a:rPr lang="en-US" sz="1000" b="1">
                          <a:solidFill>
                            <a:schemeClr val="accent5"/>
                          </a:solidFill>
                          <a:latin typeface="Arial" panose="020B0604020202020204" pitchFamily="34" charset="0"/>
                          <a:cs typeface="Arial" panose="020B0604020202020204" pitchFamily="34" charset="0"/>
                        </a:rPr>
                        <a:t>18+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 </a:t>
                      </a:r>
                      <a:r>
                        <a:rPr lang="en-US" sz="1000" b="0">
                          <a:latin typeface="Arial" panose="020B0604020202020204" pitchFamily="34" charset="0"/>
                          <a:cs typeface="Arial" panose="020B0604020202020204" pitchFamily="34" charset="0"/>
                        </a:rPr>
                        <a:t>Transaction structuring, hydropower development, utility performance improvement, energy systems deployment, cross-border electricity trade, regulatory advisory, capacity building</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Chartered Accountant, Institute of Chartered Accountants of India</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B.Com , Mulund College of Commerce, University of Mumbai</a:t>
                      </a:r>
                    </a:p>
                    <a:p>
                      <a:pPr marL="0" indent="0" algn="l">
                        <a:buFont typeface="Arial" panose="020B0604020202020204" pitchFamily="34" charset="0"/>
                        <a:buNone/>
                      </a:pPr>
                      <a:endParaRPr lang="en-US" sz="10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an assessment of WBPDCL’s HR and IT systems, designed a cloud-based performance management system, and improved workforce efficiency through KPI-driven assessments.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the assessment and design of an ERP implementation roadmap for The Durgapur Projects Limited, evaluating existing processes, developing functional specifications, and managing the bid process to ensure effective ERP integration and support during the implementation phase.</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Spearheaded the assessment of DPL's operational and financial challenges, identified new business opportunities, including renewable energy and EV charging, and developed a financial and implementation model for capacity addition and diversification into green energy ventures by 2030</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a comprehensive assessment of Sikkim's power sector for the Asian Development Bank, evaluating transmission and distribution systems, financial performance, and investment plans, recommending digital interventions and capacity building to enhance operational efficiency</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Assessed WBSEDCL's financial health, analyzing 10-year investment plans and developing financial models to propose alternative financing options, improving the company's long-term financial sustainability</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Damodar Valley Corporation in preparing and finalizing Multi-Year Tariff Petitions, True-up/APR filings, and financial models, improving tariff design, addressing data gaps, and enhancing the financial performance of their generation, transmission, and distribution operations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Prepared the capital investment plan and Annual Revenue Requirement projections for Assam Power Generation Corporation Ltd., performing financial modeling for tariff design and addressing issues impacting financial growth and performance during the MYT control period</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Provided regulatory support to WBSEDCL by preparing financial models for ARR and tariff petitions, filing Multi-Year Tariff and true-up petitions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Developed a financial model and mapped the budgeting process for Assam's power sector, providing financial process improvement recommendations as part of the Low Carbon Power Sector Road Map for the Asian Development Bank</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financial modeling, risk profiling, and feasibility analysis for the 2X1 MW </a:t>
                      </a:r>
                      <a:r>
                        <a:rPr lang="en-US" sz="1000" b="0" kern="0" err="1">
                          <a:solidFill>
                            <a:prstClr val="black"/>
                          </a:solidFill>
                          <a:latin typeface="Arial" panose="020B0604020202020204" pitchFamily="34" charset="0"/>
                          <a:cs typeface="Arial" panose="020B0604020202020204" pitchFamily="34" charset="0"/>
                        </a:rPr>
                        <a:t>Chatten</a:t>
                      </a:r>
                      <a:r>
                        <a:rPr lang="en-US" sz="1000" b="0" kern="0">
                          <a:solidFill>
                            <a:prstClr val="black"/>
                          </a:solidFill>
                          <a:latin typeface="Arial" panose="020B0604020202020204" pitchFamily="34" charset="0"/>
                          <a:cs typeface="Arial" panose="020B0604020202020204" pitchFamily="34" charset="0"/>
                        </a:rPr>
                        <a:t>-II Hydro Power Project in Sikkim and a Liquid Nitrogen and Oxygen plant in Assam, facilitating fund mobilization and developing ownership structures and security mechanisms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Provided technical assistance to Nepal’s Electricity Regulatory Commission under the Asia EDGE initiative, offering advisory services, regulatory support, and capacity-building recommendations to strengthen the power market and enhance regional energy integration across South Asian countries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USAID’s URJA Project in Nepal, improving NEA’s technical, operational, and financial performance, advancing energy systems deployment, increasing private sector engagement, and facilitating cross-border electricity trade with neighboring countries through policy and regulatory support</a:t>
                      </a: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5" name="Picture 4" descr="A person in a suit and tie&#10;&#10;Description automatically generated">
            <a:extLst>
              <a:ext uri="{FF2B5EF4-FFF2-40B4-BE49-F238E27FC236}">
                <a16:creationId xmlns:a16="http://schemas.microsoft.com/office/drawing/2014/main" id="{F83DA707-9A63-8401-648B-FA86CEF57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567" y="1636294"/>
            <a:ext cx="996215" cy="996215"/>
          </a:xfrm>
          <a:prstGeom prst="rect">
            <a:avLst/>
          </a:prstGeom>
        </p:spPr>
      </p:pic>
    </p:spTree>
    <p:extLst>
      <p:ext uri="{BB962C8B-B14F-4D97-AF65-F5344CB8AC3E}">
        <p14:creationId xmlns:p14="http://schemas.microsoft.com/office/powerpoint/2010/main" val="330775587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Siddharth Mani</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3720963285"/>
              </p:ext>
            </p:extLst>
          </p:nvPr>
        </p:nvGraphicFramePr>
        <p:xfrm>
          <a:off x="501650" y="884330"/>
          <a:ext cx="11196000" cy="523763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Siddharth Mani</a:t>
                      </a:r>
                    </a:p>
                    <a:p>
                      <a:pPr algn="just"/>
                      <a:r>
                        <a:rPr lang="en-US" sz="1000" b="1">
                          <a:solidFill>
                            <a:schemeClr val="accent5"/>
                          </a:solidFill>
                          <a:latin typeface="Arial" panose="020B0604020202020204" pitchFamily="34" charset="0"/>
                          <a:cs typeface="Arial" panose="020B0604020202020204" pitchFamily="34" charset="0"/>
                        </a:rPr>
                        <a:t>Director</a:t>
                      </a:r>
                    </a:p>
                    <a:p>
                      <a:pPr algn="just"/>
                      <a:r>
                        <a:rPr lang="en-US" sz="1000" b="1">
                          <a:solidFill>
                            <a:schemeClr val="accent5"/>
                          </a:solidFill>
                          <a:latin typeface="Arial" panose="020B0604020202020204" pitchFamily="34" charset="0"/>
                          <a:cs typeface="Arial" panose="020B0604020202020204" pitchFamily="34" charset="0"/>
                        </a:rPr>
                        <a:t>11+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 </a:t>
                      </a:r>
                      <a:r>
                        <a:rPr lang="en-US" sz="1000" b="0">
                          <a:latin typeface="Arial" panose="020B0604020202020204" pitchFamily="34" charset="0"/>
                          <a:cs typeface="Arial" panose="020B0604020202020204" pitchFamily="34" charset="0"/>
                        </a:rPr>
                        <a:t>Market assessment, Demand-Supply assessment, project investment, due diligence, policy and legislative assessment, Feasibility Studies/assessment</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MBA (Power Management) from National Power Training Institute, India</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 E. (Electrical &amp; Electronics) from Bhilai Institute of Technology, India</a:t>
                      </a: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Assisted ADB in development of the Assam Solar Roadmap which included assistance in structuring and financial modelling of the 750 MWp (500 MWp Sovereign funded and 250 MWp PPP funded) Solar Project and associated 50 MWh BESS in Assam along with the associated evacuation infrastructure</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Assisting WBPDCL in preparation of DPR of proposed 180 MW / 243 MWp Bakreswar Floating Solar Project in West Bengal</a:t>
                      </a:r>
                    </a:p>
                    <a:p>
                      <a:pPr marL="171450" marR="0" lvl="0" indent="-171450" algn="just" defTabSz="895350" rtl="0" eaLnBrk="1" fontAlgn="auto" latinLnBrk="0" hangingPunct="1">
                        <a:lnSpc>
                          <a:spcPct val="100000"/>
                        </a:lnSpc>
                        <a:spcBef>
                          <a:spcPts val="300"/>
                        </a:spcBef>
                        <a:spcAft>
                          <a:spcPts val="300"/>
                        </a:spcAft>
                        <a:buClrTx/>
                        <a:buSzTx/>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Assisted Dept. of Power (West Bengal) in assessing feasibility of Pump Storage Projects in the state, impact on discom’s cost and revenue, operation modalities for 900 MW PPSP project. Siddharth also assisted in preparing the project structure for the proposed PPSP (including concession modalities)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Supported the Durgapur Projects Limited in preparing their 2030 Corporate Plan which included feasibility study for 500 MW Solar, 5 MW BESS project, 10 EV Charging Stations in Durgapur, expansion of fly ash business among others to complement their thermal portfolio in West Bengal</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Assisted ADB in preparing the Sikkim Transmission &amp; Distribution Investment project which entails renovation and augmentation of the 66 KV, 33 KV and 11 KV networks along with utility turnaround strategy</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Developed a preliminary project report for Sikkim Power Sector Development, assessing demand-supply projections, AT&amp;C loss reduction, investment plans, and technology deployment initiatives to enhance power sector efficiency and management for the Asian Development Bank</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Assisted Damodar Valley Corporation (DVC) in due diligence of Raghunathpur 2x660 MW Coal Based TPP</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Assisting USAID's URJA Nepal project in developing the national Integrated Resource and Resiliency Plan (IRRP) which includes detailed generation, demand and financial modelling for Nepal Power Sector which includes projections for Hydro Expansion, Storage Projects, Renewable Energy, Network Expansion studies among others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Developed solar rooftop/standalone system deployment plan for Maldives' outer islands including feasibility of introducing BESS for standalone solar projects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Supported development of business plan for FENAKA, Maldives which included business diversification strategy, co-development of solar projects with diesel gensets, operational efficiency improvement strategies</a:t>
                      </a:r>
                    </a:p>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Assisted World Bank in identifying and analyzing investment projects for Seychelles' energy transition, including solar PV, BESS, and grid upgrades. The project includes development of over 15 MW Solar and 17 MWh BESS capacity along with expansion and augmentation of the 33 KV and 11 KV network</a:t>
                      </a: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43" name="Picture 42">
            <a:extLst>
              <a:ext uri="{FF2B5EF4-FFF2-40B4-BE49-F238E27FC236}">
                <a16:creationId xmlns:a16="http://schemas.microsoft.com/office/drawing/2014/main" id="{81F8CF68-F8D2-12D4-AB27-665B8B009A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664" y="1522628"/>
            <a:ext cx="998256" cy="1154302"/>
          </a:xfrm>
          <a:prstGeom prst="rect">
            <a:avLst/>
          </a:prstGeom>
        </p:spPr>
      </p:pic>
    </p:spTree>
    <p:extLst>
      <p:ext uri="{BB962C8B-B14F-4D97-AF65-F5344CB8AC3E}">
        <p14:creationId xmlns:p14="http://schemas.microsoft.com/office/powerpoint/2010/main" val="407783051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Sayan Mitra</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2786417059"/>
              </p:ext>
            </p:extLst>
          </p:nvPr>
        </p:nvGraphicFramePr>
        <p:xfrm>
          <a:off x="501650" y="884330"/>
          <a:ext cx="11196000" cy="524215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518265">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Sayan Mitra</a:t>
                      </a:r>
                    </a:p>
                    <a:p>
                      <a:pPr algn="just"/>
                      <a:r>
                        <a:rPr lang="en-US" sz="1000" b="1">
                          <a:solidFill>
                            <a:schemeClr val="accent5"/>
                          </a:solidFill>
                          <a:latin typeface="Arial" panose="020B0604020202020204" pitchFamily="34" charset="0"/>
                          <a:cs typeface="Arial" panose="020B0604020202020204" pitchFamily="34" charset="0"/>
                        </a:rPr>
                        <a:t>Associate Director</a:t>
                      </a:r>
                    </a:p>
                    <a:p>
                      <a:pPr algn="just"/>
                      <a:r>
                        <a:rPr lang="en-US" sz="1000" b="1">
                          <a:solidFill>
                            <a:schemeClr val="accent5"/>
                          </a:solidFill>
                          <a:latin typeface="Arial" panose="020B0604020202020204" pitchFamily="34" charset="0"/>
                          <a:cs typeface="Arial" panose="020B0604020202020204" pitchFamily="34" charset="0"/>
                        </a:rPr>
                        <a:t>20+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a:t>
                      </a:r>
                      <a:r>
                        <a:rPr lang="en-US" sz="1100">
                          <a:latin typeface="Arial" panose="020B0604020202020204" pitchFamily="34" charset="0"/>
                          <a:cs typeface="Arial" panose="020B0604020202020204" pitchFamily="34" charset="0"/>
                        </a:rPr>
                        <a:t>: </a:t>
                      </a:r>
                      <a:r>
                        <a:rPr lang="en-US" sz="1000">
                          <a:latin typeface="Arial" panose="020B0604020202020204" pitchFamily="34" charset="0"/>
                          <a:cs typeface="Arial" panose="020B0604020202020204" pitchFamily="34" charset="0"/>
                        </a:rPr>
                        <a:t>Smart Grids, Revenue Management System, Meter Data Management, IT-OT Integration, Energy Accounting, Transmission and Distribution utility Network Management</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MBA ,Xavier Institute of Management, Bhubaneswar</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 E. (Mechanical) , Kalpataru Institute of Technology</a:t>
                      </a:r>
                    </a:p>
                    <a:p>
                      <a:pPr marL="171450" indent="-171450" algn="l">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Provided expertise on HES and MDM integration for Jharkhand Bijli Vitran Nigam Limited (JBVNL) , optimizing customer data management and improving revenue collection by enhancing IT/OT systems.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Developed a commercial process framework for WBSEDCL, enhancing billing, collection, and operational efficiency through improved process recommendations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Developed web/mobile applications and executed outreach strategies for the Department of Power, West Bengal, increasing awareness and adoption of electric vehicles through strategic engagement</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Designed and implemented a cloud-based Performance Management System for WBPDCL, replacing SAP SuccessFactors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Delivered ERP roadmap and process improvements for Durgapur Projects Limited, optimizing business processes in areas like HRMS and employee self-service, improving operational performance and efficiency</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Implemented a cloud-based tool for WBSEDCL to manage and monitor smart meter rollout, finalized technical specifications for AMI infrastructure, coordinated with stakeholders, and supported system integration and user acceptance testing</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Assessed capacity-building needs and project management practices for power utilities in Assam, Meghalaya, and Manipur, identifying operational issues and mapping improvements to align with best practices, under the World Bank's North Eastern Region Power Sector Improvement project</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a team in implementing IT/OT solutions for improving operational performance across three distribution franchisee utilities in Odisha, overseeing 11 kV feeder and DTR metering, network maintenance, and vendor coordination</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Implementation of Meter data Management solution for a leading US Utility</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Energy Accounting and Scheduling Software implementation for Power Transmission Utility in India	</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Assessment of IT Landscape for Transmission and Distribution line of business for a leading US power utility</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Institutional Strengthening and Capacity building for power Utilities of MP</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Evaluation of PPP projects in power distribution in the state of Assam</a:t>
                      </a: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4" name="Picture 3">
            <a:extLst>
              <a:ext uri="{FF2B5EF4-FFF2-40B4-BE49-F238E27FC236}">
                <a16:creationId xmlns:a16="http://schemas.microsoft.com/office/drawing/2014/main" id="{7E015303-124A-C9D8-579F-43661A678CD2}"/>
              </a:ext>
            </a:extLst>
          </p:cNvPr>
          <p:cNvPicPr>
            <a:picLocks noChangeAspect="1"/>
          </p:cNvPicPr>
          <p:nvPr/>
        </p:nvPicPr>
        <p:blipFill>
          <a:blip r:embed="rId2"/>
          <a:stretch>
            <a:fillRect/>
          </a:stretch>
        </p:blipFill>
        <p:spPr>
          <a:xfrm>
            <a:off x="606963" y="1525465"/>
            <a:ext cx="1000456" cy="1172506"/>
          </a:xfrm>
          <a:prstGeom prst="rect">
            <a:avLst/>
          </a:prstGeom>
        </p:spPr>
      </p:pic>
    </p:spTree>
    <p:extLst>
      <p:ext uri="{BB962C8B-B14F-4D97-AF65-F5344CB8AC3E}">
        <p14:creationId xmlns:p14="http://schemas.microsoft.com/office/powerpoint/2010/main" val="234565246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Rajeev Kulkarni</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2725381326"/>
              </p:ext>
            </p:extLst>
          </p:nvPr>
        </p:nvGraphicFramePr>
        <p:xfrm>
          <a:off x="501650" y="884330"/>
          <a:ext cx="11196000" cy="5457733"/>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Rajeev Kulkarni</a:t>
                      </a:r>
                    </a:p>
                    <a:p>
                      <a:pPr algn="just"/>
                      <a:r>
                        <a:rPr lang="en-US" sz="1000" b="1">
                          <a:solidFill>
                            <a:schemeClr val="accent5"/>
                          </a:solidFill>
                          <a:latin typeface="Arial" panose="020B0604020202020204" pitchFamily="34" charset="0"/>
                          <a:cs typeface="Arial" panose="020B0604020202020204" pitchFamily="34" charset="0"/>
                        </a:rPr>
                        <a:t>Associate Director</a:t>
                      </a:r>
                    </a:p>
                    <a:p>
                      <a:pPr algn="just"/>
                      <a:r>
                        <a:rPr lang="en-US" sz="1000" b="1">
                          <a:solidFill>
                            <a:schemeClr val="accent5"/>
                          </a:solidFill>
                          <a:latin typeface="Arial" panose="020B0604020202020204" pitchFamily="34" charset="0"/>
                          <a:cs typeface="Arial" panose="020B0604020202020204" pitchFamily="34" charset="0"/>
                        </a:rPr>
                        <a:t>22+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a:t>
                      </a:r>
                      <a:r>
                        <a:rPr lang="en-US" sz="1100">
                          <a:latin typeface="Arial" panose="020B0604020202020204" pitchFamily="34" charset="0"/>
                          <a:cs typeface="Arial" panose="020B0604020202020204" pitchFamily="34" charset="0"/>
                        </a:rPr>
                        <a:t>:</a:t>
                      </a:r>
                      <a:r>
                        <a:rPr lang="en-US" sz="1000">
                          <a:latin typeface="Arial" panose="020B0604020202020204" pitchFamily="34" charset="0"/>
                          <a:cs typeface="Arial" panose="020B0604020202020204" pitchFamily="34" charset="0"/>
                        </a:rPr>
                        <a:t>Financial Management, Fixed Assets Management, Regulatory Assistance, Tariff Filing, IT Strategy and ERP Implementation, Business Process Re-engineering, Due Diligence, Capacity Building, and Corporate Governance</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Chartered Accountant, Institute of Chartered Accountants of India</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B.Com , Mulund College of Commerce, University of Mumbai</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Managed the preparation of a Fixed Asset Register (FAR) for Jharkhand Bijli Vitran Nigam Limited (JBVNL) , including physical asset verification, historical cost valuation, accounting adjustments, SOP development, and data migration to SAP ERP</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the redevelopment of the Fixed Asset Register (FAR) for West Bengal State Electricity Transmission Company Limited, including asset verification and integration with SAP ERP</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in preparing and reviewing tariff petitions, ensuring regulatory compliance, and aligning financial processes for Bihar State Electricity Board</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Worked with </a:t>
                      </a:r>
                      <a:r>
                        <a:rPr lang="en-US" sz="1000" b="1" kern="0">
                          <a:solidFill>
                            <a:prstClr val="black"/>
                          </a:solidFill>
                          <a:latin typeface="Arial" panose="020B0604020202020204" pitchFamily="34" charset="0"/>
                          <a:cs typeface="Arial" panose="020B0604020202020204" pitchFamily="34" charset="0"/>
                        </a:rPr>
                        <a:t>multiple Indian Utilities</a:t>
                      </a:r>
                      <a:r>
                        <a:rPr lang="en-US" sz="1000" b="0" kern="0">
                          <a:solidFill>
                            <a:prstClr val="black"/>
                          </a:solidFill>
                          <a:latin typeface="Arial" panose="020B0604020202020204" pitchFamily="34" charset="0"/>
                          <a:cs typeface="Arial" panose="020B0604020202020204" pitchFamily="34" charset="0"/>
                        </a:rPr>
                        <a:t> for development of their Fixed Asset registers, preparation of asset management framework, managing asset verification and developing IT Tools for the same</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a diagnostic study and provided regulatory advice for restructuring the diverse business verticals of Calcutta Electric Supply Corporation Limited (CESC)</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Formulated an IT strategy and roadmap for Andhra Pradesh Distribution Utility under World Bank assistance</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Developed Functional Requirement Specifications (FRS) and Request for Proposal (RFP) for ERP implementation at Tamil Nadu Transmission Corporation Limited</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Analyzed IT systems, prepared a comprehensive IT roadmap, and aligned technology infrastructure with business goals for Power Finance Corporation</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due diligence for the acquisition of the Mumbai Power Business of Reliance Infrastructure, identifying risks and providing strategic recommendations for Adani Transmission</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Electricity Department Puducherry (EDP) in Accounting assistance in relation to preparation of financial statements for the department for submission to the Joint Electricity Regulatory Commission for Union Territories, India, which involved conversion of cash based data to accrual basis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Finance &amp; Accounting Expert for the assessment of the Corporate Governance, SAP implementation, Accounting framework and performance reporting with respect to Power Procurement for Electricite Du Lao (EDL), the integrated power utility of Lao PDR, funded by World Bank</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asset verification, developed valuation methodologies, and prepared standard operating procedures for asset management for Nepal Electricity Authority in Kathmandu, Nepal</a:t>
                      </a:r>
                    </a:p>
                    <a:p>
                      <a:pPr marL="227013" lvl="1" indent="-225425">
                        <a:lnSpc>
                          <a:spcPct val="106000"/>
                        </a:lnSpc>
                        <a:spcBef>
                          <a:spcPct val="40000"/>
                        </a:spcBef>
                        <a:buClr>
                          <a:srgbClr val="000000"/>
                        </a:buClr>
                        <a:buFont typeface="Wingdings 2" pitchFamily="18" charset="2"/>
                        <a:buChar char="¡"/>
                        <a:defRPr/>
                      </a:pPr>
                      <a:endParaRPr lang="en-US" sz="1000" b="0" kern="0">
                        <a:solidFill>
                          <a:prstClr val="black"/>
                        </a:solidFill>
                        <a:latin typeface="Arial" panose="020B0604020202020204" pitchFamily="34" charset="0"/>
                        <a:cs typeface="Arial" panose="020B0604020202020204" pitchFamily="34" charset="0"/>
                      </a:endParaRPr>
                    </a:p>
                    <a:p>
                      <a:pPr marL="227013" lvl="1" indent="-225425">
                        <a:lnSpc>
                          <a:spcPct val="106000"/>
                        </a:lnSpc>
                        <a:spcBef>
                          <a:spcPct val="40000"/>
                        </a:spcBef>
                        <a:buClr>
                          <a:srgbClr val="000000"/>
                        </a:buClr>
                        <a:buFont typeface="Wingdings 2" pitchFamily="18" charset="2"/>
                        <a:buChar char="¡"/>
                        <a:defRPr/>
                      </a:pPr>
                      <a:endParaRPr lang="en-US" sz="1000" b="0" kern="0">
                        <a:solidFill>
                          <a:prstClr val="black"/>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3" name="Picture 2">
            <a:extLst>
              <a:ext uri="{FF2B5EF4-FFF2-40B4-BE49-F238E27FC236}">
                <a16:creationId xmlns:a16="http://schemas.microsoft.com/office/drawing/2014/main" id="{042CA109-180C-C36A-2C25-310C8677EFA4}"/>
              </a:ext>
            </a:extLst>
          </p:cNvPr>
          <p:cNvPicPr/>
          <p:nvPr/>
        </p:nvPicPr>
        <p:blipFill>
          <a:blip r:embed="rId2">
            <a:extLst>
              <a:ext uri="{28A0092B-C50C-407E-A947-70E740481C1C}">
                <a14:useLocalDpi xmlns:a14="http://schemas.microsoft.com/office/drawing/2010/main" val="0"/>
              </a:ext>
            </a:extLst>
          </a:blip>
          <a:stretch>
            <a:fillRect/>
          </a:stretch>
        </p:blipFill>
        <p:spPr>
          <a:xfrm>
            <a:off x="617581" y="1704509"/>
            <a:ext cx="989838" cy="9251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4565644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Tanudeep Mallick</a:t>
            </a:r>
          </a:p>
          <a:p>
            <a:pPr marL="0" marR="0" lvl="0" indent="0" algn="l" defTabSz="1150154" rtl="0" eaLnBrk="1" fontAlgn="auto" latinLnBrk="0" hangingPunct="1">
              <a:lnSpc>
                <a:spcPct val="100000"/>
              </a:lnSpc>
              <a:spcBef>
                <a:spcPct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1484790131"/>
              </p:ext>
            </p:extLst>
          </p:nvPr>
        </p:nvGraphicFramePr>
        <p:xfrm>
          <a:off x="501650" y="884330"/>
          <a:ext cx="11196000" cy="5296189"/>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a:p>
                      <a:endParaRPr lang="en-US" sz="1100" b="1" dirty="0">
                        <a:latin typeface="Arial" panose="020B0604020202020204" pitchFamily="34" charset="0"/>
                        <a:cs typeface="Arial" panose="020B0604020202020204" pitchFamily="34" charset="0"/>
                      </a:endParaRPr>
                    </a:p>
                    <a:p>
                      <a:pPr algn="l"/>
                      <a:r>
                        <a:rPr lang="en-US" sz="1100" b="1" dirty="0">
                          <a:solidFill>
                            <a:schemeClr val="accent3"/>
                          </a:solidFill>
                          <a:latin typeface="Arial" panose="020B0604020202020204" pitchFamily="34" charset="0"/>
                          <a:cs typeface="Arial" panose="020B0604020202020204" pitchFamily="34" charset="0"/>
                        </a:rPr>
                        <a:t>Tanudeep Mallick</a:t>
                      </a:r>
                    </a:p>
                    <a:p>
                      <a:pPr algn="l"/>
                      <a:r>
                        <a:rPr lang="en-US" sz="1000" b="1" dirty="0">
                          <a:solidFill>
                            <a:schemeClr val="accent5"/>
                          </a:solidFill>
                          <a:latin typeface="Arial" panose="020B0604020202020204" pitchFamily="34" charset="0"/>
                          <a:cs typeface="Arial" panose="020B0604020202020204" pitchFamily="34" charset="0"/>
                        </a:rPr>
                        <a:t>Associate Director</a:t>
                      </a:r>
                    </a:p>
                    <a:p>
                      <a:pPr algn="just"/>
                      <a:r>
                        <a:rPr lang="en-US" sz="1000" b="1" dirty="0">
                          <a:solidFill>
                            <a:schemeClr val="accent5"/>
                          </a:solidFill>
                          <a:latin typeface="Arial" panose="020B0604020202020204" pitchFamily="34" charset="0"/>
                          <a:cs typeface="Arial" panose="020B0604020202020204" pitchFamily="34" charset="0"/>
                        </a:rPr>
                        <a:t>15+ years of experience</a:t>
                      </a:r>
                    </a:p>
                    <a:p>
                      <a:pPr algn="just"/>
                      <a:endParaRPr lang="en-US" sz="1100" dirty="0">
                        <a:latin typeface="Arial" panose="020B0604020202020204" pitchFamily="34" charset="0"/>
                        <a:cs typeface="Arial" panose="020B0604020202020204" pitchFamily="34" charset="0"/>
                      </a:endParaRPr>
                    </a:p>
                    <a:p>
                      <a:pPr algn="just"/>
                      <a:endParaRPr lang="en-US" sz="1100" dirty="0">
                        <a:latin typeface="Arial" panose="020B0604020202020204" pitchFamily="34" charset="0"/>
                        <a:cs typeface="Arial" panose="020B0604020202020204" pitchFamily="34" charset="0"/>
                      </a:endParaRPr>
                    </a:p>
                    <a:p>
                      <a:pPr algn="l"/>
                      <a:r>
                        <a:rPr lang="en-US" sz="1100" b="1" dirty="0">
                          <a:latin typeface="Arial" panose="020B0604020202020204" pitchFamily="34" charset="0"/>
                          <a:cs typeface="Arial" panose="020B0604020202020204" pitchFamily="34" charset="0"/>
                        </a:rPr>
                        <a:t>Areas of expertise : </a:t>
                      </a:r>
                      <a:r>
                        <a:rPr lang="en-US" sz="1000" b="0" dirty="0">
                          <a:latin typeface="Arial" panose="020B0604020202020204" pitchFamily="34" charset="0"/>
                          <a:cs typeface="Arial" panose="020B0604020202020204" pitchFamily="34" charset="0"/>
                        </a:rPr>
                        <a:t>strategic program management, energy sector reforms, smart metering implementation, transaction advisory, procurement process management, utility performance benchmarking, organizational restructuring, financial management</a:t>
                      </a:r>
                    </a:p>
                    <a:p>
                      <a:pPr algn="l"/>
                      <a:endParaRPr lang="en-US" sz="1100" b="1" dirty="0">
                        <a:latin typeface="Arial" panose="020B0604020202020204" pitchFamily="34" charset="0"/>
                        <a:cs typeface="Arial" panose="020B0604020202020204" pitchFamily="34" charset="0"/>
                      </a:endParaRPr>
                    </a:p>
                    <a:p>
                      <a:pPr algn="l"/>
                      <a:r>
                        <a:rPr lang="en-US" sz="1100" b="1" dirty="0">
                          <a:latin typeface="Arial" panose="020B0604020202020204" pitchFamily="34" charset="0"/>
                          <a:cs typeface="Arial" panose="020B0604020202020204" pitchFamily="34" charset="0"/>
                        </a:rPr>
                        <a:t>Education: </a:t>
                      </a:r>
                    </a:p>
                    <a:p>
                      <a:pPr algn="l"/>
                      <a:endParaRPr lang="en-US" sz="1100" b="1" dirty="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dirty="0">
                          <a:latin typeface="Arial" panose="020B0604020202020204" pitchFamily="34" charset="0"/>
                          <a:cs typeface="Arial" panose="020B0604020202020204" pitchFamily="34" charset="0"/>
                        </a:rPr>
                        <a:t>MBA,  IIM Lucknow</a:t>
                      </a:r>
                    </a:p>
                    <a:p>
                      <a:pPr marL="171450" indent="-171450" algn="l">
                        <a:buFont typeface="Arial" panose="020B0604020202020204" pitchFamily="34" charset="0"/>
                        <a:buChar char="•"/>
                      </a:pPr>
                      <a:r>
                        <a:rPr lang="en-US" sz="1000" dirty="0">
                          <a:latin typeface="Arial" panose="020B0604020202020204" pitchFamily="34" charset="0"/>
                          <a:cs typeface="Arial" panose="020B0604020202020204" pitchFamily="34" charset="0"/>
                        </a:rPr>
                        <a:t>Company Secretary, The Institute of Company Secretaries of India</a:t>
                      </a:r>
                    </a:p>
                    <a:p>
                      <a:pPr marL="171450" indent="-171450" algn="l">
                        <a:buFont typeface="Arial" panose="020B0604020202020204" pitchFamily="34" charset="0"/>
                        <a:buChar char="•"/>
                      </a:pPr>
                      <a:r>
                        <a:rPr lang="en-US" sz="1000" dirty="0">
                          <a:latin typeface="Arial" panose="020B0604020202020204" pitchFamily="34" charset="0"/>
                          <a:cs typeface="Arial" panose="020B0604020202020204" pitchFamily="34" charset="0"/>
                        </a:rPr>
                        <a:t>B.E, Jadavpur University</a:t>
                      </a:r>
                      <a:endParaRPr lang="en-US" sz="1100" dirty="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just" defTabSz="895350" rtl="0" eaLnBrk="1" fontAlgn="auto" latinLnBrk="0" hangingPunct="1">
                        <a:lnSpc>
                          <a:spcPct val="100000"/>
                        </a:lnSpc>
                        <a:spcBef>
                          <a:spcPts val="300"/>
                        </a:spcBef>
                        <a:spcAft>
                          <a:spcPts val="300"/>
                        </a:spcAft>
                        <a:buClrTx/>
                        <a:buSzPct val="100000"/>
                        <a:buFont typeface="Arial" panose="020B0604020202020204" pitchFamily="34" charset="0"/>
                        <a:buNone/>
                        <a:tabLst>
                          <a:tab pos="7997825" algn="l"/>
                        </a:tabLst>
                        <a:defRPr/>
                      </a:pP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Assisted in implementing 3.5 lakh smart meters for Jharkhand Bijli Vitran Nigam Limited (JBVNL), streamlining IT integration, and improving metering, billing, and collection systems</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Assisted WBSEDCL by performing bid evaluation and transaction advisory services for </a:t>
                      </a:r>
                      <a:r>
                        <a:rPr lang="en-US" sz="1000" b="0" kern="0" dirty="0" err="1">
                          <a:solidFill>
                            <a:prstClr val="black"/>
                          </a:solidFill>
                          <a:latin typeface="Arial" panose="020B0604020202020204" pitchFamily="34" charset="0"/>
                          <a:cs typeface="Arial" panose="020B0604020202020204" pitchFamily="34" charset="0"/>
                        </a:rPr>
                        <a:t>for</a:t>
                      </a:r>
                      <a:r>
                        <a:rPr lang="en-US" sz="1000" b="0" kern="0" dirty="0">
                          <a:solidFill>
                            <a:prstClr val="black"/>
                          </a:solidFill>
                          <a:latin typeface="Arial" panose="020B0604020202020204" pitchFamily="34" charset="0"/>
                          <a:cs typeface="Arial" panose="020B0604020202020204" pitchFamily="34" charset="0"/>
                        </a:rPr>
                        <a:t> selection of agencies under DDUGJY and IPDS programs</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Led strategic support in rural-urban electrification and financial management for Jharkhand Bijli Vitran Nigam Limited (JBVNL), improving project tracking and operational performance, enhancing overall utility efficiency</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Managed the procurement process and transaction advisory for JBVNL, ensuring the successful deployment of smart meters across major urban areas, resulting in improved revenue and utility services</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Provided budget preparation and vendor management support to JBVNL, streamlining procurement and operational processes, leading to better financial and operational control</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Performed energy audit for Uttarakhand Power Corporation Limited (UPCL), resulting in more accurate energy tracking and reduced discrepancies in substation consumption data</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Led efforts to monitor AT&amp;C loss reduction and financial improvements for Maharashtra State Electricity Distribution Corporation Limited (MSEDCL), contributing to enhanced financial stability under the UDAY scheme</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Conducted performance benchmarking for Punjab State Power Corporation Limited (PSPCL), providing insights that improved generation and distribution parameters across the utility</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Managed corporate restructuring for Larsen &amp; Toubro Power, streamlining organizational units and enhancing operational efficiency across various business sites</a:t>
                      </a:r>
                    </a:p>
                    <a:p>
                      <a:pPr marL="227013" lvl="1" indent="-225425" algn="just">
                        <a:lnSpc>
                          <a:spcPct val="106000"/>
                        </a:lnSpc>
                        <a:spcBef>
                          <a:spcPct val="40000"/>
                        </a:spcBef>
                        <a:buClr>
                          <a:srgbClr val="000000"/>
                        </a:buClr>
                        <a:buFont typeface="Wingdings 2" pitchFamily="18" charset="2"/>
                        <a:buChar char="¡"/>
                        <a:defRPr/>
                      </a:pPr>
                      <a:r>
                        <a:rPr lang="en-US" sz="1000" b="0" kern="0" dirty="0">
                          <a:solidFill>
                            <a:prstClr val="black"/>
                          </a:solidFill>
                          <a:latin typeface="Arial" panose="020B0604020202020204" pitchFamily="34" charset="0"/>
                          <a:cs typeface="Arial" panose="020B0604020202020204" pitchFamily="34" charset="0"/>
                        </a:rPr>
                        <a:t>Conducted energy audit for Jaipur Vidyut Vitran Nigam Limited (JVVNL) in Kota and </a:t>
                      </a:r>
                      <a:r>
                        <a:rPr lang="en-US" sz="1000" b="0" kern="0" dirty="0" err="1">
                          <a:solidFill>
                            <a:prstClr val="black"/>
                          </a:solidFill>
                          <a:latin typeface="Arial" panose="020B0604020202020204" pitchFamily="34" charset="0"/>
                          <a:cs typeface="Arial" panose="020B0604020202020204" pitchFamily="34" charset="0"/>
                        </a:rPr>
                        <a:t>Bharatpur</a:t>
                      </a:r>
                      <a:r>
                        <a:rPr lang="en-US" sz="1000" b="0" kern="0" dirty="0">
                          <a:solidFill>
                            <a:prstClr val="black"/>
                          </a:solidFill>
                          <a:latin typeface="Arial" panose="020B0604020202020204" pitchFamily="34" charset="0"/>
                          <a:cs typeface="Arial" panose="020B0604020202020204" pitchFamily="34" charset="0"/>
                        </a:rPr>
                        <a:t>, verifying energy records and assessing distribution losses, which provided critical insights for planned public-private partnership (PPP) tenders and improved performance of the DISCOM</a:t>
                      </a:r>
                    </a:p>
                    <a:p>
                      <a:pPr marL="227013" lvl="1" indent="-225425">
                        <a:lnSpc>
                          <a:spcPct val="106000"/>
                        </a:lnSpc>
                        <a:spcBef>
                          <a:spcPct val="40000"/>
                        </a:spcBef>
                        <a:buClr>
                          <a:srgbClr val="000000"/>
                        </a:buClr>
                        <a:buFont typeface="Wingdings 2" pitchFamily="18" charset="2"/>
                        <a:buChar char="¡"/>
                        <a:defRPr/>
                      </a:pPr>
                      <a:endParaRPr lang="en-US" sz="1000" b="0" kern="0" dirty="0">
                        <a:solidFill>
                          <a:prstClr val="black"/>
                        </a:solidFill>
                        <a:latin typeface="Arial" panose="020B0604020202020204" pitchFamily="34" charset="0"/>
                        <a:cs typeface="Arial" panose="020B0604020202020204" pitchFamily="34" charset="0"/>
                      </a:endParaRPr>
                    </a:p>
                    <a:p>
                      <a:pPr marL="227013" lvl="1" indent="-225425">
                        <a:lnSpc>
                          <a:spcPct val="106000"/>
                        </a:lnSpc>
                        <a:spcBef>
                          <a:spcPct val="40000"/>
                        </a:spcBef>
                        <a:buClr>
                          <a:srgbClr val="000000"/>
                        </a:buClr>
                        <a:buFont typeface="Wingdings 2" pitchFamily="18" charset="2"/>
                        <a:buChar char="¡"/>
                        <a:defRPr/>
                      </a:pPr>
                      <a:endParaRPr lang="en-US" sz="1000" b="0" kern="0" dirty="0">
                        <a:solidFill>
                          <a:prstClr val="black"/>
                        </a:solidFill>
                        <a:latin typeface="Arial" panose="020B0604020202020204" pitchFamily="34" charset="0"/>
                        <a:cs typeface="Arial" panose="020B0604020202020204" pitchFamily="34" charset="0"/>
                      </a:endParaRPr>
                    </a:p>
                    <a:p>
                      <a:pPr marL="227013" lvl="1" indent="-225425">
                        <a:lnSpc>
                          <a:spcPct val="106000"/>
                        </a:lnSpc>
                        <a:spcBef>
                          <a:spcPct val="40000"/>
                        </a:spcBef>
                        <a:buClr>
                          <a:srgbClr val="000000"/>
                        </a:buClr>
                        <a:buFont typeface="Wingdings 2" pitchFamily="18" charset="2"/>
                        <a:buChar char="¡"/>
                        <a:defRPr/>
                      </a:pPr>
                      <a:endParaRPr lang="en-US" sz="1000" b="0" kern="0" dirty="0">
                        <a:solidFill>
                          <a:prstClr val="black"/>
                        </a:solidFill>
                        <a:latin typeface="Arial" panose="020B0604020202020204" pitchFamily="34" charset="0"/>
                        <a:cs typeface="Arial" panose="020B0604020202020204" pitchFamily="34" charset="0"/>
                      </a:endParaRPr>
                    </a:p>
                    <a:p>
                      <a:pPr marL="227013" lvl="1" indent="-225425">
                        <a:lnSpc>
                          <a:spcPct val="106000"/>
                        </a:lnSpc>
                        <a:spcBef>
                          <a:spcPct val="40000"/>
                        </a:spcBef>
                        <a:buClr>
                          <a:srgbClr val="000000"/>
                        </a:buClr>
                        <a:buFont typeface="Wingdings 2" pitchFamily="18" charset="2"/>
                        <a:buChar char="¡"/>
                        <a:defRPr/>
                      </a:pPr>
                      <a:endParaRPr lang="en-US" sz="1000" b="0" kern="0" dirty="0">
                        <a:solidFill>
                          <a:prstClr val="black"/>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3" name="Picture 2" descr="Tanudeep Mallick - Associate Director ...">
            <a:extLst>
              <a:ext uri="{FF2B5EF4-FFF2-40B4-BE49-F238E27FC236}">
                <a16:creationId xmlns:a16="http://schemas.microsoft.com/office/drawing/2014/main" id="{C3410BBA-4866-7F2E-F291-4DFC4045C2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401" r="36921" b="52828"/>
          <a:stretch/>
        </p:blipFill>
        <p:spPr bwMode="auto">
          <a:xfrm>
            <a:off x="622875" y="1501385"/>
            <a:ext cx="1159626" cy="1171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56060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Arnab Kumar Sinha</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4148822110"/>
              </p:ext>
            </p:extLst>
          </p:nvPr>
        </p:nvGraphicFramePr>
        <p:xfrm>
          <a:off x="501650" y="884330"/>
          <a:ext cx="11196000" cy="539455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Arnab Kumar Sinha</a:t>
                      </a:r>
                    </a:p>
                    <a:p>
                      <a:pPr algn="just"/>
                      <a:r>
                        <a:rPr lang="en-US" sz="1000" b="1">
                          <a:solidFill>
                            <a:schemeClr val="accent5"/>
                          </a:solidFill>
                          <a:latin typeface="Arial" panose="020B0604020202020204" pitchFamily="34" charset="0"/>
                          <a:cs typeface="Arial" panose="020B0604020202020204" pitchFamily="34" charset="0"/>
                        </a:rPr>
                        <a:t>Associate Director</a:t>
                      </a:r>
                    </a:p>
                    <a:p>
                      <a:pPr algn="just"/>
                      <a:r>
                        <a:rPr lang="en-US" sz="1000" b="1">
                          <a:solidFill>
                            <a:schemeClr val="accent5"/>
                          </a:solidFill>
                          <a:latin typeface="Arial" panose="020B0604020202020204" pitchFamily="34" charset="0"/>
                          <a:cs typeface="Arial" panose="020B0604020202020204" pitchFamily="34" charset="0"/>
                        </a:rPr>
                        <a:t>15+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a:t>
                      </a:r>
                      <a:r>
                        <a:rPr lang="en-US" sz="1100">
                          <a:latin typeface="Arial" panose="020B0604020202020204" pitchFamily="34" charset="0"/>
                          <a:cs typeface="Arial" panose="020B0604020202020204" pitchFamily="34" charset="0"/>
                        </a:rPr>
                        <a:t>: </a:t>
                      </a:r>
                      <a:r>
                        <a:rPr lang="en-US" sz="1000">
                          <a:latin typeface="Arial" panose="020B0604020202020204" pitchFamily="34" charset="0"/>
                          <a:cs typeface="Arial" panose="020B0604020202020204" pitchFamily="34" charset="0"/>
                        </a:rPr>
                        <a:t>Power Generation, Transmission, Distribution </a:t>
                      </a:r>
                    </a:p>
                    <a:p>
                      <a:pPr algn="l"/>
                      <a:r>
                        <a:rPr lang="en-US" sz="1000">
                          <a:latin typeface="Arial" panose="020B0604020202020204" pitchFamily="34" charset="0"/>
                          <a:cs typeface="Arial" panose="020B0604020202020204" pitchFamily="34" charset="0"/>
                        </a:rPr>
                        <a:t>Regulatory &amp; Policy, Policy analysis</a:t>
                      </a:r>
                    </a:p>
                    <a:p>
                      <a:pPr algn="l"/>
                      <a:r>
                        <a:rPr lang="en-US" sz="1000">
                          <a:latin typeface="Arial" panose="020B0604020202020204" pitchFamily="34" charset="0"/>
                          <a:cs typeface="Arial" panose="020B0604020202020204" pitchFamily="34" charset="0"/>
                        </a:rPr>
                        <a:t>Renewable Energy, Oil and natural gas</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MBA (Power Management) from University of Petroleum and Energy</a:t>
                      </a:r>
                    </a:p>
                    <a:p>
                      <a:pPr marL="0" indent="0" algn="l">
                        <a:buFont typeface="Arial" panose="020B0604020202020204" pitchFamily="34" charset="0"/>
                        <a:buNone/>
                      </a:pPr>
                      <a:r>
                        <a:rPr lang="en-US" sz="1000">
                          <a:latin typeface="Arial" panose="020B0604020202020204" pitchFamily="34" charset="0"/>
                          <a:cs typeface="Arial" panose="020B0604020202020204" pitchFamily="34" charset="0"/>
                        </a:rPr>
                        <a:t>     Studies, Dehradun</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 E. (Electrical &amp; Electronics) from Visveswaraya Technological University, Karnataka</a:t>
                      </a:r>
                    </a:p>
                    <a:p>
                      <a:pPr marL="171450" indent="-171450" algn="l">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the engagement of strategic planning and transformation for the Department of Power, Government of West Bengal, performing AS-IS analysis of utility schemes, developing a state energy plan, analyzing tariff sensitivity and green tariff opportunities for WBSEDCL, and providing implementation support for the RDSS project, improving financial planning and utility operations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a comprehensive review of organizational structure and manpower deployment for Durgapur Projects Limited (DPL), improving resource alignment and implementing a new Performance Management System that enhanced institutional performance</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Led the development and deployment of a cloud-based Performance Management System for West Bengal Power Development Corporation Limited (WBPDCL), replacing SAP SuccessFactors, which streamlined employee performance tracking and enhanced data integration, improving HR operations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Assessed and integrated legacy business processes with ERP for The Durgapur Projects Limited (DPL), optimizing HRMS, payroll, and employee self-service modules, which improved data management and streamlined performance and compensation systems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Prepared the petition for filling of Input price determination of three Captive Coal Mines of WBPDCL, ensuring regulatory compliance with WBERC/CERC regulations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Provided regulatory support to Damodar Valley Corporation (DVC) by assisting in the filing of Multi-Year Tariff (MYT) and true-up petitions for 15 generating stations and transmission businesses in compliance with CERC regulations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a techno-commercial feasibility analysis for Mahanadi Basin Power Ltd. (MBPL), performing an AS-IS assessment of the proposed land, future demand estimation, technical evaluation of land and technology requirements, and financial modeling, which provided a comprehensive roadmap for the 2 x 800 MW super thermal power plant project</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Conducted comprehensive assessment of WBPDCL's organizational structure, manpower planning, and performance management systems, involving multiple consulting interviews and developing recommendations for institutional development and human resource management</a:t>
                      </a: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3" name="Picture 2">
            <a:extLst>
              <a:ext uri="{FF2B5EF4-FFF2-40B4-BE49-F238E27FC236}">
                <a16:creationId xmlns:a16="http://schemas.microsoft.com/office/drawing/2014/main" id="{1845386C-82CE-6874-0A04-99D8AF58A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767" y="1572249"/>
            <a:ext cx="1077441" cy="1104431"/>
          </a:xfrm>
          <a:prstGeom prst="rect">
            <a:avLst/>
          </a:prstGeom>
        </p:spPr>
      </p:pic>
    </p:spTree>
    <p:extLst>
      <p:ext uri="{BB962C8B-B14F-4D97-AF65-F5344CB8AC3E}">
        <p14:creationId xmlns:p14="http://schemas.microsoft.com/office/powerpoint/2010/main" val="290591721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Adit Khiroria</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1363082492"/>
              </p:ext>
            </p:extLst>
          </p:nvPr>
        </p:nvGraphicFramePr>
        <p:xfrm>
          <a:off x="501650" y="884330"/>
          <a:ext cx="11196000" cy="566887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Adit Khiroria</a:t>
                      </a:r>
                    </a:p>
                    <a:p>
                      <a:pPr algn="just"/>
                      <a:r>
                        <a:rPr lang="en-US" sz="1000" b="1">
                          <a:solidFill>
                            <a:schemeClr val="accent5"/>
                          </a:solidFill>
                          <a:latin typeface="Arial" panose="020B0604020202020204" pitchFamily="34" charset="0"/>
                          <a:cs typeface="Arial" panose="020B0604020202020204" pitchFamily="34" charset="0"/>
                        </a:rPr>
                        <a:t>Associate Director</a:t>
                      </a:r>
                    </a:p>
                    <a:p>
                      <a:pPr algn="just"/>
                      <a:r>
                        <a:rPr lang="en-US" sz="1000" b="1">
                          <a:solidFill>
                            <a:schemeClr val="accent5"/>
                          </a:solidFill>
                          <a:latin typeface="Arial" panose="020B0604020202020204" pitchFamily="34" charset="0"/>
                          <a:cs typeface="Arial" panose="020B0604020202020204" pitchFamily="34" charset="0"/>
                        </a:rPr>
                        <a:t>8+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 </a:t>
                      </a:r>
                      <a:r>
                        <a:rPr lang="en-US" sz="1000" b="0">
                          <a:latin typeface="Arial" panose="020B0604020202020204" pitchFamily="34" charset="0"/>
                          <a:cs typeface="Arial" panose="020B0604020202020204" pitchFamily="34" charset="0"/>
                        </a:rPr>
                        <a:t>feasibility studies, business plans, energy transition, investment assessment study, financial viability and risk assessment, project finance and financial modelling, advisory assistance, demand-supply assessment</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MBA (Finance), Xavier Institute of Management, Bhubaneswar</a:t>
                      </a:r>
                    </a:p>
                    <a:p>
                      <a:pPr marL="0" indent="0" algn="l">
                        <a:buFont typeface="Arial" panose="020B0604020202020204" pitchFamily="34" charset="0"/>
                        <a:buNone/>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Company Secretary, The Institute of Company Secretaries of India</a:t>
                      </a:r>
                    </a:p>
                    <a:p>
                      <a:pPr marL="171450" indent="-171450" algn="l">
                        <a:buFont typeface="Arial" panose="020B0604020202020204" pitchFamily="34" charset="0"/>
                        <a:buChar char="•"/>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B.Com , St. Xavier’s College (University of Calcutta)</a:t>
                      </a:r>
                    </a:p>
                    <a:p>
                      <a:pPr marL="0" indent="0" algn="l">
                        <a:buFont typeface="Arial" panose="020B0604020202020204" pitchFamily="34" charset="0"/>
                        <a:buNone/>
                      </a:pPr>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Supported the Durgapur Projects Limited in preparing their 2030 Corporate Plan which included feasibility study for 500 MW Solar and 5 MW BESS project to complement their thermal portfolio in West Bengal</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Damodar Valley Corporation (DVC) in due diligence of Raghunathpur 2x660 MW Coal Based TPP</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DVC in regulatory matters including tariff filings to CERC (Generation &amp; Transmission business), JSERC and WBERC (for distribution business) between 2019 and 2021</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ADB in development of the Assam Solar Roadmap which included assistance in structuring of the 750 MWp (500 MWp Sovereign funded and 250 MWp PPP funded) Solar Project and associated 50 MWh BESS in Assam along with the associated evacuation infrastructure</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Assisting World Bank in identifying and analyzing investment projects for Seychelles' energy transition, including solar PV, BESS, and grid upgrades. The project includes development of over 15 MW Solar and 17 MWh BESS capacity along with expansion and augmentation of the 33 KV and 11 KV networks.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ADB in enhancing green energy capacity in Maldives through Solar plus BESS projects which included detailed financial and technical study for co-installation with diesel gensets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Adit has been supporting Department of Power, Govt of West Bengal  in strategic transformation of the power sector in WB which includes support in improving utility performances, policy development (for Green Hydrogen, RE, Bio fuels, EV etc.), expansion of the Generation portfolio in State through PPP</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Supported World Bank’s study on impact of energy transition on WBSEDCL which included assessing the network and financial impact of increasing EV demand, BESS projects, Renewable Energy injection, shift of industrial consumers to Green Hydrogen on WBSEDCL</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Assisted WBSEDCL in regulatory matters including Multi Year Tariff Petitions, Annual Performance Reviews between 2016 and 2018</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Supported a large private equity player in due diligence of 212 MW HSD / 220 MW Gas Based dual fired power plant in Bangladesh</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Assisting USAID's URJA Nepal project in review of technical guidelines for EV Charging Stations (including backend distribution infrastructure), preparation of Integrated Resource and Resiliency Plan (IRRP) and the current development of National Energy Transition Plan for Nepal till 2045</a:t>
                      </a:r>
                    </a:p>
                    <a:p>
                      <a:pPr marL="1588" lvl="1" indent="0" algn="just">
                        <a:lnSpc>
                          <a:spcPct val="106000"/>
                        </a:lnSpc>
                        <a:spcBef>
                          <a:spcPct val="40000"/>
                        </a:spcBef>
                        <a:buClr>
                          <a:srgbClr val="000000"/>
                        </a:buClr>
                        <a:buFont typeface="Wingdings 2" pitchFamily="18" charset="2"/>
                        <a:buNone/>
                        <a:defRPr/>
                      </a:pPr>
                      <a:endParaRPr lang="en-US" sz="1000" b="0" kern="0">
                        <a:solidFill>
                          <a:prstClr val="black"/>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4" name="Picture 3" descr="A person wearing glasses and a blue suit&#10;&#10;Description automatically generated">
            <a:extLst>
              <a:ext uri="{FF2B5EF4-FFF2-40B4-BE49-F238E27FC236}">
                <a16:creationId xmlns:a16="http://schemas.microsoft.com/office/drawing/2014/main" id="{E55829D3-205A-3889-E04C-D005FCEEC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16" y="1452613"/>
            <a:ext cx="1192279" cy="1192279"/>
          </a:xfrm>
          <a:prstGeom prst="rect">
            <a:avLst/>
          </a:prstGeom>
        </p:spPr>
      </p:pic>
    </p:spTree>
    <p:extLst>
      <p:ext uri="{BB962C8B-B14F-4D97-AF65-F5344CB8AC3E}">
        <p14:creationId xmlns:p14="http://schemas.microsoft.com/office/powerpoint/2010/main" val="404979203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Experienced Pool of Experts – Soumya Bandyopadhyay</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2" name="Table 42">
            <a:extLst>
              <a:ext uri="{FF2B5EF4-FFF2-40B4-BE49-F238E27FC236}">
                <a16:creationId xmlns:a16="http://schemas.microsoft.com/office/drawing/2014/main" id="{23505455-799A-4BAE-CA79-699A1DC150B5}"/>
              </a:ext>
            </a:extLst>
          </p:cNvPr>
          <p:cNvGraphicFramePr>
            <a:graphicFrameLocks noGrp="1"/>
          </p:cNvGraphicFramePr>
          <p:nvPr>
            <p:extLst>
              <p:ext uri="{D42A27DB-BD31-4B8C-83A1-F6EECF244321}">
                <p14:modId xmlns:p14="http://schemas.microsoft.com/office/powerpoint/2010/main" val="3350565545"/>
              </p:ext>
            </p:extLst>
          </p:nvPr>
        </p:nvGraphicFramePr>
        <p:xfrm>
          <a:off x="501650" y="884330"/>
          <a:ext cx="11196000" cy="5237630"/>
        </p:xfrm>
        <a:graphic>
          <a:graphicData uri="http://schemas.openxmlformats.org/drawingml/2006/table">
            <a:tbl>
              <a:tblPr firstRow="1" bandRow="1">
                <a:tableStyleId>{5C22544A-7EE6-4342-B048-85BDC9FD1C3A}</a:tableStyleId>
              </a:tblPr>
              <a:tblGrid>
                <a:gridCol w="2426607">
                  <a:extLst>
                    <a:ext uri="{9D8B030D-6E8A-4147-A177-3AD203B41FA5}">
                      <a16:colId xmlns:a16="http://schemas.microsoft.com/office/drawing/2014/main" val="2734059219"/>
                    </a:ext>
                  </a:extLst>
                </a:gridCol>
                <a:gridCol w="8769393">
                  <a:extLst>
                    <a:ext uri="{9D8B030D-6E8A-4147-A177-3AD203B41FA5}">
                      <a16:colId xmlns:a16="http://schemas.microsoft.com/office/drawing/2014/main" val="3863080317"/>
                    </a:ext>
                  </a:extLst>
                </a:gridCol>
              </a:tblGrid>
              <a:tr h="456790">
                <a:tc>
                  <a:txBody>
                    <a:bodyPr/>
                    <a:lstStyle/>
                    <a:p>
                      <a:r>
                        <a:rPr lang="en-US" sz="1400">
                          <a:latin typeface="Arial" panose="020B0604020202020204" pitchFamily="34" charset="0"/>
                          <a:cs typeface="Arial" panose="020B0604020202020204" pitchFamily="34" charset="0"/>
                        </a:rPr>
                        <a:t>Expert Details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r>
                        <a:rPr lang="en-US" sz="1400" b="1" kern="1200">
                          <a:solidFill>
                            <a:schemeClr val="lt1"/>
                          </a:solidFill>
                          <a:latin typeface="Arial" panose="020B0604020202020204" pitchFamily="34" charset="0"/>
                          <a:ea typeface="+mn-ea"/>
                          <a:cs typeface="Arial" panose="020B0604020202020204" pitchFamily="34" charset="0"/>
                        </a:rPr>
                        <a:t>Select Experience</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44427660"/>
                  </a:ext>
                </a:extLst>
              </a:tr>
              <a:tr h="4780840">
                <a:tc>
                  <a:txBody>
                    <a:bodyPr/>
                    <a:lstStyle/>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a:latin typeface="Arial" panose="020B0604020202020204" pitchFamily="34" charset="0"/>
                        <a:cs typeface="Arial" panose="020B0604020202020204" pitchFamily="34" charset="0"/>
                      </a:endParaRPr>
                    </a:p>
                    <a:p>
                      <a:endParaRPr lang="en-US" sz="1100" b="1">
                        <a:latin typeface="Arial" panose="020B0604020202020204" pitchFamily="34" charset="0"/>
                        <a:cs typeface="Arial" panose="020B0604020202020204" pitchFamily="34" charset="0"/>
                      </a:endParaRPr>
                    </a:p>
                    <a:p>
                      <a:pPr algn="just"/>
                      <a:r>
                        <a:rPr lang="en-US" sz="1100" b="1">
                          <a:solidFill>
                            <a:schemeClr val="accent3"/>
                          </a:solidFill>
                          <a:latin typeface="Arial" panose="020B0604020202020204" pitchFamily="34" charset="0"/>
                          <a:cs typeface="Arial" panose="020B0604020202020204" pitchFamily="34" charset="0"/>
                        </a:rPr>
                        <a:t>Soumya Bandyopadhyay</a:t>
                      </a:r>
                    </a:p>
                    <a:p>
                      <a:pPr algn="just"/>
                      <a:r>
                        <a:rPr lang="en-US" sz="1000" b="1">
                          <a:solidFill>
                            <a:schemeClr val="accent5"/>
                          </a:solidFill>
                          <a:latin typeface="Arial" panose="020B0604020202020204" pitchFamily="34" charset="0"/>
                          <a:cs typeface="Arial" panose="020B0604020202020204" pitchFamily="34" charset="0"/>
                        </a:rPr>
                        <a:t>Associate Director</a:t>
                      </a:r>
                    </a:p>
                    <a:p>
                      <a:pPr algn="just"/>
                      <a:r>
                        <a:rPr lang="en-US" sz="1000" b="1">
                          <a:solidFill>
                            <a:schemeClr val="accent5"/>
                          </a:solidFill>
                          <a:latin typeface="Arial" panose="020B0604020202020204" pitchFamily="34" charset="0"/>
                          <a:cs typeface="Arial" panose="020B0604020202020204" pitchFamily="34" charset="0"/>
                        </a:rPr>
                        <a:t>14+ years of experience</a:t>
                      </a:r>
                    </a:p>
                    <a:p>
                      <a:pPr algn="just"/>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Areas of expertise </a:t>
                      </a:r>
                      <a:r>
                        <a:rPr lang="en-US" sz="1100">
                          <a:latin typeface="Arial" panose="020B0604020202020204" pitchFamily="34" charset="0"/>
                          <a:cs typeface="Arial" panose="020B0604020202020204" pitchFamily="34" charset="0"/>
                        </a:rPr>
                        <a:t>: </a:t>
                      </a:r>
                      <a:r>
                        <a:rPr lang="en-US" sz="1000">
                          <a:latin typeface="Arial" panose="020B0604020202020204" pitchFamily="34" charset="0"/>
                          <a:cs typeface="Arial" panose="020B0604020202020204" pitchFamily="34" charset="0"/>
                        </a:rPr>
                        <a:t>Power Generation, Transmission, Distribution </a:t>
                      </a:r>
                    </a:p>
                    <a:p>
                      <a:pPr algn="l"/>
                      <a:r>
                        <a:rPr lang="en-US" sz="1000">
                          <a:latin typeface="Arial" panose="020B0604020202020204" pitchFamily="34" charset="0"/>
                          <a:cs typeface="Arial" panose="020B0604020202020204" pitchFamily="34" charset="0"/>
                        </a:rPr>
                        <a:t>Regulatory &amp; Policy, Business Strategy and Planning, Bid Advisory, Policy analysis, Renewable  Energy</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p>
                      <a:pPr algn="l"/>
                      <a:r>
                        <a:rPr lang="en-US" sz="1100" b="1">
                          <a:latin typeface="Arial" panose="020B0604020202020204" pitchFamily="34" charset="0"/>
                          <a:cs typeface="Arial" panose="020B0604020202020204" pitchFamily="34" charset="0"/>
                        </a:rPr>
                        <a:t>Education: </a:t>
                      </a:r>
                    </a:p>
                    <a:p>
                      <a:pPr algn="l"/>
                      <a:endParaRPr lang="en-US" sz="1100" b="1">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MBA (PGDM) from IIM Calcutta </a:t>
                      </a:r>
                    </a:p>
                    <a:p>
                      <a:pPr marL="0" indent="0" algn="l">
                        <a:buFont typeface="Arial" panose="020B0604020202020204" pitchFamily="34" charset="0"/>
                        <a:buNone/>
                      </a:pPr>
                      <a:endParaRPr lang="en-US" sz="1000">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1000">
                          <a:latin typeface="Arial" panose="020B0604020202020204" pitchFamily="34" charset="0"/>
                          <a:cs typeface="Arial" panose="020B0604020202020204" pitchFamily="34" charset="0"/>
                        </a:rPr>
                        <a:t>B.Tech (Electrical &amp; Communication) from West Bengal University of Technology</a:t>
                      </a:r>
                      <a:endParaRPr lang="en-US" sz="1100">
                        <a:latin typeface="Arial" panose="020B0604020202020204" pitchFamily="34" charset="0"/>
                        <a:cs typeface="Arial" panose="020B0604020202020204" pitchFamily="34" charset="0"/>
                      </a:endParaRPr>
                    </a:p>
                    <a:p>
                      <a:pPr algn="just"/>
                      <a:endParaRPr lang="en-US" sz="1100">
                        <a:latin typeface="Arial" panose="020B0604020202020204" pitchFamily="34" charset="0"/>
                        <a:cs typeface="Arial" panose="020B0604020202020204" pitchFamily="34" charset="0"/>
                      </a:endParaRPr>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just" defTabSz="895350" rtl="0" eaLnBrk="1" fontAlgn="auto" latinLnBrk="0" hangingPunct="1">
                        <a:lnSpc>
                          <a:spcPct val="100000"/>
                        </a:lnSpc>
                        <a:spcBef>
                          <a:spcPts val="300"/>
                        </a:spcBef>
                        <a:spcAft>
                          <a:spcPts val="300"/>
                        </a:spcAft>
                        <a:buClrTx/>
                        <a:buSzPct val="100000"/>
                        <a:buFont typeface="Arial" panose="020B0604020202020204" pitchFamily="34" charset="0"/>
                        <a:buChar char="•"/>
                        <a:tabLst>
                          <a:tab pos="7997825" algn="l"/>
                        </a:tabLst>
                        <a:defRPr/>
                      </a:pP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Formulation of strategy and execution thereof for monetization of RE portfolio for NTPC Ltd., under National Monetization Plan by GoI, including identification of potential assets, creation of SPV, evaluation of strategic options for transfer of assets and framing of qualifying requirements for selection of potential investors</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Transaction advisory services to Dept. of Power, Govt of West Bengal for setting up of 1x660 MW brown field and 2x800 MW of green field supercritical thermal power plants in West Bengal</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Framing of green hydrogen policy for state of West Bengal</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Framing of Business Plan for augmentation of RE portfolio for NTPC, through inorganic route to achieve 30 GW of RE capacity by 2030</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Execution of Pre-Feasibility assessment for setting up of a 5 x 800 MW super critical thermal power plant by Mahanadi Basin Power Ltd ( MBPL, subsidiary of MCL).</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Detailed Regulatory &amp; risk analysis for C&amp;I RE portfolio for M/s Serentica Renewable Energy India Ltd</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End-to-end bid advisory including evaluation of RFP, execution of due diligence, benchmarking across recent similar transactions, formulation of project financing strategy with financial modelling &amp; scenario analysis, for potential acquisition of 288.8 MW of operational wind energy portfolio of PTC Energy Ltd. by NTPC</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Formulation of the strategic turn around plan for a 2 x 600 MW under construction stressed thermal power project acquired under CIRP in NCLT, by M/s Vedanta,</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Transaction advisory services for Coal India Limited for selection of EPC player for execution of 300 MW of RE (solar pv) project in Solar Park in Khavda</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Strategic diversification into RE generation business and decarbonization of operational portfolio for Coal India Ltd. (CIL) including end to end bid advisory for participation in 600 MW of solar park bidding tender in Khavda, Gujarat</a:t>
                      </a:r>
                    </a:p>
                    <a:p>
                      <a:pPr marL="227013" lvl="1" indent="-225425" algn="just">
                        <a:lnSpc>
                          <a:spcPct val="106000"/>
                        </a:lnSpc>
                        <a:spcBef>
                          <a:spcPct val="40000"/>
                        </a:spcBef>
                        <a:buClr>
                          <a:srgbClr val="000000"/>
                        </a:buClr>
                        <a:buFont typeface="Wingdings 2" pitchFamily="18" charset="2"/>
                        <a:buChar char="¡"/>
                        <a:defRPr/>
                      </a:pPr>
                      <a:r>
                        <a:rPr lang="en-US" sz="1000" b="0" kern="0">
                          <a:solidFill>
                            <a:prstClr val="black"/>
                          </a:solidFill>
                          <a:latin typeface="Arial" panose="020B0604020202020204" pitchFamily="34" charset="0"/>
                          <a:cs typeface="Arial" panose="020B0604020202020204" pitchFamily="34" charset="0"/>
                        </a:rPr>
                        <a:t>Detailed techno-commercial due diligence of 2 large power generating companies (NEEPCO &amp; THDC), primarily with Hydro &amp; Gas portfolio for acquisition of GoI’s equity stake by NTPC Ltd</a:t>
                      </a:r>
                    </a:p>
                    <a:p>
                      <a:pPr marL="227013" lvl="1" indent="-225425">
                        <a:lnSpc>
                          <a:spcPct val="106000"/>
                        </a:lnSpc>
                        <a:spcBef>
                          <a:spcPct val="40000"/>
                        </a:spcBef>
                        <a:buClr>
                          <a:srgbClr val="000000"/>
                        </a:buClr>
                        <a:buFont typeface="Wingdings 2" pitchFamily="18" charset="2"/>
                        <a:buChar char="¡"/>
                        <a:defRPr/>
                      </a:pPr>
                      <a:endParaRPr lang="en-US" sz="1000" b="0" kern="0">
                        <a:solidFill>
                          <a:prstClr val="black"/>
                        </a:solidFill>
                        <a:latin typeface="Arial" panose="020B0604020202020204" pitchFamily="34" charset="0"/>
                        <a:cs typeface="Arial" panose="020B0604020202020204" pitchFamily="34" charset="0"/>
                      </a:endParaRPr>
                    </a:p>
                    <a:p>
                      <a:pPr marL="227013" lvl="1" indent="-225425">
                        <a:lnSpc>
                          <a:spcPct val="106000"/>
                        </a:lnSpc>
                        <a:spcBef>
                          <a:spcPct val="40000"/>
                        </a:spcBef>
                        <a:buClr>
                          <a:srgbClr val="000000"/>
                        </a:buClr>
                        <a:buFont typeface="Wingdings 2" pitchFamily="18" charset="2"/>
                        <a:buChar char="¡"/>
                        <a:defRPr/>
                      </a:pPr>
                      <a:endParaRPr lang="en-US" sz="1000" b="0" kern="0">
                        <a:solidFill>
                          <a:prstClr val="black"/>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4579486"/>
                  </a:ext>
                </a:extLst>
              </a:tr>
            </a:tbl>
          </a:graphicData>
        </a:graphic>
      </p:graphicFrame>
      <p:pic>
        <p:nvPicPr>
          <p:cNvPr id="12" name="Picture 11" descr="A person in a suit and tie&#10;&#10;Description automatically generated">
            <a:extLst>
              <a:ext uri="{FF2B5EF4-FFF2-40B4-BE49-F238E27FC236}">
                <a16:creationId xmlns:a16="http://schemas.microsoft.com/office/drawing/2014/main" id="{2E2B5092-4717-E1E3-264B-A6198EAC0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307" y="1551763"/>
            <a:ext cx="1136058" cy="1143309"/>
          </a:xfrm>
          <a:prstGeom prst="rect">
            <a:avLst/>
          </a:prstGeom>
        </p:spPr>
      </p:pic>
    </p:spTree>
    <p:extLst>
      <p:ext uri="{BB962C8B-B14F-4D97-AF65-F5344CB8AC3E}">
        <p14:creationId xmlns:p14="http://schemas.microsoft.com/office/powerpoint/2010/main" val="249384369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5B0777-C41D-4D62-B8C4-A0702FB3C41A}"/>
              </a:ext>
            </a:extLst>
          </p:cNvPr>
          <p:cNvSpPr>
            <a:spLocks noGrp="1"/>
          </p:cNvSpPr>
          <p:nvPr>
            <p:ph type="body" sz="quarter" idx="13"/>
          </p:nvPr>
        </p:nvSpPr>
        <p:spPr>
          <a:xfrm>
            <a:off x="501651" y="4211955"/>
            <a:ext cx="11017903" cy="2169796"/>
          </a:xfrm>
        </p:spPr>
        <p:txBody>
          <a:bodyPr/>
          <a:lstStyle/>
          <a:p>
            <a:pPr lvl="0" algn="just">
              <a:spcAft>
                <a:spcPts val="0"/>
              </a:spcAft>
              <a:buSzTx/>
              <a:defRPr/>
            </a:pPr>
            <a:r>
              <a:rPr lang="en-US" sz="1000">
                <a:solidFill>
                  <a:prstClr val="black"/>
                </a:solidFill>
                <a:latin typeface="Arial" panose="020B0604020202020204" pitchFamily="34" charset="0"/>
                <a:cs typeface="Arial" panose="020B060402020202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lgn="just">
              <a:spcAft>
                <a:spcPts val="0"/>
              </a:spcAft>
              <a:buSzTx/>
              <a:defRPr/>
            </a:pPr>
            <a:r>
              <a:rPr lang="en-US" sz="1000">
                <a:solidFill>
                  <a:prstClr val="black"/>
                </a:solidFill>
                <a:latin typeface="Arial" panose="020B0604020202020204" pitchFamily="34" charset="0"/>
                <a:cs typeface="Arial" panose="020B0604020202020204" pitchFamily="34" charset="0"/>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lgn="just">
              <a:spcAft>
                <a:spcPts val="0"/>
              </a:spcAft>
              <a:buSzTx/>
              <a:defRPr/>
            </a:pPr>
            <a:endParaRPr lang="en-US" sz="1000">
              <a:solidFill>
                <a:prstClr val="black"/>
              </a:solidFill>
              <a:latin typeface="Arial" panose="020B0604020202020204" pitchFamily="34" charset="0"/>
              <a:cs typeface="Arial" panose="020B0604020202020204" pitchFamily="34" charset="0"/>
            </a:endParaRPr>
          </a:p>
          <a:p>
            <a:pPr lvl="0" algn="just">
              <a:spcAft>
                <a:spcPts val="0"/>
              </a:spcAft>
              <a:buSzTx/>
              <a:defRPr/>
            </a:pPr>
            <a:r>
              <a:rPr lang="en-US" sz="1000">
                <a:solidFill>
                  <a:prstClr val="black"/>
                </a:solidFill>
                <a:latin typeface="Arial" panose="020B0604020202020204" pitchFamily="34" charset="0"/>
                <a:cs typeface="Arial" panose="020B0604020202020204" pitchFamily="34" charset="0"/>
              </a:rPr>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lgn="just">
              <a:spcAft>
                <a:spcPts val="0"/>
              </a:spcAft>
              <a:buSzTx/>
              <a:defRPr/>
            </a:pPr>
            <a:r>
              <a:rPr lang="en-US" sz="1000">
                <a:solidFill>
                  <a:prstClr val="black"/>
                </a:solidFill>
                <a:latin typeface="Arial" panose="020B0604020202020204" pitchFamily="34" charset="0"/>
                <a:cs typeface="Arial" panose="020B0604020202020204" pitchFamily="34" charset="0"/>
              </a:rPr>
              <a:t>©2024 Deloitte Touche Tohmatsu India LLP. Member of Deloitte Touche Tohmatsu Limited</a:t>
            </a:r>
          </a:p>
          <a:p>
            <a:endParaRPr lang="en-US"/>
          </a:p>
        </p:txBody>
      </p:sp>
      <p:sp>
        <p:nvSpPr>
          <p:cNvPr id="5" name="Text Placeholder 5">
            <a:extLst>
              <a:ext uri="{FF2B5EF4-FFF2-40B4-BE49-F238E27FC236}">
                <a16:creationId xmlns:a16="http://schemas.microsoft.com/office/drawing/2014/main" id="{59F7243B-80F2-44F8-8D03-35AA84E994CF}"/>
              </a:ext>
            </a:extLst>
          </p:cNvPr>
          <p:cNvSpPr txBox="1">
            <a:spLocks/>
          </p:cNvSpPr>
          <p:nvPr/>
        </p:nvSpPr>
        <p:spPr>
          <a:xfrm>
            <a:off x="501651" y="3429000"/>
            <a:ext cx="3517739" cy="647700"/>
          </a:xfrm>
          <a:prstGeom prst="rect">
            <a:avLst/>
          </a:prstGeom>
        </p:spPr>
        <p:txBody>
          <a:bodyPr vert="horz" lIns="0" tIns="0" rIns="0" bIns="0" rtlCol="0">
            <a:noAutofit/>
          </a:bodyPr>
          <a:lstStyle>
            <a:lvl1pPr marL="0" indent="0" algn="l" defTabSz="914400" rtl="0" eaLnBrk="1" latinLnBrk="0" hangingPunct="1">
              <a:lnSpc>
                <a:spcPts val="1600"/>
              </a:lnSpc>
              <a:spcBef>
                <a:spcPts val="500"/>
              </a:spcBef>
              <a:buClr>
                <a:schemeClr val="accent5"/>
              </a:buClr>
              <a:buSzPct val="75000"/>
              <a:buFont typeface="Arial" panose="020B0604020202020204" pitchFamily="34" charset="0"/>
              <a:buNone/>
              <a:defRPr sz="1500" kern="1200" spc="-30">
                <a:solidFill>
                  <a:schemeClr val="tx2"/>
                </a:solidFill>
                <a:latin typeface="Open Sans" charset="0"/>
                <a:ea typeface="Open Sans" charset="0"/>
                <a:cs typeface="Open Sans" charset="0"/>
              </a:defRPr>
            </a:lvl1pPr>
            <a:lvl2pPr marL="4572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800" kern="1200" spc="-30">
                <a:solidFill>
                  <a:schemeClr val="tx1"/>
                </a:solidFill>
                <a:latin typeface="Open Sans" charset="0"/>
                <a:ea typeface="Open Sans" charset="0"/>
                <a:cs typeface="Open Sans" charset="0"/>
              </a:defRPr>
            </a:lvl2pPr>
            <a:lvl3pPr marL="9144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600" kern="1200" spc="-30">
                <a:solidFill>
                  <a:schemeClr val="tx1"/>
                </a:solidFill>
                <a:latin typeface="Open Sans" charset="0"/>
                <a:ea typeface="Open Sans" charset="0"/>
                <a:cs typeface="Open Sans" charset="0"/>
              </a:defRPr>
            </a:lvl3pPr>
            <a:lvl4pPr marL="13716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4pPr>
            <a:lvl5pPr marL="18288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23" rtl="0" eaLnBrk="1" fontAlgn="auto" latinLnBrk="0" hangingPunct="1">
              <a:lnSpc>
                <a:spcPts val="1600"/>
              </a:lnSpc>
              <a:spcBef>
                <a:spcPts val="0"/>
              </a:spcBef>
              <a:spcAft>
                <a:spcPts val="0"/>
              </a:spcAft>
              <a:buClr>
                <a:srgbClr val="4AB5C4"/>
              </a:buClr>
              <a:buSzPct val="75000"/>
              <a:buFont typeface="Arial" panose="020B0604020202020204" pitchFamily="34" charset="0"/>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Chronicle Display Black" charset="0"/>
                <a:cs typeface="Arial" panose="020B0604020202020204" pitchFamily="34" charset="0"/>
              </a:rPr>
              <a:t>Siddharth Mani</a:t>
            </a:r>
          </a:p>
          <a:p>
            <a:pPr marL="0" marR="0" lvl="0" indent="0" algn="l" defTabSz="914423" rtl="0" eaLnBrk="1" fontAlgn="auto" latinLnBrk="0" hangingPunct="1">
              <a:lnSpc>
                <a:spcPts val="1801"/>
              </a:lnSpc>
              <a:spcBef>
                <a:spcPts val="300"/>
              </a:spcBef>
              <a:spcAft>
                <a:spcPts val="0"/>
              </a:spcAft>
              <a:buClr>
                <a:srgbClr val="4AB5C4"/>
              </a:buClr>
              <a:buSzPct val="75000"/>
              <a:buFont typeface="Arial" panose="020B0604020202020204" pitchFamily="34" charset="0"/>
              <a:buNone/>
              <a:tabLst/>
              <a:defRPr/>
            </a:pP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Director, Deloitte India</a:t>
            </a:r>
            <a:b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US" sz="1400" b="1"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Contact: </a:t>
            </a: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simani@deloitte.com</a:t>
            </a:r>
          </a:p>
        </p:txBody>
      </p:sp>
      <p:sp>
        <p:nvSpPr>
          <p:cNvPr id="7" name="Text Placeholder 5">
            <a:extLst>
              <a:ext uri="{FF2B5EF4-FFF2-40B4-BE49-F238E27FC236}">
                <a16:creationId xmlns:a16="http://schemas.microsoft.com/office/drawing/2014/main" id="{EDAC9A58-F419-493B-A5B6-32E711FB80BA}"/>
              </a:ext>
            </a:extLst>
          </p:cNvPr>
          <p:cNvSpPr txBox="1">
            <a:spLocks/>
          </p:cNvSpPr>
          <p:nvPr/>
        </p:nvSpPr>
        <p:spPr>
          <a:xfrm>
            <a:off x="501651" y="2389823"/>
            <a:ext cx="3054349" cy="647700"/>
          </a:xfrm>
          <a:prstGeom prst="rect">
            <a:avLst/>
          </a:prstGeom>
        </p:spPr>
        <p:txBody>
          <a:bodyPr vert="horz" lIns="0" tIns="0" rIns="0" bIns="0" rtlCol="0">
            <a:noAutofit/>
          </a:bodyPr>
          <a:lstStyle>
            <a:lvl1pPr marL="0" indent="0" algn="l" defTabSz="914400" rtl="0" eaLnBrk="1" latinLnBrk="0" hangingPunct="1">
              <a:lnSpc>
                <a:spcPts val="1600"/>
              </a:lnSpc>
              <a:spcBef>
                <a:spcPts val="500"/>
              </a:spcBef>
              <a:buClr>
                <a:schemeClr val="accent5"/>
              </a:buClr>
              <a:buSzPct val="75000"/>
              <a:buFont typeface="Arial" panose="020B0604020202020204" pitchFamily="34" charset="0"/>
              <a:buNone/>
              <a:defRPr sz="1500" kern="1200" spc="-30">
                <a:solidFill>
                  <a:schemeClr val="tx2"/>
                </a:solidFill>
                <a:latin typeface="Open Sans" charset="0"/>
                <a:ea typeface="Open Sans" charset="0"/>
                <a:cs typeface="Open Sans" charset="0"/>
              </a:defRPr>
            </a:lvl1pPr>
            <a:lvl2pPr marL="4572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800" kern="1200" spc="-30">
                <a:solidFill>
                  <a:schemeClr val="tx1"/>
                </a:solidFill>
                <a:latin typeface="Open Sans" charset="0"/>
                <a:ea typeface="Open Sans" charset="0"/>
                <a:cs typeface="Open Sans" charset="0"/>
              </a:defRPr>
            </a:lvl2pPr>
            <a:lvl3pPr marL="9144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600" kern="1200" spc="-30">
                <a:solidFill>
                  <a:schemeClr val="tx1"/>
                </a:solidFill>
                <a:latin typeface="Open Sans" charset="0"/>
                <a:ea typeface="Open Sans" charset="0"/>
                <a:cs typeface="Open Sans" charset="0"/>
              </a:defRPr>
            </a:lvl3pPr>
            <a:lvl4pPr marL="13716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4pPr>
            <a:lvl5pPr marL="18288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23" rtl="0" eaLnBrk="1" fontAlgn="auto" latinLnBrk="0" hangingPunct="1">
              <a:lnSpc>
                <a:spcPts val="1600"/>
              </a:lnSpc>
              <a:spcBef>
                <a:spcPts val="0"/>
              </a:spcBef>
              <a:spcAft>
                <a:spcPts val="0"/>
              </a:spcAft>
              <a:buClr>
                <a:srgbClr val="4AB5C4"/>
              </a:buClr>
              <a:buSzPct val="75000"/>
              <a:buFont typeface="Arial" panose="020B0604020202020204" pitchFamily="34" charset="0"/>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Chronicle Display Black" charset="0"/>
                <a:cs typeface="Arial" panose="020B0604020202020204" pitchFamily="34" charset="0"/>
              </a:rPr>
              <a:t>Samrat Roy </a:t>
            </a:r>
          </a:p>
          <a:p>
            <a:pPr marL="0" marR="0" lvl="0" indent="0" algn="l" defTabSz="914423" rtl="0" eaLnBrk="1" fontAlgn="auto" latinLnBrk="0" hangingPunct="1">
              <a:lnSpc>
                <a:spcPts val="1801"/>
              </a:lnSpc>
              <a:spcBef>
                <a:spcPts val="300"/>
              </a:spcBef>
              <a:spcAft>
                <a:spcPts val="0"/>
              </a:spcAft>
              <a:buClr>
                <a:srgbClr val="4AB5C4"/>
              </a:buClr>
              <a:buSzPct val="75000"/>
              <a:buFont typeface="Arial" panose="020B0604020202020204" pitchFamily="34" charset="0"/>
              <a:buNone/>
              <a:tabLst/>
              <a:defRPr/>
            </a:pP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Director, Deloitte India</a:t>
            </a:r>
            <a:b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US" sz="1400" b="1"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Contact: </a:t>
            </a: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samratroy@deloitte.com</a:t>
            </a:r>
          </a:p>
        </p:txBody>
      </p:sp>
      <p:sp>
        <p:nvSpPr>
          <p:cNvPr id="3" name="Text Placeholder 5">
            <a:extLst>
              <a:ext uri="{FF2B5EF4-FFF2-40B4-BE49-F238E27FC236}">
                <a16:creationId xmlns:a16="http://schemas.microsoft.com/office/drawing/2014/main" id="{5232FF8E-1A7D-4FEE-EFBB-0A9CC2C8F9D4}"/>
              </a:ext>
            </a:extLst>
          </p:cNvPr>
          <p:cNvSpPr txBox="1">
            <a:spLocks/>
          </p:cNvSpPr>
          <p:nvPr/>
        </p:nvSpPr>
        <p:spPr>
          <a:xfrm>
            <a:off x="501650" y="1434783"/>
            <a:ext cx="3054349" cy="647700"/>
          </a:xfrm>
          <a:prstGeom prst="rect">
            <a:avLst/>
          </a:prstGeom>
        </p:spPr>
        <p:txBody>
          <a:bodyPr vert="horz" lIns="0" tIns="0" rIns="0" bIns="0" rtlCol="0">
            <a:noAutofit/>
          </a:bodyPr>
          <a:lstStyle>
            <a:lvl1pPr marL="0" indent="0" algn="l" defTabSz="914400" rtl="0" eaLnBrk="1" latinLnBrk="0" hangingPunct="1">
              <a:lnSpc>
                <a:spcPts val="1600"/>
              </a:lnSpc>
              <a:spcBef>
                <a:spcPts val="500"/>
              </a:spcBef>
              <a:buClr>
                <a:schemeClr val="accent5"/>
              </a:buClr>
              <a:buSzPct val="75000"/>
              <a:buFont typeface="Arial" panose="020B0604020202020204" pitchFamily="34" charset="0"/>
              <a:buNone/>
              <a:defRPr sz="1500" kern="1200" spc="-30">
                <a:solidFill>
                  <a:schemeClr val="tx2"/>
                </a:solidFill>
                <a:latin typeface="Open Sans" charset="0"/>
                <a:ea typeface="Open Sans" charset="0"/>
                <a:cs typeface="Open Sans" charset="0"/>
              </a:defRPr>
            </a:lvl1pPr>
            <a:lvl2pPr marL="4572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800" kern="1200" spc="-30">
                <a:solidFill>
                  <a:schemeClr val="tx1"/>
                </a:solidFill>
                <a:latin typeface="Open Sans" charset="0"/>
                <a:ea typeface="Open Sans" charset="0"/>
                <a:cs typeface="Open Sans" charset="0"/>
              </a:defRPr>
            </a:lvl2pPr>
            <a:lvl3pPr marL="9144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600" kern="1200" spc="-30">
                <a:solidFill>
                  <a:schemeClr val="tx1"/>
                </a:solidFill>
                <a:latin typeface="Open Sans" charset="0"/>
                <a:ea typeface="Open Sans" charset="0"/>
                <a:cs typeface="Open Sans" charset="0"/>
              </a:defRPr>
            </a:lvl3pPr>
            <a:lvl4pPr marL="13716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4pPr>
            <a:lvl5pPr marL="18288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23" rtl="0" eaLnBrk="1" fontAlgn="auto" latinLnBrk="0" hangingPunct="1">
              <a:lnSpc>
                <a:spcPts val="1600"/>
              </a:lnSpc>
              <a:spcBef>
                <a:spcPts val="0"/>
              </a:spcBef>
              <a:spcAft>
                <a:spcPts val="0"/>
              </a:spcAft>
              <a:buClr>
                <a:srgbClr val="4AB5C4"/>
              </a:buClr>
              <a:buSzPct val="75000"/>
              <a:buFont typeface="Arial" panose="020B0604020202020204" pitchFamily="34" charset="0"/>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Chronicle Display Black" charset="0"/>
                <a:cs typeface="Arial" panose="020B0604020202020204" pitchFamily="34" charset="0"/>
              </a:rPr>
              <a:t>Anujesh Dwivedi </a:t>
            </a:r>
          </a:p>
          <a:p>
            <a:pPr marL="0" marR="0" lvl="0" indent="0" algn="l" defTabSz="914423" rtl="0" eaLnBrk="1" fontAlgn="auto" latinLnBrk="0" hangingPunct="1">
              <a:lnSpc>
                <a:spcPts val="1801"/>
              </a:lnSpc>
              <a:spcBef>
                <a:spcPts val="300"/>
              </a:spcBef>
              <a:spcAft>
                <a:spcPts val="0"/>
              </a:spcAft>
              <a:buClr>
                <a:srgbClr val="4AB5C4"/>
              </a:buClr>
              <a:buSzPct val="75000"/>
              <a:buFont typeface="Arial" panose="020B0604020202020204" pitchFamily="34" charset="0"/>
              <a:buNone/>
              <a:tabLst/>
              <a:defRPr/>
            </a:pP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Partner, Deloitte India</a:t>
            </a:r>
            <a:b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US" sz="1400" b="1"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Contact: </a:t>
            </a:r>
            <a:r>
              <a:rPr kumimoji="0" lang="en-US" sz="1400" b="0" i="0" u="none" strike="noStrike" kern="1200" cap="none" spc="-30" normalizeH="0" baseline="0" noProof="0">
                <a:ln>
                  <a:noFill/>
                </a:ln>
                <a:solidFill>
                  <a:prstClr val="black"/>
                </a:solidFill>
                <a:effectLst/>
                <a:uLnTx/>
                <a:uFillTx/>
                <a:latin typeface="Arial" panose="020B0604020202020204" pitchFamily="34" charset="0"/>
                <a:cs typeface="Arial" panose="020B0604020202020204" pitchFamily="34" charset="0"/>
              </a:rPr>
              <a:t>anudwivedi@deloitte.com</a:t>
            </a:r>
          </a:p>
        </p:txBody>
      </p:sp>
    </p:spTree>
    <p:extLst>
      <p:ext uri="{BB962C8B-B14F-4D97-AF65-F5344CB8AC3E}">
        <p14:creationId xmlns:p14="http://schemas.microsoft.com/office/powerpoint/2010/main" val="24663105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30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2&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iytN4Zfd8Oxs40CsqCJEu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8J1QIExTGTOeTWt9NQXg0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_2020_Colours">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_v2.potx  -  Read-Only" id="{202A09AA-BC4C-4C8D-9A4F-DE95CB7C26A4}" vid="{0165231D-305A-4ADD-A494-E2F5CF54CBED}"/>
    </a:ext>
  </a:extLst>
</a:theme>
</file>

<file path=ppt/theme/theme2.xml><?xml version="1.0" encoding="utf-8"?>
<a:theme xmlns:a="http://schemas.openxmlformats.org/drawingml/2006/main" name="4_Theme1_opensans">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pen Sans">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_opensans" id="{51528396-3D0D-B54E-A522-EB211D15C79C}" vid="{34D3BA44-136E-9D44-AA06-19933E9D8F0C}"/>
    </a:ext>
  </a:extLst>
</a:theme>
</file>

<file path=ppt/theme/theme3.xml><?xml version="1.0" encoding="utf-8"?>
<a:theme xmlns:a="http://schemas.openxmlformats.org/drawingml/2006/main" name="3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4.xml><?xml version="1.0" encoding="utf-8"?>
<a:theme xmlns:a="http://schemas.openxmlformats.org/drawingml/2006/main" name="Deloitte 2020">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2020" id="{4B53817E-C50F-43C1-B746-0F9B7A206147}" vid="{15D96D01-7B06-43B7-82C0-36E2194DAA4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646778ED-3DA8-4D72-AA0A-F7336E5751B0}">
  <ds:schemaRefs>
    <ds:schemaRef ds:uri="http://schemas.microsoft.com/sharepoint/v3/contenttype/forms"/>
  </ds:schemaRefs>
</ds:datastoreItem>
</file>

<file path=customXml/itemProps2.xml><?xml version="1.0" encoding="utf-8"?>
<ds:datastoreItem xmlns:ds="http://schemas.openxmlformats.org/officeDocument/2006/customXml" ds:itemID="{AAF511BD-49DA-4D6B-86B2-AEF900B49067}"/>
</file>

<file path=customXml/itemProps3.xml><?xml version="1.0" encoding="utf-8"?>
<ds:datastoreItem xmlns:ds="http://schemas.openxmlformats.org/officeDocument/2006/customXml" ds:itemID="{D950646F-EDDD-499B-AB65-C8598961E431}">
  <ds:schemaRefs>
    <ds:schemaRef ds:uri="df341e1c-6d21-4370-af21-ad1c5c60fb1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5716</Words>
  <Application>Microsoft Office PowerPoint</Application>
  <PresentationFormat>Widescreen</PresentationFormat>
  <Paragraphs>642</Paragraphs>
  <Slides>22</Slides>
  <Notes>1</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22</vt:i4>
      </vt:variant>
    </vt:vector>
  </HeadingPairs>
  <TitlesOfParts>
    <vt:vector size="34" baseType="lpstr">
      <vt:lpstr>Arial</vt:lpstr>
      <vt:lpstr>Calibri</vt:lpstr>
      <vt:lpstr>Calibri Light</vt:lpstr>
      <vt:lpstr>Open Sans</vt:lpstr>
      <vt:lpstr>Open Sans Light</vt:lpstr>
      <vt:lpstr>Verdana</vt:lpstr>
      <vt:lpstr>Wingdings 2</vt:lpstr>
      <vt:lpstr>1_Deloitte 16_9 onscreen</vt:lpstr>
      <vt:lpstr>4_Theme1_opensans</vt:lpstr>
      <vt:lpstr>3_Deloitte 16_9 onscreen</vt:lpstr>
      <vt:lpstr>Deloitte 2020</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Dhawan, Shubham</dc:creator>
  <cp:lastModifiedBy>Dhawan, Shubham</cp:lastModifiedBy>
  <cp:revision>2</cp:revision>
  <dcterms:created xsi:type="dcterms:W3CDTF">2023-10-18T05:43:43Z</dcterms:created>
  <dcterms:modified xsi:type="dcterms:W3CDTF">2024-09-12T16:37:05Z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2023-10-18T05:43:45Z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3180aea3-3cad-4459-82bb-065423610bcd</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