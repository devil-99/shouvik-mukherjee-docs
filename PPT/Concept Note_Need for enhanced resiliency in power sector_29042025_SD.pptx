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28.xml" ContentType="application/vnd.openxmlformats-officedocument.presentationml.tags+xml"/>
  <Override PartName="/ppt/tags/tag22.xml" ContentType="application/vnd.openxmlformats-officedocument.presentationml.tags+xml"/>
  <Override PartName="/ppt/tags/tag30.xml" ContentType="application/vnd.openxmlformats-officedocument.presentationml.tags+xml"/>
  <Override PartName="/ppt/tags/tag33.xml" ContentType="application/vnd.openxmlformats-officedocument.presentationml.tags+xml"/>
  <Override PartName="/ppt/tags/tag38.xml" ContentType="application/vnd.openxmlformats-officedocument.presentationml.tags+xml"/>
  <Override PartName="/ppt/tags/tag23.xml" ContentType="application/vnd.openxmlformats-officedocument.presentationml.tags+xml"/>
  <Override PartName="/ppt/tags/tag34.xml" ContentType="application/vnd.openxmlformats-officedocument.presentationml.tags+xml"/>
  <Override PartName="/ppt/tags/tag2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ppt/tags/tag36.xml" ContentType="application/vnd.openxmlformats-officedocument.presentationml.tags+xml"/>
  <Override PartName="/ppt/tags/tag20.xml" ContentType="application/vnd.openxmlformats-officedocument.presentationml.tags+xml"/>
  <Override PartName="/ppt/tags/tag24.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29.xml" ContentType="application/vnd.openxmlformats-officedocument.presentationml.tags+xml"/>
  <Override PartName="/ppt/tags/tag35.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37.xml" ContentType="application/vnd.openxmlformats-officedocument.presentationml.tags+xml"/>
  <Override PartName="/ppt/tags/tag27.xml" ContentType="application/vnd.openxmlformats-officedocument.presentationml.tag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openxmlformats.org/officeDocument/2006/relationships/custom-properties" Target="docProps/custom.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91" r:id="rId2"/>
  </p:sldMasterIdLst>
  <p:notesMasterIdLst>
    <p:notesMasterId r:id="rId7"/>
  </p:notesMasterIdLst>
  <p:sldIdLst>
    <p:sldId id="1797" r:id="rId3"/>
    <p:sldId id="2147348174" r:id="rId4"/>
    <p:sldId id="2147348177" r:id="rId5"/>
    <p:sldId id="2147348176" r:id="rId6"/>
  </p:sldIdLst>
  <p:sldSz cx="12192000" cy="6858000"/>
  <p:notesSz cx="6858000" cy="9144000"/>
  <p:custDataLst>
    <p:tags r:id="rId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77" autoAdjust="0"/>
    <p:restoredTop sz="94660"/>
  </p:normalViewPr>
  <p:slideViewPr>
    <p:cSldViewPr snapToGrid="0">
      <p:cViewPr varScale="1">
        <p:scale>
          <a:sx n="75" d="100"/>
          <a:sy n="75" d="100"/>
        </p:scale>
        <p:origin x="13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13" Type="http://schemas.openxmlformats.org/officeDocument/2006/relationships/customXml" Target="../customXml/item1.xml"/><Relationship Id="rId3" Type="http://schemas.openxmlformats.org/officeDocument/2006/relationships/slide" Target="slides/slide1.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customXml" Target="../customXml/item3.xml"/><Relationship Id="rId1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presProps" Target="presProps.xml"/><Relationship Id="rId14" Type="http://schemas.openxmlformats.org/officeDocument/2006/relationships/customXml" Target="../customXml/item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442F9D-4930-43D9-B036-5AAD1AB6EC03}" type="datetimeFigureOut">
              <a:rPr lang="en-US" smtClean="0"/>
              <a:t>4/29/2025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68741F-D902-45D0-A5AE-7C14C1CD41C5}" type="slidenum">
              <a:rPr lang="en-US" smtClean="0"/>
              <a:t>‹#›</a:t>
            </a:fld>
            <a:endParaRPr lang="en-US"/>
          </a:p>
        </p:txBody>
      </p:sp>
    </p:spTree>
    <p:extLst>
      <p:ext uri="{BB962C8B-B14F-4D97-AF65-F5344CB8AC3E}">
        <p14:creationId xmlns:p14="http://schemas.microsoft.com/office/powerpoint/2010/main" val="121647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7" name="Footer Placeholder 6">
            <a:extLst>
              <a:ext uri="{FF2B5EF4-FFF2-40B4-BE49-F238E27FC236}">
                <a16:creationId xmlns:a16="http://schemas.microsoft.com/office/drawing/2014/main" id="{65677D10-ACC1-723E-C2B9-7C7386801AF0}"/>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Installed Capacity</a:t>
            </a:r>
          </a:p>
        </p:txBody>
      </p:sp>
      <p:sp>
        <p:nvSpPr>
          <p:cNvPr id="8" name="Slide Number Placeholder 7">
            <a:extLst>
              <a:ext uri="{FF2B5EF4-FFF2-40B4-BE49-F238E27FC236}">
                <a16:creationId xmlns:a16="http://schemas.microsoft.com/office/drawing/2014/main" id="{639E9580-40D6-76F8-3DC9-9F3CE6246F6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4E6A709-AF0C-4861-84D8-88CA6D246DD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Header Placeholder 8">
            <a:extLst>
              <a:ext uri="{FF2B5EF4-FFF2-40B4-BE49-F238E27FC236}">
                <a16:creationId xmlns:a16="http://schemas.microsoft.com/office/drawing/2014/main" id="{A784899E-A07F-E0D6-AE5C-3CECBE146AE3}"/>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056866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7" name="Footer Placeholder 6">
            <a:extLst>
              <a:ext uri="{FF2B5EF4-FFF2-40B4-BE49-F238E27FC236}">
                <a16:creationId xmlns:a16="http://schemas.microsoft.com/office/drawing/2014/main" id="{284BCFEA-276B-93DA-9BC5-49C86262E07F}"/>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Installed Capacity</a:t>
            </a:r>
          </a:p>
        </p:txBody>
      </p:sp>
      <p:sp>
        <p:nvSpPr>
          <p:cNvPr id="8" name="Slide Number Placeholder 7">
            <a:extLst>
              <a:ext uri="{FF2B5EF4-FFF2-40B4-BE49-F238E27FC236}">
                <a16:creationId xmlns:a16="http://schemas.microsoft.com/office/drawing/2014/main" id="{7F30ECFD-BE24-A059-D1E0-5BC833216B4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4E6A709-AF0C-4861-84D8-88CA6D246DD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Header Placeholder 8">
            <a:extLst>
              <a:ext uri="{FF2B5EF4-FFF2-40B4-BE49-F238E27FC236}">
                <a16:creationId xmlns:a16="http://schemas.microsoft.com/office/drawing/2014/main" id="{F951164C-8ED3-0337-4C52-FFCEA60A68F8}"/>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659662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7" name="Footer Placeholder 6">
            <a:extLst>
              <a:ext uri="{FF2B5EF4-FFF2-40B4-BE49-F238E27FC236}">
                <a16:creationId xmlns:a16="http://schemas.microsoft.com/office/drawing/2014/main" id="{284BCFEA-276B-93DA-9BC5-49C86262E07F}"/>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Installed Capacity</a:t>
            </a:r>
          </a:p>
        </p:txBody>
      </p:sp>
      <p:sp>
        <p:nvSpPr>
          <p:cNvPr id="8" name="Slide Number Placeholder 7">
            <a:extLst>
              <a:ext uri="{FF2B5EF4-FFF2-40B4-BE49-F238E27FC236}">
                <a16:creationId xmlns:a16="http://schemas.microsoft.com/office/drawing/2014/main" id="{7F30ECFD-BE24-A059-D1E0-5BC833216B4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4E6A709-AF0C-4861-84D8-88CA6D246DD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Header Placeholder 8">
            <a:extLst>
              <a:ext uri="{FF2B5EF4-FFF2-40B4-BE49-F238E27FC236}">
                <a16:creationId xmlns:a16="http://schemas.microsoft.com/office/drawing/2014/main" id="{F951164C-8ED3-0337-4C52-FFCEA60A68F8}"/>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042968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7" name="Footer Placeholder 6">
            <a:extLst>
              <a:ext uri="{FF2B5EF4-FFF2-40B4-BE49-F238E27FC236}">
                <a16:creationId xmlns:a16="http://schemas.microsoft.com/office/drawing/2014/main" id="{284BCFEA-276B-93DA-9BC5-49C86262E07F}"/>
              </a:ext>
            </a:extLst>
          </p:cNvPr>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t>Installed Capacity</a:t>
            </a:r>
          </a:p>
        </p:txBody>
      </p:sp>
      <p:sp>
        <p:nvSpPr>
          <p:cNvPr id="8" name="Slide Number Placeholder 7">
            <a:extLst>
              <a:ext uri="{FF2B5EF4-FFF2-40B4-BE49-F238E27FC236}">
                <a16:creationId xmlns:a16="http://schemas.microsoft.com/office/drawing/2014/main" id="{7F30ECFD-BE24-A059-D1E0-5BC833216B4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4E6A709-AF0C-4861-84D8-88CA6D246DD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Header Placeholder 8">
            <a:extLst>
              <a:ext uri="{FF2B5EF4-FFF2-40B4-BE49-F238E27FC236}">
                <a16:creationId xmlns:a16="http://schemas.microsoft.com/office/drawing/2014/main" id="{F951164C-8ED3-0337-4C52-FFCEA60A68F8}"/>
              </a:ext>
            </a:extLst>
          </p:cNvPr>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997303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5.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5.emf"/></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5.emf"/></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5.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5.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5.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5.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5.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5.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5.emf"/></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5.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5.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5.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5.emf"/></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5.emf"/></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xml"/><Relationship Id="rId1" Type="http://schemas.openxmlformats.org/officeDocument/2006/relationships/tags" Target="../tags/tag18.xml"/><Relationship Id="rId4" Type="http://schemas.openxmlformats.org/officeDocument/2006/relationships/image" Target="../media/image5.emf"/></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2.xml"/><Relationship Id="rId1" Type="http://schemas.openxmlformats.org/officeDocument/2006/relationships/tags" Target="../tags/tag21.xml"/><Relationship Id="rId5" Type="http://schemas.openxmlformats.org/officeDocument/2006/relationships/image" Target="../media/image8.emf"/><Relationship Id="rId4" Type="http://schemas.openxmlformats.org/officeDocument/2006/relationships/oleObject" Target="../embeddings/oleObject19.bin"/></Relationships>
</file>

<file path=ppt/slideLayouts/_rels/slideLayout4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4.xml"/><Relationship Id="rId1" Type="http://schemas.openxmlformats.org/officeDocument/2006/relationships/tags" Target="../tags/tag23.xml"/><Relationship Id="rId5" Type="http://schemas.openxmlformats.org/officeDocument/2006/relationships/image" Target="../media/image8.emf"/><Relationship Id="rId4" Type="http://schemas.openxmlformats.org/officeDocument/2006/relationships/oleObject" Target="../embeddings/oleObject20.bin"/></Relationships>
</file>

<file path=ppt/slideLayouts/_rels/slideLayout5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6.xml"/><Relationship Id="rId1" Type="http://schemas.openxmlformats.org/officeDocument/2006/relationships/tags" Target="../tags/tag25.xml"/><Relationship Id="rId5" Type="http://schemas.openxmlformats.org/officeDocument/2006/relationships/image" Target="../media/image8.emf"/><Relationship Id="rId4" Type="http://schemas.openxmlformats.org/officeDocument/2006/relationships/oleObject" Target="../embeddings/oleObject21.bin"/></Relationships>
</file>

<file path=ppt/slideLayouts/_rels/slideLayout5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8.xml"/><Relationship Id="rId1" Type="http://schemas.openxmlformats.org/officeDocument/2006/relationships/tags" Target="../tags/tag27.xml"/><Relationship Id="rId5" Type="http://schemas.openxmlformats.org/officeDocument/2006/relationships/image" Target="../media/image8.emf"/><Relationship Id="rId4" Type="http://schemas.openxmlformats.org/officeDocument/2006/relationships/oleObject" Target="../embeddings/oleObject22.bin"/></Relationships>
</file>

<file path=ppt/slideLayouts/_rels/slideLayout5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0.xml"/><Relationship Id="rId1" Type="http://schemas.openxmlformats.org/officeDocument/2006/relationships/tags" Target="../tags/tag29.xml"/><Relationship Id="rId5" Type="http://schemas.openxmlformats.org/officeDocument/2006/relationships/image" Target="../media/image8.emf"/><Relationship Id="rId4" Type="http://schemas.openxmlformats.org/officeDocument/2006/relationships/oleObject" Target="../embeddings/oleObject23.bin"/></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2.xml"/><Relationship Id="rId1" Type="http://schemas.openxmlformats.org/officeDocument/2006/relationships/tags" Target="../tags/tag31.xml"/><Relationship Id="rId5" Type="http://schemas.openxmlformats.org/officeDocument/2006/relationships/image" Target="../media/image8.emf"/><Relationship Id="rId4" Type="http://schemas.openxmlformats.org/officeDocument/2006/relationships/oleObject" Target="../embeddings/oleObject24.bin"/></Relationships>
</file>

<file path=ppt/slideLayouts/_rels/slideLayout5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4.xml"/><Relationship Id="rId1" Type="http://schemas.openxmlformats.org/officeDocument/2006/relationships/tags" Target="../tags/tag33.xml"/><Relationship Id="rId5" Type="http://schemas.openxmlformats.org/officeDocument/2006/relationships/image" Target="../media/image8.emf"/><Relationship Id="rId4" Type="http://schemas.openxmlformats.org/officeDocument/2006/relationships/oleObject" Target="../embeddings/oleObject25.bin"/></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 White">
    <p:spTree>
      <p:nvGrpSpPr>
        <p:cNvPr id="1" name=""/>
        <p:cNvGrpSpPr/>
        <p:nvPr/>
      </p:nvGrpSpPr>
      <p:grpSpPr>
        <a:xfrm>
          <a:off x="0" y="0"/>
          <a:ext cx="0" cy="0"/>
          <a:chOff x="0" y="0"/>
          <a:chExt cx="0" cy="0"/>
        </a:xfrm>
      </p:grpSpPr>
      <p:pic>
        <p:nvPicPr>
          <p:cNvPr id="4" name="Picture 3" descr="Deloitte logo">
            <a:extLst>
              <a:ext uri="{FF2B5EF4-FFF2-40B4-BE49-F238E27FC236}">
                <a16:creationId xmlns:a16="http://schemas.microsoft.com/office/drawing/2014/main" id="{885222D5-1719-1676-C66A-2EB4C1E3DBD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6319" y="-5466"/>
            <a:ext cx="2779773" cy="1308222"/>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secondary text</a:t>
            </a:r>
          </a:p>
        </p:txBody>
      </p:sp>
      <p:sp>
        <p:nvSpPr>
          <p:cNvPr id="44" name="Picture Placeholder 8">
            <a:extLst>
              <a:ext uri="{FF2B5EF4-FFF2-40B4-BE49-F238E27FC236}">
                <a16:creationId xmlns:a16="http://schemas.microsoft.com/office/drawing/2014/main" id="{932C736B-20BB-4603-9DD1-FEB85AD9DC39}"/>
              </a:ext>
            </a:extLst>
          </p:cNvPr>
          <p:cNvSpPr>
            <a:spLocks noGrp="1"/>
          </p:cNvSpPr>
          <p:nvPr>
            <p:ph type="pic" sz="quarter" idx="11"/>
          </p:nvPr>
        </p:nvSpPr>
        <p:spPr>
          <a:xfrm>
            <a:off x="3328797" y="698373"/>
            <a:ext cx="5544000" cy="5544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3620732404"/>
      </p:ext>
    </p:extLst>
  </p:cSld>
  <p:clrMapOvr>
    <a:masterClrMapping/>
  </p:clrMapOvr>
  <p:transition>
    <p:fade/>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 White with tagline logo lockup">
    <p:spTree>
      <p:nvGrpSpPr>
        <p:cNvPr id="1" name=""/>
        <p:cNvGrpSpPr/>
        <p:nvPr/>
      </p:nvGrpSpPr>
      <p:grpSpPr>
        <a:xfrm>
          <a:off x="0" y="0"/>
          <a:ext cx="0" cy="0"/>
          <a:chOff x="0" y="0"/>
          <a:chExt cx="0" cy="0"/>
        </a:xfrm>
      </p:grpSpPr>
      <p:pic>
        <p:nvPicPr>
          <p:cNvPr id="4" name="Picture 3" descr="Deloitte logo lockup with Together makes progress tagline">
            <a:extLst>
              <a:ext uri="{FF2B5EF4-FFF2-40B4-BE49-F238E27FC236}">
                <a16:creationId xmlns:a16="http://schemas.microsoft.com/office/drawing/2014/main" id="{885222D5-1719-1676-C66A-2EB4C1E3DB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318" y="-5466"/>
            <a:ext cx="2779776" cy="1308222"/>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tx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secondary text</a:t>
            </a:r>
          </a:p>
        </p:txBody>
      </p:sp>
      <p:sp>
        <p:nvSpPr>
          <p:cNvPr id="44" name="Picture Placeholder 8">
            <a:extLst>
              <a:ext uri="{FF2B5EF4-FFF2-40B4-BE49-F238E27FC236}">
                <a16:creationId xmlns:a16="http://schemas.microsoft.com/office/drawing/2014/main" id="{932C736B-20BB-4603-9DD1-FEB85AD9DC39}"/>
              </a:ext>
            </a:extLst>
          </p:cNvPr>
          <p:cNvSpPr>
            <a:spLocks noGrp="1"/>
          </p:cNvSpPr>
          <p:nvPr>
            <p:ph type="pic" sz="quarter" idx="11"/>
          </p:nvPr>
        </p:nvSpPr>
        <p:spPr>
          <a:xfrm>
            <a:off x="3328797" y="698373"/>
            <a:ext cx="5544000" cy="5544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2877948937"/>
      </p:ext>
    </p:extLst>
  </p:cSld>
  <p:clrMapOvr>
    <a:masterClrMapping/>
  </p:clrMapOvr>
  <p:transition>
    <p:fade/>
  </p:transition>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 Black">
    <p:spTree>
      <p:nvGrpSpPr>
        <p:cNvPr id="1" name=""/>
        <p:cNvGrpSpPr/>
        <p:nvPr/>
      </p:nvGrpSpPr>
      <p:grpSpPr>
        <a:xfrm>
          <a:off x="0" y="0"/>
          <a:ext cx="0" cy="0"/>
          <a:chOff x="0" y="0"/>
          <a:chExt cx="0" cy="0"/>
        </a:xfrm>
      </p:grpSpPr>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bg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secondary text</a:t>
            </a:r>
          </a:p>
        </p:txBody>
      </p:sp>
      <p:sp>
        <p:nvSpPr>
          <p:cNvPr id="44" name="Picture Placeholder 8">
            <a:extLst>
              <a:ext uri="{FF2B5EF4-FFF2-40B4-BE49-F238E27FC236}">
                <a16:creationId xmlns:a16="http://schemas.microsoft.com/office/drawing/2014/main" id="{932C736B-20BB-4603-9DD1-FEB85AD9DC39}"/>
              </a:ext>
            </a:extLst>
          </p:cNvPr>
          <p:cNvSpPr>
            <a:spLocks noGrp="1"/>
          </p:cNvSpPr>
          <p:nvPr>
            <p:ph type="pic" sz="quarter" idx="11"/>
          </p:nvPr>
        </p:nvSpPr>
        <p:spPr>
          <a:xfrm>
            <a:off x="3328797" y="698373"/>
            <a:ext cx="5544000" cy="5544000"/>
          </a:xfrm>
          <a:prstGeom prst="rect">
            <a:avLst/>
          </a:prstGeom>
        </p:spPr>
        <p:txBody>
          <a:bodyPr/>
          <a:lstStyle>
            <a:lvl1pPr>
              <a:defRPr>
                <a:solidFill>
                  <a:schemeClr val="bg1"/>
                </a:solidFill>
              </a:defRPr>
            </a:lvl1pPr>
          </a:lstStyle>
          <a:p>
            <a:r>
              <a:rPr lang="en-US" noProof="0"/>
              <a:t>Click icon to add picture</a:t>
            </a:r>
          </a:p>
        </p:txBody>
      </p:sp>
    </p:spTree>
    <p:extLst>
      <p:ext uri="{BB962C8B-B14F-4D97-AF65-F5344CB8AC3E}">
        <p14:creationId xmlns:p14="http://schemas.microsoft.com/office/powerpoint/2010/main" val="3959838010"/>
      </p:ext>
    </p:extLst>
  </p:cSld>
  <p:clrMapOvr>
    <a:masterClrMapping/>
  </p:clrMapOvr>
  <p:transition>
    <p:fade/>
  </p:transition>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 Black with tagline logo lockup">
    <p:spTree>
      <p:nvGrpSpPr>
        <p:cNvPr id="1" name=""/>
        <p:cNvGrpSpPr/>
        <p:nvPr/>
      </p:nvGrpSpPr>
      <p:grpSpPr>
        <a:xfrm>
          <a:off x="0" y="0"/>
          <a:ext cx="0" cy="0"/>
          <a:chOff x="0" y="0"/>
          <a:chExt cx="0" cy="0"/>
        </a:xfrm>
      </p:grpSpPr>
      <p:pic>
        <p:nvPicPr>
          <p:cNvPr id="4" name="Picture 3" descr="Deloitte logo lockup with Together makes progress tagline">
            <a:extLst>
              <a:ext uri="{FF2B5EF4-FFF2-40B4-BE49-F238E27FC236}">
                <a16:creationId xmlns:a16="http://schemas.microsoft.com/office/drawing/2014/main" id="{885222D5-1719-1676-C66A-2EB4C1E3DBD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6319" y="-5466"/>
            <a:ext cx="2779773" cy="1308222"/>
          </a:xfrm>
          <a:prstGeom prst="rect">
            <a:avLst/>
          </a:prstGeom>
        </p:spPr>
      </p:pic>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1"/>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bg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secondary text</a:t>
            </a:r>
          </a:p>
        </p:txBody>
      </p:sp>
      <p:sp>
        <p:nvSpPr>
          <p:cNvPr id="44" name="Picture Placeholder 8">
            <a:extLst>
              <a:ext uri="{FF2B5EF4-FFF2-40B4-BE49-F238E27FC236}">
                <a16:creationId xmlns:a16="http://schemas.microsoft.com/office/drawing/2014/main" id="{932C736B-20BB-4603-9DD1-FEB85AD9DC39}"/>
              </a:ext>
            </a:extLst>
          </p:cNvPr>
          <p:cNvSpPr>
            <a:spLocks noGrp="1"/>
          </p:cNvSpPr>
          <p:nvPr>
            <p:ph type="pic" sz="quarter" idx="11"/>
          </p:nvPr>
        </p:nvSpPr>
        <p:spPr>
          <a:xfrm>
            <a:off x="3328797" y="698373"/>
            <a:ext cx="5544000" cy="5544000"/>
          </a:xfrm>
          <a:prstGeom prst="rect">
            <a:avLst/>
          </a:prstGeom>
        </p:spPr>
        <p:txBody>
          <a:bodyPr/>
          <a:lstStyle/>
          <a:p>
            <a:r>
              <a:rPr lang="en-US" noProof="0"/>
              <a:t>Click icon to add picture</a:t>
            </a:r>
          </a:p>
        </p:txBody>
      </p:sp>
    </p:spTree>
    <p:extLst>
      <p:ext uri="{BB962C8B-B14F-4D97-AF65-F5344CB8AC3E}">
        <p14:creationId xmlns:p14="http://schemas.microsoft.com/office/powerpoint/2010/main" val="1145509892"/>
      </p:ext>
    </p:extLst>
  </p:cSld>
  <p:clrMapOvr>
    <a:masterClrMapping/>
  </p:clrMapOvr>
  <p:transition>
    <p:fade/>
  </p:transition>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lide - Full bleed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A239FF85-CD49-BB35-3695-75C424AD973D}"/>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p>
        </p:txBody>
      </p:sp>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457201" y="5186209"/>
            <a:ext cx="4490721" cy="895983"/>
          </a:xfrm>
          <a:prstGeom prst="rect">
            <a:avLst/>
          </a:prstGeom>
        </p:spPr>
        <p:txBody>
          <a:bodyPr anchor="b" anchorCtr="0">
            <a:noAutofit/>
          </a:bodyPr>
          <a:lstStyle>
            <a:lvl1pPr algn="l">
              <a:lnSpc>
                <a:spcPts val="3200"/>
              </a:lnSpc>
              <a:defRPr sz="3200" b="0">
                <a:solidFill>
                  <a:schemeClr val="accent3"/>
                </a:solidFill>
                <a:latin typeface="Aptos" panose="020B0004020202020204" pitchFamily="34" charset="0"/>
                <a:ea typeface="Open Sans" panose="020B0606030504020204" pitchFamily="34" charset="0"/>
                <a:cs typeface="Calibri Light" panose="020F0302020204030204" pitchFamily="34" charset="0"/>
              </a:defRPr>
            </a:lvl1pPr>
          </a:lstStyle>
          <a:p>
            <a:r>
              <a:rPr lang="en-US" noProof="0"/>
              <a:t>Click to add title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hasCustomPrompt="1"/>
          </p:nvPr>
        </p:nvSpPr>
        <p:spPr>
          <a:xfrm>
            <a:off x="457201" y="6365848"/>
            <a:ext cx="4490721" cy="180000"/>
          </a:xfrm>
          <a:prstGeom prst="rect">
            <a:avLst/>
          </a:prstGeom>
        </p:spPr>
        <p:txBody>
          <a:bodyPr anchor="ctr">
            <a:noAutofit/>
          </a:bodyPr>
          <a:lstStyle>
            <a:lvl1pPr>
              <a:spcAft>
                <a:spcPts val="0"/>
              </a:spcAft>
              <a:defRPr sz="1400" b="1">
                <a:solidFill>
                  <a:schemeClr val="bg1"/>
                </a:solidFill>
                <a:latin typeface="Aptos" panose="020B000402020202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add secondary text</a:t>
            </a:r>
          </a:p>
        </p:txBody>
      </p:sp>
    </p:spTree>
    <p:extLst>
      <p:ext uri="{BB962C8B-B14F-4D97-AF65-F5344CB8AC3E}">
        <p14:creationId xmlns:p14="http://schemas.microsoft.com/office/powerpoint/2010/main" val="1356491856"/>
      </p:ext>
    </p:extLst>
  </p:cSld>
  <p:clrMapOvr>
    <a:masterClrMapping/>
  </p:clrMapOvr>
  <p:transition>
    <p:fade/>
  </p:transition>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ivider - Deloitte Green">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hasCustomPrompt="1"/>
          </p:nvPr>
        </p:nvSpPr>
        <p:spPr bwMode="gray">
          <a:xfrm>
            <a:off x="450000" y="1728217"/>
            <a:ext cx="11304000" cy="1592403"/>
          </a:xfrm>
          <a:prstGeom prst="rect">
            <a:avLst/>
          </a:prstGeom>
        </p:spPr>
        <p:txBody>
          <a:bodyPr vert="horz" anchor="b"/>
          <a:lstStyle>
            <a:lvl1pPr>
              <a:lnSpc>
                <a:spcPct val="95000"/>
              </a:lnSpc>
              <a:defRPr sz="3600" b="1">
                <a:solidFill>
                  <a:schemeClr val="tx1"/>
                </a:solidFill>
                <a:latin typeface="Aptos" panose="020B0004020202020204" pitchFamily="34" charset="0"/>
                <a:ea typeface="Open Sans" panose="020B0606030504020204" pitchFamily="34" charset="0"/>
                <a:cs typeface="Open Sans" panose="020B0606030504020204" pitchFamily="34" charset="0"/>
              </a:defRPr>
            </a:lvl1pPr>
          </a:lstStyle>
          <a:p>
            <a:r>
              <a:rPr lang="en-US" noProof="0"/>
              <a:t>Click to add title</a:t>
            </a:r>
          </a:p>
        </p:txBody>
      </p:sp>
      <p:sp>
        <p:nvSpPr>
          <p:cNvPr id="3" name="Text Placeholder 2"/>
          <p:cNvSpPr>
            <a:spLocks noGrp="1"/>
          </p:cNvSpPr>
          <p:nvPr>
            <p:ph type="body" idx="1" hasCustomPrompt="1"/>
          </p:nvPr>
        </p:nvSpPr>
        <p:spPr bwMode="gray">
          <a:xfrm>
            <a:off x="450000" y="3474720"/>
            <a:ext cx="11304000" cy="1566532"/>
          </a:xfrm>
        </p:spPr>
        <p:txBody>
          <a:bodyPr lIns="0" tIns="0" rIns="0" bIns="0">
            <a:noAutofit/>
          </a:bodyPr>
          <a:lstStyle>
            <a:lvl1pPr marL="0" indent="0">
              <a:lnSpc>
                <a:spcPct val="95000"/>
              </a:lnSpc>
              <a:spcAft>
                <a:spcPts val="0"/>
              </a:spcAft>
              <a:buNone/>
              <a:defRPr sz="3600" b="0">
                <a:solidFill>
                  <a:schemeClr val="tx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add subtitle</a:t>
            </a:r>
          </a:p>
        </p:txBody>
      </p:sp>
      <p:sp>
        <p:nvSpPr>
          <p:cNvPr id="4" name="CaseCode">
            <a:extLst>
              <a:ext uri="{FF2B5EF4-FFF2-40B4-BE49-F238E27FC236}">
                <a16:creationId xmlns:a16="http://schemas.microsoft.com/office/drawing/2014/main" id="{1BDC0FDC-0D9A-61CF-95C8-4BC8540608B8}"/>
              </a:ext>
            </a:extLst>
          </p:cNvPr>
          <p:cNvSpPr txBox="1"/>
          <p:nvPr/>
        </p:nvSpPr>
        <p:spPr>
          <a:xfrm>
            <a:off x="6335184" y="6519673"/>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a:solidFill>
                  <a:schemeClr val="tx1"/>
                </a:solidFill>
                <a:latin typeface="Aptos" panose="020B0004020202020204" pitchFamily="34" charset="0"/>
                <a:cs typeface="Calibri" panose="020F0502020204030204" pitchFamily="34" charset="0"/>
              </a:rPr>
              <a:t>Presentation title</a:t>
            </a:r>
            <a:br>
              <a:rPr lang="en-US" sz="800" noProof="0">
                <a:solidFill>
                  <a:schemeClr val="tx1"/>
                </a:solidFill>
                <a:latin typeface="Aptos" panose="020B0004020202020204" pitchFamily="34" charset="0"/>
                <a:cs typeface="Calibri" panose="020F0502020204030204" pitchFamily="34" charset="0"/>
              </a:rPr>
            </a:br>
            <a:r>
              <a:rPr lang="en-US" sz="800" noProof="0">
                <a:solidFill>
                  <a:schemeClr val="tx1"/>
                </a:solidFill>
                <a:latin typeface="Aptos" panose="020B0004020202020204" pitchFamily="34" charset="0"/>
                <a:cs typeface="Calibri" panose="020F0502020204030204" pitchFamily="34" charset="0"/>
              </a:rPr>
              <a:t>[To edit, click View &gt; Slide Master &gt; Slide Master]</a:t>
            </a:r>
          </a:p>
        </p:txBody>
      </p:sp>
      <p:sp>
        <p:nvSpPr>
          <p:cNvPr id="5" name="Copyright">
            <a:extLst>
              <a:ext uri="{FF2B5EF4-FFF2-40B4-BE49-F238E27FC236}">
                <a16:creationId xmlns:a16="http://schemas.microsoft.com/office/drawing/2014/main" id="{62398D06-C488-9DDB-E248-1C4BC1724227}"/>
              </a:ext>
            </a:extLst>
          </p:cNvPr>
          <p:cNvSpPr txBox="1"/>
          <p:nvPr/>
        </p:nvSpPr>
        <p:spPr>
          <a:xfrm>
            <a:off x="450000" y="6515063"/>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tx1"/>
                </a:solidFill>
                <a:latin typeface="Aptos" panose="020B0004020202020204" pitchFamily="34" charset="0"/>
                <a:cs typeface="Calibri" panose="020F0502020204030204" pitchFamily="34" charset="0"/>
              </a:rPr>
              <a:t>Member firms and DTTL: Insert appropriate copyright</a:t>
            </a:r>
            <a:br>
              <a:rPr lang="en-US" sz="800" noProof="0">
                <a:solidFill>
                  <a:schemeClr val="tx1"/>
                </a:solidFill>
                <a:latin typeface="Aptos" panose="020B0004020202020204" pitchFamily="34" charset="0"/>
                <a:cs typeface="Calibri" panose="020F0502020204030204" pitchFamily="34" charset="0"/>
              </a:rPr>
            </a:br>
            <a:r>
              <a:rPr lang="en-US" sz="800" noProof="0">
                <a:solidFill>
                  <a:schemeClr val="tx1"/>
                </a:solidFill>
                <a:latin typeface="Aptos" panose="020B0004020202020204" pitchFamily="34" charset="0"/>
                <a:cs typeface="Calibri" panose="020F0502020204030204" pitchFamily="34" charset="0"/>
              </a:rPr>
              <a:t>[To edit, click View &gt; Slide Master &gt; Slide Master]</a:t>
            </a:r>
          </a:p>
        </p:txBody>
      </p:sp>
      <p:sp>
        <p:nvSpPr>
          <p:cNvPr id="6" name="TextBox 5">
            <a:extLst>
              <a:ext uri="{FF2B5EF4-FFF2-40B4-BE49-F238E27FC236}">
                <a16:creationId xmlns:a16="http://schemas.microsoft.com/office/drawing/2014/main" id="{ACCA4DFC-A5BD-1CA7-953A-4298BCF3311A}"/>
              </a:ext>
            </a:extLst>
          </p:cNvPr>
          <p:cNvSpPr txBox="1"/>
          <p:nvPr/>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tx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tx1"/>
              </a:solidFill>
              <a:latin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230450388"/>
      </p:ext>
    </p:extLst>
  </p:cSld>
  <p:clrMapOvr>
    <a:masterClrMapping/>
  </p:clrMapOvr>
  <p:transition>
    <p:fade/>
  </p:transition>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ivider - Deloitte Accessible Green">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hasCustomPrompt="1"/>
          </p:nvPr>
        </p:nvSpPr>
        <p:spPr bwMode="gray">
          <a:xfrm>
            <a:off x="450000" y="1728217"/>
            <a:ext cx="11304000" cy="1592403"/>
          </a:xfrm>
          <a:prstGeom prst="rect">
            <a:avLst/>
          </a:prstGeom>
        </p:spPr>
        <p:txBody>
          <a:bodyPr vert="horz" anchor="b"/>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r>
              <a:rPr lang="en-US" noProof="0"/>
              <a:t>Click to add title</a:t>
            </a:r>
          </a:p>
        </p:txBody>
      </p:sp>
      <p:sp>
        <p:nvSpPr>
          <p:cNvPr id="3" name="Text Placeholder 2"/>
          <p:cNvSpPr>
            <a:spLocks noGrp="1"/>
          </p:cNvSpPr>
          <p:nvPr>
            <p:ph type="body" idx="1" hasCustomPrompt="1"/>
          </p:nvPr>
        </p:nvSpPr>
        <p:spPr bwMode="gray">
          <a:xfrm>
            <a:off x="450000" y="3474720"/>
            <a:ext cx="11304000" cy="1566532"/>
          </a:xfrm>
        </p:spPr>
        <p:txBody>
          <a:bodyPr lIns="0" tIns="0" rIns="0" bIns="0">
            <a:noAutofit/>
          </a:bodyPr>
          <a:lstStyle>
            <a:lvl1pPr marL="0" indent="0">
              <a:lnSpc>
                <a:spcPct val="95000"/>
              </a:lnSpc>
              <a:spcAft>
                <a:spcPts val="0"/>
              </a:spcAft>
              <a:buNone/>
              <a:defRPr sz="3600" b="0">
                <a:solidFill>
                  <a:schemeClr val="bg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add subtitle</a:t>
            </a:r>
          </a:p>
        </p:txBody>
      </p:sp>
      <p:sp>
        <p:nvSpPr>
          <p:cNvPr id="4" name="CaseCode">
            <a:extLst>
              <a:ext uri="{FF2B5EF4-FFF2-40B4-BE49-F238E27FC236}">
                <a16:creationId xmlns:a16="http://schemas.microsoft.com/office/drawing/2014/main" id="{1BDC0FDC-0D9A-61CF-95C8-4BC8540608B8}"/>
              </a:ext>
            </a:extLst>
          </p:cNvPr>
          <p:cNvSpPr txBox="1"/>
          <p:nvPr/>
        </p:nvSpPr>
        <p:spPr>
          <a:xfrm>
            <a:off x="6335184" y="6519673"/>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Presentation title</a:t>
            </a:r>
            <a:br>
              <a:rPr lang="en-US" sz="800" noProof="0">
                <a:solidFill>
                  <a:schemeClr val="bg1"/>
                </a:solidFill>
                <a:latin typeface="Aptos" panose="020B0004020202020204" pitchFamily="34" charset="0"/>
                <a:cs typeface="Calibri" panose="020F0502020204030204" pitchFamily="34" charset="0"/>
              </a:rPr>
            </a:br>
            <a:r>
              <a:rPr lang="en-US" sz="800" noProof="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5" name="Copyright">
            <a:extLst>
              <a:ext uri="{FF2B5EF4-FFF2-40B4-BE49-F238E27FC236}">
                <a16:creationId xmlns:a16="http://schemas.microsoft.com/office/drawing/2014/main" id="{62398D06-C488-9DDB-E248-1C4BC1724227}"/>
              </a:ext>
            </a:extLst>
          </p:cNvPr>
          <p:cNvSpPr txBox="1"/>
          <p:nvPr/>
        </p:nvSpPr>
        <p:spPr>
          <a:xfrm>
            <a:off x="450000" y="6515063"/>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Member firms and DTTL: Insert appropriate copyright</a:t>
            </a:r>
            <a:br>
              <a:rPr lang="en-US" sz="800" noProof="0">
                <a:solidFill>
                  <a:schemeClr val="bg1"/>
                </a:solidFill>
                <a:latin typeface="Aptos" panose="020B0004020202020204" pitchFamily="34" charset="0"/>
                <a:cs typeface="Calibri" panose="020F0502020204030204" pitchFamily="34" charset="0"/>
              </a:rPr>
            </a:br>
            <a:r>
              <a:rPr lang="en-US" sz="800" noProof="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6" name="TextBox 5">
            <a:extLst>
              <a:ext uri="{FF2B5EF4-FFF2-40B4-BE49-F238E27FC236}">
                <a16:creationId xmlns:a16="http://schemas.microsoft.com/office/drawing/2014/main" id="{ACCA4DFC-A5BD-1CA7-953A-4298BCF3311A}"/>
              </a:ext>
            </a:extLst>
          </p:cNvPr>
          <p:cNvSpPr txBox="1"/>
          <p:nvPr/>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1360768532"/>
      </p:ext>
    </p:extLst>
  </p:cSld>
  <p:clrMapOvr>
    <a:masterClrMapping/>
  </p:clrMapOvr>
  <p:transition>
    <p:fade/>
  </p:transition>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ivider - Deloitte Accessible Teal">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450000" y="1728217"/>
            <a:ext cx="11304000" cy="1592403"/>
          </a:xfrm>
          <a:prstGeom prst="rect">
            <a:avLst/>
          </a:prstGeom>
        </p:spPr>
        <p:txBody>
          <a:bodyPr anchor="b"/>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r>
              <a:rPr lang="en-US" noProof="0"/>
              <a:t>Click to add title</a:t>
            </a:r>
          </a:p>
        </p:txBody>
      </p:sp>
      <p:sp>
        <p:nvSpPr>
          <p:cNvPr id="3" name="Text Placeholder 2"/>
          <p:cNvSpPr>
            <a:spLocks noGrp="1"/>
          </p:cNvSpPr>
          <p:nvPr>
            <p:ph type="body" idx="1" hasCustomPrompt="1"/>
          </p:nvPr>
        </p:nvSpPr>
        <p:spPr bwMode="gray">
          <a:xfrm>
            <a:off x="450000" y="3474720"/>
            <a:ext cx="11304000" cy="1566532"/>
          </a:xfrm>
        </p:spPr>
        <p:txBody>
          <a:bodyPr lIns="0" tIns="0" rIns="0" bIns="0">
            <a:noAutofit/>
          </a:bodyPr>
          <a:lstStyle>
            <a:lvl1pPr marL="0" indent="0">
              <a:lnSpc>
                <a:spcPct val="95000"/>
              </a:lnSpc>
              <a:spcAft>
                <a:spcPts val="0"/>
              </a:spcAft>
              <a:buNone/>
              <a:defRPr sz="3600" b="0">
                <a:solidFill>
                  <a:schemeClr val="bg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add subtitle</a:t>
            </a:r>
          </a:p>
        </p:txBody>
      </p:sp>
      <p:sp>
        <p:nvSpPr>
          <p:cNvPr id="4" name="CaseCode">
            <a:extLst>
              <a:ext uri="{FF2B5EF4-FFF2-40B4-BE49-F238E27FC236}">
                <a16:creationId xmlns:a16="http://schemas.microsoft.com/office/drawing/2014/main" id="{0B944744-9AF8-6F57-762F-A053E0C75A9F}"/>
              </a:ext>
            </a:extLst>
          </p:cNvPr>
          <p:cNvSpPr txBox="1"/>
          <p:nvPr/>
        </p:nvSpPr>
        <p:spPr>
          <a:xfrm>
            <a:off x="6335184" y="6519673"/>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Presentation title</a:t>
            </a:r>
            <a:br>
              <a:rPr lang="en-US" sz="800" noProof="0">
                <a:solidFill>
                  <a:schemeClr val="bg1"/>
                </a:solidFill>
                <a:latin typeface="Aptos" panose="020B0004020202020204" pitchFamily="34" charset="0"/>
                <a:cs typeface="Calibri" panose="020F0502020204030204" pitchFamily="34" charset="0"/>
              </a:rPr>
            </a:br>
            <a:r>
              <a:rPr lang="en-US" sz="800" noProof="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5" name="Copyright">
            <a:extLst>
              <a:ext uri="{FF2B5EF4-FFF2-40B4-BE49-F238E27FC236}">
                <a16:creationId xmlns:a16="http://schemas.microsoft.com/office/drawing/2014/main" id="{18261861-238E-430B-0948-A0CBE15D5638}"/>
              </a:ext>
            </a:extLst>
          </p:cNvPr>
          <p:cNvSpPr txBox="1"/>
          <p:nvPr/>
        </p:nvSpPr>
        <p:spPr>
          <a:xfrm>
            <a:off x="450000" y="6515063"/>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Member firms and DTTL: Insert appropriate copyright</a:t>
            </a:r>
            <a:br>
              <a:rPr lang="en-US" sz="800" noProof="0">
                <a:solidFill>
                  <a:schemeClr val="bg1"/>
                </a:solidFill>
                <a:latin typeface="Aptos" panose="020B0004020202020204" pitchFamily="34" charset="0"/>
                <a:cs typeface="Calibri" panose="020F0502020204030204" pitchFamily="34" charset="0"/>
              </a:rPr>
            </a:br>
            <a:r>
              <a:rPr lang="en-US" sz="800" noProof="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6" name="TextBox 5">
            <a:extLst>
              <a:ext uri="{FF2B5EF4-FFF2-40B4-BE49-F238E27FC236}">
                <a16:creationId xmlns:a16="http://schemas.microsoft.com/office/drawing/2014/main" id="{37D898DC-2E31-6A58-EC79-6DD0ED09A0D8}"/>
              </a:ext>
            </a:extLst>
          </p:cNvPr>
          <p:cNvSpPr txBox="1"/>
          <p:nvPr/>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1094399694"/>
      </p:ext>
    </p:extLst>
  </p:cSld>
  <p:clrMapOvr>
    <a:masterClrMapping/>
  </p:clrMapOvr>
  <p:transition>
    <p:fade/>
  </p:transition>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ivider - Deloitte Accessible Blue">
    <p:spTree>
      <p:nvGrpSpPr>
        <p:cNvPr id="1" name=""/>
        <p:cNvGrpSpPr/>
        <p:nvPr/>
      </p:nvGrpSpPr>
      <p:grpSpPr>
        <a:xfrm>
          <a:off x="0" y="0"/>
          <a:ext cx="0" cy="0"/>
          <a:chOff x="0" y="0"/>
          <a:chExt cx="0" cy="0"/>
        </a:xfrm>
      </p:grpSpPr>
      <p:sp>
        <p:nvSpPr>
          <p:cNvPr id="18" name="Title 1"/>
          <p:cNvSpPr>
            <a:spLocks noGrp="1"/>
          </p:cNvSpPr>
          <p:nvPr>
            <p:ph type="title" hasCustomPrompt="1"/>
          </p:nvPr>
        </p:nvSpPr>
        <p:spPr bwMode="gray">
          <a:xfrm>
            <a:off x="450000" y="1728217"/>
            <a:ext cx="11304000" cy="1592403"/>
          </a:xfrm>
          <a:prstGeom prst="rect">
            <a:avLst/>
          </a:prstGeom>
        </p:spPr>
        <p:txBody>
          <a:bodyPr anchor="b"/>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r>
              <a:rPr lang="en-US" noProof="0"/>
              <a:t>Click to add title</a:t>
            </a:r>
          </a:p>
        </p:txBody>
      </p:sp>
      <p:sp>
        <p:nvSpPr>
          <p:cNvPr id="19" name="Text Placeholder 2"/>
          <p:cNvSpPr>
            <a:spLocks noGrp="1"/>
          </p:cNvSpPr>
          <p:nvPr>
            <p:ph type="body" idx="1" hasCustomPrompt="1"/>
          </p:nvPr>
        </p:nvSpPr>
        <p:spPr bwMode="gray">
          <a:xfrm>
            <a:off x="450000" y="3474720"/>
            <a:ext cx="11304000" cy="1566532"/>
          </a:xfrm>
        </p:spPr>
        <p:txBody>
          <a:bodyPr lIns="0" tIns="0" rIns="0" bIns="0">
            <a:noAutofit/>
          </a:bodyPr>
          <a:lstStyle>
            <a:lvl1pPr marL="0" indent="0">
              <a:lnSpc>
                <a:spcPct val="95000"/>
              </a:lnSpc>
              <a:spcAft>
                <a:spcPts val="0"/>
              </a:spcAft>
              <a:buNone/>
              <a:defRPr sz="3600" b="0">
                <a:solidFill>
                  <a:schemeClr val="bg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add subtitle</a:t>
            </a:r>
          </a:p>
        </p:txBody>
      </p:sp>
      <p:sp>
        <p:nvSpPr>
          <p:cNvPr id="2" name="CaseCode">
            <a:extLst>
              <a:ext uri="{FF2B5EF4-FFF2-40B4-BE49-F238E27FC236}">
                <a16:creationId xmlns:a16="http://schemas.microsoft.com/office/drawing/2014/main" id="{93E04509-01E9-4BE4-AE15-9290E9B2F0D8}"/>
              </a:ext>
            </a:extLst>
          </p:cNvPr>
          <p:cNvSpPr txBox="1"/>
          <p:nvPr/>
        </p:nvSpPr>
        <p:spPr>
          <a:xfrm>
            <a:off x="6335184" y="6519673"/>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Presentation title</a:t>
            </a:r>
            <a:br>
              <a:rPr lang="en-US" sz="800" noProof="0">
                <a:solidFill>
                  <a:schemeClr val="bg1"/>
                </a:solidFill>
                <a:latin typeface="Aptos" panose="020B0004020202020204" pitchFamily="34" charset="0"/>
                <a:cs typeface="Calibri" panose="020F0502020204030204" pitchFamily="34" charset="0"/>
              </a:rPr>
            </a:br>
            <a:r>
              <a:rPr lang="en-US" sz="800" noProof="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3" name="Copyright">
            <a:extLst>
              <a:ext uri="{FF2B5EF4-FFF2-40B4-BE49-F238E27FC236}">
                <a16:creationId xmlns:a16="http://schemas.microsoft.com/office/drawing/2014/main" id="{38C37415-08C8-FC74-7EF5-541DF408E704}"/>
              </a:ext>
            </a:extLst>
          </p:cNvPr>
          <p:cNvSpPr txBox="1"/>
          <p:nvPr/>
        </p:nvSpPr>
        <p:spPr>
          <a:xfrm>
            <a:off x="450000" y="6515063"/>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Member firms and DTTL: Insert appropriate copyright</a:t>
            </a:r>
            <a:br>
              <a:rPr lang="en-US" sz="800" noProof="0">
                <a:solidFill>
                  <a:schemeClr val="bg1"/>
                </a:solidFill>
                <a:latin typeface="Aptos" panose="020B0004020202020204" pitchFamily="34" charset="0"/>
                <a:cs typeface="Calibri" panose="020F0502020204030204" pitchFamily="34" charset="0"/>
              </a:rPr>
            </a:br>
            <a:r>
              <a:rPr lang="en-US" sz="800" noProof="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4" name="TextBox 3">
            <a:extLst>
              <a:ext uri="{FF2B5EF4-FFF2-40B4-BE49-F238E27FC236}">
                <a16:creationId xmlns:a16="http://schemas.microsoft.com/office/drawing/2014/main" id="{6656F94D-2DC7-60DE-BF1B-B69859E827D9}"/>
              </a:ext>
            </a:extLst>
          </p:cNvPr>
          <p:cNvSpPr txBox="1"/>
          <p:nvPr/>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3598585030"/>
      </p:ext>
    </p:extLst>
  </p:cSld>
  <p:clrMapOvr>
    <a:masterClrMapping/>
  </p:clrMapOvr>
  <p:transition>
    <p:fade/>
  </p:transition>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ivider - Deloitte Black">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D903953-236A-7A85-C86D-21E60D826762}"/>
              </a:ext>
            </a:extLst>
          </p:cNvPr>
          <p:cNvGraphicFramePr>
            <a:graphicFrameLocks noChangeAspect="1"/>
          </p:cNvGraphicFramePr>
          <p:nvPr>
            <p:custDataLst>
              <p:tags r:id="rId1"/>
            </p:custDataLst>
            <p:extLst>
              <p:ext uri="{D42A27DB-BD31-4B8C-83A1-F6EECF244321}">
                <p14:modId xmlns:p14="http://schemas.microsoft.com/office/powerpoint/2010/main" val="26596067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D903953-236A-7A85-C86D-21E60D826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hasCustomPrompt="1"/>
          </p:nvPr>
        </p:nvSpPr>
        <p:spPr bwMode="gray">
          <a:xfrm>
            <a:off x="450000" y="1728217"/>
            <a:ext cx="11304000" cy="1592403"/>
          </a:xfrm>
          <a:prstGeom prst="rect">
            <a:avLst/>
          </a:prstGeom>
        </p:spPr>
        <p:txBody>
          <a:bodyPr vert="horz" anchor="b"/>
          <a:lstStyle>
            <a:lvl1pPr>
              <a:lnSpc>
                <a:spcPct val="95000"/>
              </a:lnSpc>
              <a:defRPr sz="3600" b="1">
                <a:solidFill>
                  <a:schemeClr val="bg1"/>
                </a:solidFill>
                <a:latin typeface="Aptos" panose="020B0004020202020204" pitchFamily="34" charset="0"/>
                <a:ea typeface="Open Sans" panose="020B0606030504020204" pitchFamily="34" charset="0"/>
                <a:cs typeface="Open Sans" panose="020B0606030504020204" pitchFamily="34" charset="0"/>
              </a:defRPr>
            </a:lvl1pPr>
          </a:lstStyle>
          <a:p>
            <a:r>
              <a:rPr lang="en-US" noProof="0"/>
              <a:t>Click to add title</a:t>
            </a:r>
          </a:p>
        </p:txBody>
      </p:sp>
      <p:sp>
        <p:nvSpPr>
          <p:cNvPr id="3" name="Text Placeholder 2"/>
          <p:cNvSpPr>
            <a:spLocks noGrp="1"/>
          </p:cNvSpPr>
          <p:nvPr>
            <p:ph type="body" idx="1" hasCustomPrompt="1"/>
          </p:nvPr>
        </p:nvSpPr>
        <p:spPr bwMode="gray">
          <a:xfrm>
            <a:off x="450000" y="3474720"/>
            <a:ext cx="11304000" cy="1566532"/>
          </a:xfrm>
        </p:spPr>
        <p:txBody>
          <a:bodyPr lIns="0" tIns="0" rIns="0" bIns="0">
            <a:noAutofit/>
          </a:bodyPr>
          <a:lstStyle>
            <a:lvl1pPr marL="0" indent="0">
              <a:lnSpc>
                <a:spcPct val="95000"/>
              </a:lnSpc>
              <a:spcAft>
                <a:spcPts val="0"/>
              </a:spcAft>
              <a:buNone/>
              <a:defRPr sz="3600" b="0">
                <a:solidFill>
                  <a:schemeClr val="bg1"/>
                </a:solidFill>
                <a:latin typeface="Aptos" panose="020B0004020202020204" pitchFamily="34" charset="0"/>
              </a:defRPr>
            </a:lvl1pPr>
            <a:lvl2pPr marL="457189" indent="0">
              <a:buNone/>
              <a:defRPr sz="2000">
                <a:solidFill>
                  <a:schemeClr val="tx1">
                    <a:tint val="75000"/>
                  </a:schemeClr>
                </a:solidFill>
              </a:defRPr>
            </a:lvl2pPr>
            <a:lvl3pPr marL="914378"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2"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noProof="0"/>
              <a:t>Click to add subtitle</a:t>
            </a:r>
          </a:p>
        </p:txBody>
      </p:sp>
      <p:sp>
        <p:nvSpPr>
          <p:cNvPr id="4" name="CaseCode">
            <a:extLst>
              <a:ext uri="{FF2B5EF4-FFF2-40B4-BE49-F238E27FC236}">
                <a16:creationId xmlns:a16="http://schemas.microsoft.com/office/drawing/2014/main" id="{1BDC0FDC-0D9A-61CF-95C8-4BC8540608B8}"/>
              </a:ext>
            </a:extLst>
          </p:cNvPr>
          <p:cNvSpPr txBox="1"/>
          <p:nvPr/>
        </p:nvSpPr>
        <p:spPr>
          <a:xfrm>
            <a:off x="6335184" y="6519673"/>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Presentation title</a:t>
            </a:r>
            <a:br>
              <a:rPr lang="en-US" sz="800" noProof="0">
                <a:solidFill>
                  <a:schemeClr val="bg1"/>
                </a:solidFill>
                <a:latin typeface="Aptos" panose="020B0004020202020204" pitchFamily="34" charset="0"/>
                <a:cs typeface="Calibri" panose="020F0502020204030204" pitchFamily="34" charset="0"/>
              </a:rPr>
            </a:br>
            <a:r>
              <a:rPr lang="en-US" sz="800" noProof="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5" name="Copyright">
            <a:extLst>
              <a:ext uri="{FF2B5EF4-FFF2-40B4-BE49-F238E27FC236}">
                <a16:creationId xmlns:a16="http://schemas.microsoft.com/office/drawing/2014/main" id="{62398D06-C488-9DDB-E248-1C4BC1724227}"/>
              </a:ext>
            </a:extLst>
          </p:cNvPr>
          <p:cNvSpPr txBox="1"/>
          <p:nvPr/>
        </p:nvSpPr>
        <p:spPr>
          <a:xfrm>
            <a:off x="450000" y="6515063"/>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Member firms and DTTL: Insert appropriate copyright</a:t>
            </a:r>
            <a:br>
              <a:rPr lang="en-US" sz="800" noProof="0">
                <a:solidFill>
                  <a:schemeClr val="bg1"/>
                </a:solidFill>
                <a:latin typeface="Aptos" panose="020B0004020202020204" pitchFamily="34" charset="0"/>
                <a:cs typeface="Calibri" panose="020F0502020204030204" pitchFamily="34" charset="0"/>
              </a:rPr>
            </a:br>
            <a:r>
              <a:rPr lang="en-US" sz="800" noProof="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6" name="TextBox 5">
            <a:extLst>
              <a:ext uri="{FF2B5EF4-FFF2-40B4-BE49-F238E27FC236}">
                <a16:creationId xmlns:a16="http://schemas.microsoft.com/office/drawing/2014/main" id="{ACCA4DFC-A5BD-1CA7-953A-4298BCF3311A}"/>
              </a:ext>
            </a:extLst>
          </p:cNvPr>
          <p:cNvSpPr txBox="1"/>
          <p:nvPr/>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1806703433"/>
      </p:ext>
    </p:extLst>
  </p:cSld>
  <p:clrMapOvr>
    <a:masterClrMapping/>
  </p:clrMapOvr>
  <p:transition>
    <p:fade/>
  </p:transition>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Divider slide with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2AA0174D-B09C-4960-94D1-79FD4D04BDFB}"/>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p>
        </p:txBody>
      </p:sp>
      <p:sp>
        <p:nvSpPr>
          <p:cNvPr id="5" name="Text Placeholder 4">
            <a:extLst>
              <a:ext uri="{FF2B5EF4-FFF2-40B4-BE49-F238E27FC236}">
                <a16:creationId xmlns:a16="http://schemas.microsoft.com/office/drawing/2014/main" id="{E696C364-9ED6-42C4-8FC2-1F9C6CB1656D}"/>
              </a:ext>
            </a:extLst>
          </p:cNvPr>
          <p:cNvSpPr>
            <a:spLocks noGrp="1"/>
          </p:cNvSpPr>
          <p:nvPr>
            <p:ph type="body" sz="quarter" idx="12" hasCustomPrompt="1"/>
          </p:nvPr>
        </p:nvSpPr>
        <p:spPr>
          <a:xfrm>
            <a:off x="450000" y="366547"/>
            <a:ext cx="5778080" cy="484791"/>
          </a:xfrm>
        </p:spPr>
        <p:txBody>
          <a:bodyPr>
            <a:noAutofit/>
          </a:bodyPr>
          <a:lstStyle>
            <a:lvl1pPr>
              <a:defRPr sz="3200" b="1">
                <a:latin typeface="Aptos" panose="020B0004020202020204" pitchFamily="34" charset="0"/>
              </a:defRPr>
            </a:lvl1pPr>
            <a:lvl2pPr>
              <a:defRPr sz="3200" b="1">
                <a:latin typeface="+mj-lt"/>
              </a:defRPr>
            </a:lvl2pPr>
            <a:lvl3pPr>
              <a:defRPr sz="3200" b="1">
                <a:latin typeface="+mj-lt"/>
              </a:defRPr>
            </a:lvl3pPr>
            <a:lvl4pPr>
              <a:defRPr sz="3200" b="1">
                <a:latin typeface="+mj-lt"/>
              </a:defRPr>
            </a:lvl4pPr>
            <a:lvl5pPr>
              <a:defRPr sz="3200" b="1">
                <a:latin typeface="+mj-lt"/>
              </a:defRPr>
            </a:lvl5pPr>
          </a:lstStyle>
          <a:p>
            <a:pPr lvl="0"/>
            <a:r>
              <a:rPr lang="en-US"/>
              <a:t>Click to add title</a:t>
            </a:r>
          </a:p>
        </p:txBody>
      </p:sp>
      <p:sp>
        <p:nvSpPr>
          <p:cNvPr id="6" name="Text Placeholder 4">
            <a:extLst>
              <a:ext uri="{FF2B5EF4-FFF2-40B4-BE49-F238E27FC236}">
                <a16:creationId xmlns:a16="http://schemas.microsoft.com/office/drawing/2014/main" id="{AD421831-C244-4DE0-8DE2-755D7D7315B9}"/>
              </a:ext>
            </a:extLst>
          </p:cNvPr>
          <p:cNvSpPr>
            <a:spLocks noGrp="1"/>
          </p:cNvSpPr>
          <p:nvPr>
            <p:ph type="body" sz="quarter" idx="13" hasCustomPrompt="1"/>
          </p:nvPr>
        </p:nvSpPr>
        <p:spPr>
          <a:xfrm>
            <a:off x="450000" y="851339"/>
            <a:ext cx="5465380" cy="863162"/>
          </a:xfrm>
        </p:spPr>
        <p:txBody>
          <a:bodyPr>
            <a:noAutofit/>
          </a:bodyPr>
          <a:lstStyle>
            <a:lvl1pPr>
              <a:defRPr sz="3200" b="0">
                <a:latin typeface="Aptos" panose="020B0004020202020204" pitchFamily="34" charset="0"/>
              </a:defRPr>
            </a:lvl1pPr>
            <a:lvl2pPr>
              <a:defRPr sz="3200" b="1">
                <a:latin typeface="+mj-lt"/>
              </a:defRPr>
            </a:lvl2pPr>
            <a:lvl3pPr>
              <a:defRPr sz="3200" b="1">
                <a:latin typeface="+mj-lt"/>
              </a:defRPr>
            </a:lvl3pPr>
            <a:lvl4pPr>
              <a:defRPr sz="3200" b="1">
                <a:latin typeface="+mj-lt"/>
              </a:defRPr>
            </a:lvl4pPr>
            <a:lvl5pPr>
              <a:defRPr sz="3200" b="1">
                <a:latin typeface="+mj-lt"/>
              </a:defRPr>
            </a:lvl5pPr>
          </a:lstStyle>
          <a:p>
            <a:pPr lvl="0"/>
            <a:r>
              <a:rPr lang="en-US"/>
              <a:t>Click to add subtitle</a:t>
            </a:r>
          </a:p>
        </p:txBody>
      </p:sp>
    </p:spTree>
    <p:extLst>
      <p:ext uri="{BB962C8B-B14F-4D97-AF65-F5344CB8AC3E}">
        <p14:creationId xmlns:p14="http://schemas.microsoft.com/office/powerpoint/2010/main" val="441397928"/>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96593EEB-1CDC-4080-8C11-602DEAE1026D}"/>
              </a:ext>
            </a:extLst>
          </p:cNvPr>
          <p:cNvSpPr>
            <a:spLocks noGrp="1"/>
          </p:cNvSpPr>
          <p:nvPr>
            <p:ph type="title" hasCustomPrompt="1"/>
          </p:nvPr>
        </p:nvSpPr>
        <p:spPr>
          <a:xfrm>
            <a:off x="450000" y="345992"/>
            <a:ext cx="11304000" cy="342000"/>
          </a:xfrm>
          <a:prstGeom prst="rect">
            <a:avLst/>
          </a:prstGeom>
        </p:spPr>
        <p:txBody>
          <a:bodyPr vert="horz" lIns="0" tIns="0" rIns="0" bIns="0" rtlCol="0" anchor="t" anchorCtr="0">
            <a:noAutofit/>
          </a:bodyPr>
          <a:lstStyle>
            <a:lvl1pPr>
              <a:defRPr sz="2100">
                <a:latin typeface="Aptos" panose="020B0004020202020204" pitchFamily="34" charset="0"/>
              </a:defRPr>
            </a:lvl1pPr>
          </a:lstStyle>
          <a:p>
            <a:r>
              <a:rPr lang="en-US"/>
              <a:t>Click to add title</a:t>
            </a:r>
          </a:p>
        </p:txBody>
      </p:sp>
    </p:spTree>
    <p:extLst>
      <p:ext uri="{BB962C8B-B14F-4D97-AF65-F5344CB8AC3E}">
        <p14:creationId xmlns:p14="http://schemas.microsoft.com/office/powerpoint/2010/main" val="2288830126"/>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subtitle">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B05972C-4EB5-02E5-D3B3-796AF5ABC9A4}"/>
              </a:ext>
            </a:extLst>
          </p:cNvPr>
          <p:cNvGraphicFramePr>
            <a:graphicFrameLocks noChangeAspect="1"/>
          </p:cNvGraphicFramePr>
          <p:nvPr>
            <p:custDataLst>
              <p:tags r:id="rId1"/>
            </p:custDataLst>
            <p:extLst>
              <p:ext uri="{D42A27DB-BD31-4B8C-83A1-F6EECF244321}">
                <p14:modId xmlns:p14="http://schemas.microsoft.com/office/powerpoint/2010/main" val="31067857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FB05972C-4EB5-02E5-D3B3-796AF5ABC9A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Text Placeholder 8">
            <a:extLst>
              <a:ext uri="{FF2B5EF4-FFF2-40B4-BE49-F238E27FC236}">
                <a16:creationId xmlns:a16="http://schemas.microsoft.com/office/drawing/2014/main" id="{8A9CD2DA-AA83-4DCB-8501-DE5878CC0B8A}"/>
              </a:ext>
            </a:extLst>
          </p:cNvPr>
          <p:cNvSpPr>
            <a:spLocks noGrp="1"/>
          </p:cNvSpPr>
          <p:nvPr>
            <p:ph type="body" sz="quarter" idx="13" hasCustomPrompt="1"/>
          </p:nvPr>
        </p:nvSpPr>
        <p:spPr>
          <a:xfrm>
            <a:off x="450000" y="684000"/>
            <a:ext cx="11304000"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a:t>Click to add subtitle</a:t>
            </a:r>
          </a:p>
        </p:txBody>
      </p:sp>
      <p:sp>
        <p:nvSpPr>
          <p:cNvPr id="4" name="Title Placeholder 1">
            <a:extLst>
              <a:ext uri="{FF2B5EF4-FFF2-40B4-BE49-F238E27FC236}">
                <a16:creationId xmlns:a16="http://schemas.microsoft.com/office/drawing/2014/main" id="{2567164D-98D6-14DE-1654-8043100211A0}"/>
              </a:ext>
            </a:extLst>
          </p:cNvPr>
          <p:cNvSpPr>
            <a:spLocks noGrp="1"/>
          </p:cNvSpPr>
          <p:nvPr>
            <p:ph type="title" hasCustomPrompt="1"/>
          </p:nvPr>
        </p:nvSpPr>
        <p:spPr>
          <a:xfrm>
            <a:off x="450000" y="345992"/>
            <a:ext cx="11304000"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a:t>Click to add title</a:t>
            </a:r>
          </a:p>
        </p:txBody>
      </p:sp>
    </p:spTree>
    <p:extLst>
      <p:ext uri="{BB962C8B-B14F-4D97-AF65-F5344CB8AC3E}">
        <p14:creationId xmlns:p14="http://schemas.microsoft.com/office/powerpoint/2010/main" val="3310547390"/>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subtitle, 1 column ">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F85DDA7-785E-780B-BC9A-4216E2C1F393}"/>
              </a:ext>
            </a:extLst>
          </p:cNvPr>
          <p:cNvGraphicFramePr>
            <a:graphicFrameLocks noChangeAspect="1"/>
          </p:cNvGraphicFramePr>
          <p:nvPr>
            <p:custDataLst>
              <p:tags r:id="rId1"/>
            </p:custDataLst>
            <p:extLst>
              <p:ext uri="{D42A27DB-BD31-4B8C-83A1-F6EECF244321}">
                <p14:modId xmlns:p14="http://schemas.microsoft.com/office/powerpoint/2010/main" val="38184765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3" name="think-cell data - do not delete" hidden="1">
                        <a:extLst>
                          <a:ext uri="{FF2B5EF4-FFF2-40B4-BE49-F238E27FC236}">
                            <a16:creationId xmlns:a16="http://schemas.microsoft.com/office/drawing/2014/main" id="{CF85DDA7-785E-780B-BC9A-4216E2C1F3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Text Placeholder 8">
            <a:extLst>
              <a:ext uri="{FF2B5EF4-FFF2-40B4-BE49-F238E27FC236}">
                <a16:creationId xmlns:a16="http://schemas.microsoft.com/office/drawing/2014/main" id="{463DAA5C-077F-FE00-63CE-03BEF637C37E}"/>
              </a:ext>
            </a:extLst>
          </p:cNvPr>
          <p:cNvSpPr>
            <a:spLocks noGrp="1"/>
          </p:cNvSpPr>
          <p:nvPr>
            <p:ph type="body" sz="quarter" idx="13" hasCustomPrompt="1"/>
          </p:nvPr>
        </p:nvSpPr>
        <p:spPr>
          <a:xfrm>
            <a:off x="450000" y="684000"/>
            <a:ext cx="11304000"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a:t>Click to add subtitle</a:t>
            </a:r>
          </a:p>
        </p:txBody>
      </p:sp>
      <p:sp>
        <p:nvSpPr>
          <p:cNvPr id="5" name="Title Placeholder 1">
            <a:extLst>
              <a:ext uri="{FF2B5EF4-FFF2-40B4-BE49-F238E27FC236}">
                <a16:creationId xmlns:a16="http://schemas.microsoft.com/office/drawing/2014/main" id="{06929E50-6BC7-6A16-7F97-75FA3937A2C8}"/>
              </a:ext>
            </a:extLst>
          </p:cNvPr>
          <p:cNvSpPr>
            <a:spLocks noGrp="1"/>
          </p:cNvSpPr>
          <p:nvPr>
            <p:ph type="title" hasCustomPrompt="1"/>
          </p:nvPr>
        </p:nvSpPr>
        <p:spPr>
          <a:xfrm>
            <a:off x="450000" y="345992"/>
            <a:ext cx="11304000"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a:t>Click to add title</a:t>
            </a:r>
          </a:p>
        </p:txBody>
      </p:sp>
      <p:sp>
        <p:nvSpPr>
          <p:cNvPr id="6" name="Text Placeholder 18">
            <a:extLst>
              <a:ext uri="{FF2B5EF4-FFF2-40B4-BE49-F238E27FC236}">
                <a16:creationId xmlns:a16="http://schemas.microsoft.com/office/drawing/2014/main" id="{7A91D16B-BB64-A40E-E0AF-EBC7EE7F2F08}"/>
              </a:ext>
            </a:extLst>
          </p:cNvPr>
          <p:cNvSpPr>
            <a:spLocks noGrp="1"/>
          </p:cNvSpPr>
          <p:nvPr>
            <p:ph idx="1" hasCustomPrompt="1"/>
          </p:nvPr>
        </p:nvSpPr>
        <p:spPr>
          <a:xfrm>
            <a:off x="450000" y="1714499"/>
            <a:ext cx="11304000" cy="4644000"/>
          </a:xfrm>
          <a:prstGeom prst="rect">
            <a:avLst/>
          </a:prstGeom>
        </p:spPr>
        <p:txBody>
          <a:bodyPr vert="horz" lIns="0" tIns="0" rIns="0" bIns="0" rtlCol="0">
            <a:noAutofit/>
          </a:bodyPr>
          <a:lstStyle>
            <a:lvl1pPr>
              <a:spcBef>
                <a:spcPts val="200"/>
              </a:spcBef>
              <a:spcAft>
                <a:spcPts val="200"/>
              </a:spcAft>
              <a:defRPr>
                <a:latin typeface="Aptos" panose="020B0004020202020204" pitchFamily="34" charset="0"/>
              </a:defRPr>
            </a:lvl1pPr>
            <a:lvl2pPr>
              <a:spcBef>
                <a:spcPts val="200"/>
              </a:spcBef>
              <a:spcAft>
                <a:spcPts val="200"/>
              </a:spcAft>
              <a:defRPr>
                <a:latin typeface="Aptos" panose="020B0004020202020204" pitchFamily="34" charset="0"/>
              </a:defRPr>
            </a:lvl2pPr>
            <a:lvl3pPr>
              <a:spcBef>
                <a:spcPts val="200"/>
              </a:spcBef>
              <a:spcAft>
                <a:spcPts val="200"/>
              </a:spcAft>
              <a:defRPr>
                <a:latin typeface="Aptos" panose="020B0004020202020204" pitchFamily="34" charset="0"/>
              </a:defRPr>
            </a:lvl3pPr>
            <a:lvl4pPr>
              <a:spcBef>
                <a:spcPts val="200"/>
              </a:spcBef>
              <a:spcAft>
                <a:spcPts val="200"/>
              </a:spcAft>
              <a:defRPr>
                <a:latin typeface="Aptos" panose="020B0004020202020204" pitchFamily="34" charset="0"/>
              </a:defRPr>
            </a:lvl4pPr>
            <a:lvl5pPr>
              <a:spcBef>
                <a:spcPts val="200"/>
              </a:spcBef>
              <a:spcAft>
                <a:spcPts val="200"/>
              </a:spcAft>
              <a:defRPr>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802348847"/>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subtitle, 2 columns">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4AD4D43-3315-8098-AB60-0D1E2B6691F1}"/>
              </a:ext>
            </a:extLst>
          </p:cNvPr>
          <p:cNvGraphicFramePr>
            <a:graphicFrameLocks noChangeAspect="1"/>
          </p:cNvGraphicFramePr>
          <p:nvPr>
            <p:custDataLst>
              <p:tags r:id="rId1"/>
            </p:custDataLst>
            <p:extLst>
              <p:ext uri="{D42A27DB-BD31-4B8C-83A1-F6EECF244321}">
                <p14:modId xmlns:p14="http://schemas.microsoft.com/office/powerpoint/2010/main" val="8703564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5" name="think-cell data - do not delete" hidden="1">
                        <a:extLst>
                          <a:ext uri="{FF2B5EF4-FFF2-40B4-BE49-F238E27FC236}">
                            <a16:creationId xmlns:a16="http://schemas.microsoft.com/office/drawing/2014/main" id="{54AD4D43-3315-8098-AB60-0D1E2B6691F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hasCustomPrompt="1"/>
          </p:nvPr>
        </p:nvSpPr>
        <p:spPr>
          <a:xfrm>
            <a:off x="450000" y="1712894"/>
            <a:ext cx="5508000" cy="4644000"/>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0363"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34988" indent="-17462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15963"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hasCustomPrompt="1"/>
          </p:nvPr>
        </p:nvSpPr>
        <p:spPr>
          <a:xfrm>
            <a:off x="6246000" y="1712894"/>
            <a:ext cx="5508000" cy="4644000"/>
          </a:xfrm>
          <a:prstGeom prst="rect">
            <a:avLst/>
          </a:prstGeom>
        </p:spPr>
        <p:txBody>
          <a:bodyPr>
            <a:noAutofit/>
          </a:bodyPr>
          <a:lstStyle>
            <a:lvl1pPr marL="0" indent="0" algn="l">
              <a:spcBef>
                <a:spcPts val="200"/>
              </a:spcBef>
              <a:spcAft>
                <a:spcPts val="200"/>
              </a:spcAft>
              <a:buFontTx/>
              <a:buNone/>
              <a:tabLst>
                <a:tab pos="3771900" algn="r"/>
              </a:tabLst>
              <a:defRPr sz="1200"/>
            </a:lvl1pPr>
            <a:lvl2pPr marL="180975" indent="-180975" algn="l">
              <a:spcBef>
                <a:spcPts val="200"/>
              </a:spcBef>
              <a:spcAft>
                <a:spcPts val="200"/>
              </a:spcAft>
              <a:buClrTx/>
              <a:buSzPct val="100000"/>
              <a:buFont typeface="Arial" panose="020B0604020202020204" pitchFamily="34" charset="0"/>
              <a:buChar char="•"/>
              <a:tabLst>
                <a:tab pos="3771900" algn="r"/>
              </a:tabLst>
              <a:defRPr sz="1200"/>
            </a:lvl2pPr>
            <a:lvl3pPr marL="360363" indent="-179388" algn="l">
              <a:spcBef>
                <a:spcPts val="200"/>
              </a:spcBef>
              <a:spcAft>
                <a:spcPts val="200"/>
              </a:spcAft>
              <a:buClrTx/>
              <a:buSzPct val="100000"/>
              <a:buFont typeface="Arial" panose="020B0604020202020204" pitchFamily="34" charset="0"/>
              <a:buChar char="−"/>
              <a:tabLst>
                <a:tab pos="3771900" algn="r"/>
              </a:tabLst>
              <a:defRPr sz="1200"/>
            </a:lvl3pPr>
            <a:lvl4pPr marL="534988" indent="-174625" algn="l">
              <a:spcBef>
                <a:spcPts val="200"/>
              </a:spcBef>
              <a:spcAft>
                <a:spcPts val="200"/>
              </a:spcAft>
              <a:buClrTx/>
              <a:buSzPct val="100000"/>
              <a:buFont typeface="Arial" panose="020B0604020202020204" pitchFamily="34" charset="0"/>
              <a:buChar char="◦"/>
              <a:tabLst>
                <a:tab pos="3771900" algn="r"/>
              </a:tabLst>
              <a:defRPr sz="1200"/>
            </a:lvl4pPr>
            <a:lvl5pPr marL="715963" indent="-180975" algn="l">
              <a:spcBef>
                <a:spcPts val="200"/>
              </a:spcBef>
              <a:spcAft>
                <a:spcPts val="200"/>
              </a:spcAft>
              <a:buClrTx/>
              <a:buSzPct val="100000"/>
              <a:buFont typeface="Arial" panose="020B0604020202020204" pitchFamily="34" charset="0"/>
              <a:buChar char="−"/>
              <a:tabLst>
                <a:tab pos="3771900" algn="r"/>
              </a:tabLst>
              <a:defRPr sz="1200" baseline="0"/>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ext Placeholder 8">
            <a:extLst>
              <a:ext uri="{FF2B5EF4-FFF2-40B4-BE49-F238E27FC236}">
                <a16:creationId xmlns:a16="http://schemas.microsoft.com/office/drawing/2014/main" id="{ADD490B8-B418-78D3-2E0B-461A61F706DD}"/>
              </a:ext>
            </a:extLst>
          </p:cNvPr>
          <p:cNvSpPr>
            <a:spLocks noGrp="1"/>
          </p:cNvSpPr>
          <p:nvPr>
            <p:ph type="body" sz="quarter" idx="13" hasCustomPrompt="1"/>
          </p:nvPr>
        </p:nvSpPr>
        <p:spPr>
          <a:xfrm>
            <a:off x="450000" y="684000"/>
            <a:ext cx="11304000"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a:t>Click to add subtitle</a:t>
            </a:r>
          </a:p>
        </p:txBody>
      </p:sp>
      <p:sp>
        <p:nvSpPr>
          <p:cNvPr id="4" name="Title Placeholder 1">
            <a:extLst>
              <a:ext uri="{FF2B5EF4-FFF2-40B4-BE49-F238E27FC236}">
                <a16:creationId xmlns:a16="http://schemas.microsoft.com/office/drawing/2014/main" id="{8333EA7F-716E-CA3B-831D-4E6ADC7C2184}"/>
              </a:ext>
            </a:extLst>
          </p:cNvPr>
          <p:cNvSpPr>
            <a:spLocks noGrp="1"/>
          </p:cNvSpPr>
          <p:nvPr>
            <p:ph type="title" hasCustomPrompt="1"/>
          </p:nvPr>
        </p:nvSpPr>
        <p:spPr>
          <a:xfrm>
            <a:off x="450000" y="345992"/>
            <a:ext cx="11304000"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a:t>Click to add title</a:t>
            </a:r>
          </a:p>
        </p:txBody>
      </p:sp>
    </p:spTree>
    <p:extLst>
      <p:ext uri="{BB962C8B-B14F-4D97-AF65-F5344CB8AC3E}">
        <p14:creationId xmlns:p14="http://schemas.microsoft.com/office/powerpoint/2010/main" val="238517728"/>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subtitle, 3 columns">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EA63C211-FBF0-0771-BE99-47E7028BD228}"/>
              </a:ext>
            </a:extLst>
          </p:cNvPr>
          <p:cNvGraphicFramePr>
            <a:graphicFrameLocks noChangeAspect="1"/>
          </p:cNvGraphicFramePr>
          <p:nvPr>
            <p:custDataLst>
              <p:tags r:id="rId1"/>
            </p:custDataLst>
            <p:extLst>
              <p:ext uri="{D42A27DB-BD31-4B8C-83A1-F6EECF244321}">
                <p14:modId xmlns:p14="http://schemas.microsoft.com/office/powerpoint/2010/main" val="12759974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EA63C211-FBF0-0771-BE99-47E7028BD22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3" name="Content Placeholder 3">
            <a:extLst>
              <a:ext uri="{FF2B5EF4-FFF2-40B4-BE49-F238E27FC236}">
                <a16:creationId xmlns:a16="http://schemas.microsoft.com/office/drawing/2014/main" id="{BFED540D-3BF1-4047-9D69-9C3EB9B94551}"/>
              </a:ext>
            </a:extLst>
          </p:cNvPr>
          <p:cNvSpPr>
            <a:spLocks noGrp="1"/>
          </p:cNvSpPr>
          <p:nvPr>
            <p:ph sz="quarter" idx="10" hasCustomPrompt="1"/>
          </p:nvPr>
        </p:nvSpPr>
        <p:spPr>
          <a:xfrm>
            <a:off x="450000" y="1719072"/>
            <a:ext cx="3549904" cy="4644000"/>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0363"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34988" indent="-17462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15963"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 Placeholder 8">
            <a:extLst>
              <a:ext uri="{FF2B5EF4-FFF2-40B4-BE49-F238E27FC236}">
                <a16:creationId xmlns:a16="http://schemas.microsoft.com/office/drawing/2014/main" id="{8B191C74-910B-0CFC-9067-143443C4A272}"/>
              </a:ext>
            </a:extLst>
          </p:cNvPr>
          <p:cNvSpPr>
            <a:spLocks noGrp="1"/>
          </p:cNvSpPr>
          <p:nvPr>
            <p:ph type="body" sz="quarter" idx="13" hasCustomPrompt="1"/>
          </p:nvPr>
        </p:nvSpPr>
        <p:spPr>
          <a:xfrm>
            <a:off x="450000" y="684000"/>
            <a:ext cx="11304000"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a:t>Click to add subtitle</a:t>
            </a:r>
          </a:p>
        </p:txBody>
      </p:sp>
      <p:sp>
        <p:nvSpPr>
          <p:cNvPr id="5" name="Title Placeholder 1">
            <a:extLst>
              <a:ext uri="{FF2B5EF4-FFF2-40B4-BE49-F238E27FC236}">
                <a16:creationId xmlns:a16="http://schemas.microsoft.com/office/drawing/2014/main" id="{9F0BB36C-DE52-CFD5-6483-3AF9FFFA109A}"/>
              </a:ext>
            </a:extLst>
          </p:cNvPr>
          <p:cNvSpPr>
            <a:spLocks noGrp="1"/>
          </p:cNvSpPr>
          <p:nvPr>
            <p:ph type="title" hasCustomPrompt="1"/>
          </p:nvPr>
        </p:nvSpPr>
        <p:spPr>
          <a:xfrm>
            <a:off x="450000" y="345992"/>
            <a:ext cx="11304000"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a:t>Click to add title</a:t>
            </a:r>
          </a:p>
        </p:txBody>
      </p:sp>
      <p:sp>
        <p:nvSpPr>
          <p:cNvPr id="6" name="Content Placeholder 3">
            <a:extLst>
              <a:ext uri="{FF2B5EF4-FFF2-40B4-BE49-F238E27FC236}">
                <a16:creationId xmlns:a16="http://schemas.microsoft.com/office/drawing/2014/main" id="{CF857E55-4828-A256-F67F-37E4E75E2297}"/>
              </a:ext>
            </a:extLst>
          </p:cNvPr>
          <p:cNvSpPr>
            <a:spLocks noGrp="1"/>
          </p:cNvSpPr>
          <p:nvPr>
            <p:ph sz="quarter" idx="17" hasCustomPrompt="1"/>
          </p:nvPr>
        </p:nvSpPr>
        <p:spPr>
          <a:xfrm>
            <a:off x="4327048" y="1719072"/>
            <a:ext cx="3549904" cy="4644000"/>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0363"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34988" indent="-17462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15963"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Content Placeholder 3">
            <a:extLst>
              <a:ext uri="{FF2B5EF4-FFF2-40B4-BE49-F238E27FC236}">
                <a16:creationId xmlns:a16="http://schemas.microsoft.com/office/drawing/2014/main" id="{9495ED2B-E3BF-3456-BD7E-366BCEB61955}"/>
              </a:ext>
            </a:extLst>
          </p:cNvPr>
          <p:cNvSpPr>
            <a:spLocks noGrp="1"/>
          </p:cNvSpPr>
          <p:nvPr>
            <p:ph sz="quarter" idx="18" hasCustomPrompt="1"/>
          </p:nvPr>
        </p:nvSpPr>
        <p:spPr>
          <a:xfrm>
            <a:off x="8204096" y="1719072"/>
            <a:ext cx="3549904" cy="4644000"/>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80975" indent="-1809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360363" indent="-179388"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534988" indent="-17462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715963" indent="-1809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712664512"/>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subtitle, 4 columns">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C18030CB-8A1E-7879-CA68-10EA5C7AECBF}"/>
              </a:ext>
            </a:extLst>
          </p:cNvPr>
          <p:cNvGraphicFramePr>
            <a:graphicFrameLocks noChangeAspect="1"/>
          </p:cNvGraphicFramePr>
          <p:nvPr>
            <p:custDataLst>
              <p:tags r:id="rId1"/>
            </p:custDataLst>
            <p:extLst>
              <p:ext uri="{D42A27DB-BD31-4B8C-83A1-F6EECF244321}">
                <p14:modId xmlns:p14="http://schemas.microsoft.com/office/powerpoint/2010/main" val="29286007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9" name="think-cell data - do not delete" hidden="1">
                        <a:extLst>
                          <a:ext uri="{FF2B5EF4-FFF2-40B4-BE49-F238E27FC236}">
                            <a16:creationId xmlns:a16="http://schemas.microsoft.com/office/drawing/2014/main" id="{C18030CB-8A1E-7879-CA68-10EA5C7AEC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Content Placeholder 3">
            <a:extLst>
              <a:ext uri="{FF2B5EF4-FFF2-40B4-BE49-F238E27FC236}">
                <a16:creationId xmlns:a16="http://schemas.microsoft.com/office/drawing/2014/main" id="{593F994E-D5B3-4236-9E8D-771F764DB8E8}"/>
              </a:ext>
            </a:extLst>
          </p:cNvPr>
          <p:cNvSpPr>
            <a:spLocks noGrp="1"/>
          </p:cNvSpPr>
          <p:nvPr>
            <p:ph sz="quarter" idx="10" hasCustomPrompt="1"/>
          </p:nvPr>
        </p:nvSpPr>
        <p:spPr>
          <a:xfrm>
            <a:off x="450000" y="1714500"/>
            <a:ext cx="2685018" cy="4644000"/>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047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228600" indent="-1047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352425" indent="-1047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476250" indent="-1047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Content Placeholder 3">
            <a:extLst>
              <a:ext uri="{FF2B5EF4-FFF2-40B4-BE49-F238E27FC236}">
                <a16:creationId xmlns:a16="http://schemas.microsoft.com/office/drawing/2014/main" id="{66C1C52B-7D74-06BE-C3B3-ED2F2596A87A}"/>
              </a:ext>
            </a:extLst>
          </p:cNvPr>
          <p:cNvSpPr>
            <a:spLocks noGrp="1"/>
          </p:cNvSpPr>
          <p:nvPr>
            <p:ph sz="quarter" idx="14" hasCustomPrompt="1"/>
          </p:nvPr>
        </p:nvSpPr>
        <p:spPr>
          <a:xfrm>
            <a:off x="3322994" y="1714500"/>
            <a:ext cx="2685018" cy="4644000"/>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047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228600" indent="-1047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352425" indent="-1047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476250" indent="-1047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Content Placeholder 3">
            <a:extLst>
              <a:ext uri="{FF2B5EF4-FFF2-40B4-BE49-F238E27FC236}">
                <a16:creationId xmlns:a16="http://schemas.microsoft.com/office/drawing/2014/main" id="{6A683BB7-E6EB-C2E9-3FCA-D699A39C7127}"/>
              </a:ext>
            </a:extLst>
          </p:cNvPr>
          <p:cNvSpPr>
            <a:spLocks noGrp="1"/>
          </p:cNvSpPr>
          <p:nvPr>
            <p:ph sz="quarter" idx="15" hasCustomPrompt="1"/>
          </p:nvPr>
        </p:nvSpPr>
        <p:spPr>
          <a:xfrm>
            <a:off x="6195988" y="1714500"/>
            <a:ext cx="2685018" cy="4644000"/>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047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228600" indent="-1047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352425" indent="-1047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476250" indent="-1047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Content Placeholder 3">
            <a:extLst>
              <a:ext uri="{FF2B5EF4-FFF2-40B4-BE49-F238E27FC236}">
                <a16:creationId xmlns:a16="http://schemas.microsoft.com/office/drawing/2014/main" id="{0D39A810-CF4D-8CC1-23AA-003EFA30A76F}"/>
              </a:ext>
            </a:extLst>
          </p:cNvPr>
          <p:cNvSpPr>
            <a:spLocks noGrp="1"/>
          </p:cNvSpPr>
          <p:nvPr>
            <p:ph sz="quarter" idx="16" hasCustomPrompt="1"/>
          </p:nvPr>
        </p:nvSpPr>
        <p:spPr>
          <a:xfrm>
            <a:off x="9068982" y="1714500"/>
            <a:ext cx="2685018" cy="4644000"/>
          </a:xfrm>
          <a:prstGeom prst="rect">
            <a:avLst/>
          </a:prstGeom>
        </p:spPr>
        <p:txBody>
          <a:bodyPr>
            <a:noAutofit/>
          </a:bodyPr>
          <a:lstStyle>
            <a:lvl1pPr marL="0" indent="0" algn="l">
              <a:spcBef>
                <a:spcPts val="200"/>
              </a:spcBef>
              <a:spcAft>
                <a:spcPts val="200"/>
              </a:spcAft>
              <a:buFontTx/>
              <a:buNone/>
              <a:tabLst>
                <a:tab pos="3771900" algn="r"/>
              </a:tabLst>
              <a:defRPr sz="1200">
                <a:latin typeface="Aptos" panose="020B0004020202020204" pitchFamily="34" charset="0"/>
              </a:defRPr>
            </a:lvl1pPr>
            <a:lvl2pPr marL="104775" indent="-1047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2pPr>
            <a:lvl3pPr marL="228600" indent="-1047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3pPr>
            <a:lvl4pPr marL="352425" indent="-104775" algn="l">
              <a:spcBef>
                <a:spcPts val="200"/>
              </a:spcBef>
              <a:spcAft>
                <a:spcPts val="200"/>
              </a:spcAft>
              <a:buClrTx/>
              <a:buSzPct val="100000"/>
              <a:buFont typeface="Arial" panose="020B0604020202020204" pitchFamily="34" charset="0"/>
              <a:buChar char="◦"/>
              <a:tabLst>
                <a:tab pos="3771900" algn="r"/>
              </a:tabLst>
              <a:defRPr sz="1200">
                <a:latin typeface="Aptos" panose="020B0004020202020204" pitchFamily="34" charset="0"/>
              </a:defRPr>
            </a:lvl4pPr>
            <a:lvl5pPr marL="476250" indent="-104775" algn="l">
              <a:spcBef>
                <a:spcPts val="200"/>
              </a:spcBef>
              <a:spcAft>
                <a:spcPts val="200"/>
              </a:spcAft>
              <a:buClrTx/>
              <a:buSzPct val="100000"/>
              <a:buFont typeface="Arial" panose="020B0604020202020204" pitchFamily="34" charset="0"/>
              <a:buChar char="−"/>
              <a:tabLst>
                <a:tab pos="3771900" algn="r"/>
              </a:tabLst>
              <a:defRPr sz="1200" baseline="0">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ext Placeholder 8">
            <a:extLst>
              <a:ext uri="{FF2B5EF4-FFF2-40B4-BE49-F238E27FC236}">
                <a16:creationId xmlns:a16="http://schemas.microsoft.com/office/drawing/2014/main" id="{FB60B513-6C68-425A-86AC-3FC42F4B2B1D}"/>
              </a:ext>
            </a:extLst>
          </p:cNvPr>
          <p:cNvSpPr>
            <a:spLocks noGrp="1"/>
          </p:cNvSpPr>
          <p:nvPr>
            <p:ph type="body" sz="quarter" idx="13" hasCustomPrompt="1"/>
          </p:nvPr>
        </p:nvSpPr>
        <p:spPr>
          <a:xfrm>
            <a:off x="450000" y="684000"/>
            <a:ext cx="11304000"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defRPr>
            </a:lvl1pPr>
          </a:lstStyle>
          <a:p>
            <a:pPr lvl="0"/>
            <a:r>
              <a:rPr lang="en-US"/>
              <a:t>Click to add subtitle</a:t>
            </a:r>
          </a:p>
        </p:txBody>
      </p:sp>
      <p:sp>
        <p:nvSpPr>
          <p:cNvPr id="8" name="Title Placeholder 1">
            <a:extLst>
              <a:ext uri="{FF2B5EF4-FFF2-40B4-BE49-F238E27FC236}">
                <a16:creationId xmlns:a16="http://schemas.microsoft.com/office/drawing/2014/main" id="{D9257AFC-2713-6B3B-F635-37B6D88CC30D}"/>
              </a:ext>
            </a:extLst>
          </p:cNvPr>
          <p:cNvSpPr>
            <a:spLocks noGrp="1"/>
          </p:cNvSpPr>
          <p:nvPr>
            <p:ph type="title" hasCustomPrompt="1"/>
          </p:nvPr>
        </p:nvSpPr>
        <p:spPr>
          <a:xfrm>
            <a:off x="450000" y="345992"/>
            <a:ext cx="11304000"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a:t>Click to add title</a:t>
            </a:r>
          </a:p>
        </p:txBody>
      </p:sp>
    </p:spTree>
    <p:extLst>
      <p:ext uri="{BB962C8B-B14F-4D97-AF65-F5344CB8AC3E}">
        <p14:creationId xmlns:p14="http://schemas.microsoft.com/office/powerpoint/2010/main" val="2924186951"/>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eam profile ">
    <p:spTree>
      <p:nvGrpSpPr>
        <p:cNvPr id="1" name=""/>
        <p:cNvGrpSpPr/>
        <p:nvPr/>
      </p:nvGrpSpPr>
      <p:grpSpPr>
        <a:xfrm>
          <a:off x="0" y="0"/>
          <a:ext cx="0" cy="0"/>
          <a:chOff x="0" y="0"/>
          <a:chExt cx="0" cy="0"/>
        </a:xfrm>
      </p:grpSpPr>
      <p:graphicFrame>
        <p:nvGraphicFramePr>
          <p:cNvPr id="17" name="think-cell data - do not delete" hidden="1">
            <a:extLst>
              <a:ext uri="{FF2B5EF4-FFF2-40B4-BE49-F238E27FC236}">
                <a16:creationId xmlns:a16="http://schemas.microsoft.com/office/drawing/2014/main" id="{F484570F-AB85-4401-FAD0-3C8AAB53FCC5}"/>
              </a:ext>
            </a:extLst>
          </p:cNvPr>
          <p:cNvGraphicFramePr>
            <a:graphicFrameLocks noChangeAspect="1"/>
          </p:cNvGraphicFramePr>
          <p:nvPr>
            <p:custDataLst>
              <p:tags r:id="rId1"/>
            </p:custDataLst>
            <p:extLst>
              <p:ext uri="{D42A27DB-BD31-4B8C-83A1-F6EECF244321}">
                <p14:modId xmlns:p14="http://schemas.microsoft.com/office/powerpoint/2010/main" val="40889327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7" name="think-cell data - do not delete" hidden="1">
                        <a:extLst>
                          <a:ext uri="{FF2B5EF4-FFF2-40B4-BE49-F238E27FC236}">
                            <a16:creationId xmlns:a16="http://schemas.microsoft.com/office/drawing/2014/main" id="{F484570F-AB85-4401-FAD0-3C8AAB53FCC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Picture Placeholder 11">
            <a:extLst>
              <a:ext uri="{FF2B5EF4-FFF2-40B4-BE49-F238E27FC236}">
                <a16:creationId xmlns:a16="http://schemas.microsoft.com/office/drawing/2014/main" id="{0D8F34B8-DFAD-6DD7-E1A1-4572B7969DDD}"/>
              </a:ext>
            </a:extLst>
          </p:cNvPr>
          <p:cNvSpPr>
            <a:spLocks noGrp="1"/>
          </p:cNvSpPr>
          <p:nvPr>
            <p:ph type="pic" sz="quarter" idx="25"/>
          </p:nvPr>
        </p:nvSpPr>
        <p:spPr>
          <a:xfrm>
            <a:off x="450000" y="1880213"/>
            <a:ext cx="1476000" cy="1476000"/>
          </a:xfrm>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3" name="Picture Placeholder 11">
            <a:extLst>
              <a:ext uri="{FF2B5EF4-FFF2-40B4-BE49-F238E27FC236}">
                <a16:creationId xmlns:a16="http://schemas.microsoft.com/office/drawing/2014/main" id="{90D3C277-40A7-31AF-87D8-848A84CDC70C}"/>
              </a:ext>
            </a:extLst>
          </p:cNvPr>
          <p:cNvSpPr>
            <a:spLocks noGrp="1"/>
          </p:cNvSpPr>
          <p:nvPr>
            <p:ph type="pic" sz="quarter" idx="27"/>
          </p:nvPr>
        </p:nvSpPr>
        <p:spPr>
          <a:xfrm>
            <a:off x="6256583" y="1880213"/>
            <a:ext cx="1476000" cy="1476000"/>
          </a:xfrm>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4" name="Picture Placeholder 11">
            <a:extLst>
              <a:ext uri="{FF2B5EF4-FFF2-40B4-BE49-F238E27FC236}">
                <a16:creationId xmlns:a16="http://schemas.microsoft.com/office/drawing/2014/main" id="{6B0BFB5D-1E54-FF08-195B-949B6341E16B}"/>
              </a:ext>
            </a:extLst>
          </p:cNvPr>
          <p:cNvSpPr>
            <a:spLocks noGrp="1"/>
          </p:cNvSpPr>
          <p:nvPr>
            <p:ph type="pic" sz="quarter" idx="29"/>
          </p:nvPr>
        </p:nvSpPr>
        <p:spPr>
          <a:xfrm>
            <a:off x="450000" y="4256213"/>
            <a:ext cx="1476000" cy="1476000"/>
          </a:xfrm>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5" name="Picture Placeholder 11">
            <a:extLst>
              <a:ext uri="{FF2B5EF4-FFF2-40B4-BE49-F238E27FC236}">
                <a16:creationId xmlns:a16="http://schemas.microsoft.com/office/drawing/2014/main" id="{B70C4541-64E0-0D36-F531-9180AEBAADAD}"/>
              </a:ext>
            </a:extLst>
          </p:cNvPr>
          <p:cNvSpPr>
            <a:spLocks noGrp="1"/>
          </p:cNvSpPr>
          <p:nvPr>
            <p:ph type="pic" sz="quarter" idx="31"/>
          </p:nvPr>
        </p:nvSpPr>
        <p:spPr>
          <a:xfrm>
            <a:off x="6256583" y="4256213"/>
            <a:ext cx="1476000" cy="1476000"/>
          </a:xfrm>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6" name="Text Placeholder 12">
            <a:extLst>
              <a:ext uri="{FF2B5EF4-FFF2-40B4-BE49-F238E27FC236}">
                <a16:creationId xmlns:a16="http://schemas.microsoft.com/office/drawing/2014/main" id="{4FC28274-B484-ADCB-6FAD-CD816034B792}"/>
              </a:ext>
            </a:extLst>
          </p:cNvPr>
          <p:cNvSpPr>
            <a:spLocks noGrp="1"/>
          </p:cNvSpPr>
          <p:nvPr>
            <p:ph type="body" sz="quarter" idx="32" hasCustomPrompt="1"/>
          </p:nvPr>
        </p:nvSpPr>
        <p:spPr>
          <a:xfrm>
            <a:off x="2104052" y="1880213"/>
            <a:ext cx="3846100" cy="1944000"/>
          </a:xfrm>
        </p:spPr>
        <p:txBody>
          <a:bodyPr/>
          <a:lstStyle>
            <a:lvl1pPr>
              <a:spcBef>
                <a:spcPts val="200"/>
              </a:spcBef>
              <a:spcAft>
                <a:spcPts val="200"/>
              </a:spcAft>
              <a:defRPr sz="1200" b="1">
                <a:latin typeface="Aptos" panose="020B0004020202020204" pitchFamily="34" charset="0"/>
              </a:defRPr>
            </a:lvl1pPr>
            <a:lvl2pPr>
              <a:spcBef>
                <a:spcPts val="200"/>
              </a:spcBef>
              <a:spcAft>
                <a:spcPts val="200"/>
              </a:spcAft>
              <a:defRPr sz="1200" b="0">
                <a:latin typeface="Aptos" panose="020B0004020202020204" pitchFamily="34" charset="0"/>
              </a:defRPr>
            </a:lvl2pPr>
          </a:lstStyle>
          <a:p>
            <a:pPr lvl="0"/>
            <a:r>
              <a:rPr lang="en-US"/>
              <a:t>Click to add text</a:t>
            </a:r>
          </a:p>
          <a:p>
            <a:pPr lvl="1"/>
            <a:r>
              <a:rPr lang="en-US"/>
              <a:t>Second level</a:t>
            </a:r>
          </a:p>
        </p:txBody>
      </p:sp>
      <p:sp>
        <p:nvSpPr>
          <p:cNvPr id="7" name="Text Placeholder 12">
            <a:extLst>
              <a:ext uri="{FF2B5EF4-FFF2-40B4-BE49-F238E27FC236}">
                <a16:creationId xmlns:a16="http://schemas.microsoft.com/office/drawing/2014/main" id="{9D3FBE01-C9A4-F88D-C153-2816D6207A40}"/>
              </a:ext>
            </a:extLst>
          </p:cNvPr>
          <p:cNvSpPr>
            <a:spLocks noGrp="1"/>
          </p:cNvSpPr>
          <p:nvPr>
            <p:ph type="body" sz="quarter" idx="33" hasCustomPrompt="1"/>
          </p:nvPr>
        </p:nvSpPr>
        <p:spPr>
          <a:xfrm>
            <a:off x="7907900" y="1880213"/>
            <a:ext cx="3846100" cy="1944000"/>
          </a:xfrm>
        </p:spPr>
        <p:txBody>
          <a:bodyPr/>
          <a:lstStyle>
            <a:lvl1pPr>
              <a:spcBef>
                <a:spcPts val="200"/>
              </a:spcBef>
              <a:spcAft>
                <a:spcPts val="200"/>
              </a:spcAft>
              <a:defRPr sz="1200" b="1"/>
            </a:lvl1pPr>
            <a:lvl2pPr>
              <a:spcBef>
                <a:spcPts val="200"/>
              </a:spcBef>
              <a:spcAft>
                <a:spcPts val="200"/>
              </a:spcAft>
              <a:defRPr sz="1200" b="0"/>
            </a:lvl2pPr>
          </a:lstStyle>
          <a:p>
            <a:pPr lvl="0"/>
            <a:r>
              <a:rPr lang="en-US"/>
              <a:t>Click to add text</a:t>
            </a:r>
          </a:p>
          <a:p>
            <a:pPr lvl="1"/>
            <a:r>
              <a:rPr lang="en-US"/>
              <a:t>Second level</a:t>
            </a:r>
          </a:p>
        </p:txBody>
      </p:sp>
      <p:sp>
        <p:nvSpPr>
          <p:cNvPr id="8" name="Text Placeholder 12">
            <a:extLst>
              <a:ext uri="{FF2B5EF4-FFF2-40B4-BE49-F238E27FC236}">
                <a16:creationId xmlns:a16="http://schemas.microsoft.com/office/drawing/2014/main" id="{7004DE48-1AC3-4F21-0968-B38909044342}"/>
              </a:ext>
            </a:extLst>
          </p:cNvPr>
          <p:cNvSpPr>
            <a:spLocks noGrp="1"/>
          </p:cNvSpPr>
          <p:nvPr>
            <p:ph type="body" sz="quarter" idx="34" hasCustomPrompt="1"/>
          </p:nvPr>
        </p:nvSpPr>
        <p:spPr>
          <a:xfrm>
            <a:off x="2104051" y="4256213"/>
            <a:ext cx="3824765" cy="1944000"/>
          </a:xfrm>
        </p:spPr>
        <p:txBody>
          <a:bodyPr/>
          <a:lstStyle>
            <a:lvl1pPr>
              <a:spcBef>
                <a:spcPts val="200"/>
              </a:spcBef>
              <a:spcAft>
                <a:spcPts val="200"/>
              </a:spcAft>
              <a:defRPr sz="1200" b="1"/>
            </a:lvl1pPr>
            <a:lvl2pPr>
              <a:spcBef>
                <a:spcPts val="200"/>
              </a:spcBef>
              <a:spcAft>
                <a:spcPts val="200"/>
              </a:spcAft>
              <a:defRPr sz="1200" b="0"/>
            </a:lvl2pPr>
          </a:lstStyle>
          <a:p>
            <a:pPr lvl="0"/>
            <a:r>
              <a:rPr lang="en-US"/>
              <a:t>Click to add text</a:t>
            </a:r>
          </a:p>
          <a:p>
            <a:pPr lvl="1"/>
            <a:r>
              <a:rPr lang="en-US"/>
              <a:t>Second level</a:t>
            </a:r>
          </a:p>
        </p:txBody>
      </p:sp>
      <p:sp>
        <p:nvSpPr>
          <p:cNvPr id="9" name="Text Placeholder 12">
            <a:extLst>
              <a:ext uri="{FF2B5EF4-FFF2-40B4-BE49-F238E27FC236}">
                <a16:creationId xmlns:a16="http://schemas.microsoft.com/office/drawing/2014/main" id="{684A23D9-9F8C-5A70-1B87-0DD004B8D96E}"/>
              </a:ext>
            </a:extLst>
          </p:cNvPr>
          <p:cNvSpPr>
            <a:spLocks noGrp="1"/>
          </p:cNvSpPr>
          <p:nvPr>
            <p:ph type="body" sz="quarter" idx="35" hasCustomPrompt="1"/>
          </p:nvPr>
        </p:nvSpPr>
        <p:spPr>
          <a:xfrm>
            <a:off x="7905645" y="4256213"/>
            <a:ext cx="3848355" cy="1944000"/>
          </a:xfrm>
        </p:spPr>
        <p:txBody>
          <a:bodyPr/>
          <a:lstStyle>
            <a:lvl1pPr>
              <a:spcBef>
                <a:spcPts val="200"/>
              </a:spcBef>
              <a:spcAft>
                <a:spcPts val="200"/>
              </a:spcAft>
              <a:defRPr sz="1200" b="1"/>
            </a:lvl1pPr>
            <a:lvl2pPr>
              <a:spcBef>
                <a:spcPts val="200"/>
              </a:spcBef>
              <a:spcAft>
                <a:spcPts val="200"/>
              </a:spcAft>
              <a:defRPr sz="1200" b="0"/>
            </a:lvl2pPr>
          </a:lstStyle>
          <a:p>
            <a:pPr lvl="0"/>
            <a:r>
              <a:rPr lang="en-US"/>
              <a:t>Click to add text</a:t>
            </a:r>
          </a:p>
          <a:p>
            <a:pPr lvl="1"/>
            <a:r>
              <a:rPr lang="en-US"/>
              <a:t>Second level</a:t>
            </a:r>
          </a:p>
        </p:txBody>
      </p:sp>
      <p:sp>
        <p:nvSpPr>
          <p:cNvPr id="10" name="Rectangle 9">
            <a:extLst>
              <a:ext uri="{FF2B5EF4-FFF2-40B4-BE49-F238E27FC236}">
                <a16:creationId xmlns:a16="http://schemas.microsoft.com/office/drawing/2014/main" id="{8B1455C2-E21F-06D2-DADD-7FD7A0C6A036}"/>
              </a:ext>
            </a:extLst>
          </p:cNvPr>
          <p:cNvSpPr/>
          <p:nvPr/>
        </p:nvSpPr>
        <p:spPr>
          <a:xfrm>
            <a:off x="6256583" y="1677307"/>
            <a:ext cx="5508000"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latin typeface="Aptos" panose="020B0004020202020204" pitchFamily="34" charset="0"/>
            </a:endParaRPr>
          </a:p>
        </p:txBody>
      </p:sp>
      <p:sp>
        <p:nvSpPr>
          <p:cNvPr id="11" name="Rectangle 10">
            <a:extLst>
              <a:ext uri="{FF2B5EF4-FFF2-40B4-BE49-F238E27FC236}">
                <a16:creationId xmlns:a16="http://schemas.microsoft.com/office/drawing/2014/main" id="{96B116F3-3D63-C235-3E40-D7EA6B934CF2}"/>
              </a:ext>
            </a:extLst>
          </p:cNvPr>
          <p:cNvSpPr/>
          <p:nvPr/>
        </p:nvSpPr>
        <p:spPr>
          <a:xfrm>
            <a:off x="450000" y="1677307"/>
            <a:ext cx="5508000"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latin typeface="Aptos" panose="020B0004020202020204" pitchFamily="34" charset="0"/>
            </a:endParaRPr>
          </a:p>
        </p:txBody>
      </p:sp>
      <p:sp>
        <p:nvSpPr>
          <p:cNvPr id="12" name="Rectangle 11">
            <a:extLst>
              <a:ext uri="{FF2B5EF4-FFF2-40B4-BE49-F238E27FC236}">
                <a16:creationId xmlns:a16="http://schemas.microsoft.com/office/drawing/2014/main" id="{4F46C436-A721-2D60-1AEA-13F0DD3A9223}"/>
              </a:ext>
            </a:extLst>
          </p:cNvPr>
          <p:cNvSpPr/>
          <p:nvPr/>
        </p:nvSpPr>
        <p:spPr>
          <a:xfrm>
            <a:off x="6256583" y="4044901"/>
            <a:ext cx="5508000"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latin typeface="Aptos" panose="020B0004020202020204" pitchFamily="34" charset="0"/>
            </a:endParaRPr>
          </a:p>
        </p:txBody>
      </p:sp>
      <p:sp>
        <p:nvSpPr>
          <p:cNvPr id="13" name="Rectangle 12">
            <a:extLst>
              <a:ext uri="{FF2B5EF4-FFF2-40B4-BE49-F238E27FC236}">
                <a16:creationId xmlns:a16="http://schemas.microsoft.com/office/drawing/2014/main" id="{C62ED75E-FA16-E5BA-B5F1-A58E06F1A408}"/>
              </a:ext>
            </a:extLst>
          </p:cNvPr>
          <p:cNvSpPr/>
          <p:nvPr/>
        </p:nvSpPr>
        <p:spPr>
          <a:xfrm>
            <a:off x="450000" y="4044901"/>
            <a:ext cx="5508000"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latin typeface="Aptos" panose="020B0004020202020204" pitchFamily="34" charset="0"/>
            </a:endParaRPr>
          </a:p>
        </p:txBody>
      </p:sp>
      <p:sp>
        <p:nvSpPr>
          <p:cNvPr id="14" name="Text Placeholder 8">
            <a:extLst>
              <a:ext uri="{FF2B5EF4-FFF2-40B4-BE49-F238E27FC236}">
                <a16:creationId xmlns:a16="http://schemas.microsoft.com/office/drawing/2014/main" id="{67D2A86E-3485-4064-F11B-592641772D4F}"/>
              </a:ext>
            </a:extLst>
          </p:cNvPr>
          <p:cNvSpPr>
            <a:spLocks noGrp="1"/>
          </p:cNvSpPr>
          <p:nvPr>
            <p:ph type="body" sz="quarter" idx="13" hasCustomPrompt="1"/>
          </p:nvPr>
        </p:nvSpPr>
        <p:spPr>
          <a:xfrm>
            <a:off x="450000" y="684000"/>
            <a:ext cx="11304000"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a:t>Click to add subtitle</a:t>
            </a:r>
          </a:p>
        </p:txBody>
      </p:sp>
      <p:sp>
        <p:nvSpPr>
          <p:cNvPr id="15" name="Title Placeholder 1">
            <a:extLst>
              <a:ext uri="{FF2B5EF4-FFF2-40B4-BE49-F238E27FC236}">
                <a16:creationId xmlns:a16="http://schemas.microsoft.com/office/drawing/2014/main" id="{E96810A4-9AE7-5408-F486-24386EEDA4CD}"/>
              </a:ext>
            </a:extLst>
          </p:cNvPr>
          <p:cNvSpPr>
            <a:spLocks noGrp="1"/>
          </p:cNvSpPr>
          <p:nvPr>
            <p:ph type="title" hasCustomPrompt="1"/>
          </p:nvPr>
        </p:nvSpPr>
        <p:spPr>
          <a:xfrm>
            <a:off x="450000" y="345992"/>
            <a:ext cx="11304000"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a:t>Click to add title</a:t>
            </a:r>
          </a:p>
        </p:txBody>
      </p:sp>
    </p:spTree>
    <p:extLst>
      <p:ext uri="{BB962C8B-B14F-4D97-AF65-F5344CB8AC3E}">
        <p14:creationId xmlns:p14="http://schemas.microsoft.com/office/powerpoint/2010/main" val="708845100"/>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7338C8E8-5CC7-2DA0-0253-B90F98C6FD31}"/>
              </a:ext>
            </a:extLst>
          </p:cNvPr>
          <p:cNvGraphicFramePr>
            <a:graphicFrameLocks noChangeAspect="1"/>
          </p:cNvGraphicFramePr>
          <p:nvPr>
            <p:custDataLst>
              <p:tags r:id="rId1"/>
            </p:custDataLst>
            <p:extLst>
              <p:ext uri="{D42A27DB-BD31-4B8C-83A1-F6EECF244321}">
                <p14:modId xmlns:p14="http://schemas.microsoft.com/office/powerpoint/2010/main" val="24647179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7338C8E8-5CC7-2DA0-0253-B90F98C6FD3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301404A3-3D1B-CAC2-53D8-93DCBD242D52}"/>
              </a:ext>
            </a:extLst>
          </p:cNvPr>
          <p:cNvSpPr/>
          <p:nvPr userDrawn="1"/>
        </p:nvSpPr>
        <p:spPr>
          <a:xfrm>
            <a:off x="6256583" y="1677307"/>
            <a:ext cx="5508000"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latin typeface="Aptos" panose="020B0004020202020204" pitchFamily="34" charset="0"/>
            </a:endParaRPr>
          </a:p>
        </p:txBody>
      </p:sp>
      <p:sp>
        <p:nvSpPr>
          <p:cNvPr id="8" name="Rectangle 7">
            <a:extLst>
              <a:ext uri="{FF2B5EF4-FFF2-40B4-BE49-F238E27FC236}">
                <a16:creationId xmlns:a16="http://schemas.microsoft.com/office/drawing/2014/main" id="{6338E903-BD7D-8064-2630-BCB86D2F8C65}"/>
              </a:ext>
            </a:extLst>
          </p:cNvPr>
          <p:cNvSpPr/>
          <p:nvPr userDrawn="1"/>
        </p:nvSpPr>
        <p:spPr>
          <a:xfrm>
            <a:off x="450000" y="1677307"/>
            <a:ext cx="5508000"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latin typeface="Aptos" panose="020B0004020202020204" pitchFamily="34" charset="0"/>
            </a:endParaRPr>
          </a:p>
        </p:txBody>
      </p:sp>
      <p:sp>
        <p:nvSpPr>
          <p:cNvPr id="9" name="Picture Placeholder 11">
            <a:extLst>
              <a:ext uri="{FF2B5EF4-FFF2-40B4-BE49-F238E27FC236}">
                <a16:creationId xmlns:a16="http://schemas.microsoft.com/office/drawing/2014/main" id="{53C11C8E-6979-DE7F-5ABB-FDBCDA568283}"/>
              </a:ext>
            </a:extLst>
          </p:cNvPr>
          <p:cNvSpPr>
            <a:spLocks noGrp="1"/>
          </p:cNvSpPr>
          <p:nvPr>
            <p:ph type="pic" sz="quarter" idx="28"/>
          </p:nvPr>
        </p:nvSpPr>
        <p:spPr>
          <a:xfrm>
            <a:off x="4480531" y="1883664"/>
            <a:ext cx="1476000" cy="1476000"/>
          </a:xfrm>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10" name="Picture Placeholder 11">
            <a:extLst>
              <a:ext uri="{FF2B5EF4-FFF2-40B4-BE49-F238E27FC236}">
                <a16:creationId xmlns:a16="http://schemas.microsoft.com/office/drawing/2014/main" id="{A299C075-0DD3-AA37-0EE8-7520EF51A8E7}"/>
              </a:ext>
            </a:extLst>
          </p:cNvPr>
          <p:cNvSpPr>
            <a:spLocks noGrp="1"/>
          </p:cNvSpPr>
          <p:nvPr>
            <p:ph type="pic" sz="quarter" idx="29"/>
          </p:nvPr>
        </p:nvSpPr>
        <p:spPr>
          <a:xfrm>
            <a:off x="10268918" y="1883664"/>
            <a:ext cx="1476000" cy="1476000"/>
          </a:xfrm>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11" name="Text Placeholder 8">
            <a:extLst>
              <a:ext uri="{FF2B5EF4-FFF2-40B4-BE49-F238E27FC236}">
                <a16:creationId xmlns:a16="http://schemas.microsoft.com/office/drawing/2014/main" id="{E83958E8-E949-420E-A281-0E092243F06F}"/>
              </a:ext>
            </a:extLst>
          </p:cNvPr>
          <p:cNvSpPr>
            <a:spLocks noGrp="1"/>
          </p:cNvSpPr>
          <p:nvPr>
            <p:ph type="body" sz="quarter" idx="13" hasCustomPrompt="1"/>
          </p:nvPr>
        </p:nvSpPr>
        <p:spPr>
          <a:xfrm>
            <a:off x="450000" y="684000"/>
            <a:ext cx="11304000" cy="757255"/>
          </a:xfrm>
          <a:prstGeom prst="rect">
            <a:avLst/>
          </a:prstGeom>
        </p:spPr>
        <p:txBody>
          <a:bodyPr lIns="0" tIns="0" rIns="0" bIns="0" anchor="t" anchorCtr="0">
            <a:noAutofit/>
          </a:bodyPr>
          <a:lstStyle>
            <a:lvl1pPr marL="0" indent="0">
              <a:spcBef>
                <a:spcPts val="0"/>
              </a:spcBef>
              <a:spcAft>
                <a:spcPts val="0"/>
              </a:spcAft>
              <a:buNone/>
              <a:defRPr sz="1800" b="0">
                <a:solidFill>
                  <a:schemeClr val="tx2"/>
                </a:solidFill>
              </a:defRPr>
            </a:lvl1pPr>
          </a:lstStyle>
          <a:p>
            <a:pPr lvl="0"/>
            <a:r>
              <a:rPr lang="en-US"/>
              <a:t>Click to add subtitle</a:t>
            </a:r>
          </a:p>
        </p:txBody>
      </p:sp>
      <p:sp>
        <p:nvSpPr>
          <p:cNvPr id="13" name="Title Placeholder 1">
            <a:extLst>
              <a:ext uri="{FF2B5EF4-FFF2-40B4-BE49-F238E27FC236}">
                <a16:creationId xmlns:a16="http://schemas.microsoft.com/office/drawing/2014/main" id="{04B2F189-FF6E-DC14-30AF-3B72D12C7B7C}"/>
              </a:ext>
            </a:extLst>
          </p:cNvPr>
          <p:cNvSpPr>
            <a:spLocks noGrp="1"/>
          </p:cNvSpPr>
          <p:nvPr>
            <p:ph type="title" hasCustomPrompt="1"/>
          </p:nvPr>
        </p:nvSpPr>
        <p:spPr>
          <a:xfrm>
            <a:off x="450000" y="345992"/>
            <a:ext cx="11304000"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a:t>Click to add title</a:t>
            </a:r>
          </a:p>
        </p:txBody>
      </p:sp>
      <p:sp>
        <p:nvSpPr>
          <p:cNvPr id="14" name="Text Placeholder 12">
            <a:extLst>
              <a:ext uri="{FF2B5EF4-FFF2-40B4-BE49-F238E27FC236}">
                <a16:creationId xmlns:a16="http://schemas.microsoft.com/office/drawing/2014/main" id="{8D84274D-3962-64B3-2DD1-E4447B12870D}"/>
              </a:ext>
            </a:extLst>
          </p:cNvPr>
          <p:cNvSpPr>
            <a:spLocks noGrp="1"/>
          </p:cNvSpPr>
          <p:nvPr>
            <p:ph type="body" sz="quarter" idx="32"/>
          </p:nvPr>
        </p:nvSpPr>
        <p:spPr>
          <a:xfrm>
            <a:off x="449999" y="3498335"/>
            <a:ext cx="5506532" cy="2864365"/>
          </a:xfrm>
        </p:spPr>
        <p:txBody>
          <a:bodyPr/>
          <a:lstStyle>
            <a:lvl1pPr>
              <a:spcBef>
                <a:spcPts val="200"/>
              </a:spcBef>
              <a:spcAft>
                <a:spcPts val="200"/>
              </a:spcAft>
              <a:defRPr sz="1200" b="0"/>
            </a:lvl1pPr>
            <a:lvl2pPr>
              <a:spcBef>
                <a:spcPts val="200"/>
              </a:spcBef>
              <a:spcAft>
                <a:spcPts val="200"/>
              </a:spcAft>
              <a:defRPr sz="1200" b="0"/>
            </a:lvl2pPr>
          </a:lstStyle>
          <a:p>
            <a:pPr lvl="0"/>
            <a:r>
              <a:rPr lang="en-US"/>
              <a:t>Click to edit Master text styles</a:t>
            </a:r>
          </a:p>
          <a:p>
            <a:pPr lvl="1"/>
            <a:r>
              <a:rPr lang="en-US"/>
              <a:t>Second level</a:t>
            </a:r>
          </a:p>
        </p:txBody>
      </p:sp>
      <p:sp>
        <p:nvSpPr>
          <p:cNvPr id="15" name="Text Placeholder 12">
            <a:extLst>
              <a:ext uri="{FF2B5EF4-FFF2-40B4-BE49-F238E27FC236}">
                <a16:creationId xmlns:a16="http://schemas.microsoft.com/office/drawing/2014/main" id="{D917C075-DAD7-CCF3-F99B-A22DD6B4CDF2}"/>
              </a:ext>
            </a:extLst>
          </p:cNvPr>
          <p:cNvSpPr>
            <a:spLocks noGrp="1"/>
          </p:cNvSpPr>
          <p:nvPr>
            <p:ph type="body" sz="quarter" idx="33"/>
          </p:nvPr>
        </p:nvSpPr>
        <p:spPr>
          <a:xfrm>
            <a:off x="6247468" y="3498336"/>
            <a:ext cx="5506532" cy="2864364"/>
          </a:xfrm>
        </p:spPr>
        <p:txBody>
          <a:bodyPr/>
          <a:lstStyle>
            <a:lvl1pPr>
              <a:spcBef>
                <a:spcPts val="200"/>
              </a:spcBef>
              <a:spcAft>
                <a:spcPts val="200"/>
              </a:spcAft>
              <a:defRPr sz="1200" b="0"/>
            </a:lvl1pPr>
            <a:lvl2pPr>
              <a:spcBef>
                <a:spcPts val="200"/>
              </a:spcBef>
              <a:spcAft>
                <a:spcPts val="200"/>
              </a:spcAft>
              <a:defRPr sz="1200" b="0"/>
            </a:lvl2pPr>
          </a:lstStyle>
          <a:p>
            <a:pPr lvl="0"/>
            <a:r>
              <a:rPr lang="en-US"/>
              <a:t>Click to edit Master text styles</a:t>
            </a:r>
          </a:p>
          <a:p>
            <a:pPr lvl="1"/>
            <a:r>
              <a:rPr lang="en-US"/>
              <a:t>Second level</a:t>
            </a:r>
          </a:p>
        </p:txBody>
      </p:sp>
      <p:sp>
        <p:nvSpPr>
          <p:cNvPr id="16" name="Text Placeholder 12">
            <a:extLst>
              <a:ext uri="{FF2B5EF4-FFF2-40B4-BE49-F238E27FC236}">
                <a16:creationId xmlns:a16="http://schemas.microsoft.com/office/drawing/2014/main" id="{FB467B8D-8A12-EDB1-0232-3F5DF88094DA}"/>
              </a:ext>
            </a:extLst>
          </p:cNvPr>
          <p:cNvSpPr>
            <a:spLocks noGrp="1"/>
          </p:cNvSpPr>
          <p:nvPr>
            <p:ph type="body" sz="quarter" idx="34"/>
          </p:nvPr>
        </p:nvSpPr>
        <p:spPr>
          <a:xfrm>
            <a:off x="438000" y="1876939"/>
            <a:ext cx="3922244" cy="1482725"/>
          </a:xfrm>
        </p:spPr>
        <p:txBody>
          <a:bodyPr/>
          <a:lstStyle>
            <a:lvl1pPr>
              <a:spcBef>
                <a:spcPts val="200"/>
              </a:spcBef>
              <a:spcAft>
                <a:spcPts val="200"/>
              </a:spcAft>
              <a:defRPr sz="1200" b="0"/>
            </a:lvl1pPr>
            <a:lvl2pPr>
              <a:spcBef>
                <a:spcPts val="200"/>
              </a:spcBef>
              <a:spcAft>
                <a:spcPts val="200"/>
              </a:spcAft>
              <a:defRPr sz="1200" b="0"/>
            </a:lvl2pPr>
          </a:lstStyle>
          <a:p>
            <a:pPr lvl="0"/>
            <a:r>
              <a:rPr lang="en-US"/>
              <a:t>Click to edit Master text styles</a:t>
            </a:r>
          </a:p>
          <a:p>
            <a:pPr lvl="1"/>
            <a:r>
              <a:rPr lang="en-US"/>
              <a:t>Second level</a:t>
            </a:r>
          </a:p>
        </p:txBody>
      </p:sp>
      <p:sp>
        <p:nvSpPr>
          <p:cNvPr id="18" name="Text Placeholder 12">
            <a:extLst>
              <a:ext uri="{FF2B5EF4-FFF2-40B4-BE49-F238E27FC236}">
                <a16:creationId xmlns:a16="http://schemas.microsoft.com/office/drawing/2014/main" id="{426D9DDC-1DF4-E268-9E99-D7ADCF3E95C3}"/>
              </a:ext>
            </a:extLst>
          </p:cNvPr>
          <p:cNvSpPr>
            <a:spLocks noGrp="1"/>
          </p:cNvSpPr>
          <p:nvPr>
            <p:ph type="body" sz="quarter" idx="35"/>
          </p:nvPr>
        </p:nvSpPr>
        <p:spPr>
          <a:xfrm>
            <a:off x="6256583" y="1883664"/>
            <a:ext cx="3922244" cy="1482725"/>
          </a:xfrm>
        </p:spPr>
        <p:txBody>
          <a:bodyPr/>
          <a:lstStyle>
            <a:lvl1pPr>
              <a:spcBef>
                <a:spcPts val="200"/>
              </a:spcBef>
              <a:spcAft>
                <a:spcPts val="200"/>
              </a:spcAft>
              <a:defRPr sz="1200" b="0"/>
            </a:lvl1pPr>
            <a:lvl2pPr>
              <a:spcBef>
                <a:spcPts val="200"/>
              </a:spcBef>
              <a:spcAft>
                <a:spcPts val="200"/>
              </a:spcAft>
              <a:defRPr sz="1200" b="0"/>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781585142"/>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450000" y="4189870"/>
            <a:ext cx="8566108" cy="2169796"/>
          </a:xfrm>
        </p:spPr>
        <p:txBody>
          <a:bodyPr anchor="b" anchorCtr="0">
            <a:normAutofit/>
          </a:bodyPr>
          <a:lstStyle>
            <a:lvl1pPr>
              <a:lnSpc>
                <a:spcPct val="100000"/>
              </a:lnSpc>
              <a:spcBef>
                <a:spcPts val="200"/>
              </a:spcBef>
              <a:spcAft>
                <a:spcPts val="200"/>
              </a:spcAft>
              <a:defRPr sz="800" b="0"/>
            </a:lvl1pPr>
          </a:lstStyle>
          <a:p>
            <a:pPr lvl="0"/>
            <a:r>
              <a:rPr lang="en-US"/>
              <a:t>Click to add text</a:t>
            </a:r>
          </a:p>
        </p:txBody>
      </p:sp>
      <p:grpSp>
        <p:nvGrpSpPr>
          <p:cNvPr id="20" name="Group 19">
            <a:extLst>
              <a:ext uri="{FF2B5EF4-FFF2-40B4-BE49-F238E27FC236}">
                <a16:creationId xmlns:a16="http://schemas.microsoft.com/office/drawing/2014/main" id="{11FFF62A-78AC-4176-888C-7369D55740C5}"/>
              </a:ext>
            </a:extLst>
          </p:cNvPr>
          <p:cNvGrpSpPr>
            <a:grpSpLocks noChangeAspect="1"/>
          </p:cNvGrpSpPr>
          <p:nvPr/>
        </p:nvGrpSpPr>
        <p:grpSpPr>
          <a:xfrm>
            <a:off x="450000" y="344137"/>
            <a:ext cx="1819109" cy="345828"/>
            <a:chOff x="398463" y="404813"/>
            <a:chExt cx="1627187" cy="307976"/>
          </a:xfrm>
          <a:solidFill>
            <a:schemeClr val="tx1"/>
          </a:solidFill>
        </p:grpSpPr>
        <p:sp>
          <p:nvSpPr>
            <p:cNvPr id="21" name="Oval 5">
              <a:extLst>
                <a:ext uri="{FF2B5EF4-FFF2-40B4-BE49-F238E27FC236}">
                  <a16:creationId xmlns:a16="http://schemas.microsoft.com/office/drawing/2014/main" id="{FD77EF0A-6F9B-4CB4-BDFE-54901AC3BDEB}"/>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Aptos" panose="020B0004020202020204" pitchFamily="34" charset="0"/>
              </a:endParaRPr>
            </a:p>
          </p:txBody>
        </p:sp>
        <p:sp>
          <p:nvSpPr>
            <p:cNvPr id="22" name="Freeform 6">
              <a:extLst>
                <a:ext uri="{FF2B5EF4-FFF2-40B4-BE49-F238E27FC236}">
                  <a16:creationId xmlns:a16="http://schemas.microsoft.com/office/drawing/2014/main" id="{CFBCB662-4DCB-4701-B5DB-617E9625AC37}"/>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Aptos" panose="020B0004020202020204" pitchFamily="34" charset="0"/>
              </a:endParaRPr>
            </a:p>
          </p:txBody>
        </p:sp>
        <p:sp>
          <p:nvSpPr>
            <p:cNvPr id="23" name="Rectangle 7">
              <a:extLst>
                <a:ext uri="{FF2B5EF4-FFF2-40B4-BE49-F238E27FC236}">
                  <a16:creationId xmlns:a16="http://schemas.microsoft.com/office/drawing/2014/main" id="{3AA8F7EF-0FC0-4792-B4E2-516188FAADCC}"/>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Aptos" panose="020B0004020202020204" pitchFamily="34" charset="0"/>
              </a:endParaRPr>
            </a:p>
          </p:txBody>
        </p:sp>
        <p:sp>
          <p:nvSpPr>
            <p:cNvPr id="24" name="Freeform 8">
              <a:extLst>
                <a:ext uri="{FF2B5EF4-FFF2-40B4-BE49-F238E27FC236}">
                  <a16:creationId xmlns:a16="http://schemas.microsoft.com/office/drawing/2014/main" id="{7180810E-179A-4B4D-992C-DB02F3F2AA73}"/>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Aptos" panose="020B0004020202020204" pitchFamily="34" charset="0"/>
              </a:endParaRPr>
            </a:p>
          </p:txBody>
        </p:sp>
        <p:sp>
          <p:nvSpPr>
            <p:cNvPr id="25" name="Rectangle 9">
              <a:extLst>
                <a:ext uri="{FF2B5EF4-FFF2-40B4-BE49-F238E27FC236}">
                  <a16:creationId xmlns:a16="http://schemas.microsoft.com/office/drawing/2014/main" id="{931CFAC2-92E1-42CB-BB66-BD91AB6DB50D}"/>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Aptos" panose="020B0004020202020204" pitchFamily="34" charset="0"/>
              </a:endParaRPr>
            </a:p>
          </p:txBody>
        </p:sp>
        <p:sp>
          <p:nvSpPr>
            <p:cNvPr id="26" name="Rectangle 10">
              <a:extLst>
                <a:ext uri="{FF2B5EF4-FFF2-40B4-BE49-F238E27FC236}">
                  <a16:creationId xmlns:a16="http://schemas.microsoft.com/office/drawing/2014/main" id="{6C92D323-CA87-4BD4-9F33-9346A18A6790}"/>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Aptos" panose="020B0004020202020204" pitchFamily="34" charset="0"/>
              </a:endParaRPr>
            </a:p>
          </p:txBody>
        </p:sp>
        <p:sp>
          <p:nvSpPr>
            <p:cNvPr id="27" name="Freeform 11">
              <a:extLst>
                <a:ext uri="{FF2B5EF4-FFF2-40B4-BE49-F238E27FC236}">
                  <a16:creationId xmlns:a16="http://schemas.microsoft.com/office/drawing/2014/main" id="{D31146A3-7248-4F9C-8242-2B343E0BCE41}"/>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Aptos" panose="020B0004020202020204" pitchFamily="34" charset="0"/>
              </a:endParaRPr>
            </a:p>
          </p:txBody>
        </p:sp>
        <p:sp>
          <p:nvSpPr>
            <p:cNvPr id="28" name="Freeform 12">
              <a:extLst>
                <a:ext uri="{FF2B5EF4-FFF2-40B4-BE49-F238E27FC236}">
                  <a16:creationId xmlns:a16="http://schemas.microsoft.com/office/drawing/2014/main" id="{4BFA0610-A333-4B16-A20C-3ADB78A32CF9}"/>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Aptos" panose="020B0004020202020204" pitchFamily="34" charset="0"/>
              </a:endParaRPr>
            </a:p>
          </p:txBody>
        </p:sp>
        <p:sp>
          <p:nvSpPr>
            <p:cNvPr id="29" name="Freeform 13">
              <a:extLst>
                <a:ext uri="{FF2B5EF4-FFF2-40B4-BE49-F238E27FC236}">
                  <a16:creationId xmlns:a16="http://schemas.microsoft.com/office/drawing/2014/main" id="{D81528E3-7AAB-4FE3-96EB-0CA354538CA9}"/>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Aptos" panose="020B0004020202020204" pitchFamily="34" charset="0"/>
              </a:endParaRPr>
            </a:p>
          </p:txBody>
        </p:sp>
        <p:sp>
          <p:nvSpPr>
            <p:cNvPr id="30" name="Freeform 14">
              <a:extLst>
                <a:ext uri="{FF2B5EF4-FFF2-40B4-BE49-F238E27FC236}">
                  <a16:creationId xmlns:a16="http://schemas.microsoft.com/office/drawing/2014/main" id="{7C686C02-5833-4DB0-8AD3-1E143B411A13}"/>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Aptos" panose="020B0004020202020204" pitchFamily="34" charset="0"/>
              </a:endParaRPr>
            </a:p>
          </p:txBody>
        </p:sp>
      </p:grpSp>
      <p:grpSp>
        <p:nvGrpSpPr>
          <p:cNvPr id="2" name="Group 1">
            <a:extLst>
              <a:ext uri="{FF2B5EF4-FFF2-40B4-BE49-F238E27FC236}">
                <a16:creationId xmlns:a16="http://schemas.microsoft.com/office/drawing/2014/main" id="{30A6BC99-D00B-1F3F-2A81-46C1F8A8357B}"/>
              </a:ext>
            </a:extLst>
          </p:cNvPr>
          <p:cNvGrpSpPr>
            <a:grpSpLocks noChangeAspect="1"/>
          </p:cNvGrpSpPr>
          <p:nvPr userDrawn="1"/>
        </p:nvGrpSpPr>
        <p:grpSpPr>
          <a:xfrm>
            <a:off x="450000" y="344137"/>
            <a:ext cx="1819109" cy="345828"/>
            <a:chOff x="398463" y="404813"/>
            <a:chExt cx="1627187" cy="307976"/>
          </a:xfrm>
          <a:solidFill>
            <a:schemeClr val="tx1"/>
          </a:solidFill>
        </p:grpSpPr>
        <p:sp>
          <p:nvSpPr>
            <p:cNvPr id="4" name="Oval 5">
              <a:extLst>
                <a:ext uri="{FF2B5EF4-FFF2-40B4-BE49-F238E27FC236}">
                  <a16:creationId xmlns:a16="http://schemas.microsoft.com/office/drawing/2014/main" id="{75797496-8D52-A17A-4927-BF4925D3ED96}"/>
                </a:ext>
              </a:extLst>
            </p:cNvPr>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Aptos" panose="020B0004020202020204" pitchFamily="34" charset="0"/>
              </a:endParaRPr>
            </a:p>
          </p:txBody>
        </p:sp>
        <p:sp>
          <p:nvSpPr>
            <p:cNvPr id="5" name="Freeform 6">
              <a:extLst>
                <a:ext uri="{FF2B5EF4-FFF2-40B4-BE49-F238E27FC236}">
                  <a16:creationId xmlns:a16="http://schemas.microsoft.com/office/drawing/2014/main" id="{2D3F2330-217E-3A85-B76C-393F614C7BCD}"/>
                </a:ext>
              </a:extLst>
            </p:cNvPr>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Aptos" panose="020B0004020202020204" pitchFamily="34" charset="0"/>
              </a:endParaRPr>
            </a:p>
          </p:txBody>
        </p:sp>
        <p:sp>
          <p:nvSpPr>
            <p:cNvPr id="7" name="Rectangle 7">
              <a:extLst>
                <a:ext uri="{FF2B5EF4-FFF2-40B4-BE49-F238E27FC236}">
                  <a16:creationId xmlns:a16="http://schemas.microsoft.com/office/drawing/2014/main" id="{4B974D85-2F57-6292-DD39-4C193222DC03}"/>
                </a:ext>
              </a:extLst>
            </p:cNvPr>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Aptos" panose="020B0004020202020204" pitchFamily="34" charset="0"/>
              </a:endParaRPr>
            </a:p>
          </p:txBody>
        </p:sp>
        <p:sp>
          <p:nvSpPr>
            <p:cNvPr id="9" name="Freeform 8">
              <a:extLst>
                <a:ext uri="{FF2B5EF4-FFF2-40B4-BE49-F238E27FC236}">
                  <a16:creationId xmlns:a16="http://schemas.microsoft.com/office/drawing/2014/main" id="{B2AFD43E-4465-50C7-4307-D7E75FD66E03}"/>
                </a:ext>
              </a:extLst>
            </p:cNvPr>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Aptos" panose="020B0004020202020204" pitchFamily="34" charset="0"/>
              </a:endParaRPr>
            </a:p>
          </p:txBody>
        </p:sp>
        <p:sp>
          <p:nvSpPr>
            <p:cNvPr id="10" name="Rectangle 9">
              <a:extLst>
                <a:ext uri="{FF2B5EF4-FFF2-40B4-BE49-F238E27FC236}">
                  <a16:creationId xmlns:a16="http://schemas.microsoft.com/office/drawing/2014/main" id="{39E20637-9BCB-1ECC-C592-79A60AAB8C48}"/>
                </a:ext>
              </a:extLst>
            </p:cNvPr>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Aptos" panose="020B0004020202020204" pitchFamily="34" charset="0"/>
              </a:endParaRPr>
            </a:p>
          </p:txBody>
        </p:sp>
        <p:sp>
          <p:nvSpPr>
            <p:cNvPr id="11" name="Rectangle 10">
              <a:extLst>
                <a:ext uri="{FF2B5EF4-FFF2-40B4-BE49-F238E27FC236}">
                  <a16:creationId xmlns:a16="http://schemas.microsoft.com/office/drawing/2014/main" id="{27F4F4CF-4B02-807F-E356-4833B42D99C2}"/>
                </a:ext>
              </a:extLst>
            </p:cNvPr>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Aptos" panose="020B0004020202020204" pitchFamily="34" charset="0"/>
              </a:endParaRPr>
            </a:p>
          </p:txBody>
        </p:sp>
        <p:sp>
          <p:nvSpPr>
            <p:cNvPr id="12" name="Freeform 11">
              <a:extLst>
                <a:ext uri="{FF2B5EF4-FFF2-40B4-BE49-F238E27FC236}">
                  <a16:creationId xmlns:a16="http://schemas.microsoft.com/office/drawing/2014/main" id="{0B57173B-0B5E-8B3B-35F8-A9E52F568E87}"/>
                </a:ext>
              </a:extLst>
            </p:cNvPr>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Aptos" panose="020B0004020202020204" pitchFamily="34" charset="0"/>
              </a:endParaRPr>
            </a:p>
          </p:txBody>
        </p:sp>
        <p:sp>
          <p:nvSpPr>
            <p:cNvPr id="13" name="Freeform 12">
              <a:extLst>
                <a:ext uri="{FF2B5EF4-FFF2-40B4-BE49-F238E27FC236}">
                  <a16:creationId xmlns:a16="http://schemas.microsoft.com/office/drawing/2014/main" id="{8A4CFED4-82D9-0A35-BC77-DFDE6E17EF31}"/>
                </a:ext>
              </a:extLst>
            </p:cNvPr>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Aptos" panose="020B0004020202020204" pitchFamily="34" charset="0"/>
              </a:endParaRPr>
            </a:p>
          </p:txBody>
        </p:sp>
        <p:sp>
          <p:nvSpPr>
            <p:cNvPr id="14" name="Freeform 13">
              <a:extLst>
                <a:ext uri="{FF2B5EF4-FFF2-40B4-BE49-F238E27FC236}">
                  <a16:creationId xmlns:a16="http://schemas.microsoft.com/office/drawing/2014/main" id="{705AB721-44C6-F888-DA55-3CDB722CC1F5}"/>
                </a:ext>
              </a:extLst>
            </p:cNvPr>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Aptos" panose="020B0004020202020204" pitchFamily="34" charset="0"/>
              </a:endParaRPr>
            </a:p>
          </p:txBody>
        </p:sp>
        <p:sp>
          <p:nvSpPr>
            <p:cNvPr id="15" name="Freeform 14">
              <a:extLst>
                <a:ext uri="{FF2B5EF4-FFF2-40B4-BE49-F238E27FC236}">
                  <a16:creationId xmlns:a16="http://schemas.microsoft.com/office/drawing/2014/main" id="{8235FA6E-AA8F-0A7D-9A39-D37CD2C869DB}"/>
                </a:ext>
              </a:extLst>
            </p:cNvPr>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noProof="0">
                <a:solidFill>
                  <a:schemeClr val="bg1"/>
                </a:solidFill>
                <a:latin typeface="Aptos" panose="020B0004020202020204" pitchFamily="34" charset="0"/>
              </a:endParaRPr>
            </a:p>
          </p:txBody>
        </p:sp>
      </p:grpSp>
      <p:pic>
        <p:nvPicPr>
          <p:cNvPr id="16" name="Picture 15">
            <a:extLst>
              <a:ext uri="{FF2B5EF4-FFF2-40B4-BE49-F238E27FC236}">
                <a16:creationId xmlns:a16="http://schemas.microsoft.com/office/drawing/2014/main" id="{150D0DD4-DD4E-6F69-81EF-F3E939208544}"/>
              </a:ext>
            </a:extLst>
          </p:cNvPr>
          <p:cNvPicPr>
            <a:picLocks noChangeAspect="1"/>
          </p:cNvPicPr>
          <p:nvPr userDrawn="1"/>
        </p:nvPicPr>
        <p:blipFill>
          <a:blip r:embed="rId2"/>
          <a:srcRect/>
          <a:stretch/>
        </p:blipFill>
        <p:spPr>
          <a:xfrm>
            <a:off x="10694852" y="5391335"/>
            <a:ext cx="1198880" cy="1198880"/>
          </a:xfrm>
          <a:prstGeom prst="rect">
            <a:avLst/>
          </a:prstGeom>
        </p:spPr>
      </p:pic>
    </p:spTree>
    <p:extLst>
      <p:ext uri="{BB962C8B-B14F-4D97-AF65-F5344CB8AC3E}">
        <p14:creationId xmlns:p14="http://schemas.microsoft.com/office/powerpoint/2010/main" val="13117852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Divider slide with image - Black">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2AA0174D-B09C-4960-94D1-79FD4D04BDFB}"/>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p>
        </p:txBody>
      </p:sp>
      <p:sp>
        <p:nvSpPr>
          <p:cNvPr id="5" name="Text Placeholder 4">
            <a:extLst>
              <a:ext uri="{FF2B5EF4-FFF2-40B4-BE49-F238E27FC236}">
                <a16:creationId xmlns:a16="http://schemas.microsoft.com/office/drawing/2014/main" id="{E696C364-9ED6-42C4-8FC2-1F9C6CB1656D}"/>
              </a:ext>
            </a:extLst>
          </p:cNvPr>
          <p:cNvSpPr>
            <a:spLocks noGrp="1"/>
          </p:cNvSpPr>
          <p:nvPr>
            <p:ph type="body" sz="quarter" idx="12" hasCustomPrompt="1"/>
          </p:nvPr>
        </p:nvSpPr>
        <p:spPr>
          <a:xfrm>
            <a:off x="450000" y="366547"/>
            <a:ext cx="5465380" cy="484791"/>
          </a:xfrm>
        </p:spPr>
        <p:txBody>
          <a:bodyPr>
            <a:noAutofit/>
          </a:bodyPr>
          <a:lstStyle>
            <a:lvl1pPr>
              <a:defRPr sz="3200" b="1">
                <a:latin typeface="Aptos" panose="020B0004020202020204" pitchFamily="34" charset="0"/>
              </a:defRPr>
            </a:lvl1pPr>
            <a:lvl2pPr>
              <a:defRPr sz="3200" b="1">
                <a:latin typeface="+mj-lt"/>
              </a:defRPr>
            </a:lvl2pPr>
            <a:lvl3pPr>
              <a:defRPr sz="3200" b="1">
                <a:latin typeface="+mj-lt"/>
              </a:defRPr>
            </a:lvl3pPr>
            <a:lvl4pPr>
              <a:defRPr sz="3200" b="1">
                <a:latin typeface="+mj-lt"/>
              </a:defRPr>
            </a:lvl4pPr>
            <a:lvl5pPr>
              <a:defRPr sz="3200" b="1">
                <a:latin typeface="+mj-lt"/>
              </a:defRPr>
            </a:lvl5pPr>
          </a:lstStyle>
          <a:p>
            <a:pPr lvl="0"/>
            <a:r>
              <a:rPr lang="en-US"/>
              <a:t>Click to add title</a:t>
            </a:r>
          </a:p>
        </p:txBody>
      </p:sp>
      <p:sp>
        <p:nvSpPr>
          <p:cNvPr id="6" name="Text Placeholder 4">
            <a:extLst>
              <a:ext uri="{FF2B5EF4-FFF2-40B4-BE49-F238E27FC236}">
                <a16:creationId xmlns:a16="http://schemas.microsoft.com/office/drawing/2014/main" id="{AD421831-C244-4DE0-8DE2-755D7D7315B9}"/>
              </a:ext>
            </a:extLst>
          </p:cNvPr>
          <p:cNvSpPr>
            <a:spLocks noGrp="1"/>
          </p:cNvSpPr>
          <p:nvPr>
            <p:ph type="body" sz="quarter" idx="13" hasCustomPrompt="1"/>
          </p:nvPr>
        </p:nvSpPr>
        <p:spPr>
          <a:xfrm>
            <a:off x="450000" y="851339"/>
            <a:ext cx="5465380" cy="863162"/>
          </a:xfrm>
        </p:spPr>
        <p:txBody>
          <a:bodyPr>
            <a:noAutofit/>
          </a:bodyPr>
          <a:lstStyle>
            <a:lvl1pPr>
              <a:defRPr sz="3200" b="0">
                <a:latin typeface="Aptos" panose="020B0004020202020204" pitchFamily="34" charset="0"/>
              </a:defRPr>
            </a:lvl1pPr>
            <a:lvl2pPr>
              <a:defRPr sz="3200" b="1">
                <a:latin typeface="+mj-lt"/>
              </a:defRPr>
            </a:lvl2pPr>
            <a:lvl3pPr>
              <a:defRPr sz="3200" b="1">
                <a:latin typeface="+mj-lt"/>
              </a:defRPr>
            </a:lvl3pPr>
            <a:lvl4pPr>
              <a:defRPr sz="3200" b="1">
                <a:latin typeface="+mj-lt"/>
              </a:defRPr>
            </a:lvl4pPr>
            <a:lvl5pPr>
              <a:defRPr sz="3200" b="1">
                <a:latin typeface="+mj-lt"/>
              </a:defRPr>
            </a:lvl5pPr>
          </a:lstStyle>
          <a:p>
            <a:pPr lvl="0"/>
            <a:r>
              <a:rPr lang="en-US"/>
              <a:t>Click to add subtitle</a:t>
            </a:r>
          </a:p>
        </p:txBody>
      </p:sp>
    </p:spTree>
    <p:extLst>
      <p:ext uri="{BB962C8B-B14F-4D97-AF65-F5344CB8AC3E}">
        <p14:creationId xmlns:p14="http://schemas.microsoft.com/office/powerpoint/2010/main" val="165312147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only - Black">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341A6448-2CDA-7D6D-F1A0-347696B21B5C}"/>
              </a:ext>
            </a:extLst>
          </p:cNvPr>
          <p:cNvSpPr>
            <a:spLocks noGrp="1"/>
          </p:cNvSpPr>
          <p:nvPr>
            <p:ph type="title" hasCustomPrompt="1"/>
          </p:nvPr>
        </p:nvSpPr>
        <p:spPr>
          <a:xfrm>
            <a:off x="450000" y="345992"/>
            <a:ext cx="11304000" cy="342000"/>
          </a:xfrm>
          <a:prstGeom prst="rect">
            <a:avLst/>
          </a:prstGeom>
        </p:spPr>
        <p:txBody>
          <a:bodyPr vert="horz" lIns="0" tIns="0" rIns="0" bIns="0" rtlCol="0" anchor="t" anchorCtr="0">
            <a:noAutofit/>
          </a:bodyPr>
          <a:lstStyle>
            <a:lvl1pPr>
              <a:defRPr sz="2100">
                <a:latin typeface="Aptos" panose="020B0004020202020204" pitchFamily="34" charset="0"/>
              </a:defRPr>
            </a:lvl1pPr>
          </a:lstStyle>
          <a:p>
            <a:r>
              <a:rPr lang="en-US"/>
              <a:t>Click to add title</a:t>
            </a:r>
          </a:p>
        </p:txBody>
      </p:sp>
    </p:spTree>
    <p:extLst>
      <p:ext uri="{BB962C8B-B14F-4D97-AF65-F5344CB8AC3E}">
        <p14:creationId xmlns:p14="http://schemas.microsoft.com/office/powerpoint/2010/main" val="3255536448"/>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subtitle - Black">
    <p:spTree>
      <p:nvGrpSpPr>
        <p:cNvPr id="1" name=""/>
        <p:cNvGrpSpPr/>
        <p:nvPr/>
      </p:nvGrpSpPr>
      <p:grpSpPr>
        <a:xfrm>
          <a:off x="0" y="0"/>
          <a:ext cx="0" cy="0"/>
          <a:chOff x="0" y="0"/>
          <a:chExt cx="0" cy="0"/>
        </a:xfrm>
      </p:grpSpPr>
      <p:sp>
        <p:nvSpPr>
          <p:cNvPr id="2" name="Text Placeholder 8">
            <a:extLst>
              <a:ext uri="{FF2B5EF4-FFF2-40B4-BE49-F238E27FC236}">
                <a16:creationId xmlns:a16="http://schemas.microsoft.com/office/drawing/2014/main" id="{98D36622-3315-0885-4F7E-8CCDE0C2BA1C}"/>
              </a:ext>
            </a:extLst>
          </p:cNvPr>
          <p:cNvSpPr>
            <a:spLocks noGrp="1"/>
          </p:cNvSpPr>
          <p:nvPr>
            <p:ph type="body" sz="quarter" idx="13" hasCustomPrompt="1"/>
          </p:nvPr>
        </p:nvSpPr>
        <p:spPr>
          <a:xfrm>
            <a:off x="450000" y="684000"/>
            <a:ext cx="11304000" cy="757255"/>
          </a:xfrm>
          <a:prstGeom prst="rect">
            <a:avLst/>
          </a:prstGeom>
        </p:spPr>
        <p:txBody>
          <a:bodyPr lIns="0" tIns="0" rIns="0" bIns="0">
            <a:noAutofit/>
          </a:bodyPr>
          <a:lstStyle>
            <a:lvl1pPr marL="0" indent="0">
              <a:spcBef>
                <a:spcPts val="0"/>
              </a:spcBef>
              <a:spcAft>
                <a:spcPts val="0"/>
              </a:spcAft>
              <a:buNone/>
              <a:defRPr sz="1800" b="0">
                <a:solidFill>
                  <a:schemeClr val="tx2"/>
                </a:solidFill>
                <a:latin typeface="Aptos" panose="020B0004020202020204" pitchFamily="34" charset="0"/>
              </a:defRPr>
            </a:lvl1pPr>
          </a:lstStyle>
          <a:p>
            <a:pPr lvl="0"/>
            <a:r>
              <a:rPr lang="en-US"/>
              <a:t>Click to add subtitle</a:t>
            </a:r>
          </a:p>
        </p:txBody>
      </p:sp>
      <p:sp>
        <p:nvSpPr>
          <p:cNvPr id="3" name="Title Placeholder 1">
            <a:extLst>
              <a:ext uri="{FF2B5EF4-FFF2-40B4-BE49-F238E27FC236}">
                <a16:creationId xmlns:a16="http://schemas.microsoft.com/office/drawing/2014/main" id="{53E8942A-B484-29A8-C101-63496BEA57FC}"/>
              </a:ext>
            </a:extLst>
          </p:cNvPr>
          <p:cNvSpPr>
            <a:spLocks noGrp="1"/>
          </p:cNvSpPr>
          <p:nvPr>
            <p:ph type="title" hasCustomPrompt="1"/>
          </p:nvPr>
        </p:nvSpPr>
        <p:spPr>
          <a:xfrm>
            <a:off x="450000" y="345992"/>
            <a:ext cx="11304000" cy="342000"/>
          </a:xfrm>
          <a:prstGeom prst="rect">
            <a:avLst/>
          </a:prstGeom>
        </p:spPr>
        <p:txBody>
          <a:bodyPr vert="horz" lIns="0" tIns="0" rIns="0" bIns="0" rtlCol="0" anchor="t" anchorCtr="0">
            <a:noAutofit/>
          </a:bodyPr>
          <a:lstStyle>
            <a:lvl1pPr>
              <a:spcBef>
                <a:spcPts val="0"/>
              </a:spcBef>
              <a:spcAft>
                <a:spcPts val="0"/>
              </a:spcAft>
              <a:defRPr sz="2100">
                <a:latin typeface="Aptos" panose="020B0004020202020204" pitchFamily="34" charset="0"/>
              </a:defRPr>
            </a:lvl1pPr>
          </a:lstStyle>
          <a:p>
            <a:r>
              <a:rPr lang="en-US"/>
              <a:t>Click to add title</a:t>
            </a:r>
          </a:p>
        </p:txBody>
      </p:sp>
    </p:spTree>
    <p:extLst>
      <p:ext uri="{BB962C8B-B14F-4D97-AF65-F5344CB8AC3E}">
        <p14:creationId xmlns:p14="http://schemas.microsoft.com/office/powerpoint/2010/main" val="1170210239"/>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subtitle, 1 column - Black">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9C36FB10-1EF5-A9A4-577D-A18DA4D12077}"/>
              </a:ext>
            </a:extLst>
          </p:cNvPr>
          <p:cNvGraphicFramePr>
            <a:graphicFrameLocks noChangeAspect="1"/>
          </p:cNvGraphicFramePr>
          <p:nvPr>
            <p:custDataLst>
              <p:tags r:id="rId1"/>
            </p:custDataLst>
            <p:extLst>
              <p:ext uri="{D42A27DB-BD31-4B8C-83A1-F6EECF244321}">
                <p14:modId xmlns:p14="http://schemas.microsoft.com/office/powerpoint/2010/main" val="18793236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9C36FB10-1EF5-A9A4-577D-A18DA4D1207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CaseCode">
            <a:extLst>
              <a:ext uri="{FF2B5EF4-FFF2-40B4-BE49-F238E27FC236}">
                <a16:creationId xmlns:a16="http://schemas.microsoft.com/office/drawing/2014/main" id="{439CAA0B-BD7D-E961-FD1C-9131F85A54CA}"/>
              </a:ext>
            </a:extLst>
          </p:cNvPr>
          <p:cNvSpPr txBox="1"/>
          <p:nvPr/>
        </p:nvSpPr>
        <p:spPr>
          <a:xfrm>
            <a:off x="6335184" y="6519673"/>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Presentation title</a:t>
            </a:r>
            <a:br>
              <a:rPr lang="en-US" sz="800" noProof="0">
                <a:solidFill>
                  <a:schemeClr val="bg1"/>
                </a:solidFill>
                <a:latin typeface="Aptos" panose="020B0004020202020204" pitchFamily="34" charset="0"/>
                <a:cs typeface="Calibri" panose="020F0502020204030204" pitchFamily="34" charset="0"/>
              </a:rPr>
            </a:br>
            <a:r>
              <a:rPr lang="en-US" sz="800" noProof="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5" name="Copyright">
            <a:extLst>
              <a:ext uri="{FF2B5EF4-FFF2-40B4-BE49-F238E27FC236}">
                <a16:creationId xmlns:a16="http://schemas.microsoft.com/office/drawing/2014/main" id="{F6E54051-AB2C-A07C-F684-FE42B225EAE9}"/>
              </a:ext>
            </a:extLst>
          </p:cNvPr>
          <p:cNvSpPr txBox="1"/>
          <p:nvPr/>
        </p:nvSpPr>
        <p:spPr>
          <a:xfrm>
            <a:off x="466344" y="6515063"/>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Member firms and DTTL: Insert appropriate copyright</a:t>
            </a:r>
            <a:br>
              <a:rPr lang="en-US" sz="800" noProof="0">
                <a:solidFill>
                  <a:schemeClr val="bg1"/>
                </a:solidFill>
                <a:latin typeface="Aptos" panose="020B0004020202020204" pitchFamily="34" charset="0"/>
                <a:cs typeface="Calibri" panose="020F0502020204030204" pitchFamily="34" charset="0"/>
              </a:rPr>
            </a:br>
            <a:r>
              <a:rPr lang="en-US" sz="800" noProof="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6" name="TextBox 5">
            <a:extLst>
              <a:ext uri="{FF2B5EF4-FFF2-40B4-BE49-F238E27FC236}">
                <a16:creationId xmlns:a16="http://schemas.microsoft.com/office/drawing/2014/main" id="{7138B5BD-933E-BC54-3884-620C20F639B9}"/>
              </a:ext>
            </a:extLst>
          </p:cNvPr>
          <p:cNvSpPr txBox="1"/>
          <p:nvPr/>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Aptos" panose="020B0004020202020204" pitchFamily="34" charset="0"/>
              <a:cs typeface="Calibri" panose="020F0502020204030204" pitchFamily="34" charset="0"/>
            </a:endParaRPr>
          </a:p>
        </p:txBody>
      </p:sp>
      <p:sp>
        <p:nvSpPr>
          <p:cNvPr id="14" name="Text Placeholder 18">
            <a:extLst>
              <a:ext uri="{FF2B5EF4-FFF2-40B4-BE49-F238E27FC236}">
                <a16:creationId xmlns:a16="http://schemas.microsoft.com/office/drawing/2014/main" id="{FB46B341-3430-2348-6D11-485200BFA997}"/>
              </a:ext>
            </a:extLst>
          </p:cNvPr>
          <p:cNvSpPr>
            <a:spLocks noGrp="1"/>
          </p:cNvSpPr>
          <p:nvPr>
            <p:ph idx="1" hasCustomPrompt="1"/>
          </p:nvPr>
        </p:nvSpPr>
        <p:spPr>
          <a:xfrm>
            <a:off x="450000" y="1714500"/>
            <a:ext cx="11304000" cy="4644000"/>
          </a:xfrm>
          <a:prstGeom prst="rect">
            <a:avLst/>
          </a:prstGeom>
        </p:spPr>
        <p:txBody>
          <a:bodyPr vert="horz" lIns="0" tIns="0" rIns="0" bIns="0" rtlCol="0">
            <a:noAutofit/>
          </a:bodyPr>
          <a:lstStyle>
            <a:lvl1pPr>
              <a:spcBef>
                <a:spcPts val="200"/>
              </a:spcBef>
              <a:spcAft>
                <a:spcPts val="200"/>
              </a:spcAft>
              <a:defRPr>
                <a:solidFill>
                  <a:schemeClr val="bg1"/>
                </a:solidFill>
                <a:latin typeface="Aptos" panose="020B0004020202020204" pitchFamily="34" charset="0"/>
              </a:defRPr>
            </a:lvl1pPr>
            <a:lvl2pPr>
              <a:spcBef>
                <a:spcPts val="200"/>
              </a:spcBef>
              <a:spcAft>
                <a:spcPts val="200"/>
              </a:spcAft>
              <a:defRPr>
                <a:solidFill>
                  <a:schemeClr val="bg1"/>
                </a:solidFill>
                <a:latin typeface="Aptos" panose="020B0004020202020204" pitchFamily="34" charset="0"/>
              </a:defRPr>
            </a:lvl2pPr>
            <a:lvl3pPr>
              <a:spcBef>
                <a:spcPts val="200"/>
              </a:spcBef>
              <a:spcAft>
                <a:spcPts val="200"/>
              </a:spcAft>
              <a:defRPr>
                <a:solidFill>
                  <a:schemeClr val="bg1"/>
                </a:solidFill>
                <a:latin typeface="Aptos" panose="020B0004020202020204" pitchFamily="34" charset="0"/>
              </a:defRPr>
            </a:lvl3pPr>
            <a:lvl4pPr>
              <a:spcBef>
                <a:spcPts val="200"/>
              </a:spcBef>
              <a:spcAft>
                <a:spcPts val="200"/>
              </a:spcAft>
              <a:defRPr>
                <a:solidFill>
                  <a:schemeClr val="bg1"/>
                </a:solidFill>
                <a:latin typeface="Aptos" panose="020B0004020202020204" pitchFamily="34" charset="0"/>
              </a:defRPr>
            </a:lvl4pPr>
            <a:lvl5pPr>
              <a:spcBef>
                <a:spcPts val="200"/>
              </a:spcBef>
              <a:spcAft>
                <a:spcPts val="200"/>
              </a:spcAft>
              <a:defRPr>
                <a:solidFill>
                  <a:schemeClr val="bg1"/>
                </a:solidFill>
                <a:latin typeface="Aptos" panose="020B0004020202020204" pitchFamily="34" charset="0"/>
              </a:defRPr>
            </a:lvl5pPr>
          </a:lstStyle>
          <a:p>
            <a:pPr marL="0" marR="0" lvl="0" indent="0" algn="l" defTabSz="685800" rtl="0" eaLnBrk="1" fontAlgn="auto" latinLnBrk="0" hangingPunct="1">
              <a:lnSpc>
                <a:spcPct val="100000"/>
              </a:lnSpc>
              <a:spcBef>
                <a:spcPts val="200"/>
              </a:spcBef>
              <a:spcAft>
                <a:spcPts val="200"/>
              </a:spcAft>
              <a:buClrTx/>
              <a:buSzPct val="100000"/>
              <a:buFontTx/>
              <a:buNone/>
              <a:tabLst/>
              <a:defRPr/>
            </a:pPr>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 name="Title Placeholder 1">
            <a:extLst>
              <a:ext uri="{FF2B5EF4-FFF2-40B4-BE49-F238E27FC236}">
                <a16:creationId xmlns:a16="http://schemas.microsoft.com/office/drawing/2014/main" id="{F99282DB-7705-38D1-75C5-92BD76D9183E}"/>
              </a:ext>
            </a:extLst>
          </p:cNvPr>
          <p:cNvSpPr>
            <a:spLocks noGrp="1"/>
          </p:cNvSpPr>
          <p:nvPr>
            <p:ph type="title" hasCustomPrompt="1"/>
          </p:nvPr>
        </p:nvSpPr>
        <p:spPr>
          <a:xfrm>
            <a:off x="450000" y="345992"/>
            <a:ext cx="11304000"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a:t>Click to add title</a:t>
            </a:r>
          </a:p>
        </p:txBody>
      </p:sp>
      <p:sp>
        <p:nvSpPr>
          <p:cNvPr id="17" name="Text Placeholder 8">
            <a:extLst>
              <a:ext uri="{FF2B5EF4-FFF2-40B4-BE49-F238E27FC236}">
                <a16:creationId xmlns:a16="http://schemas.microsoft.com/office/drawing/2014/main" id="{2F2C4463-3F55-0B57-ECFE-555C0A1782BD}"/>
              </a:ext>
            </a:extLst>
          </p:cNvPr>
          <p:cNvSpPr>
            <a:spLocks noGrp="1"/>
          </p:cNvSpPr>
          <p:nvPr>
            <p:ph type="body" sz="quarter" idx="13" hasCustomPrompt="1"/>
          </p:nvPr>
        </p:nvSpPr>
        <p:spPr>
          <a:xfrm>
            <a:off x="450000" y="684000"/>
            <a:ext cx="11304000"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a:t>Click to add subtitle</a:t>
            </a:r>
          </a:p>
        </p:txBody>
      </p:sp>
    </p:spTree>
    <p:extLst>
      <p:ext uri="{BB962C8B-B14F-4D97-AF65-F5344CB8AC3E}">
        <p14:creationId xmlns:p14="http://schemas.microsoft.com/office/powerpoint/2010/main" val="2689942495"/>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subtitle, 2 columns - Black">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05E6F299-A818-CA93-A927-F61A877DA27A}"/>
              </a:ext>
            </a:extLst>
          </p:cNvPr>
          <p:cNvGraphicFramePr>
            <a:graphicFrameLocks noChangeAspect="1"/>
          </p:cNvGraphicFramePr>
          <p:nvPr>
            <p:custDataLst>
              <p:tags r:id="rId1"/>
            </p:custDataLst>
            <p:extLst>
              <p:ext uri="{D42A27DB-BD31-4B8C-83A1-F6EECF244321}">
                <p14:modId xmlns:p14="http://schemas.microsoft.com/office/powerpoint/2010/main" val="5613879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7" name="think-cell data - do not delete" hidden="1">
                        <a:extLst>
                          <a:ext uri="{FF2B5EF4-FFF2-40B4-BE49-F238E27FC236}">
                            <a16:creationId xmlns:a16="http://schemas.microsoft.com/office/drawing/2014/main" id="{05E6F299-A818-CA93-A927-F61A877DA27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3" name="Content Placeholder 3"/>
          <p:cNvSpPr>
            <a:spLocks noGrp="1"/>
          </p:cNvSpPr>
          <p:nvPr>
            <p:ph sz="quarter" idx="10" hasCustomPrompt="1"/>
          </p:nvPr>
        </p:nvSpPr>
        <p:spPr>
          <a:xfrm>
            <a:off x="450000" y="1719072"/>
            <a:ext cx="5508000" cy="4644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7780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3975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17550" indent="-17780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marL="0" marR="0" lvl="0" indent="0" algn="l" defTabSz="685800" rtl="0" eaLnBrk="1" fontAlgn="auto" latinLnBrk="0" hangingPunct="1">
              <a:lnSpc>
                <a:spcPct val="100000"/>
              </a:lnSpc>
              <a:spcBef>
                <a:spcPts val="200"/>
              </a:spcBef>
              <a:spcAft>
                <a:spcPts val="200"/>
              </a:spcAft>
              <a:buClrTx/>
              <a:buSzPct val="100000"/>
              <a:buFontTx/>
              <a:buNone/>
              <a:tabLst>
                <a:tab pos="3771900" algn="r"/>
              </a:tabLst>
              <a:defRPr/>
            </a:pPr>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CaseCode">
            <a:extLst>
              <a:ext uri="{FF2B5EF4-FFF2-40B4-BE49-F238E27FC236}">
                <a16:creationId xmlns:a16="http://schemas.microsoft.com/office/drawing/2014/main" id="{2FAA9AE1-07D6-1DEA-5444-4C520526B959}"/>
              </a:ext>
            </a:extLst>
          </p:cNvPr>
          <p:cNvSpPr txBox="1"/>
          <p:nvPr/>
        </p:nvSpPr>
        <p:spPr>
          <a:xfrm>
            <a:off x="6335184" y="6519673"/>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Presentation title</a:t>
            </a:r>
            <a:br>
              <a:rPr lang="en-US" sz="800" noProof="0">
                <a:solidFill>
                  <a:schemeClr val="bg1"/>
                </a:solidFill>
                <a:latin typeface="Aptos" panose="020B0004020202020204" pitchFamily="34" charset="0"/>
                <a:cs typeface="Calibri" panose="020F0502020204030204" pitchFamily="34" charset="0"/>
              </a:rPr>
            </a:br>
            <a:r>
              <a:rPr lang="en-US" sz="800" noProof="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4" name="Copyright">
            <a:extLst>
              <a:ext uri="{FF2B5EF4-FFF2-40B4-BE49-F238E27FC236}">
                <a16:creationId xmlns:a16="http://schemas.microsoft.com/office/drawing/2014/main" id="{AECCCF0B-B1BD-BCCA-2910-86017684AE3D}"/>
              </a:ext>
            </a:extLst>
          </p:cNvPr>
          <p:cNvSpPr txBox="1"/>
          <p:nvPr/>
        </p:nvSpPr>
        <p:spPr>
          <a:xfrm>
            <a:off x="466344" y="6515063"/>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Member firms and DTTL: Insert appropriate copyright</a:t>
            </a:r>
            <a:br>
              <a:rPr lang="en-US" sz="800" noProof="0">
                <a:solidFill>
                  <a:schemeClr val="bg1"/>
                </a:solidFill>
                <a:latin typeface="Aptos" panose="020B0004020202020204" pitchFamily="34" charset="0"/>
                <a:cs typeface="Calibri" panose="020F0502020204030204" pitchFamily="34" charset="0"/>
              </a:rPr>
            </a:br>
            <a:r>
              <a:rPr lang="en-US" sz="800" noProof="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5" name="TextBox 4">
            <a:extLst>
              <a:ext uri="{FF2B5EF4-FFF2-40B4-BE49-F238E27FC236}">
                <a16:creationId xmlns:a16="http://schemas.microsoft.com/office/drawing/2014/main" id="{0D8F1BBD-EF0D-7D04-5538-273842FEC19B}"/>
              </a:ext>
            </a:extLst>
          </p:cNvPr>
          <p:cNvSpPr txBox="1"/>
          <p:nvPr/>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Aptos" panose="020B0004020202020204" pitchFamily="34" charset="0"/>
              <a:cs typeface="Calibri" panose="020F0502020204030204" pitchFamily="34" charset="0"/>
            </a:endParaRPr>
          </a:p>
        </p:txBody>
      </p:sp>
      <p:sp>
        <p:nvSpPr>
          <p:cNvPr id="10" name="Title Placeholder 1">
            <a:extLst>
              <a:ext uri="{FF2B5EF4-FFF2-40B4-BE49-F238E27FC236}">
                <a16:creationId xmlns:a16="http://schemas.microsoft.com/office/drawing/2014/main" id="{8D6FEAFF-2B74-1B3D-168E-42A9A695E117}"/>
              </a:ext>
            </a:extLst>
          </p:cNvPr>
          <p:cNvSpPr>
            <a:spLocks noGrp="1"/>
          </p:cNvSpPr>
          <p:nvPr>
            <p:ph type="title" hasCustomPrompt="1"/>
          </p:nvPr>
        </p:nvSpPr>
        <p:spPr>
          <a:xfrm>
            <a:off x="450000" y="345992"/>
            <a:ext cx="11304000"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a:t>Click to add title</a:t>
            </a:r>
          </a:p>
        </p:txBody>
      </p:sp>
      <p:sp>
        <p:nvSpPr>
          <p:cNvPr id="11" name="Text Placeholder 8">
            <a:extLst>
              <a:ext uri="{FF2B5EF4-FFF2-40B4-BE49-F238E27FC236}">
                <a16:creationId xmlns:a16="http://schemas.microsoft.com/office/drawing/2014/main" id="{2DF503BF-FE6C-E555-3A41-CFFD64147183}"/>
              </a:ext>
            </a:extLst>
          </p:cNvPr>
          <p:cNvSpPr>
            <a:spLocks noGrp="1"/>
          </p:cNvSpPr>
          <p:nvPr>
            <p:ph type="body" sz="quarter" idx="13" hasCustomPrompt="1"/>
          </p:nvPr>
        </p:nvSpPr>
        <p:spPr>
          <a:xfrm>
            <a:off x="450000" y="684000"/>
            <a:ext cx="11304000"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a:t>Click to add subtitle</a:t>
            </a:r>
          </a:p>
        </p:txBody>
      </p:sp>
      <p:sp>
        <p:nvSpPr>
          <p:cNvPr id="3" name="Content Placeholder 3">
            <a:extLst>
              <a:ext uri="{FF2B5EF4-FFF2-40B4-BE49-F238E27FC236}">
                <a16:creationId xmlns:a16="http://schemas.microsoft.com/office/drawing/2014/main" id="{45E59B36-2F4F-A0E8-D1A8-C198F28B171E}"/>
              </a:ext>
            </a:extLst>
          </p:cNvPr>
          <p:cNvSpPr>
            <a:spLocks noGrp="1"/>
          </p:cNvSpPr>
          <p:nvPr>
            <p:ph sz="quarter" idx="15" hasCustomPrompt="1"/>
          </p:nvPr>
        </p:nvSpPr>
        <p:spPr>
          <a:xfrm>
            <a:off x="6246000" y="1719072"/>
            <a:ext cx="5508000" cy="4644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7780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3975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17550" indent="-17780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marL="0" marR="0" lvl="0" indent="0" algn="l" defTabSz="685800" rtl="0" eaLnBrk="1" fontAlgn="auto" latinLnBrk="0" hangingPunct="1">
              <a:lnSpc>
                <a:spcPct val="100000"/>
              </a:lnSpc>
              <a:spcBef>
                <a:spcPts val="200"/>
              </a:spcBef>
              <a:spcAft>
                <a:spcPts val="200"/>
              </a:spcAft>
              <a:buClrTx/>
              <a:buSzPct val="100000"/>
              <a:buFontTx/>
              <a:buNone/>
              <a:tabLst>
                <a:tab pos="3771900" algn="r"/>
              </a:tabLst>
              <a:defRPr/>
            </a:pPr>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322320992"/>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subtitle, 3 columns - Black">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D82120E2-D6C2-D764-40A5-E97D481216B5}"/>
              </a:ext>
            </a:extLst>
          </p:cNvPr>
          <p:cNvGraphicFramePr>
            <a:graphicFrameLocks noChangeAspect="1"/>
          </p:cNvGraphicFramePr>
          <p:nvPr>
            <p:custDataLst>
              <p:tags r:id="rId1"/>
            </p:custDataLst>
            <p:extLst>
              <p:ext uri="{D42A27DB-BD31-4B8C-83A1-F6EECF244321}">
                <p14:modId xmlns:p14="http://schemas.microsoft.com/office/powerpoint/2010/main" val="135229646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8" name="think-cell data - do not delete" hidden="1">
                        <a:extLst>
                          <a:ext uri="{FF2B5EF4-FFF2-40B4-BE49-F238E27FC236}">
                            <a16:creationId xmlns:a16="http://schemas.microsoft.com/office/drawing/2014/main" id="{D82120E2-D6C2-D764-40A5-E97D481216B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3" name="Content Placeholder 3">
            <a:extLst>
              <a:ext uri="{FF2B5EF4-FFF2-40B4-BE49-F238E27FC236}">
                <a16:creationId xmlns:a16="http://schemas.microsoft.com/office/drawing/2014/main" id="{BFED540D-3BF1-4047-9D69-9C3EB9B94551}"/>
              </a:ext>
            </a:extLst>
          </p:cNvPr>
          <p:cNvSpPr>
            <a:spLocks noGrp="1"/>
          </p:cNvSpPr>
          <p:nvPr>
            <p:ph sz="quarter" idx="10" hasCustomPrompt="1"/>
          </p:nvPr>
        </p:nvSpPr>
        <p:spPr>
          <a:xfrm>
            <a:off x="450000" y="1719072"/>
            <a:ext cx="3549904" cy="4644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7780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3975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17550" indent="-17780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aseCode">
            <a:extLst>
              <a:ext uri="{FF2B5EF4-FFF2-40B4-BE49-F238E27FC236}">
                <a16:creationId xmlns:a16="http://schemas.microsoft.com/office/drawing/2014/main" id="{4C9C6FA1-DDE1-8073-D67E-BBF06C3542A3}"/>
              </a:ext>
            </a:extLst>
          </p:cNvPr>
          <p:cNvSpPr txBox="1"/>
          <p:nvPr/>
        </p:nvSpPr>
        <p:spPr>
          <a:xfrm>
            <a:off x="6335184" y="6519673"/>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Presentation title</a:t>
            </a:r>
            <a:br>
              <a:rPr lang="en-US" sz="800" noProof="0">
                <a:solidFill>
                  <a:schemeClr val="bg1"/>
                </a:solidFill>
                <a:latin typeface="Aptos" panose="020B0004020202020204" pitchFamily="34" charset="0"/>
                <a:cs typeface="Calibri" panose="020F0502020204030204" pitchFamily="34" charset="0"/>
              </a:rPr>
            </a:br>
            <a:r>
              <a:rPr lang="en-US" sz="800" noProof="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5" name="Copyright">
            <a:extLst>
              <a:ext uri="{FF2B5EF4-FFF2-40B4-BE49-F238E27FC236}">
                <a16:creationId xmlns:a16="http://schemas.microsoft.com/office/drawing/2014/main" id="{E0E9664F-F6E9-5088-C878-2C69B2DB5422}"/>
              </a:ext>
            </a:extLst>
          </p:cNvPr>
          <p:cNvSpPr txBox="1"/>
          <p:nvPr/>
        </p:nvSpPr>
        <p:spPr>
          <a:xfrm>
            <a:off x="466344" y="6515063"/>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Member firms and DTTL: Insert appropriate copyright</a:t>
            </a:r>
            <a:br>
              <a:rPr lang="en-US" sz="800" noProof="0">
                <a:solidFill>
                  <a:schemeClr val="bg1"/>
                </a:solidFill>
                <a:latin typeface="Aptos" panose="020B0004020202020204" pitchFamily="34" charset="0"/>
                <a:cs typeface="Calibri" panose="020F0502020204030204" pitchFamily="34" charset="0"/>
              </a:rPr>
            </a:br>
            <a:r>
              <a:rPr lang="en-US" sz="800" noProof="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6" name="TextBox 5">
            <a:extLst>
              <a:ext uri="{FF2B5EF4-FFF2-40B4-BE49-F238E27FC236}">
                <a16:creationId xmlns:a16="http://schemas.microsoft.com/office/drawing/2014/main" id="{51FB6382-2CB7-7FC9-D920-10C689F2F5E2}"/>
              </a:ext>
            </a:extLst>
          </p:cNvPr>
          <p:cNvSpPr txBox="1"/>
          <p:nvPr/>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Aptos" panose="020B0004020202020204" pitchFamily="34" charset="0"/>
              <a:cs typeface="Calibri" panose="020F0502020204030204" pitchFamily="34" charset="0"/>
            </a:endParaRPr>
          </a:p>
        </p:txBody>
      </p:sp>
      <p:sp>
        <p:nvSpPr>
          <p:cNvPr id="9" name="Title Placeholder 1">
            <a:extLst>
              <a:ext uri="{FF2B5EF4-FFF2-40B4-BE49-F238E27FC236}">
                <a16:creationId xmlns:a16="http://schemas.microsoft.com/office/drawing/2014/main" id="{7413E34D-A983-4D25-B3D7-D7643F603577}"/>
              </a:ext>
            </a:extLst>
          </p:cNvPr>
          <p:cNvSpPr>
            <a:spLocks noGrp="1"/>
          </p:cNvSpPr>
          <p:nvPr>
            <p:ph type="title" hasCustomPrompt="1"/>
          </p:nvPr>
        </p:nvSpPr>
        <p:spPr>
          <a:xfrm>
            <a:off x="450000" y="345992"/>
            <a:ext cx="11304000" cy="342000"/>
          </a:xfrm>
          <a:prstGeom prst="rect">
            <a:avLst/>
          </a:prstGeom>
        </p:spPr>
        <p:txBody>
          <a:bodyPr vert="horz" lIns="0" tIns="0" rIns="0" bIns="0" rtlCol="0" anchor="t" anchorCtr="0">
            <a:noAutofit/>
          </a:bodyPr>
          <a:lstStyle>
            <a:lvl1pPr>
              <a:defRPr sz="2100">
                <a:solidFill>
                  <a:schemeClr val="bg1"/>
                </a:solidFill>
                <a:latin typeface="Aptos" panose="020B0004020202020204" pitchFamily="34" charset="0"/>
              </a:defRPr>
            </a:lvl1pPr>
          </a:lstStyle>
          <a:p>
            <a:r>
              <a:rPr lang="en-US"/>
              <a:t>Click to add title</a:t>
            </a:r>
          </a:p>
        </p:txBody>
      </p:sp>
      <p:sp>
        <p:nvSpPr>
          <p:cNvPr id="10" name="Text Placeholder 8">
            <a:extLst>
              <a:ext uri="{FF2B5EF4-FFF2-40B4-BE49-F238E27FC236}">
                <a16:creationId xmlns:a16="http://schemas.microsoft.com/office/drawing/2014/main" id="{6F14D54C-54B5-CC50-7E64-122407456A83}"/>
              </a:ext>
            </a:extLst>
          </p:cNvPr>
          <p:cNvSpPr>
            <a:spLocks noGrp="1"/>
          </p:cNvSpPr>
          <p:nvPr>
            <p:ph type="body" sz="quarter" idx="13" hasCustomPrompt="1"/>
          </p:nvPr>
        </p:nvSpPr>
        <p:spPr>
          <a:xfrm>
            <a:off x="450000" y="684000"/>
            <a:ext cx="11304000" cy="757255"/>
          </a:xfrm>
          <a:prstGeom prst="rect">
            <a:avLst/>
          </a:prstGeom>
        </p:spPr>
        <p:txBody>
          <a:bodyPr vert="horz" lIns="0" tIns="0" rIns="0" bIns="0" rtlCol="0" anchor="t" anchorCtr="0">
            <a:noAutofit/>
          </a:bodyPr>
          <a:lstStyle>
            <a:lvl1pPr>
              <a:defRPr lang="en-US" sz="1800" b="0" dirty="0">
                <a:solidFill>
                  <a:srgbClr val="D0D0CE"/>
                </a:solidFill>
                <a:latin typeface="Aptos" panose="020B0004020202020204" pitchFamily="34" charset="0"/>
              </a:defRPr>
            </a:lvl1pPr>
          </a:lstStyle>
          <a:p>
            <a:pPr lvl="0"/>
            <a:r>
              <a:rPr lang="en-US"/>
              <a:t>Click to add subtitle</a:t>
            </a:r>
          </a:p>
        </p:txBody>
      </p:sp>
      <p:sp>
        <p:nvSpPr>
          <p:cNvPr id="4" name="Content Placeholder 3">
            <a:extLst>
              <a:ext uri="{FF2B5EF4-FFF2-40B4-BE49-F238E27FC236}">
                <a16:creationId xmlns:a16="http://schemas.microsoft.com/office/drawing/2014/main" id="{DF0E9C8C-3361-2EBB-1420-4D27917305A8}"/>
              </a:ext>
            </a:extLst>
          </p:cNvPr>
          <p:cNvSpPr>
            <a:spLocks noGrp="1"/>
          </p:cNvSpPr>
          <p:nvPr>
            <p:ph sz="quarter" idx="17" hasCustomPrompt="1"/>
          </p:nvPr>
        </p:nvSpPr>
        <p:spPr>
          <a:xfrm>
            <a:off x="4327048" y="1719072"/>
            <a:ext cx="3549904" cy="4644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7780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3975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17550" indent="-17780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Content Placeholder 3">
            <a:extLst>
              <a:ext uri="{FF2B5EF4-FFF2-40B4-BE49-F238E27FC236}">
                <a16:creationId xmlns:a16="http://schemas.microsoft.com/office/drawing/2014/main" id="{CD594323-BB1E-32C6-75D1-37D14037392C}"/>
              </a:ext>
            </a:extLst>
          </p:cNvPr>
          <p:cNvSpPr>
            <a:spLocks noGrp="1"/>
          </p:cNvSpPr>
          <p:nvPr>
            <p:ph sz="quarter" idx="18" hasCustomPrompt="1"/>
          </p:nvPr>
        </p:nvSpPr>
        <p:spPr>
          <a:xfrm>
            <a:off x="8204096" y="1719072"/>
            <a:ext cx="3549904" cy="4644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7780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3975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17550" indent="-17780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812911048"/>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subtitle, 4 columns - Black">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0AF0D7E5-2029-3151-0D44-92D925760B08}"/>
              </a:ext>
            </a:extLst>
          </p:cNvPr>
          <p:cNvGraphicFramePr>
            <a:graphicFrameLocks noChangeAspect="1"/>
          </p:cNvGraphicFramePr>
          <p:nvPr>
            <p:custDataLst>
              <p:tags r:id="rId1"/>
            </p:custDataLst>
            <p:extLst>
              <p:ext uri="{D42A27DB-BD31-4B8C-83A1-F6EECF244321}">
                <p14:modId xmlns:p14="http://schemas.microsoft.com/office/powerpoint/2010/main" val="12431203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5" name="think-cell data - do not delete" hidden="1">
                        <a:extLst>
                          <a:ext uri="{FF2B5EF4-FFF2-40B4-BE49-F238E27FC236}">
                            <a16:creationId xmlns:a16="http://schemas.microsoft.com/office/drawing/2014/main" id="{0AF0D7E5-2029-3151-0D44-92D925760B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Content Placeholder 3">
            <a:extLst>
              <a:ext uri="{FF2B5EF4-FFF2-40B4-BE49-F238E27FC236}">
                <a16:creationId xmlns:a16="http://schemas.microsoft.com/office/drawing/2014/main" id="{593F994E-D5B3-4236-9E8D-771F764DB8E8}"/>
              </a:ext>
            </a:extLst>
          </p:cNvPr>
          <p:cNvSpPr>
            <a:spLocks noGrp="1"/>
          </p:cNvSpPr>
          <p:nvPr>
            <p:ph sz="quarter" idx="10" hasCustomPrompt="1"/>
          </p:nvPr>
        </p:nvSpPr>
        <p:spPr>
          <a:xfrm>
            <a:off x="450000" y="1714500"/>
            <a:ext cx="2685018" cy="4644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7780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3975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17550" indent="-17780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CaseCode">
            <a:extLst>
              <a:ext uri="{FF2B5EF4-FFF2-40B4-BE49-F238E27FC236}">
                <a16:creationId xmlns:a16="http://schemas.microsoft.com/office/drawing/2014/main" id="{2AC6B5AE-2398-5F77-C242-BA82202FDB97}"/>
              </a:ext>
            </a:extLst>
          </p:cNvPr>
          <p:cNvSpPr txBox="1"/>
          <p:nvPr/>
        </p:nvSpPr>
        <p:spPr>
          <a:xfrm>
            <a:off x="6335184" y="6519673"/>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Presentation title</a:t>
            </a:r>
            <a:br>
              <a:rPr lang="en-US" sz="800" noProof="0">
                <a:solidFill>
                  <a:schemeClr val="bg1"/>
                </a:solidFill>
                <a:latin typeface="Aptos" panose="020B0004020202020204" pitchFamily="34" charset="0"/>
                <a:cs typeface="Calibri" panose="020F0502020204030204" pitchFamily="34" charset="0"/>
              </a:rPr>
            </a:br>
            <a:r>
              <a:rPr lang="en-US" sz="800" noProof="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8" name="Copyright">
            <a:extLst>
              <a:ext uri="{FF2B5EF4-FFF2-40B4-BE49-F238E27FC236}">
                <a16:creationId xmlns:a16="http://schemas.microsoft.com/office/drawing/2014/main" id="{D86F00B9-162D-0F0A-AF00-68C6D5FF16DE}"/>
              </a:ext>
            </a:extLst>
          </p:cNvPr>
          <p:cNvSpPr txBox="1"/>
          <p:nvPr/>
        </p:nvSpPr>
        <p:spPr>
          <a:xfrm>
            <a:off x="466344" y="6515063"/>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Member firms and DTTL: Insert appropriate copyright</a:t>
            </a:r>
            <a:br>
              <a:rPr lang="en-US" sz="800" noProof="0">
                <a:solidFill>
                  <a:schemeClr val="bg1"/>
                </a:solidFill>
                <a:latin typeface="Aptos" panose="020B0004020202020204" pitchFamily="34" charset="0"/>
                <a:cs typeface="Calibri" panose="020F0502020204030204" pitchFamily="34" charset="0"/>
              </a:rPr>
            </a:br>
            <a:r>
              <a:rPr lang="en-US" sz="800" noProof="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10" name="TextBox 9">
            <a:extLst>
              <a:ext uri="{FF2B5EF4-FFF2-40B4-BE49-F238E27FC236}">
                <a16:creationId xmlns:a16="http://schemas.microsoft.com/office/drawing/2014/main" id="{7ADEBAD5-40EB-51CE-ACE7-BD2DFF52BB5F}"/>
              </a:ext>
            </a:extLst>
          </p:cNvPr>
          <p:cNvSpPr txBox="1"/>
          <p:nvPr/>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Aptos" panose="020B0004020202020204" pitchFamily="34" charset="0"/>
              <a:cs typeface="Calibri" panose="020F0502020204030204" pitchFamily="34" charset="0"/>
            </a:endParaRPr>
          </a:p>
        </p:txBody>
      </p:sp>
      <p:sp>
        <p:nvSpPr>
          <p:cNvPr id="14" name="Title Placeholder 1">
            <a:extLst>
              <a:ext uri="{FF2B5EF4-FFF2-40B4-BE49-F238E27FC236}">
                <a16:creationId xmlns:a16="http://schemas.microsoft.com/office/drawing/2014/main" id="{286DEB7A-2D80-0936-9E40-8E28EEB0EB24}"/>
              </a:ext>
            </a:extLst>
          </p:cNvPr>
          <p:cNvSpPr>
            <a:spLocks noGrp="1"/>
          </p:cNvSpPr>
          <p:nvPr>
            <p:ph type="title" hasCustomPrompt="1"/>
          </p:nvPr>
        </p:nvSpPr>
        <p:spPr>
          <a:xfrm>
            <a:off x="450000" y="345992"/>
            <a:ext cx="11304000"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a:t>Click to add title</a:t>
            </a:r>
          </a:p>
        </p:txBody>
      </p:sp>
      <p:sp>
        <p:nvSpPr>
          <p:cNvPr id="15" name="Text Placeholder 8">
            <a:extLst>
              <a:ext uri="{FF2B5EF4-FFF2-40B4-BE49-F238E27FC236}">
                <a16:creationId xmlns:a16="http://schemas.microsoft.com/office/drawing/2014/main" id="{67F64B02-86CD-B81B-86B2-05391A92AC52}"/>
              </a:ext>
            </a:extLst>
          </p:cNvPr>
          <p:cNvSpPr>
            <a:spLocks noGrp="1"/>
          </p:cNvSpPr>
          <p:nvPr>
            <p:ph type="body" sz="quarter" idx="13" hasCustomPrompt="1"/>
          </p:nvPr>
        </p:nvSpPr>
        <p:spPr>
          <a:xfrm>
            <a:off x="450000" y="684000"/>
            <a:ext cx="11304000"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a:t>Click to add subtitle</a:t>
            </a:r>
          </a:p>
        </p:txBody>
      </p:sp>
      <p:sp>
        <p:nvSpPr>
          <p:cNvPr id="3" name="Content Placeholder 3">
            <a:extLst>
              <a:ext uri="{FF2B5EF4-FFF2-40B4-BE49-F238E27FC236}">
                <a16:creationId xmlns:a16="http://schemas.microsoft.com/office/drawing/2014/main" id="{39EE392B-1FEE-21B0-181D-C9962A3FE8E5}"/>
              </a:ext>
            </a:extLst>
          </p:cNvPr>
          <p:cNvSpPr>
            <a:spLocks noGrp="1"/>
          </p:cNvSpPr>
          <p:nvPr>
            <p:ph sz="quarter" idx="18" hasCustomPrompt="1"/>
          </p:nvPr>
        </p:nvSpPr>
        <p:spPr>
          <a:xfrm>
            <a:off x="3322994" y="1714500"/>
            <a:ext cx="2685018" cy="4644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7780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3975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17550" indent="-17780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Content Placeholder 3">
            <a:extLst>
              <a:ext uri="{FF2B5EF4-FFF2-40B4-BE49-F238E27FC236}">
                <a16:creationId xmlns:a16="http://schemas.microsoft.com/office/drawing/2014/main" id="{EC71861D-BC3F-2DAD-BA49-86947F937CC5}"/>
              </a:ext>
            </a:extLst>
          </p:cNvPr>
          <p:cNvSpPr>
            <a:spLocks noGrp="1"/>
          </p:cNvSpPr>
          <p:nvPr>
            <p:ph sz="quarter" idx="19" hasCustomPrompt="1"/>
          </p:nvPr>
        </p:nvSpPr>
        <p:spPr>
          <a:xfrm>
            <a:off x="6195988" y="1714500"/>
            <a:ext cx="2685018" cy="4644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7780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3975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17550" indent="-17780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Content Placeholder 3">
            <a:extLst>
              <a:ext uri="{FF2B5EF4-FFF2-40B4-BE49-F238E27FC236}">
                <a16:creationId xmlns:a16="http://schemas.microsoft.com/office/drawing/2014/main" id="{6D62757C-35E9-6C73-1638-E2D99D8D412E}"/>
              </a:ext>
            </a:extLst>
          </p:cNvPr>
          <p:cNvSpPr>
            <a:spLocks noGrp="1"/>
          </p:cNvSpPr>
          <p:nvPr>
            <p:ph sz="quarter" idx="20" hasCustomPrompt="1"/>
          </p:nvPr>
        </p:nvSpPr>
        <p:spPr>
          <a:xfrm>
            <a:off x="9068982" y="1714500"/>
            <a:ext cx="2685018" cy="4644000"/>
          </a:xfrm>
          <a:prstGeom prst="rect">
            <a:avLst/>
          </a:prstGeom>
        </p:spPr>
        <p:txBody>
          <a:bodyPr>
            <a:noAutofit/>
          </a:bodyPr>
          <a:lstStyle>
            <a:lvl1pPr marL="0" indent="0" algn="l">
              <a:spcBef>
                <a:spcPts val="200"/>
              </a:spcBef>
              <a:spcAft>
                <a:spcPts val="200"/>
              </a:spcAft>
              <a:buFontTx/>
              <a:buNone/>
              <a:tabLst>
                <a:tab pos="3771900" algn="r"/>
              </a:tabLst>
              <a:defRPr sz="1200">
                <a:solidFill>
                  <a:schemeClr val="bg1"/>
                </a:solidFill>
                <a:latin typeface="Aptos" panose="020B0004020202020204" pitchFamily="34" charset="0"/>
              </a:defRPr>
            </a:lvl1pPr>
            <a:lvl2pPr marL="17780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2pPr>
            <a:lvl3pPr marL="361950" indent="-18415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3pPr>
            <a:lvl4pPr marL="539750" indent="-177800" algn="l">
              <a:spcBef>
                <a:spcPts val="200"/>
              </a:spcBef>
              <a:spcAft>
                <a:spcPts val="200"/>
              </a:spcAft>
              <a:buClrTx/>
              <a:buSzPct val="100000"/>
              <a:buFont typeface="Arial" panose="020B0604020202020204" pitchFamily="34" charset="0"/>
              <a:buChar char="◦"/>
              <a:tabLst>
                <a:tab pos="3771900" algn="r"/>
              </a:tabLst>
              <a:defRPr sz="1200">
                <a:solidFill>
                  <a:schemeClr val="bg1"/>
                </a:solidFill>
                <a:latin typeface="Aptos" panose="020B0004020202020204" pitchFamily="34" charset="0"/>
              </a:defRPr>
            </a:lvl4pPr>
            <a:lvl5pPr marL="717550" indent="-177800" algn="l">
              <a:spcBef>
                <a:spcPts val="200"/>
              </a:spcBef>
              <a:spcAft>
                <a:spcPts val="200"/>
              </a:spcAft>
              <a:buClrTx/>
              <a:buSzPct val="100000"/>
              <a:buFont typeface="Arial" panose="020B0604020202020204" pitchFamily="34" charset="0"/>
              <a:buChar char="−"/>
              <a:tabLst>
                <a:tab pos="3771900" algn="r"/>
              </a:tabLst>
              <a:defRPr sz="1200" baseline="0">
                <a:solidFill>
                  <a:schemeClr val="bg1"/>
                </a:solidFill>
                <a:latin typeface="Aptos" panose="020B0004020202020204" pitchFamily="34" charset="0"/>
              </a:defRPr>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902281610"/>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eam profile - Black">
    <p:spTree>
      <p:nvGrpSpPr>
        <p:cNvPr id="1" name=""/>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3E4C1F1A-C2FD-0E2E-2497-1640B8CFB7F6}"/>
              </a:ext>
            </a:extLst>
          </p:cNvPr>
          <p:cNvGraphicFramePr>
            <a:graphicFrameLocks noChangeAspect="1"/>
          </p:cNvGraphicFramePr>
          <p:nvPr>
            <p:custDataLst>
              <p:tags r:id="rId1"/>
            </p:custDataLst>
            <p:extLst>
              <p:ext uri="{D42A27DB-BD31-4B8C-83A1-F6EECF244321}">
                <p14:modId xmlns:p14="http://schemas.microsoft.com/office/powerpoint/2010/main" val="22239920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6" name="think-cell data - do not delete" hidden="1">
                        <a:extLst>
                          <a:ext uri="{FF2B5EF4-FFF2-40B4-BE49-F238E27FC236}">
                            <a16:creationId xmlns:a16="http://schemas.microsoft.com/office/drawing/2014/main" id="{3E4C1F1A-C2FD-0E2E-2497-1640B8CFB7F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Picture Placeholder 11">
            <a:extLst>
              <a:ext uri="{FF2B5EF4-FFF2-40B4-BE49-F238E27FC236}">
                <a16:creationId xmlns:a16="http://schemas.microsoft.com/office/drawing/2014/main" id="{0D8F34B8-DFAD-6DD7-E1A1-4572B7969DDD}"/>
              </a:ext>
            </a:extLst>
          </p:cNvPr>
          <p:cNvSpPr>
            <a:spLocks noGrp="1"/>
          </p:cNvSpPr>
          <p:nvPr>
            <p:ph type="pic" sz="quarter" idx="25"/>
          </p:nvPr>
        </p:nvSpPr>
        <p:spPr>
          <a:xfrm>
            <a:off x="450000" y="1880213"/>
            <a:ext cx="1476000" cy="1476000"/>
          </a:xfrm>
        </p:spPr>
        <p:txBody>
          <a:bodyPr>
            <a:normAutofit/>
          </a:bodyPr>
          <a:lstStyle>
            <a:lvl1pPr algn="ctr">
              <a:defRPr sz="1200"/>
            </a:lvl1pPr>
          </a:lstStyle>
          <a:p>
            <a:r>
              <a:rPr lang="en-US"/>
              <a:t>Click icon to add picture</a:t>
            </a:r>
            <a:endParaRPr lang="en-GB"/>
          </a:p>
        </p:txBody>
      </p:sp>
      <p:sp>
        <p:nvSpPr>
          <p:cNvPr id="3" name="Picture Placeholder 11">
            <a:extLst>
              <a:ext uri="{FF2B5EF4-FFF2-40B4-BE49-F238E27FC236}">
                <a16:creationId xmlns:a16="http://schemas.microsoft.com/office/drawing/2014/main" id="{90D3C277-40A7-31AF-87D8-848A84CDC70C}"/>
              </a:ext>
            </a:extLst>
          </p:cNvPr>
          <p:cNvSpPr>
            <a:spLocks noGrp="1"/>
          </p:cNvSpPr>
          <p:nvPr>
            <p:ph type="pic" sz="quarter" idx="27"/>
          </p:nvPr>
        </p:nvSpPr>
        <p:spPr>
          <a:xfrm>
            <a:off x="6246000" y="1880213"/>
            <a:ext cx="1476000" cy="1476000"/>
          </a:xfrm>
        </p:spPr>
        <p:txBody>
          <a:bodyPr>
            <a:normAutofit/>
          </a:bodyPr>
          <a:lstStyle>
            <a:lvl1pPr algn="ctr">
              <a:defRPr sz="1200"/>
            </a:lvl1pPr>
          </a:lstStyle>
          <a:p>
            <a:r>
              <a:rPr lang="en-US"/>
              <a:t>Click icon to add picture</a:t>
            </a:r>
            <a:endParaRPr lang="en-GB"/>
          </a:p>
        </p:txBody>
      </p:sp>
      <p:sp>
        <p:nvSpPr>
          <p:cNvPr id="4" name="Picture Placeholder 11">
            <a:extLst>
              <a:ext uri="{FF2B5EF4-FFF2-40B4-BE49-F238E27FC236}">
                <a16:creationId xmlns:a16="http://schemas.microsoft.com/office/drawing/2014/main" id="{6B0BFB5D-1E54-FF08-195B-949B6341E16B}"/>
              </a:ext>
            </a:extLst>
          </p:cNvPr>
          <p:cNvSpPr>
            <a:spLocks noGrp="1"/>
          </p:cNvSpPr>
          <p:nvPr>
            <p:ph type="pic" sz="quarter" idx="29"/>
          </p:nvPr>
        </p:nvSpPr>
        <p:spPr>
          <a:xfrm>
            <a:off x="450000" y="4256213"/>
            <a:ext cx="1476000" cy="1476000"/>
          </a:xfrm>
        </p:spPr>
        <p:txBody>
          <a:bodyPr>
            <a:normAutofit/>
          </a:bodyPr>
          <a:lstStyle>
            <a:lvl1pPr algn="ctr">
              <a:defRPr sz="1200"/>
            </a:lvl1pPr>
          </a:lstStyle>
          <a:p>
            <a:r>
              <a:rPr lang="en-US"/>
              <a:t>Click icon to add picture</a:t>
            </a:r>
            <a:endParaRPr lang="en-GB"/>
          </a:p>
        </p:txBody>
      </p:sp>
      <p:sp>
        <p:nvSpPr>
          <p:cNvPr id="5" name="Picture Placeholder 11">
            <a:extLst>
              <a:ext uri="{FF2B5EF4-FFF2-40B4-BE49-F238E27FC236}">
                <a16:creationId xmlns:a16="http://schemas.microsoft.com/office/drawing/2014/main" id="{B70C4541-64E0-0D36-F531-9180AEBAADAD}"/>
              </a:ext>
            </a:extLst>
          </p:cNvPr>
          <p:cNvSpPr>
            <a:spLocks noGrp="1"/>
          </p:cNvSpPr>
          <p:nvPr>
            <p:ph type="pic" sz="quarter" idx="31"/>
          </p:nvPr>
        </p:nvSpPr>
        <p:spPr>
          <a:xfrm>
            <a:off x="6246000" y="4256213"/>
            <a:ext cx="1476000" cy="1476000"/>
          </a:xfrm>
        </p:spPr>
        <p:txBody>
          <a:bodyPr>
            <a:normAutofit/>
          </a:bodyPr>
          <a:lstStyle>
            <a:lvl1pPr algn="ctr">
              <a:defRPr sz="1200"/>
            </a:lvl1pPr>
          </a:lstStyle>
          <a:p>
            <a:r>
              <a:rPr lang="en-US"/>
              <a:t>Click icon to add picture</a:t>
            </a:r>
            <a:endParaRPr lang="en-GB"/>
          </a:p>
        </p:txBody>
      </p:sp>
      <p:sp>
        <p:nvSpPr>
          <p:cNvPr id="7" name="Text Placeholder 12">
            <a:extLst>
              <a:ext uri="{FF2B5EF4-FFF2-40B4-BE49-F238E27FC236}">
                <a16:creationId xmlns:a16="http://schemas.microsoft.com/office/drawing/2014/main" id="{9D3FBE01-C9A4-F88D-C153-2816D6207A40}"/>
              </a:ext>
            </a:extLst>
          </p:cNvPr>
          <p:cNvSpPr>
            <a:spLocks noGrp="1"/>
          </p:cNvSpPr>
          <p:nvPr>
            <p:ph type="body" sz="quarter" idx="33" hasCustomPrompt="1"/>
          </p:nvPr>
        </p:nvSpPr>
        <p:spPr>
          <a:xfrm>
            <a:off x="7902000" y="1880213"/>
            <a:ext cx="3852000" cy="1944000"/>
          </a:xfrm>
        </p:spPr>
        <p:txBody>
          <a:bodyPr/>
          <a:lstStyle>
            <a:lvl1pPr>
              <a:spcBef>
                <a:spcPts val="200"/>
              </a:spcBef>
              <a:spcAft>
                <a:spcPts val="200"/>
              </a:spcAft>
              <a:defRPr sz="1200" b="0">
                <a:solidFill>
                  <a:schemeClr val="bg1"/>
                </a:solidFill>
                <a:latin typeface="Aptos" panose="020B0004020202020204" pitchFamily="34" charset="0"/>
              </a:defRPr>
            </a:lvl1pPr>
            <a:lvl2pPr>
              <a:spcBef>
                <a:spcPts val="200"/>
              </a:spcBef>
              <a:spcAft>
                <a:spcPts val="200"/>
              </a:spcAft>
              <a:defRPr sz="1200" b="0">
                <a:solidFill>
                  <a:schemeClr val="bg1"/>
                </a:solidFill>
                <a:latin typeface="Aptos" panose="020B0004020202020204" pitchFamily="34" charset="0"/>
              </a:defRPr>
            </a:lvl2pPr>
          </a:lstStyle>
          <a:p>
            <a:pPr lvl="0"/>
            <a:r>
              <a:rPr lang="en-US" noProof="0"/>
              <a:t>Click to add text</a:t>
            </a:r>
          </a:p>
          <a:p>
            <a:pPr lvl="1"/>
            <a:r>
              <a:rPr lang="en-US"/>
              <a:t>Second level</a:t>
            </a:r>
          </a:p>
        </p:txBody>
      </p:sp>
      <p:sp>
        <p:nvSpPr>
          <p:cNvPr id="8" name="Text Placeholder 12">
            <a:extLst>
              <a:ext uri="{FF2B5EF4-FFF2-40B4-BE49-F238E27FC236}">
                <a16:creationId xmlns:a16="http://schemas.microsoft.com/office/drawing/2014/main" id="{7004DE48-1AC3-4F21-0968-B38909044342}"/>
              </a:ext>
            </a:extLst>
          </p:cNvPr>
          <p:cNvSpPr>
            <a:spLocks noGrp="1"/>
          </p:cNvSpPr>
          <p:nvPr>
            <p:ph type="body" sz="quarter" idx="34" hasCustomPrompt="1"/>
          </p:nvPr>
        </p:nvSpPr>
        <p:spPr>
          <a:xfrm>
            <a:off x="2106000" y="4256213"/>
            <a:ext cx="3852000" cy="1944000"/>
          </a:xfrm>
        </p:spPr>
        <p:txBody>
          <a:bodyPr/>
          <a:lstStyle>
            <a:lvl1pPr>
              <a:spcBef>
                <a:spcPts val="200"/>
              </a:spcBef>
              <a:spcAft>
                <a:spcPts val="200"/>
              </a:spcAft>
              <a:defRPr sz="1200" b="0">
                <a:solidFill>
                  <a:schemeClr val="bg1"/>
                </a:solidFill>
                <a:latin typeface="Aptos" panose="020B0004020202020204" pitchFamily="34" charset="0"/>
              </a:defRPr>
            </a:lvl1pPr>
            <a:lvl2pPr>
              <a:spcBef>
                <a:spcPts val="200"/>
              </a:spcBef>
              <a:spcAft>
                <a:spcPts val="200"/>
              </a:spcAft>
              <a:defRPr sz="1200" b="0">
                <a:solidFill>
                  <a:schemeClr val="bg1"/>
                </a:solidFill>
                <a:latin typeface="Aptos" panose="020B0004020202020204" pitchFamily="34" charset="0"/>
              </a:defRPr>
            </a:lvl2pPr>
          </a:lstStyle>
          <a:p>
            <a:pPr lvl="0"/>
            <a:r>
              <a:rPr lang="en-US" noProof="0"/>
              <a:t>Click to add text</a:t>
            </a:r>
          </a:p>
          <a:p>
            <a:pPr lvl="1"/>
            <a:r>
              <a:rPr lang="en-US"/>
              <a:t>Second level</a:t>
            </a:r>
          </a:p>
        </p:txBody>
      </p:sp>
      <p:sp>
        <p:nvSpPr>
          <p:cNvPr id="9" name="Text Placeholder 12">
            <a:extLst>
              <a:ext uri="{FF2B5EF4-FFF2-40B4-BE49-F238E27FC236}">
                <a16:creationId xmlns:a16="http://schemas.microsoft.com/office/drawing/2014/main" id="{684A23D9-9F8C-5A70-1B87-0DD004B8D96E}"/>
              </a:ext>
            </a:extLst>
          </p:cNvPr>
          <p:cNvSpPr>
            <a:spLocks noGrp="1"/>
          </p:cNvSpPr>
          <p:nvPr>
            <p:ph type="body" sz="quarter" idx="35" hasCustomPrompt="1"/>
          </p:nvPr>
        </p:nvSpPr>
        <p:spPr>
          <a:xfrm>
            <a:off x="7902000" y="4256213"/>
            <a:ext cx="3852000" cy="1944000"/>
          </a:xfrm>
        </p:spPr>
        <p:txBody>
          <a:bodyPr/>
          <a:lstStyle>
            <a:lvl1pPr>
              <a:spcBef>
                <a:spcPts val="200"/>
              </a:spcBef>
              <a:spcAft>
                <a:spcPts val="200"/>
              </a:spcAft>
              <a:defRPr sz="1200" b="0">
                <a:solidFill>
                  <a:schemeClr val="bg1"/>
                </a:solidFill>
                <a:latin typeface="Aptos" panose="020B0004020202020204" pitchFamily="34" charset="0"/>
              </a:defRPr>
            </a:lvl1pPr>
            <a:lvl2pPr>
              <a:spcBef>
                <a:spcPts val="200"/>
              </a:spcBef>
              <a:spcAft>
                <a:spcPts val="200"/>
              </a:spcAft>
              <a:defRPr sz="1200" b="0">
                <a:solidFill>
                  <a:schemeClr val="bg1"/>
                </a:solidFill>
                <a:latin typeface="Aptos" panose="020B0004020202020204" pitchFamily="34" charset="0"/>
              </a:defRPr>
            </a:lvl2pPr>
          </a:lstStyle>
          <a:p>
            <a:pPr lvl="0"/>
            <a:r>
              <a:rPr lang="en-US" noProof="0"/>
              <a:t>Click to add text</a:t>
            </a:r>
          </a:p>
          <a:p>
            <a:pPr lvl="1"/>
            <a:r>
              <a:rPr lang="en-US"/>
              <a:t>Second level</a:t>
            </a:r>
          </a:p>
        </p:txBody>
      </p:sp>
      <p:sp>
        <p:nvSpPr>
          <p:cNvPr id="10" name="Rectangle 9">
            <a:extLst>
              <a:ext uri="{FF2B5EF4-FFF2-40B4-BE49-F238E27FC236}">
                <a16:creationId xmlns:a16="http://schemas.microsoft.com/office/drawing/2014/main" id="{8B1455C2-E21F-06D2-DADD-7FD7A0C6A036}"/>
              </a:ext>
            </a:extLst>
          </p:cNvPr>
          <p:cNvSpPr/>
          <p:nvPr/>
        </p:nvSpPr>
        <p:spPr>
          <a:xfrm>
            <a:off x="6246000" y="1677307"/>
            <a:ext cx="5508000"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latin typeface="Aptos" panose="020B0004020202020204" pitchFamily="34" charset="0"/>
            </a:endParaRPr>
          </a:p>
        </p:txBody>
      </p:sp>
      <p:sp>
        <p:nvSpPr>
          <p:cNvPr id="11" name="Rectangle 10">
            <a:extLst>
              <a:ext uri="{FF2B5EF4-FFF2-40B4-BE49-F238E27FC236}">
                <a16:creationId xmlns:a16="http://schemas.microsoft.com/office/drawing/2014/main" id="{96B116F3-3D63-C235-3E40-D7EA6B934CF2}"/>
              </a:ext>
            </a:extLst>
          </p:cNvPr>
          <p:cNvSpPr/>
          <p:nvPr/>
        </p:nvSpPr>
        <p:spPr>
          <a:xfrm>
            <a:off x="450000" y="1677307"/>
            <a:ext cx="5508000"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latin typeface="Aptos" panose="020B0004020202020204" pitchFamily="34" charset="0"/>
            </a:endParaRPr>
          </a:p>
        </p:txBody>
      </p:sp>
      <p:sp>
        <p:nvSpPr>
          <p:cNvPr id="12" name="Rectangle 11">
            <a:extLst>
              <a:ext uri="{FF2B5EF4-FFF2-40B4-BE49-F238E27FC236}">
                <a16:creationId xmlns:a16="http://schemas.microsoft.com/office/drawing/2014/main" id="{4F46C436-A721-2D60-1AEA-13F0DD3A9223}"/>
              </a:ext>
            </a:extLst>
          </p:cNvPr>
          <p:cNvSpPr/>
          <p:nvPr/>
        </p:nvSpPr>
        <p:spPr>
          <a:xfrm>
            <a:off x="6246000" y="4044901"/>
            <a:ext cx="5508000"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latin typeface="Aptos" panose="020B0004020202020204" pitchFamily="34" charset="0"/>
            </a:endParaRPr>
          </a:p>
        </p:txBody>
      </p:sp>
      <p:sp>
        <p:nvSpPr>
          <p:cNvPr id="13" name="Rectangle 12">
            <a:extLst>
              <a:ext uri="{FF2B5EF4-FFF2-40B4-BE49-F238E27FC236}">
                <a16:creationId xmlns:a16="http://schemas.microsoft.com/office/drawing/2014/main" id="{C62ED75E-FA16-E5BA-B5F1-A58E06F1A408}"/>
              </a:ext>
            </a:extLst>
          </p:cNvPr>
          <p:cNvSpPr/>
          <p:nvPr/>
        </p:nvSpPr>
        <p:spPr>
          <a:xfrm>
            <a:off x="450000" y="4044901"/>
            <a:ext cx="5508000"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latin typeface="Aptos" panose="020B0004020202020204" pitchFamily="34" charset="0"/>
            </a:endParaRPr>
          </a:p>
        </p:txBody>
      </p:sp>
      <p:sp>
        <p:nvSpPr>
          <p:cNvPr id="14" name="CaseCode">
            <a:extLst>
              <a:ext uri="{FF2B5EF4-FFF2-40B4-BE49-F238E27FC236}">
                <a16:creationId xmlns:a16="http://schemas.microsoft.com/office/drawing/2014/main" id="{FDC8E98C-87C9-16F4-A3B7-C5661C38BF7F}"/>
              </a:ext>
            </a:extLst>
          </p:cNvPr>
          <p:cNvSpPr txBox="1"/>
          <p:nvPr/>
        </p:nvSpPr>
        <p:spPr>
          <a:xfrm>
            <a:off x="6335184" y="6519673"/>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Presentation title</a:t>
            </a:r>
            <a:br>
              <a:rPr lang="en-US" sz="800" noProof="0">
                <a:solidFill>
                  <a:schemeClr val="bg1"/>
                </a:solidFill>
                <a:latin typeface="Aptos" panose="020B0004020202020204" pitchFamily="34" charset="0"/>
                <a:cs typeface="Calibri" panose="020F0502020204030204" pitchFamily="34" charset="0"/>
              </a:rPr>
            </a:br>
            <a:r>
              <a:rPr lang="en-US" sz="800" noProof="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15" name="Copyright">
            <a:extLst>
              <a:ext uri="{FF2B5EF4-FFF2-40B4-BE49-F238E27FC236}">
                <a16:creationId xmlns:a16="http://schemas.microsoft.com/office/drawing/2014/main" id="{DA3BDEDC-034E-F458-1BCE-FF50B92ED6FA}"/>
              </a:ext>
            </a:extLst>
          </p:cNvPr>
          <p:cNvSpPr txBox="1"/>
          <p:nvPr/>
        </p:nvSpPr>
        <p:spPr>
          <a:xfrm>
            <a:off x="466344" y="6515063"/>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bg1"/>
                </a:solidFill>
                <a:latin typeface="Aptos" panose="020B0004020202020204" pitchFamily="34" charset="0"/>
                <a:cs typeface="Calibri" panose="020F0502020204030204" pitchFamily="34" charset="0"/>
              </a:rPr>
              <a:t>Member firms and DTTL: Insert appropriate copyright</a:t>
            </a:r>
            <a:br>
              <a:rPr lang="en-US" sz="800" noProof="0">
                <a:solidFill>
                  <a:schemeClr val="bg1"/>
                </a:solidFill>
                <a:latin typeface="Aptos" panose="020B0004020202020204" pitchFamily="34" charset="0"/>
                <a:cs typeface="Calibri" panose="020F0502020204030204" pitchFamily="34" charset="0"/>
              </a:rPr>
            </a:br>
            <a:r>
              <a:rPr lang="en-US" sz="800" noProof="0">
                <a:solidFill>
                  <a:schemeClr val="bg1"/>
                </a:solidFill>
                <a:latin typeface="Aptos" panose="020B0004020202020204" pitchFamily="34" charset="0"/>
                <a:cs typeface="Calibri" panose="020F0502020204030204" pitchFamily="34" charset="0"/>
              </a:rPr>
              <a:t>[To edit, click View &gt; Slide Master &gt; Slide Master]</a:t>
            </a:r>
          </a:p>
        </p:txBody>
      </p:sp>
      <p:sp>
        <p:nvSpPr>
          <p:cNvPr id="18" name="TextBox 17">
            <a:extLst>
              <a:ext uri="{FF2B5EF4-FFF2-40B4-BE49-F238E27FC236}">
                <a16:creationId xmlns:a16="http://schemas.microsoft.com/office/drawing/2014/main" id="{3C4639CE-52C7-C346-7162-BAD5CAAE51C5}"/>
              </a:ext>
            </a:extLst>
          </p:cNvPr>
          <p:cNvSpPr txBox="1"/>
          <p:nvPr/>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bg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bg1"/>
              </a:solidFill>
              <a:latin typeface="Aptos" panose="020B0004020202020204" pitchFamily="34" charset="0"/>
              <a:cs typeface="Calibri" panose="020F0502020204030204" pitchFamily="34" charset="0"/>
            </a:endParaRPr>
          </a:p>
        </p:txBody>
      </p:sp>
      <p:sp>
        <p:nvSpPr>
          <p:cNvPr id="19" name="Text Placeholder 12">
            <a:extLst>
              <a:ext uri="{FF2B5EF4-FFF2-40B4-BE49-F238E27FC236}">
                <a16:creationId xmlns:a16="http://schemas.microsoft.com/office/drawing/2014/main" id="{98DB5DD3-41BE-3F94-9CAF-1C6AF307A274}"/>
              </a:ext>
            </a:extLst>
          </p:cNvPr>
          <p:cNvSpPr>
            <a:spLocks noGrp="1"/>
          </p:cNvSpPr>
          <p:nvPr>
            <p:ph type="body" sz="quarter" idx="36" hasCustomPrompt="1"/>
          </p:nvPr>
        </p:nvSpPr>
        <p:spPr>
          <a:xfrm>
            <a:off x="2106000" y="1880213"/>
            <a:ext cx="3852000" cy="1944000"/>
          </a:xfrm>
        </p:spPr>
        <p:txBody>
          <a:bodyPr/>
          <a:lstStyle>
            <a:lvl1pPr>
              <a:spcBef>
                <a:spcPts val="200"/>
              </a:spcBef>
              <a:spcAft>
                <a:spcPts val="200"/>
              </a:spcAft>
              <a:defRPr sz="1200" b="0">
                <a:solidFill>
                  <a:schemeClr val="bg1"/>
                </a:solidFill>
                <a:latin typeface="Aptos" panose="020B0004020202020204" pitchFamily="34" charset="0"/>
              </a:defRPr>
            </a:lvl1pPr>
            <a:lvl2pPr>
              <a:spcBef>
                <a:spcPts val="200"/>
              </a:spcBef>
              <a:spcAft>
                <a:spcPts val="200"/>
              </a:spcAft>
              <a:defRPr sz="1200" b="0">
                <a:solidFill>
                  <a:schemeClr val="bg1"/>
                </a:solidFill>
                <a:latin typeface="Aptos" panose="020B0004020202020204" pitchFamily="34" charset="0"/>
              </a:defRPr>
            </a:lvl2pPr>
          </a:lstStyle>
          <a:p>
            <a:pPr lvl="0"/>
            <a:r>
              <a:rPr lang="en-US" noProof="0"/>
              <a:t>Click to add text</a:t>
            </a:r>
          </a:p>
          <a:p>
            <a:pPr lvl="1"/>
            <a:r>
              <a:rPr lang="en-US"/>
              <a:t>Second level</a:t>
            </a:r>
          </a:p>
        </p:txBody>
      </p:sp>
      <p:sp>
        <p:nvSpPr>
          <p:cNvPr id="21" name="Title Placeholder 1">
            <a:extLst>
              <a:ext uri="{FF2B5EF4-FFF2-40B4-BE49-F238E27FC236}">
                <a16:creationId xmlns:a16="http://schemas.microsoft.com/office/drawing/2014/main" id="{7685A54B-009E-7531-D093-9C1E6AA6E824}"/>
              </a:ext>
            </a:extLst>
          </p:cNvPr>
          <p:cNvSpPr>
            <a:spLocks noGrp="1"/>
          </p:cNvSpPr>
          <p:nvPr>
            <p:ph type="title" hasCustomPrompt="1"/>
          </p:nvPr>
        </p:nvSpPr>
        <p:spPr>
          <a:xfrm>
            <a:off x="450000" y="345992"/>
            <a:ext cx="11304000"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a:t>Click to add title</a:t>
            </a:r>
          </a:p>
        </p:txBody>
      </p:sp>
      <p:sp>
        <p:nvSpPr>
          <p:cNvPr id="22" name="Text Placeholder 8">
            <a:extLst>
              <a:ext uri="{FF2B5EF4-FFF2-40B4-BE49-F238E27FC236}">
                <a16:creationId xmlns:a16="http://schemas.microsoft.com/office/drawing/2014/main" id="{1F09F11E-B446-F54E-C136-D44C717D2011}"/>
              </a:ext>
            </a:extLst>
          </p:cNvPr>
          <p:cNvSpPr>
            <a:spLocks noGrp="1"/>
          </p:cNvSpPr>
          <p:nvPr>
            <p:ph type="body" sz="quarter" idx="13" hasCustomPrompt="1"/>
          </p:nvPr>
        </p:nvSpPr>
        <p:spPr>
          <a:xfrm>
            <a:off x="450000" y="684000"/>
            <a:ext cx="11304000" cy="757255"/>
          </a:xfrm>
          <a:prstGeom prst="rect">
            <a:avLst/>
          </a:prstGeom>
        </p:spPr>
        <p:txBody>
          <a:bodyPr vert="horz" lIns="0" tIns="0" rIns="0" bIns="0" rtlCol="0" anchor="t" anchorCtr="0">
            <a:noAutofit/>
          </a:bodyPr>
          <a:lstStyle>
            <a:lvl1pPr>
              <a:spcBef>
                <a:spcPts val="0"/>
              </a:spcBef>
              <a:spcAft>
                <a:spcPts val="0"/>
              </a:spcAft>
              <a:defRPr lang="en-US" sz="1800" b="0" dirty="0">
                <a:solidFill>
                  <a:srgbClr val="D0D0CE"/>
                </a:solidFill>
                <a:latin typeface="Aptos" panose="020B0004020202020204" pitchFamily="34" charset="0"/>
              </a:defRPr>
            </a:lvl1pPr>
          </a:lstStyle>
          <a:p>
            <a:pPr lvl="0"/>
            <a:r>
              <a:rPr lang="en-US"/>
              <a:t>Click to add subtitle</a:t>
            </a:r>
          </a:p>
        </p:txBody>
      </p:sp>
    </p:spTree>
    <p:extLst>
      <p:ext uri="{BB962C8B-B14F-4D97-AF65-F5344CB8AC3E}">
        <p14:creationId xmlns:p14="http://schemas.microsoft.com/office/powerpoint/2010/main" val="2918665351"/>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Qualifications 2 x 1 - Black">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id="{A7C7A401-E3C4-4448-BB60-24DC9B089C72}"/>
              </a:ext>
            </a:extLst>
          </p:cNvPr>
          <p:cNvGraphicFramePr>
            <a:graphicFrameLocks noChangeAspect="1"/>
          </p:cNvGraphicFramePr>
          <p:nvPr>
            <p:custDataLst>
              <p:tags r:id="rId1"/>
            </p:custDataLst>
            <p:extLst>
              <p:ext uri="{D42A27DB-BD31-4B8C-83A1-F6EECF244321}">
                <p14:modId xmlns:p14="http://schemas.microsoft.com/office/powerpoint/2010/main" val="12102339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5" progId="TCLayout.ActiveDocument.1">
                  <p:embed/>
                </p:oleObj>
              </mc:Choice>
              <mc:Fallback>
                <p:oleObj name="think-cell Slide" r:id="rId3" imgW="425" imgH="425" progId="TCLayout.ActiveDocument.1">
                  <p:embed/>
                  <p:pic>
                    <p:nvPicPr>
                      <p:cNvPr id="10" name="think-cell data - do not delete" hidden="1">
                        <a:extLst>
                          <a:ext uri="{FF2B5EF4-FFF2-40B4-BE49-F238E27FC236}">
                            <a16:creationId xmlns:a16="http://schemas.microsoft.com/office/drawing/2014/main" id="{A7C7A401-E3C4-4448-BB60-24DC9B089C7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2" name="Rectangle 21">
            <a:extLst>
              <a:ext uri="{FF2B5EF4-FFF2-40B4-BE49-F238E27FC236}">
                <a16:creationId xmlns:a16="http://schemas.microsoft.com/office/drawing/2014/main" id="{E54BDE75-7D63-5A8D-9586-2DF08152B9DB}"/>
              </a:ext>
            </a:extLst>
          </p:cNvPr>
          <p:cNvSpPr/>
          <p:nvPr userDrawn="1"/>
        </p:nvSpPr>
        <p:spPr>
          <a:xfrm>
            <a:off x="6256583" y="1677307"/>
            <a:ext cx="5508000"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latin typeface="Aptos" panose="020B0004020202020204" pitchFamily="34" charset="0"/>
            </a:endParaRPr>
          </a:p>
        </p:txBody>
      </p:sp>
      <p:sp>
        <p:nvSpPr>
          <p:cNvPr id="23" name="Rectangle 22">
            <a:extLst>
              <a:ext uri="{FF2B5EF4-FFF2-40B4-BE49-F238E27FC236}">
                <a16:creationId xmlns:a16="http://schemas.microsoft.com/office/drawing/2014/main" id="{42EEB445-709C-2A60-111E-6C647F0A35CE}"/>
              </a:ext>
            </a:extLst>
          </p:cNvPr>
          <p:cNvSpPr/>
          <p:nvPr userDrawn="1"/>
        </p:nvSpPr>
        <p:spPr>
          <a:xfrm>
            <a:off x="450000" y="1677307"/>
            <a:ext cx="5508000"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a:solidFill>
                <a:schemeClr val="bg1"/>
              </a:solidFill>
              <a:latin typeface="Aptos" panose="020B0004020202020204" pitchFamily="34" charset="0"/>
            </a:endParaRPr>
          </a:p>
        </p:txBody>
      </p:sp>
      <p:sp>
        <p:nvSpPr>
          <p:cNvPr id="24" name="Picture Placeholder 11">
            <a:extLst>
              <a:ext uri="{FF2B5EF4-FFF2-40B4-BE49-F238E27FC236}">
                <a16:creationId xmlns:a16="http://schemas.microsoft.com/office/drawing/2014/main" id="{D607A458-E147-B9B7-9383-EC78896E9013}"/>
              </a:ext>
            </a:extLst>
          </p:cNvPr>
          <p:cNvSpPr>
            <a:spLocks noGrp="1"/>
          </p:cNvSpPr>
          <p:nvPr>
            <p:ph type="pic" sz="quarter" idx="28"/>
          </p:nvPr>
        </p:nvSpPr>
        <p:spPr>
          <a:xfrm>
            <a:off x="4480531" y="1883664"/>
            <a:ext cx="1476000" cy="1476000"/>
          </a:xfrm>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25" name="Picture Placeholder 11">
            <a:extLst>
              <a:ext uri="{FF2B5EF4-FFF2-40B4-BE49-F238E27FC236}">
                <a16:creationId xmlns:a16="http://schemas.microsoft.com/office/drawing/2014/main" id="{AB87BC03-0530-DD67-53AA-6112E3067D6F}"/>
              </a:ext>
            </a:extLst>
          </p:cNvPr>
          <p:cNvSpPr>
            <a:spLocks noGrp="1"/>
          </p:cNvSpPr>
          <p:nvPr>
            <p:ph type="pic" sz="quarter" idx="29"/>
          </p:nvPr>
        </p:nvSpPr>
        <p:spPr>
          <a:xfrm>
            <a:off x="10268918" y="1883664"/>
            <a:ext cx="1476000" cy="1476000"/>
          </a:xfrm>
        </p:spPr>
        <p:txBody>
          <a:bodyPr>
            <a:normAutofit/>
          </a:bodyPr>
          <a:lstStyle>
            <a:lvl1pPr algn="ctr">
              <a:spcBef>
                <a:spcPts val="200"/>
              </a:spcBef>
              <a:spcAft>
                <a:spcPts val="200"/>
              </a:spcAft>
              <a:defRPr sz="1200" b="0"/>
            </a:lvl1pPr>
          </a:lstStyle>
          <a:p>
            <a:r>
              <a:rPr lang="en-US"/>
              <a:t>Click icon to add picture</a:t>
            </a:r>
            <a:endParaRPr lang="en-GB"/>
          </a:p>
        </p:txBody>
      </p:sp>
      <p:sp>
        <p:nvSpPr>
          <p:cNvPr id="26" name="Text Placeholder 8">
            <a:extLst>
              <a:ext uri="{FF2B5EF4-FFF2-40B4-BE49-F238E27FC236}">
                <a16:creationId xmlns:a16="http://schemas.microsoft.com/office/drawing/2014/main" id="{C4766941-9B9B-B0EB-7FEE-F054D92C5D17}"/>
              </a:ext>
            </a:extLst>
          </p:cNvPr>
          <p:cNvSpPr>
            <a:spLocks noGrp="1"/>
          </p:cNvSpPr>
          <p:nvPr>
            <p:ph type="body" sz="quarter" idx="13" hasCustomPrompt="1"/>
          </p:nvPr>
        </p:nvSpPr>
        <p:spPr>
          <a:xfrm>
            <a:off x="450000" y="684000"/>
            <a:ext cx="11304000" cy="757255"/>
          </a:xfrm>
          <a:prstGeom prst="rect">
            <a:avLst/>
          </a:prstGeom>
        </p:spPr>
        <p:txBody>
          <a:bodyPr lIns="0" tIns="0" rIns="0" bIns="0" anchor="t" anchorCtr="0">
            <a:noAutofit/>
          </a:bodyPr>
          <a:lstStyle>
            <a:lvl1pPr marL="0" indent="0">
              <a:spcBef>
                <a:spcPts val="0"/>
              </a:spcBef>
              <a:spcAft>
                <a:spcPts val="0"/>
              </a:spcAft>
              <a:buNone/>
              <a:defRPr sz="1800" b="0">
                <a:solidFill>
                  <a:srgbClr val="D0D0CE"/>
                </a:solidFill>
              </a:defRPr>
            </a:lvl1pPr>
          </a:lstStyle>
          <a:p>
            <a:pPr lvl="0"/>
            <a:r>
              <a:rPr lang="en-US"/>
              <a:t>Click to add subtitle</a:t>
            </a:r>
          </a:p>
        </p:txBody>
      </p:sp>
      <p:sp>
        <p:nvSpPr>
          <p:cNvPr id="27" name="Title Placeholder 1">
            <a:extLst>
              <a:ext uri="{FF2B5EF4-FFF2-40B4-BE49-F238E27FC236}">
                <a16:creationId xmlns:a16="http://schemas.microsoft.com/office/drawing/2014/main" id="{AC8509E0-F985-A0D0-509F-CAAABBE224FB}"/>
              </a:ext>
            </a:extLst>
          </p:cNvPr>
          <p:cNvSpPr>
            <a:spLocks noGrp="1"/>
          </p:cNvSpPr>
          <p:nvPr>
            <p:ph type="title" hasCustomPrompt="1"/>
          </p:nvPr>
        </p:nvSpPr>
        <p:spPr>
          <a:xfrm>
            <a:off x="450000" y="345992"/>
            <a:ext cx="11304000" cy="342000"/>
          </a:xfrm>
          <a:prstGeom prst="rect">
            <a:avLst/>
          </a:prstGeom>
        </p:spPr>
        <p:txBody>
          <a:bodyPr vert="horz" lIns="0" tIns="0" rIns="0" bIns="0" rtlCol="0" anchor="t" anchorCtr="0">
            <a:noAutofit/>
          </a:bodyPr>
          <a:lstStyle>
            <a:lvl1pPr>
              <a:spcBef>
                <a:spcPts val="0"/>
              </a:spcBef>
              <a:spcAft>
                <a:spcPts val="0"/>
              </a:spcAft>
              <a:defRPr sz="2100">
                <a:solidFill>
                  <a:schemeClr val="bg1"/>
                </a:solidFill>
                <a:latin typeface="Aptos" panose="020B0004020202020204" pitchFamily="34" charset="0"/>
              </a:defRPr>
            </a:lvl1pPr>
          </a:lstStyle>
          <a:p>
            <a:r>
              <a:rPr lang="en-US"/>
              <a:t>Click to add title</a:t>
            </a:r>
          </a:p>
        </p:txBody>
      </p:sp>
      <p:sp>
        <p:nvSpPr>
          <p:cNvPr id="28" name="Text Placeholder 12">
            <a:extLst>
              <a:ext uri="{FF2B5EF4-FFF2-40B4-BE49-F238E27FC236}">
                <a16:creationId xmlns:a16="http://schemas.microsoft.com/office/drawing/2014/main" id="{E65F5245-2618-9B16-69B7-53295FC0F9CD}"/>
              </a:ext>
            </a:extLst>
          </p:cNvPr>
          <p:cNvSpPr>
            <a:spLocks noGrp="1"/>
          </p:cNvSpPr>
          <p:nvPr>
            <p:ph type="body" sz="quarter" idx="32"/>
          </p:nvPr>
        </p:nvSpPr>
        <p:spPr>
          <a:xfrm>
            <a:off x="449999" y="3498335"/>
            <a:ext cx="5506532" cy="2864365"/>
          </a:xfrm>
        </p:spPr>
        <p:txBody>
          <a:bodyPr/>
          <a:lstStyle>
            <a:lvl1pPr>
              <a:spcBef>
                <a:spcPts val="200"/>
              </a:spcBef>
              <a:spcAft>
                <a:spcPts val="200"/>
              </a:spcAft>
              <a:defRPr sz="1200" b="0">
                <a:solidFill>
                  <a:schemeClr val="bg1"/>
                </a:solidFill>
              </a:defRPr>
            </a:lvl1pPr>
            <a:lvl2pPr>
              <a:spcBef>
                <a:spcPts val="200"/>
              </a:spcBef>
              <a:spcAft>
                <a:spcPts val="200"/>
              </a:spcAft>
              <a:defRPr sz="1200" b="0">
                <a:solidFill>
                  <a:schemeClr val="bg1"/>
                </a:solidFill>
              </a:defRPr>
            </a:lvl2pPr>
          </a:lstStyle>
          <a:p>
            <a:pPr lvl="0"/>
            <a:r>
              <a:rPr lang="en-US"/>
              <a:t>Click to edit Master text styles</a:t>
            </a:r>
          </a:p>
          <a:p>
            <a:pPr lvl="1"/>
            <a:r>
              <a:rPr lang="en-US"/>
              <a:t>Second level</a:t>
            </a:r>
          </a:p>
        </p:txBody>
      </p:sp>
      <p:sp>
        <p:nvSpPr>
          <p:cNvPr id="29" name="Text Placeholder 12">
            <a:extLst>
              <a:ext uri="{FF2B5EF4-FFF2-40B4-BE49-F238E27FC236}">
                <a16:creationId xmlns:a16="http://schemas.microsoft.com/office/drawing/2014/main" id="{34626AF5-3859-62A9-EADF-EE5AEA88292C}"/>
              </a:ext>
            </a:extLst>
          </p:cNvPr>
          <p:cNvSpPr>
            <a:spLocks noGrp="1"/>
          </p:cNvSpPr>
          <p:nvPr>
            <p:ph type="body" sz="quarter" idx="33"/>
          </p:nvPr>
        </p:nvSpPr>
        <p:spPr>
          <a:xfrm>
            <a:off x="6247468" y="3498336"/>
            <a:ext cx="5506532" cy="2864364"/>
          </a:xfrm>
        </p:spPr>
        <p:txBody>
          <a:bodyPr/>
          <a:lstStyle>
            <a:lvl1pPr>
              <a:spcBef>
                <a:spcPts val="200"/>
              </a:spcBef>
              <a:spcAft>
                <a:spcPts val="200"/>
              </a:spcAft>
              <a:defRPr sz="1200" b="0">
                <a:solidFill>
                  <a:schemeClr val="bg1"/>
                </a:solidFill>
              </a:defRPr>
            </a:lvl1pPr>
            <a:lvl2pPr>
              <a:spcBef>
                <a:spcPts val="200"/>
              </a:spcBef>
              <a:spcAft>
                <a:spcPts val="200"/>
              </a:spcAft>
              <a:defRPr sz="1200" b="0">
                <a:solidFill>
                  <a:schemeClr val="bg1"/>
                </a:solidFill>
              </a:defRPr>
            </a:lvl2pPr>
          </a:lstStyle>
          <a:p>
            <a:pPr lvl="0"/>
            <a:r>
              <a:rPr lang="en-US"/>
              <a:t>Click to edit Master text styles</a:t>
            </a:r>
          </a:p>
          <a:p>
            <a:pPr lvl="1"/>
            <a:r>
              <a:rPr lang="en-US"/>
              <a:t>Second level</a:t>
            </a:r>
          </a:p>
        </p:txBody>
      </p:sp>
      <p:sp>
        <p:nvSpPr>
          <p:cNvPr id="30" name="Text Placeholder 12">
            <a:extLst>
              <a:ext uri="{FF2B5EF4-FFF2-40B4-BE49-F238E27FC236}">
                <a16:creationId xmlns:a16="http://schemas.microsoft.com/office/drawing/2014/main" id="{7305BDFC-6521-9553-6397-2BA05F33F9CA}"/>
              </a:ext>
            </a:extLst>
          </p:cNvPr>
          <p:cNvSpPr>
            <a:spLocks noGrp="1"/>
          </p:cNvSpPr>
          <p:nvPr>
            <p:ph type="body" sz="quarter" idx="34"/>
          </p:nvPr>
        </p:nvSpPr>
        <p:spPr>
          <a:xfrm>
            <a:off x="438000" y="1876939"/>
            <a:ext cx="3922244" cy="1482725"/>
          </a:xfrm>
        </p:spPr>
        <p:txBody>
          <a:bodyPr/>
          <a:lstStyle>
            <a:lvl1pPr>
              <a:spcBef>
                <a:spcPts val="200"/>
              </a:spcBef>
              <a:spcAft>
                <a:spcPts val="200"/>
              </a:spcAft>
              <a:defRPr sz="1200" b="0">
                <a:solidFill>
                  <a:schemeClr val="bg1"/>
                </a:solidFill>
              </a:defRPr>
            </a:lvl1pPr>
            <a:lvl2pPr>
              <a:spcBef>
                <a:spcPts val="200"/>
              </a:spcBef>
              <a:spcAft>
                <a:spcPts val="200"/>
              </a:spcAft>
              <a:defRPr sz="1200" b="0">
                <a:solidFill>
                  <a:schemeClr val="bg1"/>
                </a:solidFill>
              </a:defRPr>
            </a:lvl2pPr>
          </a:lstStyle>
          <a:p>
            <a:pPr lvl="0"/>
            <a:r>
              <a:rPr lang="en-US"/>
              <a:t>Click to edit Master text styles</a:t>
            </a:r>
          </a:p>
          <a:p>
            <a:pPr lvl="1"/>
            <a:r>
              <a:rPr lang="en-US"/>
              <a:t>Second level</a:t>
            </a:r>
          </a:p>
        </p:txBody>
      </p:sp>
      <p:sp>
        <p:nvSpPr>
          <p:cNvPr id="31" name="Text Placeholder 12">
            <a:extLst>
              <a:ext uri="{FF2B5EF4-FFF2-40B4-BE49-F238E27FC236}">
                <a16:creationId xmlns:a16="http://schemas.microsoft.com/office/drawing/2014/main" id="{CAA5047E-9557-6425-CDBC-AAD24A09F4D5}"/>
              </a:ext>
            </a:extLst>
          </p:cNvPr>
          <p:cNvSpPr>
            <a:spLocks noGrp="1"/>
          </p:cNvSpPr>
          <p:nvPr>
            <p:ph type="body" sz="quarter" idx="35"/>
          </p:nvPr>
        </p:nvSpPr>
        <p:spPr>
          <a:xfrm>
            <a:off x="6256583" y="1883664"/>
            <a:ext cx="3922244" cy="1482725"/>
          </a:xfrm>
        </p:spPr>
        <p:txBody>
          <a:bodyPr/>
          <a:lstStyle>
            <a:lvl1pPr>
              <a:spcBef>
                <a:spcPts val="200"/>
              </a:spcBef>
              <a:spcAft>
                <a:spcPts val="200"/>
              </a:spcAft>
              <a:defRPr sz="1200" b="0">
                <a:solidFill>
                  <a:schemeClr val="bg1"/>
                </a:solidFill>
              </a:defRPr>
            </a:lvl1pPr>
            <a:lvl2pPr>
              <a:spcBef>
                <a:spcPts val="200"/>
              </a:spcBef>
              <a:spcAft>
                <a:spcPts val="200"/>
              </a:spcAft>
              <a:defRPr sz="1200" b="0">
                <a:solidFill>
                  <a:schemeClr val="bg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045872532"/>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End slide - Black">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450000" y="4194287"/>
            <a:ext cx="8528936" cy="2169796"/>
          </a:xfrm>
        </p:spPr>
        <p:txBody>
          <a:bodyPr anchor="b" anchorCtr="0">
            <a:noAutofit/>
          </a:bodyPr>
          <a:lstStyle>
            <a:lvl1pPr>
              <a:lnSpc>
                <a:spcPct val="100000"/>
              </a:lnSpc>
              <a:spcAft>
                <a:spcPts val="450"/>
              </a:spcAft>
              <a:defRPr sz="800" b="0">
                <a:solidFill>
                  <a:schemeClr val="bg1"/>
                </a:solidFill>
              </a:defRPr>
            </a:lvl1pPr>
          </a:lstStyle>
          <a:p>
            <a:pPr lvl="0"/>
            <a:r>
              <a:rPr lang="en-US"/>
              <a:t>Click to add text</a:t>
            </a:r>
          </a:p>
        </p:txBody>
      </p:sp>
      <p:grpSp>
        <p:nvGrpSpPr>
          <p:cNvPr id="16" name="Group 15">
            <a:extLst>
              <a:ext uri="{FF2B5EF4-FFF2-40B4-BE49-F238E27FC236}">
                <a16:creationId xmlns:a16="http://schemas.microsoft.com/office/drawing/2014/main" id="{8AB860FC-9229-466C-B67B-E6B79E07BB2B}"/>
              </a:ext>
            </a:extLst>
          </p:cNvPr>
          <p:cNvGrpSpPr/>
          <p:nvPr/>
        </p:nvGrpSpPr>
        <p:grpSpPr>
          <a:xfrm>
            <a:off x="450000" y="341312"/>
            <a:ext cx="1819656" cy="347472"/>
            <a:chOff x="398463" y="404813"/>
            <a:chExt cx="1627187" cy="307976"/>
          </a:xfrm>
          <a:solidFill>
            <a:schemeClr val="bg1"/>
          </a:solidFill>
        </p:grpSpPr>
        <p:sp>
          <p:nvSpPr>
            <p:cNvPr id="17" name="Oval 5">
              <a:extLst>
                <a:ext uri="{FF2B5EF4-FFF2-40B4-BE49-F238E27FC236}">
                  <a16:creationId xmlns:a16="http://schemas.microsoft.com/office/drawing/2014/main" id="{477D509D-A74E-4D79-8C41-28EE20877109}"/>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latin typeface="Aptos" panose="020B0004020202020204" pitchFamily="34" charset="0"/>
              </a:endParaRPr>
            </a:p>
          </p:txBody>
        </p:sp>
        <p:sp>
          <p:nvSpPr>
            <p:cNvPr id="18" name="Freeform 6">
              <a:extLst>
                <a:ext uri="{FF2B5EF4-FFF2-40B4-BE49-F238E27FC236}">
                  <a16:creationId xmlns:a16="http://schemas.microsoft.com/office/drawing/2014/main" id="{CC851991-483D-4A9F-8C5F-626DE9D5C1B0}"/>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latin typeface="Aptos" panose="020B0004020202020204" pitchFamily="34" charset="0"/>
              </a:endParaRPr>
            </a:p>
          </p:txBody>
        </p:sp>
        <p:sp>
          <p:nvSpPr>
            <p:cNvPr id="19" name="Rectangle 7">
              <a:extLst>
                <a:ext uri="{FF2B5EF4-FFF2-40B4-BE49-F238E27FC236}">
                  <a16:creationId xmlns:a16="http://schemas.microsoft.com/office/drawing/2014/main" id="{28FEC250-9F3B-45BC-90AF-4CDE000C2C36}"/>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latin typeface="Aptos" panose="020B0004020202020204" pitchFamily="34" charset="0"/>
              </a:endParaRPr>
            </a:p>
          </p:txBody>
        </p:sp>
        <p:sp>
          <p:nvSpPr>
            <p:cNvPr id="31" name="Freeform 8">
              <a:extLst>
                <a:ext uri="{FF2B5EF4-FFF2-40B4-BE49-F238E27FC236}">
                  <a16:creationId xmlns:a16="http://schemas.microsoft.com/office/drawing/2014/main" id="{F8494B23-9F67-4108-8FC3-E645BD138AE0}"/>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latin typeface="Aptos" panose="020B0004020202020204" pitchFamily="34" charset="0"/>
              </a:endParaRPr>
            </a:p>
          </p:txBody>
        </p:sp>
        <p:sp>
          <p:nvSpPr>
            <p:cNvPr id="32" name="Rectangle 9">
              <a:extLst>
                <a:ext uri="{FF2B5EF4-FFF2-40B4-BE49-F238E27FC236}">
                  <a16:creationId xmlns:a16="http://schemas.microsoft.com/office/drawing/2014/main" id="{198EEDBF-F835-40E6-A1D3-AAADC96DD008}"/>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latin typeface="Aptos" panose="020B0004020202020204" pitchFamily="34" charset="0"/>
              </a:endParaRPr>
            </a:p>
          </p:txBody>
        </p:sp>
        <p:sp>
          <p:nvSpPr>
            <p:cNvPr id="33" name="Rectangle 10">
              <a:extLst>
                <a:ext uri="{FF2B5EF4-FFF2-40B4-BE49-F238E27FC236}">
                  <a16:creationId xmlns:a16="http://schemas.microsoft.com/office/drawing/2014/main" id="{42C9A861-6332-4ADC-88F7-183765B2D793}"/>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latin typeface="Aptos" panose="020B0004020202020204" pitchFamily="34" charset="0"/>
              </a:endParaRPr>
            </a:p>
          </p:txBody>
        </p:sp>
        <p:sp>
          <p:nvSpPr>
            <p:cNvPr id="34" name="Freeform 11">
              <a:extLst>
                <a:ext uri="{FF2B5EF4-FFF2-40B4-BE49-F238E27FC236}">
                  <a16:creationId xmlns:a16="http://schemas.microsoft.com/office/drawing/2014/main" id="{593BFC01-C985-4400-9F59-CA3E701AB845}"/>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latin typeface="Aptos" panose="020B0004020202020204" pitchFamily="34" charset="0"/>
              </a:endParaRPr>
            </a:p>
          </p:txBody>
        </p:sp>
        <p:sp>
          <p:nvSpPr>
            <p:cNvPr id="35" name="Freeform 12">
              <a:extLst>
                <a:ext uri="{FF2B5EF4-FFF2-40B4-BE49-F238E27FC236}">
                  <a16:creationId xmlns:a16="http://schemas.microsoft.com/office/drawing/2014/main" id="{4A67BA7C-21CB-474A-9E6A-BCA082851A8C}"/>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latin typeface="Aptos" panose="020B0004020202020204" pitchFamily="34" charset="0"/>
              </a:endParaRPr>
            </a:p>
          </p:txBody>
        </p:sp>
        <p:sp>
          <p:nvSpPr>
            <p:cNvPr id="36" name="Freeform 13">
              <a:extLst>
                <a:ext uri="{FF2B5EF4-FFF2-40B4-BE49-F238E27FC236}">
                  <a16:creationId xmlns:a16="http://schemas.microsoft.com/office/drawing/2014/main" id="{315ADC0C-A127-4E52-A974-5D4D91506DA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latin typeface="Aptos" panose="020B0004020202020204" pitchFamily="34" charset="0"/>
              </a:endParaRPr>
            </a:p>
          </p:txBody>
        </p:sp>
        <p:sp>
          <p:nvSpPr>
            <p:cNvPr id="37" name="Freeform 14">
              <a:extLst>
                <a:ext uri="{FF2B5EF4-FFF2-40B4-BE49-F238E27FC236}">
                  <a16:creationId xmlns:a16="http://schemas.microsoft.com/office/drawing/2014/main" id="{71ADF477-53BF-4770-AA08-07332CAF6A7B}"/>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noProof="0">
                <a:solidFill>
                  <a:schemeClr val="bg1"/>
                </a:solidFill>
                <a:latin typeface="Aptos" panose="020B0004020202020204" pitchFamily="34" charset="0"/>
              </a:endParaRPr>
            </a:p>
          </p:txBody>
        </p:sp>
      </p:grpSp>
      <p:pic>
        <p:nvPicPr>
          <p:cNvPr id="2" name="Picture 1">
            <a:extLst>
              <a:ext uri="{FF2B5EF4-FFF2-40B4-BE49-F238E27FC236}">
                <a16:creationId xmlns:a16="http://schemas.microsoft.com/office/drawing/2014/main" id="{46E6B3E5-1B29-186D-8198-13EFDA7502F8}"/>
              </a:ext>
            </a:extLst>
          </p:cNvPr>
          <p:cNvPicPr>
            <a:picLocks noChangeAspect="1"/>
          </p:cNvPicPr>
          <p:nvPr userDrawn="1"/>
        </p:nvPicPr>
        <p:blipFill>
          <a:blip r:embed="rId2"/>
          <a:srcRect/>
          <a:stretch/>
        </p:blipFill>
        <p:spPr>
          <a:xfrm>
            <a:off x="10694852" y="5391335"/>
            <a:ext cx="1198880" cy="1198880"/>
          </a:xfrm>
          <a:prstGeom prst="rect">
            <a:avLst/>
          </a:prstGeom>
        </p:spPr>
      </p:pic>
    </p:spTree>
    <p:extLst>
      <p:ext uri="{BB962C8B-B14F-4D97-AF65-F5344CB8AC3E}">
        <p14:creationId xmlns:p14="http://schemas.microsoft.com/office/powerpoint/2010/main" val="74474462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4"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a:p>
        </p:txBody>
      </p:sp>
      <p:sp>
        <p:nvSpPr>
          <p:cNvPr id="5" name="Text Placeholder 8"/>
          <p:cNvSpPr>
            <a:spLocks noGrp="1"/>
          </p:cNvSpPr>
          <p:nvPr>
            <p:ph type="body" sz="quarter" idx="18"/>
          </p:nvPr>
        </p:nvSpPr>
        <p:spPr>
          <a:xfrm>
            <a:off x="501652" y="1674087"/>
            <a:ext cx="11188699" cy="357187"/>
          </a:xfrm>
        </p:spPr>
        <p:txBody>
          <a:bodyPr/>
          <a:lstStyle/>
          <a:p>
            <a:pPr lvl="0"/>
            <a:r>
              <a:rPr lang="en-US" noProof="0"/>
              <a:t>Edit Master text styles</a:t>
            </a:r>
          </a:p>
        </p:txBody>
      </p:sp>
      <p:sp>
        <p:nvSpPr>
          <p:cNvPr id="6" name="Text Placeholder 7"/>
          <p:cNvSpPr>
            <a:spLocks noGrp="1"/>
          </p:cNvSpPr>
          <p:nvPr>
            <p:ph type="body" sz="quarter" idx="23"/>
          </p:nvPr>
        </p:nvSpPr>
        <p:spPr>
          <a:xfrm>
            <a:off x="501650" y="6380255"/>
            <a:ext cx="11188700" cy="160245"/>
          </a:xfrm>
        </p:spPr>
        <p:txBody>
          <a:bodyPr>
            <a:normAutofit/>
          </a:bodyPr>
          <a:lstStyle>
            <a:lvl1pPr>
              <a:spcAft>
                <a:spcPts val="0"/>
              </a:spcAft>
              <a:defRPr sz="900"/>
            </a:lvl1pPr>
          </a:lstStyle>
          <a:p>
            <a:pPr lvl="0"/>
            <a:r>
              <a:rPr lang="en-US"/>
              <a:t>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866024824"/>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a:t>Click to add subtitle</a:t>
            </a:r>
          </a:p>
        </p:txBody>
      </p:sp>
      <p:sp>
        <p:nvSpPr>
          <p:cNvPr id="17"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a:p>
        </p:txBody>
      </p:sp>
      <p:sp>
        <p:nvSpPr>
          <p:cNvPr id="18" name="Text Placeholder 8"/>
          <p:cNvSpPr>
            <a:spLocks noGrp="1"/>
          </p:cNvSpPr>
          <p:nvPr>
            <p:ph type="body" sz="quarter" idx="18"/>
          </p:nvPr>
        </p:nvSpPr>
        <p:spPr>
          <a:xfrm>
            <a:off x="501652" y="1674087"/>
            <a:ext cx="11188699" cy="357187"/>
          </a:xfrm>
        </p:spPr>
        <p:txBody>
          <a:bodyPr/>
          <a:lstStyle/>
          <a:p>
            <a:pPr lvl="0"/>
            <a:r>
              <a:rPr lang="en-US" noProof="0"/>
              <a:t>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
        <p:nvSpPr>
          <p:cNvPr id="9" name="Text Placeholder 7"/>
          <p:cNvSpPr>
            <a:spLocks noGrp="1"/>
          </p:cNvSpPr>
          <p:nvPr>
            <p:ph type="body" sz="quarter" idx="23"/>
          </p:nvPr>
        </p:nvSpPr>
        <p:spPr>
          <a:xfrm>
            <a:off x="501651" y="6311156"/>
            <a:ext cx="11188700" cy="160245"/>
          </a:xfrm>
        </p:spPr>
        <p:txBody>
          <a:bodyPr>
            <a:normAutofit/>
          </a:bodyPr>
          <a:lstStyle>
            <a:lvl1pPr>
              <a:spcAft>
                <a:spcPts val="0"/>
              </a:spcAft>
              <a:defRPr sz="900"/>
            </a:lvl1pPr>
          </a:lstStyle>
          <a:p>
            <a:pPr lvl="0"/>
            <a:r>
              <a:rPr lang="en-US"/>
              <a:t>Edit Master text styles</a:t>
            </a:r>
          </a:p>
        </p:txBody>
      </p:sp>
    </p:spTree>
    <p:extLst>
      <p:ext uri="{BB962C8B-B14F-4D97-AF65-F5344CB8AC3E}">
        <p14:creationId xmlns:p14="http://schemas.microsoft.com/office/powerpoint/2010/main" val="491344913"/>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lide - Black">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bg1"/>
                </a:solidFill>
              </a:defRPr>
            </a:lvl1pPr>
            <a:lvl2pPr marL="0" marR="0" indent="0" algn="l" defTabSz="1150154" rtl="0" eaLnBrk="1" fontAlgn="auto" latinLnBrk="0" hangingPunct="1">
              <a:lnSpc>
                <a:spcPct val="100000"/>
              </a:lnSpc>
              <a:spcBef>
                <a:spcPts val="0"/>
              </a:spcBef>
              <a:spcAft>
                <a:spcPts val="0"/>
              </a:spcAft>
              <a:buClrTx/>
              <a:buSzPct val="100000"/>
              <a:buFont typeface="Arial"/>
              <a:buNone/>
              <a:tabLst/>
              <a:defRPr sz="2012" b="0">
                <a:solidFill>
                  <a:schemeClr val="bg1"/>
                </a:solidFill>
              </a:defRPr>
            </a:lvl2pPr>
            <a:lvl3pPr marL="0" indent="0" algn="l">
              <a:spcAft>
                <a:spcPts val="0"/>
              </a:spcAft>
              <a:buNone/>
              <a:defRPr sz="2012">
                <a:solidFill>
                  <a:schemeClr val="bg1"/>
                </a:solidFill>
              </a:defRPr>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marL="0" marR="0" lvl="1" indent="0" algn="l" defTabSz="1150154"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3" y="400898"/>
            <a:ext cx="2004206"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grpSp>
    </p:spTree>
    <p:extLst>
      <p:ext uri="{BB962C8B-B14F-4D97-AF65-F5344CB8AC3E}">
        <p14:creationId xmlns:p14="http://schemas.microsoft.com/office/powerpoint/2010/main" val="337350392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Slide - White">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4" y="727200"/>
            <a:ext cx="7200000" cy="5400000"/>
          </a:xfrm>
          <a:prstGeom prst="rect">
            <a:avLst/>
          </a:prstGeom>
        </p:spPr>
        <p:txBody>
          <a:bodyPr/>
          <a:lstStyle/>
          <a:p>
            <a:r>
              <a:rPr lang="en-US" noProof="0"/>
              <a:t>Click icon to add picture</a:t>
            </a:r>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tx1"/>
                </a:solidFill>
              </a:defRPr>
            </a:lvl1pPr>
            <a:lvl2pPr marL="0" indent="0" algn="l">
              <a:buNone/>
              <a:defRPr sz="2012" b="0"/>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6" name="Group 5"/>
          <p:cNvGrpSpPr>
            <a:grpSpLocks noChangeAspect="1"/>
          </p:cNvGrpSpPr>
          <p:nvPr userDrawn="1"/>
        </p:nvGrpSpPr>
        <p:grpSpPr>
          <a:xfrm>
            <a:off x="501653" y="400898"/>
            <a:ext cx="2004206" cy="326302"/>
            <a:chOff x="398463" y="404813"/>
            <a:chExt cx="1627187" cy="307976"/>
          </a:xfrm>
          <a:solidFill>
            <a:schemeClr val="bg1"/>
          </a:solidFill>
        </p:grpSpPr>
        <p:sp>
          <p:nvSpPr>
            <p:cNvPr id="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1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grpSp>
    </p:spTree>
    <p:extLst>
      <p:ext uri="{BB962C8B-B14F-4D97-AF65-F5344CB8AC3E}">
        <p14:creationId xmlns:p14="http://schemas.microsoft.com/office/powerpoint/2010/main" val="1635739455"/>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Slide - Circle Black">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bg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grpSp>
    </p:spTree>
    <p:extLst>
      <p:ext uri="{BB962C8B-B14F-4D97-AF65-F5344CB8AC3E}">
        <p14:creationId xmlns:p14="http://schemas.microsoft.com/office/powerpoint/2010/main" val="152711824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lide - Circle White">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tx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4" name="Group 3"/>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grpSp>
    </p:spTree>
    <p:extLst>
      <p:ext uri="{BB962C8B-B14F-4D97-AF65-F5344CB8AC3E}">
        <p14:creationId xmlns:p14="http://schemas.microsoft.com/office/powerpoint/2010/main" val="276258859"/>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Divider - Deloitte green">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5" name="TextBox 4"/>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7" name="TextBox 6"/>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8" name="TextBox 7"/>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3614815209"/>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Divider - Deloitte dark green">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3" y="3429003"/>
            <a:ext cx="10544066"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2144131291"/>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Divider - Deloitte blu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2975825374"/>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Divider - Deloitte dark blu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4120950382"/>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Divider - Deloitte black">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4215858099"/>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Divider - Deloitte whit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tx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730147013"/>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Key statement dark green">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7"/>
            <a:ext cx="915237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659185628"/>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Key statement dark blue">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7203"/>
            <a:ext cx="9277350" cy="4759584"/>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250223263"/>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Key statement teal">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3285169435"/>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Key statement black">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3072047679"/>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Key statement white">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tx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Tree>
    <p:extLst>
      <p:ext uri="{BB962C8B-B14F-4D97-AF65-F5344CB8AC3E}">
        <p14:creationId xmlns:p14="http://schemas.microsoft.com/office/powerpoint/2010/main" val="282457476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548422504"/>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4" name="Content Placeholder 3"/>
          <p:cNvSpPr>
            <a:spLocks noGrp="1"/>
          </p:cNvSpPr>
          <p:nvPr>
            <p:ph sz="quarter" idx="10"/>
          </p:nvPr>
        </p:nvSpPr>
        <p:spPr>
          <a:xfrm>
            <a:off x="501652" y="1665292"/>
            <a:ext cx="9277350" cy="4716463"/>
          </a:xfrm>
          <a:prstGeom prst="rect">
            <a:avLst/>
          </a:prstGeom>
        </p:spPr>
        <p:txBody>
          <a:bodyPr/>
          <a:lstStyle>
            <a:lvl1pPr>
              <a:tabLst>
                <a:tab pos="8464418" algn="r"/>
              </a:tabLst>
              <a:defRPr/>
            </a:lvl1pPr>
            <a:lvl2pPr>
              <a:tabLst>
                <a:tab pos="8464418" algn="r"/>
              </a:tabLst>
              <a:defRPr/>
            </a:lvl2pPr>
            <a:lvl3pPr>
              <a:tabLst>
                <a:tab pos="8464418" algn="r"/>
              </a:tabLst>
              <a:defRPr/>
            </a:lvl3pPr>
            <a:lvl4pPr>
              <a:tabLst>
                <a:tab pos="8464418" algn="r"/>
              </a:tabLst>
              <a:defRPr/>
            </a:lvl4pPr>
            <a:lvl5pPr>
              <a:tabLst>
                <a:tab pos="6325849" algn="r"/>
              </a:tabLst>
              <a:defRPr baseline="0"/>
            </a:lvl5pPr>
            <a:lvl6pPr>
              <a:tabLst>
                <a:tab pos="8464418" algn="r"/>
              </a:tabLst>
              <a:defRPr/>
            </a:lvl6pPr>
            <a:lvl7pPr>
              <a:tabLst>
                <a:tab pos="8464418" algn="r"/>
              </a:tabLst>
              <a:defRPr/>
            </a:lvl7pPr>
            <a:lvl8pPr>
              <a:tabLst>
                <a:tab pos="8464418" algn="r"/>
              </a:tabLst>
              <a:defRPr/>
            </a:lvl8pPr>
            <a:lvl9pPr>
              <a:tabLst>
                <a:tab pos="8464418"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1"/>
          <p:cNvSpPr>
            <a:spLocks noGrp="1"/>
          </p:cNvSpPr>
          <p:nvPr>
            <p:ph type="title" hasCustomPrompt="1"/>
          </p:nvPr>
        </p:nvSpPr>
        <p:spPr>
          <a:xfrm>
            <a:off x="501652" y="317503"/>
            <a:ext cx="11180231" cy="698501"/>
          </a:xfrm>
          <a:prstGeom prst="rect">
            <a:avLst/>
          </a:prstGeom>
        </p:spPr>
        <p:txBody>
          <a:bodyPr vert="horz" lIns="0" tIns="0" rIns="0" bIns="0" rtlCol="0" anchor="t" anchorCtr="0">
            <a:noAutofit/>
          </a:bodyPr>
          <a:lstStyle>
            <a:lvl1pPr>
              <a:defRPr sz="2176"/>
            </a:lvl1pPr>
          </a:lstStyle>
          <a:p>
            <a:r>
              <a:rPr lang="en-US"/>
              <a:t>Click to add title</a:t>
            </a:r>
          </a:p>
        </p:txBody>
      </p:sp>
    </p:spTree>
    <p:extLst>
      <p:ext uri="{BB962C8B-B14F-4D97-AF65-F5344CB8AC3E}">
        <p14:creationId xmlns:p14="http://schemas.microsoft.com/office/powerpoint/2010/main" val="228473704"/>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7895616"/>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7" name="Title Placeholder 1"/>
          <p:cNvSpPr>
            <a:spLocks noGrp="1"/>
          </p:cNvSpPr>
          <p:nvPr>
            <p:ph type="title" hasCustomPrompt="1"/>
          </p:nvPr>
        </p:nvSpPr>
        <p:spPr>
          <a:xfrm>
            <a:off x="501651" y="286790"/>
            <a:ext cx="11188699" cy="698500"/>
          </a:xfrm>
          <a:prstGeom prst="rect">
            <a:avLst/>
          </a:prstGeom>
        </p:spPr>
        <p:txBody>
          <a:bodyPr vert="horz" lIns="0" tIns="0" rIns="0" bIns="0" rtlCol="0" anchor="t" anchorCtr="0">
            <a:noAutofit/>
          </a:bodyPr>
          <a:lstStyle>
            <a:lvl1pPr>
              <a:defRPr sz="2176"/>
            </a:lvl1pPr>
          </a:lstStyle>
          <a:p>
            <a:r>
              <a:rPr lang="en-US" noProof="0"/>
              <a:t>Click to add title</a:t>
            </a:r>
          </a:p>
        </p:txBody>
      </p:sp>
      <p:sp>
        <p:nvSpPr>
          <p:cNvPr id="5" name="Picture Placeholder 9"/>
          <p:cNvSpPr>
            <a:spLocks noGrp="1"/>
          </p:cNvSpPr>
          <p:nvPr>
            <p:ph type="pic" sz="quarter" idx="15"/>
          </p:nvPr>
        </p:nvSpPr>
        <p:spPr>
          <a:xfrm>
            <a:off x="5450353" y="1701804"/>
            <a:ext cx="6240000" cy="4679950"/>
          </a:xfrm>
        </p:spPr>
        <p:txBody>
          <a:bodyPr/>
          <a:lstStyle/>
          <a:p>
            <a:r>
              <a:rPr lang="en-US" noProof="0"/>
              <a:t>Click icon to add picture</a:t>
            </a:r>
          </a:p>
        </p:txBody>
      </p:sp>
      <p:sp>
        <p:nvSpPr>
          <p:cNvPr id="6" name="Content Placeholder 3"/>
          <p:cNvSpPr>
            <a:spLocks noGrp="1"/>
          </p:cNvSpPr>
          <p:nvPr>
            <p:ph sz="quarter" idx="10"/>
          </p:nvPr>
        </p:nvSpPr>
        <p:spPr>
          <a:xfrm>
            <a:off x="501653" y="1665292"/>
            <a:ext cx="4456429"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658352553"/>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1801042560"/>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4" name="Object 3"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3" name="Rectangle 2"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1"/>
          <p:cNvSpPr>
            <a:spLocks noGrp="1"/>
          </p:cNvSpPr>
          <p:nvPr>
            <p:ph type="title"/>
          </p:nvPr>
        </p:nvSpPr>
        <p:spPr>
          <a:xfrm>
            <a:off x="501651" y="317501"/>
            <a:ext cx="11188699" cy="698500"/>
          </a:xfrm>
        </p:spPr>
        <p:txBody>
          <a:bodyPr vert="horz"/>
          <a:lstStyle>
            <a:lvl1pPr>
              <a:defRPr sz="2176"/>
            </a:lvl1pPr>
          </a:lstStyle>
          <a:p>
            <a:r>
              <a:rPr lang="en-US" noProof="0"/>
              <a:t>Click to edit Master title style</a:t>
            </a:r>
          </a:p>
        </p:txBody>
      </p:sp>
      <p:sp>
        <p:nvSpPr>
          <p:cNvPr id="14" name="Text Placeholder 18"/>
          <p:cNvSpPr>
            <a:spLocks noGrp="1"/>
          </p:cNvSpPr>
          <p:nvPr>
            <p:ph idx="1"/>
          </p:nvPr>
        </p:nvSpPr>
        <p:spPr>
          <a:xfrm>
            <a:off x="501653" y="1665292"/>
            <a:ext cx="11165416"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503666100"/>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61681313"/>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sz="2176"/>
            </a:lvl1pPr>
          </a:lstStyle>
          <a:p>
            <a:r>
              <a:rPr lang="en-US" noProof="0"/>
              <a:t>Click to edit Master title style</a:t>
            </a:r>
          </a:p>
        </p:txBody>
      </p:sp>
      <p:sp>
        <p:nvSpPr>
          <p:cNvPr id="8" name="Text Placeholder 18"/>
          <p:cNvSpPr>
            <a:spLocks noGrp="1"/>
          </p:cNvSpPr>
          <p:nvPr>
            <p:ph idx="1"/>
          </p:nvPr>
        </p:nvSpPr>
        <p:spPr>
          <a:xfrm>
            <a:off x="498584" y="1174419"/>
            <a:ext cx="11165416" cy="471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000000891"/>
      </p:ext>
    </p:extLst>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2511807169"/>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5" name="Object 4"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4" name="Rectangle 3"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sz="2176"/>
            </a:lvl1pPr>
          </a:lstStyle>
          <a:p>
            <a:r>
              <a:rPr lang="en-US" noProof="0"/>
              <a:t>Click to edit Master title style</a:t>
            </a:r>
          </a:p>
        </p:txBody>
      </p:sp>
      <p:sp>
        <p:nvSpPr>
          <p:cNvPr id="8" name="Text Placeholder 18"/>
          <p:cNvSpPr>
            <a:spLocks noGrp="1"/>
          </p:cNvSpPr>
          <p:nvPr>
            <p:ph idx="1"/>
          </p:nvPr>
        </p:nvSpPr>
        <p:spPr>
          <a:xfrm>
            <a:off x="501653" y="1700213"/>
            <a:ext cx="11165416" cy="4678986"/>
          </a:xfrm>
          <a:prstGeom prst="rect">
            <a:avLst/>
          </a:prstGeom>
        </p:spPr>
        <p:txBody>
          <a:bodyPr vert="horz" lIns="0" tIns="0" rIns="0" bIns="0" rtlCol="0">
            <a:noAutofit/>
          </a:bodyPr>
          <a:lstStyle>
            <a:lvl1pPr>
              <a:defRPr sz="2012"/>
            </a:lvl1pPr>
            <a:lvl2pPr>
              <a:defRPr sz="2012"/>
            </a:lvl2pPr>
            <a:lvl3pPr>
              <a:defRPr sz="2012"/>
            </a:lvl3pPr>
            <a:lvl4pPr>
              <a:defRPr sz="2012"/>
            </a:lvl4pPr>
            <a:lvl5pPr>
              <a:defRPr sz="2012"/>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990246665"/>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6"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7" name="Chart Placeholder 3"/>
          <p:cNvSpPr>
            <a:spLocks noGrp="1"/>
          </p:cNvSpPr>
          <p:nvPr>
            <p:ph type="chart" sz="quarter" idx="15"/>
          </p:nvPr>
        </p:nvSpPr>
        <p:spPr>
          <a:xfrm>
            <a:off x="501654" y="2052003"/>
            <a:ext cx="11188699" cy="4069013"/>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4" y="1665289"/>
            <a:ext cx="11188699" cy="392112"/>
          </a:xfrm>
        </p:spPr>
        <p:txBody>
          <a:bodyPr/>
          <a:lstStyle/>
          <a:p>
            <a:pPr lvl="0"/>
            <a:r>
              <a:rPr lang="en-US" noProof="0"/>
              <a:t>Edit Master text styles</a:t>
            </a:r>
          </a:p>
        </p:txBody>
      </p:sp>
      <p:sp>
        <p:nvSpPr>
          <p:cNvPr id="19" name="Text Placeholder 7"/>
          <p:cNvSpPr>
            <a:spLocks noGrp="1"/>
          </p:cNvSpPr>
          <p:nvPr>
            <p:ph type="body" sz="quarter" idx="23"/>
          </p:nvPr>
        </p:nvSpPr>
        <p:spPr>
          <a:xfrm>
            <a:off x="501651" y="6121017"/>
            <a:ext cx="11188699" cy="260737"/>
          </a:xfrm>
        </p:spPr>
        <p:txBody>
          <a:bodyPr>
            <a:no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425464492"/>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6"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7" name="Chart Placeholder 3"/>
          <p:cNvSpPr>
            <a:spLocks noGrp="1"/>
          </p:cNvSpPr>
          <p:nvPr>
            <p:ph type="chart" sz="quarter" idx="15"/>
          </p:nvPr>
        </p:nvSpPr>
        <p:spPr>
          <a:xfrm>
            <a:off x="504000" y="2051999"/>
            <a:ext cx="3549549" cy="4069014"/>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2" y="1665289"/>
            <a:ext cx="3562351" cy="392112"/>
          </a:xfrm>
        </p:spPr>
        <p:txBody>
          <a:bodyPr/>
          <a:lstStyle/>
          <a:p>
            <a:pPr lvl="0"/>
            <a:r>
              <a:rPr lang="en-US" noProof="0"/>
              <a:t>Edit Master text styles</a:t>
            </a:r>
          </a:p>
        </p:txBody>
      </p:sp>
      <p:sp>
        <p:nvSpPr>
          <p:cNvPr id="7" name="Chart Placeholder 3"/>
          <p:cNvSpPr>
            <a:spLocks noGrp="1"/>
          </p:cNvSpPr>
          <p:nvPr>
            <p:ph type="chart" sz="quarter" idx="19"/>
          </p:nvPr>
        </p:nvSpPr>
        <p:spPr>
          <a:xfrm>
            <a:off x="4303186" y="2051999"/>
            <a:ext cx="3561616" cy="4069014"/>
          </a:xfrm>
          <a:prstGeom prst="rect">
            <a:avLst/>
          </a:prstGeom>
        </p:spPr>
        <p:txBody>
          <a:bodyPr/>
          <a:lstStyle/>
          <a:p>
            <a:r>
              <a:rPr lang="en-US" noProof="0"/>
              <a:t>Click icon to add chart</a:t>
            </a:r>
          </a:p>
        </p:txBody>
      </p:sp>
      <p:sp>
        <p:nvSpPr>
          <p:cNvPr id="8" name="Text Placeholder 8"/>
          <p:cNvSpPr>
            <a:spLocks noGrp="1"/>
          </p:cNvSpPr>
          <p:nvPr>
            <p:ph type="body" sz="quarter" idx="20"/>
          </p:nvPr>
        </p:nvSpPr>
        <p:spPr>
          <a:xfrm>
            <a:off x="4303185" y="1665289"/>
            <a:ext cx="3561615" cy="392112"/>
          </a:xfrm>
        </p:spPr>
        <p:txBody>
          <a:bodyPr/>
          <a:lstStyle/>
          <a:p>
            <a:pPr lvl="0"/>
            <a:r>
              <a:rPr lang="en-US" noProof="0"/>
              <a:t>Edit Master text styles</a:t>
            </a:r>
          </a:p>
        </p:txBody>
      </p:sp>
      <p:sp>
        <p:nvSpPr>
          <p:cNvPr id="9" name="Chart Placeholder 3"/>
          <p:cNvSpPr>
            <a:spLocks noGrp="1"/>
          </p:cNvSpPr>
          <p:nvPr>
            <p:ph type="chart" sz="quarter" idx="21"/>
          </p:nvPr>
        </p:nvSpPr>
        <p:spPr>
          <a:xfrm>
            <a:off x="8126397" y="2051999"/>
            <a:ext cx="3563953" cy="4069014"/>
          </a:xfrm>
          <a:prstGeom prst="rect">
            <a:avLst/>
          </a:prstGeom>
        </p:spPr>
        <p:txBody>
          <a:bodyPr/>
          <a:lstStyle/>
          <a:p>
            <a:r>
              <a:rPr lang="en-US" noProof="0"/>
              <a:t>Click icon to add chart</a:t>
            </a:r>
          </a:p>
        </p:txBody>
      </p:sp>
      <p:sp>
        <p:nvSpPr>
          <p:cNvPr id="10" name="Text Placeholder 8"/>
          <p:cNvSpPr>
            <a:spLocks noGrp="1"/>
          </p:cNvSpPr>
          <p:nvPr>
            <p:ph type="body" sz="quarter" idx="22"/>
          </p:nvPr>
        </p:nvSpPr>
        <p:spPr>
          <a:xfrm>
            <a:off x="8126399" y="1659145"/>
            <a:ext cx="3563954" cy="398256"/>
          </a:xfrm>
        </p:spPr>
        <p:txBody>
          <a:bodyPr/>
          <a:lstStyle/>
          <a:p>
            <a:pPr lvl="0"/>
            <a:r>
              <a:rPr lang="en-US" noProof="0"/>
              <a:t>Edit Master text styles</a:t>
            </a:r>
          </a:p>
        </p:txBody>
      </p:sp>
      <p:sp>
        <p:nvSpPr>
          <p:cNvPr id="12" name="Text Placeholder 7"/>
          <p:cNvSpPr>
            <a:spLocks noGrp="1"/>
          </p:cNvSpPr>
          <p:nvPr>
            <p:ph type="body" sz="quarter" idx="23"/>
          </p:nvPr>
        </p:nvSpPr>
        <p:spPr>
          <a:xfrm>
            <a:off x="501649" y="6121017"/>
            <a:ext cx="11165419" cy="260737"/>
          </a:xfrm>
        </p:spPr>
        <p:txBody>
          <a:bodyPr>
            <a:no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1277485278"/>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675256775"/>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539"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14" name="Title Placeholder 1"/>
          <p:cNvSpPr>
            <a:spLocks noGrp="1"/>
          </p:cNvSpPr>
          <p:nvPr>
            <p:ph type="title" hasCustomPrompt="1"/>
          </p:nvPr>
        </p:nvSpPr>
        <p:spPr>
          <a:xfrm>
            <a:off x="501653" y="317502"/>
            <a:ext cx="11202669" cy="334101"/>
          </a:xfrm>
          <a:prstGeom prst="rect">
            <a:avLst/>
          </a:prstGeom>
        </p:spPr>
        <p:txBody>
          <a:bodyPr vert="horz" lIns="0" tIns="0" rIns="0" bIns="0" rtlCol="0" anchor="t" anchorCtr="0">
            <a:noAutofit/>
          </a:bodyPr>
          <a:lstStyle>
            <a:lvl1pPr>
              <a:defRPr sz="2539"/>
            </a:lvl1pPr>
          </a:lstStyle>
          <a:p>
            <a:r>
              <a:rPr lang="en-US" noProof="0"/>
              <a:t>Click to add title</a:t>
            </a:r>
          </a:p>
        </p:txBody>
      </p:sp>
      <p:sp>
        <p:nvSpPr>
          <p:cNvPr id="9" name="Text Placeholder 8"/>
          <p:cNvSpPr>
            <a:spLocks noGrp="1"/>
          </p:cNvSpPr>
          <p:nvPr>
            <p:ph type="body" sz="quarter" idx="13" hasCustomPrompt="1"/>
          </p:nvPr>
        </p:nvSpPr>
        <p:spPr>
          <a:xfrm>
            <a:off x="501653" y="651601"/>
            <a:ext cx="11202669" cy="757255"/>
          </a:xfrm>
          <a:prstGeom prst="rect">
            <a:avLst/>
          </a:prstGeom>
        </p:spPr>
        <p:txBody>
          <a:bodyPr lIns="0" tIns="0" rIns="0" bIns="0">
            <a:noAutofit/>
          </a:bodyPr>
          <a:lstStyle>
            <a:lvl1pPr marL="0" indent="0">
              <a:buNone/>
              <a:defRPr sz="2176" b="0">
                <a:solidFill>
                  <a:srgbClr val="575757"/>
                </a:solidFill>
              </a:defRPr>
            </a:lvl1pPr>
          </a:lstStyle>
          <a:p>
            <a:pPr lvl="0"/>
            <a:r>
              <a:rPr lang="en-US" noProof="0"/>
              <a:t>Click to add subtitle</a:t>
            </a:r>
          </a:p>
        </p:txBody>
      </p:sp>
      <p:sp>
        <p:nvSpPr>
          <p:cNvPr id="13" name="Content Placeholder 3"/>
          <p:cNvSpPr>
            <a:spLocks noGrp="1"/>
          </p:cNvSpPr>
          <p:nvPr>
            <p:ph sz="quarter" idx="10"/>
          </p:nvPr>
        </p:nvSpPr>
        <p:spPr>
          <a:xfrm>
            <a:off x="501651" y="1665288"/>
            <a:ext cx="5305578"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81539" y="1665288"/>
            <a:ext cx="5322781"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473402028"/>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12963086"/>
              </p:ext>
            </p:extLst>
          </p:nvPr>
        </p:nvGraphicFramePr>
        <p:xfrm>
          <a:off x="1440" y="1440"/>
          <a:ext cx="1440" cy="1440"/>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3" name="Object 2" hidden="1"/>
                      <p:cNvPicPr/>
                      <p:nvPr/>
                    </p:nvPicPr>
                    <p:blipFill>
                      <a:blip r:embed="rId5"/>
                      <a:stretch>
                        <a:fillRect/>
                      </a:stretch>
                    </p:blipFill>
                    <p:spPr>
                      <a:xfrm>
                        <a:off x="1440" y="1440"/>
                        <a:ext cx="1440" cy="1440"/>
                      </a:xfrm>
                      <a:prstGeom prst="rect">
                        <a:avLst/>
                      </a:prstGeom>
                    </p:spPr>
                  </p:pic>
                </p:oleObj>
              </mc:Fallback>
            </mc:AlternateContent>
          </a:graphicData>
        </a:graphic>
      </p:graphicFrame>
      <p:sp>
        <p:nvSpPr>
          <p:cNvPr id="2" name="Rectangle 1" hidden="1"/>
          <p:cNvSpPr/>
          <p:nvPr userDrawn="1">
            <p:custDataLst>
              <p:tags r:id="rId2"/>
            </p:custDataLst>
          </p:nvPr>
        </p:nvSpPr>
        <p:spPr bwMode="gray">
          <a:xfrm>
            <a:off x="0" y="0"/>
            <a:ext cx="143960" cy="143955"/>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2176"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7"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8"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sz="2176"/>
            </a:lvl1pPr>
          </a:lstStyle>
          <a:p>
            <a:r>
              <a:rPr lang="en-US" noProof="0"/>
              <a:t>Click to add title</a:t>
            </a:r>
          </a:p>
        </p:txBody>
      </p:sp>
      <p:sp>
        <p:nvSpPr>
          <p:cNvPr id="11" name="Content Placeholder 3"/>
          <p:cNvSpPr>
            <a:spLocks noGrp="1"/>
          </p:cNvSpPr>
          <p:nvPr>
            <p:ph sz="quarter" idx="10"/>
          </p:nvPr>
        </p:nvSpPr>
        <p:spPr>
          <a:xfrm>
            <a:off x="501650" y="1665288"/>
            <a:ext cx="530558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Placeholder 3"/>
          <p:cNvSpPr>
            <a:spLocks noGrp="1"/>
          </p:cNvSpPr>
          <p:nvPr>
            <p:ph sz="quarter" idx="20"/>
          </p:nvPr>
        </p:nvSpPr>
        <p:spPr>
          <a:xfrm>
            <a:off x="6384002" y="1665288"/>
            <a:ext cx="530635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446996402"/>
      </p:ext>
    </p:extLst>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3" y="1665292"/>
            <a:ext cx="5355166" cy="4455725"/>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hart Placeholder 2"/>
          <p:cNvSpPr>
            <a:spLocks noGrp="1"/>
          </p:cNvSpPr>
          <p:nvPr>
            <p:ph type="chart" sz="quarter" idx="21"/>
          </p:nvPr>
        </p:nvSpPr>
        <p:spPr>
          <a:xfrm>
            <a:off x="6341222" y="2125013"/>
            <a:ext cx="5349128" cy="3996000"/>
          </a:xfrm>
        </p:spPr>
        <p:txBody>
          <a:bodyPr/>
          <a:lstStyle/>
          <a:p>
            <a:r>
              <a:rPr lang="en-US" noProof="0"/>
              <a:t>Click icon to add chart</a:t>
            </a:r>
          </a:p>
        </p:txBody>
      </p:sp>
      <p:sp>
        <p:nvSpPr>
          <p:cNvPr id="6" name="Text Placeholder 5"/>
          <p:cNvSpPr>
            <a:spLocks noGrp="1"/>
          </p:cNvSpPr>
          <p:nvPr>
            <p:ph type="body" sz="quarter" idx="22"/>
          </p:nvPr>
        </p:nvSpPr>
        <p:spPr>
          <a:xfrm>
            <a:off x="6341222" y="1665288"/>
            <a:ext cx="5349128" cy="420687"/>
          </a:xfrm>
        </p:spPr>
        <p:txBody>
          <a:bodyPr/>
          <a:lstStyle/>
          <a:p>
            <a:pPr lvl="0"/>
            <a:r>
              <a:rPr lang="en-US" noProof="0"/>
              <a:t>Edit Master text styles</a:t>
            </a:r>
          </a:p>
        </p:txBody>
      </p:sp>
      <p:sp>
        <p:nvSpPr>
          <p:cNvPr id="11"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3"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5" name="Text Placeholder 7"/>
          <p:cNvSpPr>
            <a:spLocks noGrp="1"/>
          </p:cNvSpPr>
          <p:nvPr>
            <p:ph type="body" sz="quarter" idx="23"/>
          </p:nvPr>
        </p:nvSpPr>
        <p:spPr>
          <a:xfrm>
            <a:off x="501651" y="6121017"/>
            <a:ext cx="11188699" cy="260737"/>
          </a:xfrm>
        </p:spPr>
        <p:txBody>
          <a:bodyPr>
            <a:normAutofit/>
          </a:bodyPr>
          <a:lstStyle>
            <a:lvl1pPr>
              <a:spcAft>
                <a:spcPts val="0"/>
              </a:spcAft>
              <a:defRPr sz="1141"/>
            </a:lvl1pPr>
          </a:lstStyle>
          <a:p>
            <a:pPr lvl="0"/>
            <a:r>
              <a:rPr lang="en-US" noProof="0"/>
              <a:t>Edit Master text styles</a:t>
            </a:r>
          </a:p>
        </p:txBody>
      </p:sp>
    </p:spTree>
    <p:extLst>
      <p:ext uri="{BB962C8B-B14F-4D97-AF65-F5344CB8AC3E}">
        <p14:creationId xmlns:p14="http://schemas.microsoft.com/office/powerpoint/2010/main" val="2103693233"/>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3" y="2125013"/>
            <a:ext cx="5349129" cy="3996000"/>
          </a:xfrm>
        </p:spPr>
        <p:txBody>
          <a:bodyPr/>
          <a:lstStyle/>
          <a:p>
            <a:r>
              <a:rPr lang="en-US" noProof="0"/>
              <a:t>Click icon to add chart</a:t>
            </a:r>
          </a:p>
        </p:txBody>
      </p:sp>
      <p:sp>
        <p:nvSpPr>
          <p:cNvPr id="6" name="Text Placeholder 5"/>
          <p:cNvSpPr>
            <a:spLocks noGrp="1"/>
          </p:cNvSpPr>
          <p:nvPr>
            <p:ph type="body" sz="quarter" idx="22"/>
          </p:nvPr>
        </p:nvSpPr>
        <p:spPr>
          <a:xfrm>
            <a:off x="6341224" y="1665288"/>
            <a:ext cx="5349129" cy="420687"/>
          </a:xfrm>
        </p:spPr>
        <p:txBody>
          <a:bodyPr/>
          <a:lstStyle/>
          <a:p>
            <a:pPr lvl="0"/>
            <a:r>
              <a:rPr lang="en-US" noProof="0"/>
              <a:t>Edit Master text styles</a:t>
            </a:r>
          </a:p>
        </p:txBody>
      </p:sp>
      <p:sp>
        <p:nvSpPr>
          <p:cNvPr id="11"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3"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5" name="Text Placeholder 7"/>
          <p:cNvSpPr>
            <a:spLocks noGrp="1"/>
          </p:cNvSpPr>
          <p:nvPr>
            <p:ph type="body" sz="quarter" idx="23"/>
          </p:nvPr>
        </p:nvSpPr>
        <p:spPr>
          <a:xfrm>
            <a:off x="501649" y="6121017"/>
            <a:ext cx="11165419" cy="260737"/>
          </a:xfrm>
        </p:spPr>
        <p:txBody>
          <a:bodyPr>
            <a:normAutofit/>
          </a:bodyPr>
          <a:lstStyle>
            <a:lvl1pPr>
              <a:spcAft>
                <a:spcPts val="0"/>
              </a:spcAft>
              <a:defRPr sz="1141"/>
            </a:lvl1pPr>
          </a:lstStyle>
          <a:p>
            <a:pPr lvl="0"/>
            <a:r>
              <a:rPr lang="en-US" noProof="0"/>
              <a:t>Edit Master text styles</a:t>
            </a:r>
          </a:p>
        </p:txBody>
      </p:sp>
      <p:sp>
        <p:nvSpPr>
          <p:cNvPr id="9" name="Chart Placeholder 2"/>
          <p:cNvSpPr>
            <a:spLocks noGrp="1"/>
          </p:cNvSpPr>
          <p:nvPr>
            <p:ph type="chart" sz="quarter" idx="24"/>
          </p:nvPr>
        </p:nvSpPr>
        <p:spPr>
          <a:xfrm>
            <a:off x="501652" y="2125013"/>
            <a:ext cx="5339063" cy="3996000"/>
          </a:xfrm>
        </p:spPr>
        <p:txBody>
          <a:bodyPr/>
          <a:lstStyle/>
          <a:p>
            <a:r>
              <a:rPr lang="en-US" noProof="0"/>
              <a:t>Click icon to add chart</a:t>
            </a:r>
          </a:p>
        </p:txBody>
      </p:sp>
      <p:sp>
        <p:nvSpPr>
          <p:cNvPr id="12" name="Text Placeholder 5"/>
          <p:cNvSpPr>
            <a:spLocks noGrp="1"/>
          </p:cNvSpPr>
          <p:nvPr>
            <p:ph type="body" sz="quarter" idx="25"/>
          </p:nvPr>
        </p:nvSpPr>
        <p:spPr>
          <a:xfrm>
            <a:off x="501650" y="1665288"/>
            <a:ext cx="5339064" cy="420687"/>
          </a:xfrm>
        </p:spPr>
        <p:txBody>
          <a:bodyPr/>
          <a:lstStyle/>
          <a:p>
            <a:pPr lvl="0"/>
            <a:r>
              <a:rPr lang="en-US" noProof="0"/>
              <a:t>Edit Master text styles</a:t>
            </a:r>
          </a:p>
        </p:txBody>
      </p:sp>
    </p:spTree>
    <p:extLst>
      <p:ext uri="{BB962C8B-B14F-4D97-AF65-F5344CB8AC3E}">
        <p14:creationId xmlns:p14="http://schemas.microsoft.com/office/powerpoint/2010/main" val="508836430"/>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4"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6" name="Content Placeholder 3"/>
          <p:cNvSpPr>
            <a:spLocks noGrp="1"/>
          </p:cNvSpPr>
          <p:nvPr>
            <p:ph sz="quarter" idx="10"/>
          </p:nvPr>
        </p:nvSpPr>
        <p:spPr>
          <a:xfrm>
            <a:off x="501652" y="1665292"/>
            <a:ext cx="4431857"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50352" y="1700217"/>
            <a:ext cx="6240000" cy="4681537"/>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4243849118"/>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6" name="Content Placeholder 3"/>
          <p:cNvSpPr>
            <a:spLocks noGrp="1"/>
          </p:cNvSpPr>
          <p:nvPr>
            <p:ph sz="quarter" idx="10"/>
          </p:nvPr>
        </p:nvSpPr>
        <p:spPr>
          <a:xfrm>
            <a:off x="7577884" y="1658683"/>
            <a:ext cx="4112468" cy="4723072"/>
          </a:xfrm>
          <a:prstGeom prst="rect">
            <a:avLst/>
          </a:prstGeom>
        </p:spPr>
        <p:txBody>
          <a:bodyPr>
            <a:noAutofit/>
          </a:bodyPr>
          <a:lstStyle>
            <a:lvl1pPr>
              <a:tabLst>
                <a:tab pos="6325849" algn="r"/>
              </a:tabLst>
              <a:defRPr sz="3019">
                <a:solidFill>
                  <a:schemeClr val="accent3"/>
                </a:solidFill>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p:txBody>
      </p:sp>
      <p:sp>
        <p:nvSpPr>
          <p:cNvPr id="8" name="Content Placeholder 3"/>
          <p:cNvSpPr>
            <a:spLocks noGrp="1"/>
          </p:cNvSpPr>
          <p:nvPr>
            <p:ph sz="quarter" idx="16"/>
          </p:nvPr>
        </p:nvSpPr>
        <p:spPr>
          <a:xfrm>
            <a:off x="501651" y="1665291"/>
            <a:ext cx="6506348" cy="4716462"/>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501654"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206840272"/>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p>
        </p:txBody>
      </p:sp>
      <p:sp>
        <p:nvSpPr>
          <p:cNvPr id="4" name="Picture Placeholder 6"/>
          <p:cNvSpPr>
            <a:spLocks noGrp="1"/>
          </p:cNvSpPr>
          <p:nvPr>
            <p:ph type="pic" sz="quarter" idx="13"/>
          </p:nvPr>
        </p:nvSpPr>
        <p:spPr>
          <a:xfrm>
            <a:off x="501649" y="1700213"/>
            <a:ext cx="2712000" cy="1260000"/>
          </a:xfrm>
        </p:spPr>
        <p:txBody>
          <a:bodyPr lIns="0" tIns="0" rIns="0" bIns="0">
            <a:noAutofit/>
          </a:bodyPr>
          <a:lstStyle/>
          <a:p>
            <a:r>
              <a:rPr lang="en-US" noProof="0"/>
              <a:t>Click icon to add picture</a:t>
            </a:r>
          </a:p>
        </p:txBody>
      </p:sp>
      <p:sp>
        <p:nvSpPr>
          <p:cNvPr id="5" name="Picture Placeholder 6"/>
          <p:cNvSpPr>
            <a:spLocks noGrp="1"/>
          </p:cNvSpPr>
          <p:nvPr>
            <p:ph type="pic" sz="quarter" idx="14"/>
          </p:nvPr>
        </p:nvSpPr>
        <p:spPr>
          <a:xfrm>
            <a:off x="3327216" y="1700213"/>
            <a:ext cx="2712000" cy="1260000"/>
          </a:xfrm>
        </p:spPr>
        <p:txBody>
          <a:bodyPr lIns="0" tIns="0" rIns="0" bIns="0">
            <a:noAutofit/>
          </a:bodyPr>
          <a:lstStyle/>
          <a:p>
            <a:r>
              <a:rPr lang="en-US" noProof="0"/>
              <a:t>Click icon to add picture</a:t>
            </a:r>
          </a:p>
        </p:txBody>
      </p:sp>
      <p:sp>
        <p:nvSpPr>
          <p:cNvPr id="6" name="Picture Placeholder 6"/>
          <p:cNvSpPr>
            <a:spLocks noGrp="1"/>
          </p:cNvSpPr>
          <p:nvPr>
            <p:ph type="pic" sz="quarter" idx="15"/>
          </p:nvPr>
        </p:nvSpPr>
        <p:spPr>
          <a:xfrm>
            <a:off x="6152784" y="1700213"/>
            <a:ext cx="2712000" cy="1260000"/>
          </a:xfrm>
        </p:spPr>
        <p:txBody>
          <a:bodyPr lIns="0" tIns="0" rIns="0" bIns="0">
            <a:noAutofit/>
          </a:bodyPr>
          <a:lstStyle/>
          <a:p>
            <a:r>
              <a:rPr lang="en-US" noProof="0"/>
              <a:t>Click icon to add picture</a:t>
            </a:r>
          </a:p>
        </p:txBody>
      </p:sp>
      <p:sp>
        <p:nvSpPr>
          <p:cNvPr id="7" name="Picture Placeholder 6"/>
          <p:cNvSpPr>
            <a:spLocks noGrp="1"/>
          </p:cNvSpPr>
          <p:nvPr>
            <p:ph type="pic" sz="quarter" idx="16"/>
          </p:nvPr>
        </p:nvSpPr>
        <p:spPr>
          <a:xfrm>
            <a:off x="8978351" y="1700213"/>
            <a:ext cx="2712000" cy="1260000"/>
          </a:xfrm>
        </p:spPr>
        <p:txBody>
          <a:bodyPr lIns="0" tIns="0" rIns="0" bIns="0">
            <a:noAutofit/>
          </a:bodyPr>
          <a:lstStyle/>
          <a:p>
            <a:r>
              <a:rPr lang="en-US" noProof="0"/>
              <a:t>Click icon to add picture</a:t>
            </a:r>
          </a:p>
        </p:txBody>
      </p:sp>
      <p:sp>
        <p:nvSpPr>
          <p:cNvPr id="9" name="Text Placeholder 8"/>
          <p:cNvSpPr>
            <a:spLocks noGrp="1"/>
          </p:cNvSpPr>
          <p:nvPr>
            <p:ph type="body" sz="quarter" idx="17"/>
          </p:nvPr>
        </p:nvSpPr>
        <p:spPr>
          <a:xfrm>
            <a:off x="501652" y="3124200"/>
            <a:ext cx="2720468" cy="3257548"/>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p:nvPr>
        </p:nvSpPr>
        <p:spPr>
          <a:xfrm>
            <a:off x="6149965" y="3120551"/>
            <a:ext cx="2712000" cy="3261199"/>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9"/>
          </p:nvPr>
        </p:nvSpPr>
        <p:spPr>
          <a:xfrm>
            <a:off x="3330040" y="3124203"/>
            <a:ext cx="2712000" cy="3257549"/>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8"/>
          <p:cNvSpPr>
            <a:spLocks noGrp="1"/>
          </p:cNvSpPr>
          <p:nvPr>
            <p:ph type="body" sz="quarter" idx="20"/>
          </p:nvPr>
        </p:nvSpPr>
        <p:spPr>
          <a:xfrm>
            <a:off x="8993169" y="3108508"/>
            <a:ext cx="2697183" cy="3273240"/>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8"/>
          <p:cNvSpPr>
            <a:spLocks noGrp="1"/>
          </p:cNvSpPr>
          <p:nvPr>
            <p:ph type="body" sz="quarter" idx="21" hasCustomPrompt="1"/>
          </p:nvPr>
        </p:nvSpPr>
        <p:spPr>
          <a:xfrm>
            <a:off x="501650" y="651601"/>
            <a:ext cx="111887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312798761"/>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p>
        </p:txBody>
      </p:sp>
      <p:sp>
        <p:nvSpPr>
          <p:cNvPr id="4" name="Rectangle 3"/>
          <p:cNvSpPr/>
          <p:nvPr userDrawn="1"/>
        </p:nvSpPr>
        <p:spPr>
          <a:xfrm>
            <a:off x="504002"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5" name="Rectangle 4"/>
          <p:cNvSpPr/>
          <p:nvPr userDrawn="1"/>
        </p:nvSpPr>
        <p:spPr>
          <a:xfrm>
            <a:off x="6224086" y="1700216"/>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6" name="Rectangle 5"/>
          <p:cNvSpPr/>
          <p:nvPr userDrawn="1"/>
        </p:nvSpPr>
        <p:spPr>
          <a:xfrm>
            <a:off x="504002"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7" name="Rectangle 6"/>
          <p:cNvSpPr/>
          <p:nvPr userDrawn="1"/>
        </p:nvSpPr>
        <p:spPr>
          <a:xfrm>
            <a:off x="6224086"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8" name="Picture Placeholder 11"/>
          <p:cNvSpPr>
            <a:spLocks noGrp="1"/>
          </p:cNvSpPr>
          <p:nvPr>
            <p:ph type="pic" sz="quarter" idx="25"/>
          </p:nvPr>
        </p:nvSpPr>
        <p:spPr>
          <a:xfrm>
            <a:off x="504002" y="1880213"/>
            <a:ext cx="1968000" cy="1476000"/>
          </a:xfrm>
        </p:spPr>
        <p:txBody>
          <a:bodyPr/>
          <a:lstStyle>
            <a:lvl1pPr algn="ctr">
              <a:defRPr/>
            </a:lvl1pPr>
          </a:lstStyle>
          <a:p>
            <a:r>
              <a:rPr lang="en-US" noProof="0"/>
              <a:t>Click icon to add picture</a:t>
            </a:r>
          </a:p>
        </p:txBody>
      </p:sp>
      <p:sp>
        <p:nvSpPr>
          <p:cNvPr id="9" name="Picture Placeholder 11"/>
          <p:cNvSpPr>
            <a:spLocks noGrp="1"/>
          </p:cNvSpPr>
          <p:nvPr>
            <p:ph type="pic" sz="quarter" idx="27"/>
          </p:nvPr>
        </p:nvSpPr>
        <p:spPr>
          <a:xfrm>
            <a:off x="6224088" y="1880213"/>
            <a:ext cx="1968000" cy="1476000"/>
          </a:xfrm>
        </p:spPr>
        <p:txBody>
          <a:bodyPr/>
          <a:lstStyle>
            <a:lvl1pPr algn="ctr">
              <a:defRPr/>
            </a:lvl1pPr>
          </a:lstStyle>
          <a:p>
            <a:r>
              <a:rPr lang="en-US" noProof="0"/>
              <a:t>Click icon to add picture</a:t>
            </a:r>
          </a:p>
        </p:txBody>
      </p:sp>
      <p:sp>
        <p:nvSpPr>
          <p:cNvPr id="10" name="Picture Placeholder 11"/>
          <p:cNvSpPr>
            <a:spLocks noGrp="1"/>
          </p:cNvSpPr>
          <p:nvPr>
            <p:ph type="pic" sz="quarter" idx="29"/>
          </p:nvPr>
        </p:nvSpPr>
        <p:spPr>
          <a:xfrm>
            <a:off x="504002" y="4256213"/>
            <a:ext cx="1968000" cy="1476000"/>
          </a:xfrm>
        </p:spPr>
        <p:txBody>
          <a:bodyPr/>
          <a:lstStyle>
            <a:lvl1pPr algn="ctr">
              <a:defRPr/>
            </a:lvl1pPr>
          </a:lstStyle>
          <a:p>
            <a:r>
              <a:rPr lang="en-US" noProof="0"/>
              <a:t>Click icon to add picture</a:t>
            </a:r>
          </a:p>
        </p:txBody>
      </p:sp>
      <p:sp>
        <p:nvSpPr>
          <p:cNvPr id="11" name="Picture Placeholder 11"/>
          <p:cNvSpPr>
            <a:spLocks noGrp="1"/>
          </p:cNvSpPr>
          <p:nvPr>
            <p:ph type="pic" sz="quarter" idx="31"/>
          </p:nvPr>
        </p:nvSpPr>
        <p:spPr>
          <a:xfrm>
            <a:off x="6224088" y="4256213"/>
            <a:ext cx="1968000" cy="1476000"/>
          </a:xfrm>
        </p:spPr>
        <p:txBody>
          <a:bodyPr/>
          <a:lstStyle>
            <a:lvl1pPr algn="ctr">
              <a:defRPr/>
            </a:lvl1pPr>
          </a:lstStyle>
          <a:p>
            <a:r>
              <a:rPr lang="en-US" noProof="0"/>
              <a:t>Click icon to add picture</a:t>
            </a:r>
          </a:p>
        </p:txBody>
      </p:sp>
      <p:sp>
        <p:nvSpPr>
          <p:cNvPr id="13" name="Text Placeholder 12"/>
          <p:cNvSpPr>
            <a:spLocks noGrp="1"/>
          </p:cNvSpPr>
          <p:nvPr>
            <p:ph type="body" sz="quarter" idx="32"/>
          </p:nvPr>
        </p:nvSpPr>
        <p:spPr>
          <a:xfrm>
            <a:off x="2683484" y="1880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4" name="Text Placeholder 12"/>
          <p:cNvSpPr>
            <a:spLocks noGrp="1"/>
          </p:cNvSpPr>
          <p:nvPr>
            <p:ph type="body" sz="quarter" idx="33"/>
          </p:nvPr>
        </p:nvSpPr>
        <p:spPr>
          <a:xfrm>
            <a:off x="8396563" y="1880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5" name="Text Placeholder 12"/>
          <p:cNvSpPr>
            <a:spLocks noGrp="1"/>
          </p:cNvSpPr>
          <p:nvPr>
            <p:ph type="body" sz="quarter" idx="34"/>
          </p:nvPr>
        </p:nvSpPr>
        <p:spPr>
          <a:xfrm>
            <a:off x="2683484" y="4256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6" name="Text Placeholder 12"/>
          <p:cNvSpPr>
            <a:spLocks noGrp="1"/>
          </p:cNvSpPr>
          <p:nvPr>
            <p:ph type="body" sz="quarter" idx="35"/>
          </p:nvPr>
        </p:nvSpPr>
        <p:spPr>
          <a:xfrm>
            <a:off x="8396563" y="4256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7"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2097516925"/>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Picture Placeholder 7"/>
          <p:cNvSpPr>
            <a:spLocks noGrp="1"/>
          </p:cNvSpPr>
          <p:nvPr>
            <p:ph type="pic" sz="quarter" idx="13"/>
          </p:nvPr>
        </p:nvSpPr>
        <p:spPr>
          <a:xfrm>
            <a:off x="501654" y="1700217"/>
            <a:ext cx="3695699" cy="1971675"/>
          </a:xfrm>
        </p:spPr>
        <p:txBody>
          <a:bodyPr/>
          <a:lstStyle/>
          <a:p>
            <a:r>
              <a:rPr lang="en-US" noProof="0"/>
              <a:t>Click icon to add picture</a:t>
            </a:r>
          </a:p>
        </p:txBody>
      </p:sp>
      <p:sp>
        <p:nvSpPr>
          <p:cNvPr id="5" name="Picture Placeholder 7"/>
          <p:cNvSpPr>
            <a:spLocks noGrp="1"/>
          </p:cNvSpPr>
          <p:nvPr>
            <p:ph type="pic" sz="quarter" idx="14"/>
          </p:nvPr>
        </p:nvSpPr>
        <p:spPr>
          <a:xfrm>
            <a:off x="8006398" y="1700217"/>
            <a:ext cx="3683953" cy="1971675"/>
          </a:xfrm>
        </p:spPr>
        <p:txBody>
          <a:bodyPr/>
          <a:lstStyle/>
          <a:p>
            <a:r>
              <a:rPr lang="en-US" noProof="0"/>
              <a:t>Click icon to add picture</a:t>
            </a:r>
          </a:p>
        </p:txBody>
      </p:sp>
      <p:sp>
        <p:nvSpPr>
          <p:cNvPr id="6" name="Picture Placeholder 7"/>
          <p:cNvSpPr>
            <a:spLocks noGrp="1"/>
          </p:cNvSpPr>
          <p:nvPr>
            <p:ph type="pic" sz="quarter" idx="15"/>
          </p:nvPr>
        </p:nvSpPr>
        <p:spPr>
          <a:xfrm>
            <a:off x="4273077" y="1700217"/>
            <a:ext cx="3657600" cy="1971675"/>
          </a:xfrm>
        </p:spPr>
        <p:txBody>
          <a:bodyPr/>
          <a:lstStyle/>
          <a:p>
            <a:r>
              <a:rPr lang="en-US" noProof="0"/>
              <a:t>Click icon to add picture</a:t>
            </a:r>
          </a:p>
        </p:txBody>
      </p:sp>
      <p:sp>
        <p:nvSpPr>
          <p:cNvPr id="9" name="Text Placeholder 18"/>
          <p:cNvSpPr>
            <a:spLocks noGrp="1"/>
          </p:cNvSpPr>
          <p:nvPr>
            <p:ph idx="1" hasCustomPrompt="1"/>
          </p:nvPr>
        </p:nvSpPr>
        <p:spPr>
          <a:xfrm>
            <a:off x="501650" y="3832225"/>
            <a:ext cx="3683950"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18"/>
          <p:cNvSpPr>
            <a:spLocks noGrp="1"/>
          </p:cNvSpPr>
          <p:nvPr>
            <p:ph idx="16" hasCustomPrompt="1"/>
          </p:nvPr>
        </p:nvSpPr>
        <p:spPr>
          <a:xfrm>
            <a:off x="4267203" y="3832225"/>
            <a:ext cx="3657600"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18"/>
          <p:cNvSpPr>
            <a:spLocks noGrp="1"/>
          </p:cNvSpPr>
          <p:nvPr>
            <p:ph idx="17" hasCustomPrompt="1"/>
          </p:nvPr>
        </p:nvSpPr>
        <p:spPr>
          <a:xfrm>
            <a:off x="8006398" y="3832225"/>
            <a:ext cx="3683953"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916891567"/>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1"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3200226940"/>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2" y="185789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44156"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6"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4004384026"/>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5"/>
            <a:ext cx="5468941"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5466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0" name="Text Placeholder 8"/>
          <p:cNvSpPr>
            <a:spLocks noGrp="1"/>
          </p:cNvSpPr>
          <p:nvPr>
            <p:ph type="body" sz="quarter" idx="22"/>
          </p:nvPr>
        </p:nvSpPr>
        <p:spPr>
          <a:xfrm>
            <a:off x="504002" y="424968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23"/>
          </p:nvPr>
        </p:nvSpPr>
        <p:spPr>
          <a:xfrm>
            <a:off x="6246196" y="4249685"/>
            <a:ext cx="545295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Rectangle 11"/>
          <p:cNvSpPr/>
          <p:nvPr userDrawn="1"/>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13" name="Rectangle 12"/>
          <p:cNvSpPr/>
          <p:nvPr userDrawn="1"/>
        </p:nvSpPr>
        <p:spPr>
          <a:xfrm>
            <a:off x="6246196"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14" name="Picture Placeholder 29"/>
          <p:cNvSpPr>
            <a:spLocks noGrp="1"/>
          </p:cNvSpPr>
          <p:nvPr>
            <p:ph type="pic" sz="quarter" idx="24" hasCustomPrompt="1"/>
          </p:nvPr>
        </p:nvSpPr>
        <p:spPr>
          <a:xfrm>
            <a:off x="4754495" y="4255707"/>
            <a:ext cx="1239382"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975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7"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Tree>
    <p:extLst>
      <p:ext uri="{BB962C8B-B14F-4D97-AF65-F5344CB8AC3E}">
        <p14:creationId xmlns:p14="http://schemas.microsoft.com/office/powerpoint/2010/main" val="4159804102"/>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4320001"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5" name="Rectangle 4"/>
          <p:cNvSpPr/>
          <p:nvPr userDrawn="1"/>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6" name="Rectangle 5"/>
          <p:cNvSpPr/>
          <p:nvPr userDrawn="1"/>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128001" y="1851441"/>
            <a:ext cx="3571153"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2850000578"/>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096836"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8278"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2558"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945460704"/>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4 column icon green">
    <p:spTree>
      <p:nvGrpSpPr>
        <p:cNvPr id="1" name=""/>
        <p:cNvGrpSpPr/>
        <p:nvPr/>
      </p:nvGrpSpPr>
      <p:grpSpPr>
        <a:xfrm>
          <a:off x="0" y="0"/>
          <a:ext cx="0" cy="0"/>
          <a:chOff x="0" y="0"/>
          <a:chExt cx="0" cy="0"/>
        </a:xfrm>
      </p:grpSpPr>
      <p:sp>
        <p:nvSpPr>
          <p:cNvPr id="2" name="Title 1"/>
          <p:cNvSpPr>
            <a:spLocks noGrp="1"/>
          </p:cNvSpPr>
          <p:nvPr>
            <p:ph type="title"/>
          </p:nvPr>
        </p:nvSpPr>
        <p:spPr>
          <a:xfrm>
            <a:off x="501650" y="317503"/>
            <a:ext cx="11188701" cy="370193"/>
          </a:xfrm>
        </p:spPr>
        <p:txBody>
          <a:bodyPr/>
          <a:lstStyle>
            <a:lvl1pPr>
              <a:defRPr>
                <a:solidFill>
                  <a:schemeClr val="bg1"/>
                </a:solidFill>
              </a:defRPr>
            </a:lvl1p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0" y="687694"/>
            <a:ext cx="11188701" cy="757255"/>
          </a:xfrm>
          <a:prstGeom prst="rect">
            <a:avLst/>
          </a:prstGeom>
        </p:spPr>
        <p:txBody>
          <a:bodyPr lIns="0" tIns="0" rIns="0" bIns="0">
            <a:noAutofit/>
          </a:bodyPr>
          <a:lstStyle>
            <a:lvl1pPr marL="0" indent="0">
              <a:buNone/>
              <a:defRPr sz="2282" b="0">
                <a:solidFill>
                  <a:schemeClr val="bg1"/>
                </a:solidFill>
              </a:defRPr>
            </a:lvl1pPr>
          </a:lstStyle>
          <a:p>
            <a:pPr lvl="0"/>
            <a:r>
              <a:rPr lang="en-US" noProof="0"/>
              <a:t>Click to add subtitle</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3814462730"/>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9"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0" name="Text Placeholder 18"/>
          <p:cNvSpPr>
            <a:spLocks noGrp="1"/>
          </p:cNvSpPr>
          <p:nvPr>
            <p:ph idx="1"/>
          </p:nvPr>
        </p:nvSpPr>
        <p:spPr>
          <a:xfrm>
            <a:off x="501652" y="1665292"/>
            <a:ext cx="5594351"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744232733"/>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3237134739"/>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5629230"/>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2_Title Slide - Black">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bg1"/>
                </a:solidFill>
              </a:defRPr>
            </a:lvl1pPr>
            <a:lvl2pPr marL="0" marR="0" indent="0" algn="l" defTabSz="1150154" rtl="0" eaLnBrk="1" fontAlgn="auto" latinLnBrk="0" hangingPunct="1">
              <a:lnSpc>
                <a:spcPct val="100000"/>
              </a:lnSpc>
              <a:spcBef>
                <a:spcPts val="0"/>
              </a:spcBef>
              <a:spcAft>
                <a:spcPts val="0"/>
              </a:spcAft>
              <a:buClrTx/>
              <a:buSzPct val="100000"/>
              <a:buFont typeface="Arial"/>
              <a:buNone/>
              <a:tabLst/>
              <a:defRPr sz="2012" b="0">
                <a:solidFill>
                  <a:schemeClr val="bg1"/>
                </a:solidFill>
              </a:defRPr>
            </a:lvl2pPr>
            <a:lvl3pPr marL="0" indent="0" algn="l">
              <a:spcAft>
                <a:spcPts val="0"/>
              </a:spcAft>
              <a:buNone/>
              <a:defRPr sz="2012">
                <a:solidFill>
                  <a:schemeClr val="bg1"/>
                </a:solidFill>
              </a:defRPr>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marL="0" marR="0" lvl="1" indent="0" algn="l" defTabSz="1150154"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216693139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1_Title Slide - White">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4" y="727200"/>
            <a:ext cx="7200000" cy="5400000"/>
          </a:xfrm>
          <a:prstGeom prst="rect">
            <a:avLst/>
          </a:prstGeom>
        </p:spPr>
        <p:txBody>
          <a:bodyPr/>
          <a:lstStyle/>
          <a:p>
            <a:r>
              <a:rPr lang="en-US" noProof="0"/>
              <a:t>Click icon to add picture</a:t>
            </a:r>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tx1"/>
                </a:solidFill>
              </a:defRPr>
            </a:lvl1pPr>
            <a:lvl2pPr marL="0" indent="0" algn="l">
              <a:buNone/>
              <a:defRPr sz="2012" b="0"/>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171587671"/>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1_Title Slide - Circle Black">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bg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35680472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_Title Slide - Circle White">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tx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4" name="Group 3"/>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129286605"/>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_Divider - Deloitte green">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5" name="TextBox 4"/>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7" name="TextBox 6"/>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8" name="TextBox 7"/>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1970403461"/>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1_Divider - Deloitte dark green">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3" y="3429003"/>
            <a:ext cx="10544066"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345083781"/>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_Divider - Deloitte blu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1399349883"/>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2_Divider - Deloitte dark blu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2744439914"/>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_Divider - Deloitte black">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578774917"/>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_Key statement dark green">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7"/>
            <a:ext cx="915237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284170566"/>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1_Key statement dark blue">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7203"/>
            <a:ext cx="9277350" cy="4759584"/>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1993654777"/>
      </p:ext>
    </p:extLst>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1_Key statement teal">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4046056205"/>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1_Key statement black">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681818837"/>
      </p:ext>
    </p:extLst>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_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01652" y="1665292"/>
            <a:ext cx="9277350" cy="4716463"/>
          </a:xfrm>
          <a:prstGeom prst="rect">
            <a:avLst/>
          </a:prstGeom>
        </p:spPr>
        <p:txBody>
          <a:bodyPr/>
          <a:lstStyle>
            <a:lvl1pPr>
              <a:tabLst>
                <a:tab pos="8464418" algn="r"/>
              </a:tabLst>
              <a:defRPr/>
            </a:lvl1pPr>
            <a:lvl2pPr>
              <a:tabLst>
                <a:tab pos="8464418" algn="r"/>
              </a:tabLst>
              <a:defRPr/>
            </a:lvl2pPr>
            <a:lvl3pPr>
              <a:tabLst>
                <a:tab pos="8464418" algn="r"/>
              </a:tabLst>
              <a:defRPr/>
            </a:lvl3pPr>
            <a:lvl4pPr>
              <a:tabLst>
                <a:tab pos="8464418" algn="r"/>
              </a:tabLst>
              <a:defRPr/>
            </a:lvl4pPr>
            <a:lvl5pPr>
              <a:tabLst>
                <a:tab pos="6325849" algn="r"/>
              </a:tabLst>
              <a:defRPr baseline="0"/>
            </a:lvl5pPr>
            <a:lvl6pPr>
              <a:tabLst>
                <a:tab pos="8464418" algn="r"/>
              </a:tabLst>
              <a:defRPr/>
            </a:lvl6pPr>
            <a:lvl7pPr>
              <a:tabLst>
                <a:tab pos="8464418" algn="r"/>
              </a:tabLst>
              <a:defRPr/>
            </a:lvl7pPr>
            <a:lvl8pPr>
              <a:tabLst>
                <a:tab pos="8464418" algn="r"/>
              </a:tabLst>
              <a:defRPr/>
            </a:lvl8pPr>
            <a:lvl9pPr>
              <a:tabLst>
                <a:tab pos="8464418" algn="r"/>
              </a:tabLst>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1"/>
          <p:cNvSpPr>
            <a:spLocks noGrp="1"/>
          </p:cNvSpPr>
          <p:nvPr>
            <p:ph type="title" hasCustomPrompt="1"/>
          </p:nvPr>
        </p:nvSpPr>
        <p:spPr>
          <a:xfrm>
            <a:off x="501652" y="317503"/>
            <a:ext cx="11180231" cy="698501"/>
          </a:xfrm>
          <a:prstGeom prst="rect">
            <a:avLst/>
          </a:prstGeom>
        </p:spPr>
        <p:txBody>
          <a:bodyPr vert="horz" lIns="0" tIns="0" rIns="0" bIns="0" rtlCol="0" anchor="t" anchorCtr="0">
            <a:noAutofit/>
          </a:bodyPr>
          <a:lstStyle>
            <a:lvl1pPr>
              <a:defRPr/>
            </a:lvl1pPr>
          </a:lstStyle>
          <a:p>
            <a:r>
              <a:rPr lang="en-US"/>
              <a:t>Click to add title</a:t>
            </a:r>
          </a:p>
        </p:txBody>
      </p:sp>
    </p:spTree>
    <p:extLst>
      <p:ext uri="{BB962C8B-B14F-4D97-AF65-F5344CB8AC3E}">
        <p14:creationId xmlns:p14="http://schemas.microsoft.com/office/powerpoint/2010/main" val="1294458204"/>
      </p:ext>
    </p:extLst>
  </p:cSld>
  <p:clrMapOvr>
    <a:masterClrMapping/>
  </p:clrMapOvr>
  <p:transition>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1_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1"/>
            <a:ext cx="11188699" cy="6985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5" name="Picture Placeholder 9"/>
          <p:cNvSpPr>
            <a:spLocks noGrp="1"/>
          </p:cNvSpPr>
          <p:nvPr>
            <p:ph type="pic" sz="quarter" idx="15"/>
          </p:nvPr>
        </p:nvSpPr>
        <p:spPr>
          <a:xfrm>
            <a:off x="5450353" y="1701804"/>
            <a:ext cx="6240000" cy="4679950"/>
          </a:xfrm>
        </p:spPr>
        <p:txBody>
          <a:bodyPr/>
          <a:lstStyle/>
          <a:p>
            <a:r>
              <a:rPr lang="en-US" noProof="0"/>
              <a:t>Click icon to add picture</a:t>
            </a:r>
          </a:p>
        </p:txBody>
      </p:sp>
      <p:sp>
        <p:nvSpPr>
          <p:cNvPr id="6" name="Content Placeholder 3"/>
          <p:cNvSpPr>
            <a:spLocks noGrp="1"/>
          </p:cNvSpPr>
          <p:nvPr>
            <p:ph sz="quarter" idx="10"/>
          </p:nvPr>
        </p:nvSpPr>
        <p:spPr>
          <a:xfrm>
            <a:off x="501653" y="1665292"/>
            <a:ext cx="4456429"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4001961765"/>
      </p:ext>
    </p:extLst>
  </p:cSld>
  <p:clrMapOvr>
    <a:masterClrMapping/>
  </p:clrMapOvr>
  <p:transition>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1_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699" cy="698500"/>
          </a:xfrm>
        </p:spPr>
        <p:txBody>
          <a:bodyPr/>
          <a:lstStyle/>
          <a:p>
            <a:r>
              <a:rPr lang="en-US" noProof="0"/>
              <a:t>Click to edit Master title style</a:t>
            </a:r>
          </a:p>
        </p:txBody>
      </p:sp>
      <p:sp>
        <p:nvSpPr>
          <p:cNvPr id="14" name="Text Placeholder 18"/>
          <p:cNvSpPr>
            <a:spLocks noGrp="1"/>
          </p:cNvSpPr>
          <p:nvPr>
            <p:ph idx="1"/>
          </p:nvPr>
        </p:nvSpPr>
        <p:spPr>
          <a:xfrm>
            <a:off x="501653" y="1665292"/>
            <a:ext cx="11165416" cy="4716463"/>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861994905"/>
      </p:ext>
    </p:extLst>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1_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498584" y="1143708"/>
            <a:ext cx="11165416" cy="4713911"/>
          </a:xfrm>
          <a:prstGeom prst="rect">
            <a:avLst/>
          </a:prstGeom>
        </p:spPr>
        <p:txBody>
          <a:bodyPr vert="horz" lIns="0" tIns="0" rIns="0" bIns="0" rtlCol="0">
            <a:no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275295666"/>
      </p:ext>
    </p:extLst>
  </p:cSld>
  <p:clrMapOvr>
    <a:masterClrMapping/>
  </p:clrMapOvr>
  <p:transition>
    <p:fade/>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1_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501653" y="1700213"/>
            <a:ext cx="11165416" cy="4678986"/>
          </a:xfrm>
          <a:prstGeom prst="rect">
            <a:avLst/>
          </a:prstGeom>
        </p:spPr>
        <p:txBody>
          <a:bodyPr vert="horz" lIns="0" tIns="0" rIns="0" bIns="0" rtlCol="0">
            <a:noAutofit/>
          </a:bodyPr>
          <a:lstStyle>
            <a:lvl1pPr>
              <a:defRPr sz="2012"/>
            </a:lvl1pPr>
            <a:lvl2pPr>
              <a:defRPr sz="2012"/>
            </a:lvl2pPr>
            <a:lvl3pPr>
              <a:defRPr sz="2012"/>
            </a:lvl3pPr>
            <a:lvl4pPr>
              <a:defRPr sz="2012"/>
            </a:lvl4pPr>
            <a:lvl5pPr>
              <a:defRPr sz="2012"/>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107584950"/>
      </p:ext>
    </p:extLst>
  </p:cSld>
  <p:clrMapOvr>
    <a:masterClrMapping/>
  </p:clrMapOvr>
  <p:transition>
    <p:fade/>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1_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501653" y="317502"/>
            <a:ext cx="1120266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9" name="Text Placeholder 8"/>
          <p:cNvSpPr>
            <a:spLocks noGrp="1"/>
          </p:cNvSpPr>
          <p:nvPr>
            <p:ph type="body" sz="quarter" idx="13" hasCustomPrompt="1"/>
          </p:nvPr>
        </p:nvSpPr>
        <p:spPr>
          <a:xfrm>
            <a:off x="501653" y="651601"/>
            <a:ext cx="1120266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3" name="Content Placeholder 3"/>
          <p:cNvSpPr>
            <a:spLocks noGrp="1"/>
          </p:cNvSpPr>
          <p:nvPr>
            <p:ph sz="quarter" idx="10"/>
          </p:nvPr>
        </p:nvSpPr>
        <p:spPr>
          <a:xfrm>
            <a:off x="501651" y="1665288"/>
            <a:ext cx="5305578"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81539" y="1665288"/>
            <a:ext cx="5322781"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162947244"/>
      </p:ext>
    </p:extLst>
  </p:cSld>
  <p:clrMapOvr>
    <a:masterClrMapping/>
  </p:clrMapOvr>
  <p:transition>
    <p:fade/>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1_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8"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1" name="Content Placeholder 3"/>
          <p:cNvSpPr>
            <a:spLocks noGrp="1"/>
          </p:cNvSpPr>
          <p:nvPr>
            <p:ph sz="quarter" idx="10"/>
          </p:nvPr>
        </p:nvSpPr>
        <p:spPr>
          <a:xfrm>
            <a:off x="501650" y="1665288"/>
            <a:ext cx="530558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Placeholder 3"/>
          <p:cNvSpPr>
            <a:spLocks noGrp="1"/>
          </p:cNvSpPr>
          <p:nvPr>
            <p:ph sz="quarter" idx="20"/>
          </p:nvPr>
        </p:nvSpPr>
        <p:spPr>
          <a:xfrm>
            <a:off x="6384002" y="1665288"/>
            <a:ext cx="530635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468610368"/>
      </p:ext>
    </p:extLst>
  </p:cSld>
  <p:clrMapOvr>
    <a:masterClrMapping/>
  </p:clrMapOvr>
  <p:transition>
    <p:fade/>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1_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p>
        </p:txBody>
      </p:sp>
      <p:sp>
        <p:nvSpPr>
          <p:cNvPr id="4" name="Rectangle 3"/>
          <p:cNvSpPr/>
          <p:nvPr userDrawn="1"/>
        </p:nvSpPr>
        <p:spPr>
          <a:xfrm>
            <a:off x="504002"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5" name="Rectangle 4"/>
          <p:cNvSpPr/>
          <p:nvPr userDrawn="1"/>
        </p:nvSpPr>
        <p:spPr>
          <a:xfrm>
            <a:off x="6224086" y="1700216"/>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6" name="Rectangle 5"/>
          <p:cNvSpPr/>
          <p:nvPr userDrawn="1"/>
        </p:nvSpPr>
        <p:spPr>
          <a:xfrm>
            <a:off x="504002"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7" name="Rectangle 6"/>
          <p:cNvSpPr/>
          <p:nvPr userDrawn="1"/>
        </p:nvSpPr>
        <p:spPr>
          <a:xfrm>
            <a:off x="6224086"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8" name="Picture Placeholder 11"/>
          <p:cNvSpPr>
            <a:spLocks noGrp="1"/>
          </p:cNvSpPr>
          <p:nvPr>
            <p:ph type="pic" sz="quarter" idx="25"/>
          </p:nvPr>
        </p:nvSpPr>
        <p:spPr>
          <a:xfrm>
            <a:off x="504002" y="1880213"/>
            <a:ext cx="1968000" cy="1476000"/>
          </a:xfrm>
        </p:spPr>
        <p:txBody>
          <a:bodyPr/>
          <a:lstStyle>
            <a:lvl1pPr algn="ctr">
              <a:defRPr/>
            </a:lvl1pPr>
          </a:lstStyle>
          <a:p>
            <a:r>
              <a:rPr lang="en-US" noProof="0"/>
              <a:t>Click icon to add picture</a:t>
            </a:r>
          </a:p>
        </p:txBody>
      </p:sp>
      <p:sp>
        <p:nvSpPr>
          <p:cNvPr id="9" name="Picture Placeholder 11"/>
          <p:cNvSpPr>
            <a:spLocks noGrp="1"/>
          </p:cNvSpPr>
          <p:nvPr>
            <p:ph type="pic" sz="quarter" idx="27"/>
          </p:nvPr>
        </p:nvSpPr>
        <p:spPr>
          <a:xfrm>
            <a:off x="6224088" y="1880213"/>
            <a:ext cx="1968000" cy="1476000"/>
          </a:xfrm>
        </p:spPr>
        <p:txBody>
          <a:bodyPr/>
          <a:lstStyle>
            <a:lvl1pPr algn="ctr">
              <a:defRPr/>
            </a:lvl1pPr>
          </a:lstStyle>
          <a:p>
            <a:r>
              <a:rPr lang="en-US" noProof="0"/>
              <a:t>Click icon to add picture</a:t>
            </a:r>
          </a:p>
        </p:txBody>
      </p:sp>
      <p:sp>
        <p:nvSpPr>
          <p:cNvPr id="10" name="Picture Placeholder 11"/>
          <p:cNvSpPr>
            <a:spLocks noGrp="1"/>
          </p:cNvSpPr>
          <p:nvPr>
            <p:ph type="pic" sz="quarter" idx="29"/>
          </p:nvPr>
        </p:nvSpPr>
        <p:spPr>
          <a:xfrm>
            <a:off x="504002" y="4256213"/>
            <a:ext cx="1968000" cy="1476000"/>
          </a:xfrm>
        </p:spPr>
        <p:txBody>
          <a:bodyPr/>
          <a:lstStyle>
            <a:lvl1pPr algn="ctr">
              <a:defRPr/>
            </a:lvl1pPr>
          </a:lstStyle>
          <a:p>
            <a:r>
              <a:rPr lang="en-US" noProof="0"/>
              <a:t>Click icon to add picture</a:t>
            </a:r>
          </a:p>
        </p:txBody>
      </p:sp>
      <p:sp>
        <p:nvSpPr>
          <p:cNvPr id="11" name="Picture Placeholder 11"/>
          <p:cNvSpPr>
            <a:spLocks noGrp="1"/>
          </p:cNvSpPr>
          <p:nvPr>
            <p:ph type="pic" sz="quarter" idx="31"/>
          </p:nvPr>
        </p:nvSpPr>
        <p:spPr>
          <a:xfrm>
            <a:off x="6224088" y="4256213"/>
            <a:ext cx="1968000" cy="1476000"/>
          </a:xfrm>
        </p:spPr>
        <p:txBody>
          <a:bodyPr/>
          <a:lstStyle>
            <a:lvl1pPr algn="ctr">
              <a:defRPr/>
            </a:lvl1pPr>
          </a:lstStyle>
          <a:p>
            <a:r>
              <a:rPr lang="en-US" noProof="0"/>
              <a:t>Click icon to add picture</a:t>
            </a:r>
          </a:p>
        </p:txBody>
      </p:sp>
      <p:sp>
        <p:nvSpPr>
          <p:cNvPr id="13" name="Text Placeholder 12"/>
          <p:cNvSpPr>
            <a:spLocks noGrp="1"/>
          </p:cNvSpPr>
          <p:nvPr>
            <p:ph type="body" sz="quarter" idx="32"/>
          </p:nvPr>
        </p:nvSpPr>
        <p:spPr>
          <a:xfrm>
            <a:off x="2683484" y="1880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4" name="Text Placeholder 12"/>
          <p:cNvSpPr>
            <a:spLocks noGrp="1"/>
          </p:cNvSpPr>
          <p:nvPr>
            <p:ph type="body" sz="quarter" idx="33"/>
          </p:nvPr>
        </p:nvSpPr>
        <p:spPr>
          <a:xfrm>
            <a:off x="8396563" y="1880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5" name="Text Placeholder 12"/>
          <p:cNvSpPr>
            <a:spLocks noGrp="1"/>
          </p:cNvSpPr>
          <p:nvPr>
            <p:ph type="body" sz="quarter" idx="34"/>
          </p:nvPr>
        </p:nvSpPr>
        <p:spPr>
          <a:xfrm>
            <a:off x="2683484" y="4256213"/>
            <a:ext cx="3288000"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6" name="Text Placeholder 12"/>
          <p:cNvSpPr>
            <a:spLocks noGrp="1"/>
          </p:cNvSpPr>
          <p:nvPr>
            <p:ph type="body" sz="quarter" idx="35"/>
          </p:nvPr>
        </p:nvSpPr>
        <p:spPr>
          <a:xfrm>
            <a:off x="8396563" y="4256213"/>
            <a:ext cx="3302591" cy="1944000"/>
          </a:xfrm>
        </p:spPr>
        <p:txBody>
          <a:bodyPr/>
          <a:lstStyle>
            <a:lvl1pPr>
              <a:spcAft>
                <a:spcPts val="0"/>
              </a:spcAft>
              <a:defRPr b="1"/>
            </a:lvl1pPr>
            <a:lvl2pPr>
              <a:spcAft>
                <a:spcPts val="0"/>
              </a:spcAft>
              <a:defRPr b="0"/>
            </a:lvl2pPr>
          </a:lstStyle>
          <a:p>
            <a:pPr lvl="0"/>
            <a:r>
              <a:rPr lang="en-US" noProof="0"/>
              <a:t>Edit Master text styles</a:t>
            </a:r>
          </a:p>
          <a:p>
            <a:pPr lvl="1"/>
            <a:r>
              <a:rPr lang="en-US" noProof="0"/>
              <a:t>Second level</a:t>
            </a:r>
          </a:p>
        </p:txBody>
      </p:sp>
      <p:sp>
        <p:nvSpPr>
          <p:cNvPr id="17"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221375154"/>
      </p:ext>
    </p:extLst>
  </p:cSld>
  <p:clrMapOvr>
    <a:masterClrMapping/>
  </p:clrMapOvr>
  <p:transition>
    <p:fade/>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_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2" y="185789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44156"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6"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2982000644"/>
      </p:ext>
    </p:extLst>
  </p:cSld>
  <p:clrMapOvr>
    <a:masterClrMapping/>
  </p:clrMapOvr>
  <p:transition>
    <p:fade/>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1_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5"/>
            <a:ext cx="5468941"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5466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0" name="Text Placeholder 8"/>
          <p:cNvSpPr>
            <a:spLocks noGrp="1"/>
          </p:cNvSpPr>
          <p:nvPr>
            <p:ph type="body" sz="quarter" idx="22"/>
          </p:nvPr>
        </p:nvSpPr>
        <p:spPr>
          <a:xfrm>
            <a:off x="504002" y="424968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23"/>
          </p:nvPr>
        </p:nvSpPr>
        <p:spPr>
          <a:xfrm>
            <a:off x="6246196" y="4249685"/>
            <a:ext cx="545295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Rectangle 11"/>
          <p:cNvSpPr/>
          <p:nvPr userDrawn="1"/>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13" name="Rectangle 12"/>
          <p:cNvSpPr/>
          <p:nvPr userDrawn="1"/>
        </p:nvSpPr>
        <p:spPr>
          <a:xfrm>
            <a:off x="6246196"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14" name="Picture Placeholder 29"/>
          <p:cNvSpPr>
            <a:spLocks noGrp="1"/>
          </p:cNvSpPr>
          <p:nvPr>
            <p:ph type="pic" sz="quarter" idx="24" hasCustomPrompt="1"/>
          </p:nvPr>
        </p:nvSpPr>
        <p:spPr>
          <a:xfrm>
            <a:off x="4754495" y="4255707"/>
            <a:ext cx="1239382"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975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7"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Tree>
    <p:extLst>
      <p:ext uri="{BB962C8B-B14F-4D97-AF65-F5344CB8AC3E}">
        <p14:creationId xmlns:p14="http://schemas.microsoft.com/office/powerpoint/2010/main" val="2339877668"/>
      </p:ext>
    </p:extLst>
  </p:cSld>
  <p:clrMapOvr>
    <a:masterClrMapping/>
  </p:clrMapOvr>
  <p:transition>
    <p:fade/>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4320001"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5" name="Rectangle 4"/>
          <p:cNvSpPr/>
          <p:nvPr userDrawn="1"/>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6" name="Rectangle 5"/>
          <p:cNvSpPr/>
          <p:nvPr userDrawn="1"/>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128001" y="1851441"/>
            <a:ext cx="3571153"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890142794"/>
      </p:ext>
    </p:extLst>
  </p:cSld>
  <p:clrMapOvr>
    <a:masterClrMapping/>
  </p:clrMapOvr>
  <p:transition>
    <p:fade/>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1_4 column icon green">
    <p:spTree>
      <p:nvGrpSpPr>
        <p:cNvPr id="1" name=""/>
        <p:cNvGrpSpPr/>
        <p:nvPr/>
      </p:nvGrpSpPr>
      <p:grpSpPr>
        <a:xfrm>
          <a:off x="0" y="0"/>
          <a:ext cx="0" cy="0"/>
          <a:chOff x="0" y="0"/>
          <a:chExt cx="0" cy="0"/>
        </a:xfrm>
      </p:grpSpPr>
      <p:sp>
        <p:nvSpPr>
          <p:cNvPr id="2" name="Title 1"/>
          <p:cNvSpPr>
            <a:spLocks noGrp="1"/>
          </p:cNvSpPr>
          <p:nvPr>
            <p:ph type="title"/>
          </p:nvPr>
        </p:nvSpPr>
        <p:spPr>
          <a:xfrm>
            <a:off x="501650" y="317503"/>
            <a:ext cx="11188701" cy="370193"/>
          </a:xfrm>
        </p:spPr>
        <p:txBody>
          <a:bodyPr/>
          <a:lstStyle>
            <a:lvl1pPr>
              <a:defRPr>
                <a:solidFill>
                  <a:schemeClr val="bg1"/>
                </a:solidFill>
              </a:defRPr>
            </a:lvl1p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0" y="687694"/>
            <a:ext cx="11188701" cy="757255"/>
          </a:xfrm>
          <a:prstGeom prst="rect">
            <a:avLst/>
          </a:prstGeom>
        </p:spPr>
        <p:txBody>
          <a:bodyPr lIns="0" tIns="0" rIns="0" bIns="0">
            <a:noAutofit/>
          </a:bodyPr>
          <a:lstStyle>
            <a:lvl1pPr marL="0" indent="0">
              <a:buNone/>
              <a:defRPr sz="2282" b="0">
                <a:solidFill>
                  <a:schemeClr val="bg1"/>
                </a:solidFill>
              </a:defRPr>
            </a:lvl1pPr>
          </a:lstStyle>
          <a:p>
            <a:pPr lvl="0"/>
            <a:r>
              <a:rPr lang="en-US" noProof="0"/>
              <a:t>Click to add subtitle</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2018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1416031601"/>
      </p:ext>
    </p:extLst>
  </p:cSld>
  <p:clrMapOvr>
    <a:masterClrMapping/>
  </p:clrMapOvr>
  <p:transition>
    <p:fade/>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userDrawn="1">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27050" y="4211958"/>
            <a:ext cx="8503538" cy="2169796"/>
          </a:xfrm>
        </p:spPr>
        <p:txBody>
          <a:bodyPr anchor="b" anchorCtr="0"/>
          <a:lstStyle>
            <a:lvl1pPr>
              <a:lnSpc>
                <a:spcPct val="100000"/>
              </a:lnSpc>
              <a:spcAft>
                <a:spcPts val="755"/>
              </a:spcAft>
              <a:defRPr sz="1133"/>
            </a:lvl1pPr>
          </a:lstStyle>
          <a:p>
            <a:pPr lvl="0"/>
            <a:r>
              <a:rPr lang="en-US"/>
              <a:t>Edit Master text styles</a:t>
            </a:r>
          </a:p>
        </p:txBody>
      </p:sp>
      <p:sp>
        <p:nvSpPr>
          <p:cNvPr id="3" name="Picture Placeholder 2"/>
          <p:cNvSpPr>
            <a:spLocks noGrp="1"/>
          </p:cNvSpPr>
          <p:nvPr>
            <p:ph type="pic" sz="quarter" idx="14" hasCustomPrompt="1"/>
          </p:nvPr>
        </p:nvSpPr>
        <p:spPr>
          <a:xfrm>
            <a:off x="9370849" y="4535908"/>
            <a:ext cx="2012854" cy="1401498"/>
          </a:xfrm>
        </p:spPr>
        <p:txBody>
          <a:bodyPr anchor="ctr" anchorCtr="0"/>
          <a:lstStyle>
            <a:lvl1pPr algn="ctr">
              <a:defRPr sz="1133"/>
            </a:lvl1pPr>
          </a:lstStyle>
          <a:p>
            <a:r>
              <a:rPr lang="en-GB" sz="1133"/>
              <a:t>Insert sponsorship mark here</a:t>
            </a:r>
            <a:endParaRPr lang="en-GB"/>
          </a:p>
        </p:txBody>
      </p:sp>
      <p:sp>
        <p:nvSpPr>
          <p:cNvPr id="8" name="Text Placeholder 7"/>
          <p:cNvSpPr>
            <a:spLocks noGrp="1"/>
          </p:cNvSpPr>
          <p:nvPr>
            <p:ph type="body" sz="quarter" idx="15"/>
          </p:nvPr>
        </p:nvSpPr>
        <p:spPr>
          <a:xfrm>
            <a:off x="9370852" y="6018031"/>
            <a:ext cx="2012852" cy="363722"/>
          </a:xfrm>
        </p:spPr>
        <p:txBody>
          <a:bodyPr anchor="b" anchorCtr="0"/>
          <a:lstStyle>
            <a:lvl1pPr>
              <a:lnSpc>
                <a:spcPct val="100000"/>
              </a:lnSpc>
              <a:defRPr sz="1195"/>
            </a:lvl1pPr>
          </a:lstStyle>
          <a:p>
            <a:pPr lvl="0"/>
            <a:r>
              <a:rPr lang="en-US"/>
              <a:t>Edit Master text styles</a:t>
            </a:r>
          </a:p>
        </p:txBody>
      </p:sp>
      <p:pic>
        <p:nvPicPr>
          <p:cNvPr id="9" name="LogoDisclaimerPage"/>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30929" y="421118"/>
            <a:ext cx="2141721" cy="938735"/>
          </a:xfrm>
          <a:prstGeom prst="rect">
            <a:avLst/>
          </a:prstGeom>
        </p:spPr>
      </p:pic>
    </p:spTree>
    <p:extLst>
      <p:ext uri="{BB962C8B-B14F-4D97-AF65-F5344CB8AC3E}">
        <p14:creationId xmlns:p14="http://schemas.microsoft.com/office/powerpoint/2010/main" val="260116711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emf"/><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ags" Target="../tags/tag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56.xml"/><Relationship Id="rId21" Type="http://schemas.openxmlformats.org/officeDocument/2006/relationships/slideLayout" Target="../slideLayouts/slideLayout51.xml"/><Relationship Id="rId42" Type="http://schemas.openxmlformats.org/officeDocument/2006/relationships/slideLayout" Target="../slideLayouts/slideLayout72.xml"/><Relationship Id="rId47" Type="http://schemas.openxmlformats.org/officeDocument/2006/relationships/slideLayout" Target="../slideLayouts/slideLayout77.xml"/><Relationship Id="rId63" Type="http://schemas.openxmlformats.org/officeDocument/2006/relationships/slideLayout" Target="../slideLayouts/slideLayout93.xml"/><Relationship Id="rId68" Type="http://schemas.openxmlformats.org/officeDocument/2006/relationships/slideLayout" Target="../slideLayouts/slideLayout98.xml"/><Relationship Id="rId2" Type="http://schemas.openxmlformats.org/officeDocument/2006/relationships/slideLayout" Target="../slideLayouts/slideLayout32.xml"/><Relationship Id="rId16" Type="http://schemas.openxmlformats.org/officeDocument/2006/relationships/slideLayout" Target="../slideLayouts/slideLayout46.xml"/><Relationship Id="rId29" Type="http://schemas.openxmlformats.org/officeDocument/2006/relationships/slideLayout" Target="../slideLayouts/slideLayout59.xml"/><Relationship Id="rId11" Type="http://schemas.openxmlformats.org/officeDocument/2006/relationships/slideLayout" Target="../slideLayouts/slideLayout41.xml"/><Relationship Id="rId24" Type="http://schemas.openxmlformats.org/officeDocument/2006/relationships/slideLayout" Target="../slideLayouts/slideLayout54.xml"/><Relationship Id="rId32" Type="http://schemas.openxmlformats.org/officeDocument/2006/relationships/slideLayout" Target="../slideLayouts/slideLayout62.xml"/><Relationship Id="rId37" Type="http://schemas.openxmlformats.org/officeDocument/2006/relationships/slideLayout" Target="../slideLayouts/slideLayout67.xml"/><Relationship Id="rId40" Type="http://schemas.openxmlformats.org/officeDocument/2006/relationships/slideLayout" Target="../slideLayouts/slideLayout70.xml"/><Relationship Id="rId45" Type="http://schemas.openxmlformats.org/officeDocument/2006/relationships/slideLayout" Target="../slideLayouts/slideLayout75.xml"/><Relationship Id="rId53" Type="http://schemas.openxmlformats.org/officeDocument/2006/relationships/slideLayout" Target="../slideLayouts/slideLayout83.xml"/><Relationship Id="rId58" Type="http://schemas.openxmlformats.org/officeDocument/2006/relationships/slideLayout" Target="../slideLayouts/slideLayout88.xml"/><Relationship Id="rId66" Type="http://schemas.openxmlformats.org/officeDocument/2006/relationships/slideLayout" Target="../slideLayouts/slideLayout96.xml"/><Relationship Id="rId5" Type="http://schemas.openxmlformats.org/officeDocument/2006/relationships/slideLayout" Target="../slideLayouts/slideLayout35.xml"/><Relationship Id="rId61" Type="http://schemas.openxmlformats.org/officeDocument/2006/relationships/slideLayout" Target="../slideLayouts/slideLayout91.xml"/><Relationship Id="rId19" Type="http://schemas.openxmlformats.org/officeDocument/2006/relationships/slideLayout" Target="../slideLayouts/slideLayout49.xml"/><Relationship Id="rId14" Type="http://schemas.openxmlformats.org/officeDocument/2006/relationships/slideLayout" Target="../slideLayouts/slideLayout44.xml"/><Relationship Id="rId22" Type="http://schemas.openxmlformats.org/officeDocument/2006/relationships/slideLayout" Target="../slideLayouts/slideLayout52.xml"/><Relationship Id="rId27" Type="http://schemas.openxmlformats.org/officeDocument/2006/relationships/slideLayout" Target="../slideLayouts/slideLayout57.xml"/><Relationship Id="rId30" Type="http://schemas.openxmlformats.org/officeDocument/2006/relationships/slideLayout" Target="../slideLayouts/slideLayout60.xml"/><Relationship Id="rId35" Type="http://schemas.openxmlformats.org/officeDocument/2006/relationships/slideLayout" Target="../slideLayouts/slideLayout65.xml"/><Relationship Id="rId43" Type="http://schemas.openxmlformats.org/officeDocument/2006/relationships/slideLayout" Target="../slideLayouts/slideLayout73.xml"/><Relationship Id="rId48" Type="http://schemas.openxmlformats.org/officeDocument/2006/relationships/slideLayout" Target="../slideLayouts/slideLayout78.xml"/><Relationship Id="rId56" Type="http://schemas.openxmlformats.org/officeDocument/2006/relationships/slideLayout" Target="../slideLayouts/slideLayout86.xml"/><Relationship Id="rId64" Type="http://schemas.openxmlformats.org/officeDocument/2006/relationships/slideLayout" Target="../slideLayouts/slideLayout94.xml"/><Relationship Id="rId69" Type="http://schemas.openxmlformats.org/officeDocument/2006/relationships/theme" Target="../theme/theme2.xml"/><Relationship Id="rId8" Type="http://schemas.openxmlformats.org/officeDocument/2006/relationships/slideLayout" Target="../slideLayouts/slideLayout38.xml"/><Relationship Id="rId51" Type="http://schemas.openxmlformats.org/officeDocument/2006/relationships/slideLayout" Target="../slideLayouts/slideLayout81.xml"/><Relationship Id="rId72" Type="http://schemas.openxmlformats.org/officeDocument/2006/relationships/oleObject" Target="../embeddings/oleObject18.bin"/><Relationship Id="rId3" Type="http://schemas.openxmlformats.org/officeDocument/2006/relationships/slideLayout" Target="../slideLayouts/slideLayout33.xml"/><Relationship Id="rId12" Type="http://schemas.openxmlformats.org/officeDocument/2006/relationships/slideLayout" Target="../slideLayouts/slideLayout42.xml"/><Relationship Id="rId17" Type="http://schemas.openxmlformats.org/officeDocument/2006/relationships/slideLayout" Target="../slideLayouts/slideLayout47.xml"/><Relationship Id="rId25" Type="http://schemas.openxmlformats.org/officeDocument/2006/relationships/slideLayout" Target="../slideLayouts/slideLayout55.xml"/><Relationship Id="rId33" Type="http://schemas.openxmlformats.org/officeDocument/2006/relationships/slideLayout" Target="../slideLayouts/slideLayout63.xml"/><Relationship Id="rId38" Type="http://schemas.openxmlformats.org/officeDocument/2006/relationships/slideLayout" Target="../slideLayouts/slideLayout68.xml"/><Relationship Id="rId46" Type="http://schemas.openxmlformats.org/officeDocument/2006/relationships/slideLayout" Target="../slideLayouts/slideLayout76.xml"/><Relationship Id="rId59" Type="http://schemas.openxmlformats.org/officeDocument/2006/relationships/slideLayout" Target="../slideLayouts/slideLayout89.xml"/><Relationship Id="rId67" Type="http://schemas.openxmlformats.org/officeDocument/2006/relationships/slideLayout" Target="../slideLayouts/slideLayout97.xml"/><Relationship Id="rId20" Type="http://schemas.openxmlformats.org/officeDocument/2006/relationships/slideLayout" Target="../slideLayouts/slideLayout50.xml"/><Relationship Id="rId41" Type="http://schemas.openxmlformats.org/officeDocument/2006/relationships/slideLayout" Target="../slideLayouts/slideLayout71.xml"/><Relationship Id="rId54" Type="http://schemas.openxmlformats.org/officeDocument/2006/relationships/slideLayout" Target="../slideLayouts/slideLayout84.xml"/><Relationship Id="rId62" Type="http://schemas.openxmlformats.org/officeDocument/2006/relationships/slideLayout" Target="../slideLayouts/slideLayout92.xml"/><Relationship Id="rId70" Type="http://schemas.openxmlformats.org/officeDocument/2006/relationships/tags" Target="../tags/tag19.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5" Type="http://schemas.openxmlformats.org/officeDocument/2006/relationships/slideLayout" Target="../slideLayouts/slideLayout45.xml"/><Relationship Id="rId23" Type="http://schemas.openxmlformats.org/officeDocument/2006/relationships/slideLayout" Target="../slideLayouts/slideLayout53.xml"/><Relationship Id="rId28" Type="http://schemas.openxmlformats.org/officeDocument/2006/relationships/slideLayout" Target="../slideLayouts/slideLayout58.xml"/><Relationship Id="rId36" Type="http://schemas.openxmlformats.org/officeDocument/2006/relationships/slideLayout" Target="../slideLayouts/slideLayout66.xml"/><Relationship Id="rId49" Type="http://schemas.openxmlformats.org/officeDocument/2006/relationships/slideLayout" Target="../slideLayouts/slideLayout79.xml"/><Relationship Id="rId57" Type="http://schemas.openxmlformats.org/officeDocument/2006/relationships/slideLayout" Target="../slideLayouts/slideLayout87.xml"/><Relationship Id="rId10" Type="http://schemas.openxmlformats.org/officeDocument/2006/relationships/slideLayout" Target="../slideLayouts/slideLayout40.xml"/><Relationship Id="rId31" Type="http://schemas.openxmlformats.org/officeDocument/2006/relationships/slideLayout" Target="../slideLayouts/slideLayout61.xml"/><Relationship Id="rId44" Type="http://schemas.openxmlformats.org/officeDocument/2006/relationships/slideLayout" Target="../slideLayouts/slideLayout74.xml"/><Relationship Id="rId52" Type="http://schemas.openxmlformats.org/officeDocument/2006/relationships/slideLayout" Target="../slideLayouts/slideLayout82.xml"/><Relationship Id="rId60" Type="http://schemas.openxmlformats.org/officeDocument/2006/relationships/slideLayout" Target="../slideLayouts/slideLayout90.xml"/><Relationship Id="rId65" Type="http://schemas.openxmlformats.org/officeDocument/2006/relationships/slideLayout" Target="../slideLayouts/slideLayout95.xml"/><Relationship Id="rId73" Type="http://schemas.openxmlformats.org/officeDocument/2006/relationships/image" Target="../media/image1.emf"/><Relationship Id="rId4" Type="http://schemas.openxmlformats.org/officeDocument/2006/relationships/slideLayout" Target="../slideLayouts/slideLayout34.xml"/><Relationship Id="rId9" Type="http://schemas.openxmlformats.org/officeDocument/2006/relationships/slideLayout" Target="../slideLayouts/slideLayout39.xml"/><Relationship Id="rId13" Type="http://schemas.openxmlformats.org/officeDocument/2006/relationships/slideLayout" Target="../slideLayouts/slideLayout43.xml"/><Relationship Id="rId18" Type="http://schemas.openxmlformats.org/officeDocument/2006/relationships/slideLayout" Target="../slideLayouts/slideLayout48.xml"/><Relationship Id="rId39" Type="http://schemas.openxmlformats.org/officeDocument/2006/relationships/slideLayout" Target="../slideLayouts/slideLayout69.xml"/><Relationship Id="rId34" Type="http://schemas.openxmlformats.org/officeDocument/2006/relationships/slideLayout" Target="../slideLayouts/slideLayout64.xml"/><Relationship Id="rId50" Type="http://schemas.openxmlformats.org/officeDocument/2006/relationships/slideLayout" Target="../slideLayouts/slideLayout80.xml"/><Relationship Id="rId55" Type="http://schemas.openxmlformats.org/officeDocument/2006/relationships/slideLayout" Target="../slideLayouts/slideLayout85.xml"/><Relationship Id="rId7" Type="http://schemas.openxmlformats.org/officeDocument/2006/relationships/slideLayout" Target="../slideLayouts/slideLayout37.xml"/><Relationship Id="rId71" Type="http://schemas.openxmlformats.org/officeDocument/2006/relationships/tags" Target="../tags/tag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32"/>
            </p:custDataLst>
            <p:extLst>
              <p:ext uri="{D42A27DB-BD31-4B8C-83A1-F6EECF244321}">
                <p14:modId xmlns:p14="http://schemas.microsoft.com/office/powerpoint/2010/main" val="2630452337"/>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Slide" r:id="rId33" imgW="270" imgH="270" progId="TCLayout.ActiveDocument.1">
                  <p:embed/>
                </p:oleObj>
              </mc:Choice>
              <mc:Fallback>
                <p:oleObj name="think-cell Slide" r:id="rId33" imgW="270" imgH="270" progId="TCLayout.ActiveDocument.1">
                  <p:embed/>
                  <p:pic>
                    <p:nvPicPr>
                      <p:cNvPr id="4" name="Object 3" hidden="1"/>
                      <p:cNvPicPr/>
                      <p:nvPr/>
                    </p:nvPicPr>
                    <p:blipFill>
                      <a:blip r:embed="rId34"/>
                      <a:stretch>
                        <a:fillRect/>
                      </a:stretch>
                    </p:blipFill>
                    <p:spPr>
                      <a:xfrm>
                        <a:off x="2119" y="1591"/>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450000" y="345664"/>
            <a:ext cx="11322900" cy="340136"/>
          </a:xfrm>
          <a:prstGeom prst="rect">
            <a:avLst/>
          </a:prstGeom>
        </p:spPr>
        <p:txBody>
          <a:bodyPr vert="horz" lIns="0" tIns="0" rIns="0" bIns="0" rtlCol="0" anchor="t" anchorCtr="0">
            <a:noAutofit/>
          </a:bodyPr>
          <a:lstStyle/>
          <a:p>
            <a:r>
              <a:rPr lang="en-US" noProof="0"/>
              <a:t>Click to edit Master title style</a:t>
            </a:r>
          </a:p>
        </p:txBody>
      </p:sp>
      <p:sp>
        <p:nvSpPr>
          <p:cNvPr id="15" name="CaseCode"/>
          <p:cNvSpPr txBox="1"/>
          <p:nvPr/>
        </p:nvSpPr>
        <p:spPr>
          <a:xfrm>
            <a:off x="6335184" y="6519673"/>
            <a:ext cx="4896560" cy="246221"/>
          </a:xfrm>
          <a:prstGeom prst="rect">
            <a:avLst/>
          </a:prstGeom>
          <a:noFill/>
        </p:spPr>
        <p:txBody>
          <a:bodyPr wrap="square" lIns="0" tIns="0" rIns="0" bIns="0" rtlCol="0">
            <a:spAutoFit/>
          </a:bodyPr>
          <a:lstStyle/>
          <a:p>
            <a:pPr marL="0" indent="0" algn="r">
              <a:spcBef>
                <a:spcPts val="0"/>
              </a:spcBef>
              <a:buSzPct val="100000"/>
              <a:buFont typeface="Arial"/>
              <a:buNone/>
            </a:pPr>
            <a:r>
              <a:rPr lang="en-US" sz="800" noProof="0">
                <a:solidFill>
                  <a:schemeClr val="tx1"/>
                </a:solidFill>
                <a:latin typeface="Aptos" panose="020B0004020202020204" pitchFamily="34" charset="0"/>
                <a:cs typeface="Calibri" panose="020F0502020204030204" pitchFamily="34" charset="0"/>
              </a:rPr>
              <a:t>Presentation title</a:t>
            </a:r>
            <a:br>
              <a:rPr lang="en-US" sz="800" noProof="0">
                <a:solidFill>
                  <a:schemeClr val="tx1"/>
                </a:solidFill>
                <a:latin typeface="Aptos" panose="020B0004020202020204" pitchFamily="34" charset="0"/>
                <a:cs typeface="Calibri" panose="020F0502020204030204" pitchFamily="34" charset="0"/>
              </a:rPr>
            </a:br>
            <a:r>
              <a:rPr lang="en-US" sz="800" noProof="0">
                <a:solidFill>
                  <a:schemeClr val="tx1"/>
                </a:solidFill>
                <a:latin typeface="Aptos" panose="020B0004020202020204" pitchFamily="34" charset="0"/>
                <a:cs typeface="Calibri" panose="020F0502020204030204" pitchFamily="34" charset="0"/>
              </a:rPr>
              <a:t>[To edit, click View &gt; Slide Master &gt; Slide Master]</a:t>
            </a:r>
          </a:p>
        </p:txBody>
      </p:sp>
      <p:sp>
        <p:nvSpPr>
          <p:cNvPr id="18" name="Copyright"/>
          <p:cNvSpPr txBox="1"/>
          <p:nvPr/>
        </p:nvSpPr>
        <p:spPr>
          <a:xfrm>
            <a:off x="450000" y="6515063"/>
            <a:ext cx="5355168" cy="246221"/>
          </a:xfrm>
          <a:prstGeom prst="rect">
            <a:avLst/>
          </a:prstGeom>
          <a:noFill/>
        </p:spPr>
        <p:txBody>
          <a:bodyPr wrap="square" lIns="0" tIns="0" rIns="0" bIns="0" rtlCol="0">
            <a:spAutoFit/>
          </a:bodyPr>
          <a:lstStyle/>
          <a:p>
            <a:pPr marL="0" indent="0">
              <a:spcBef>
                <a:spcPts val="450"/>
              </a:spcBef>
              <a:buSzPct val="100000"/>
              <a:buFont typeface="Arial"/>
              <a:buNone/>
            </a:pPr>
            <a:r>
              <a:rPr lang="en-US" sz="800" noProof="0">
                <a:solidFill>
                  <a:schemeClr val="tx1"/>
                </a:solidFill>
                <a:latin typeface="Aptos" panose="020B0004020202020204" pitchFamily="34" charset="0"/>
                <a:cs typeface="Calibri" panose="020F0502020204030204" pitchFamily="34" charset="0"/>
              </a:rPr>
              <a:t>Member firms and DTTL: Insert appropriate copyright</a:t>
            </a:r>
            <a:br>
              <a:rPr lang="en-US" sz="800" noProof="0">
                <a:solidFill>
                  <a:schemeClr val="tx1"/>
                </a:solidFill>
                <a:latin typeface="Aptos" panose="020B0004020202020204" pitchFamily="34" charset="0"/>
                <a:cs typeface="Calibri" panose="020F0502020204030204" pitchFamily="34" charset="0"/>
              </a:rPr>
            </a:br>
            <a:r>
              <a:rPr lang="en-US" sz="800" noProof="0">
                <a:solidFill>
                  <a:schemeClr val="tx1"/>
                </a:solidFill>
                <a:latin typeface="Aptos" panose="020B0004020202020204" pitchFamily="34" charset="0"/>
                <a:cs typeface="Calibri" panose="020F0502020204030204" pitchFamily="34" charset="0"/>
              </a:rPr>
              <a:t>[To edit, click View &gt; Slide Master &gt; Slide Master]</a:t>
            </a:r>
          </a:p>
        </p:txBody>
      </p:sp>
      <p:sp>
        <p:nvSpPr>
          <p:cNvPr id="19" name="Text Placeholder 18"/>
          <p:cNvSpPr>
            <a:spLocks noGrp="1"/>
          </p:cNvSpPr>
          <p:nvPr>
            <p:ph type="body" idx="1"/>
          </p:nvPr>
        </p:nvSpPr>
        <p:spPr>
          <a:xfrm>
            <a:off x="450000" y="1714500"/>
            <a:ext cx="11304000" cy="4648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Box 2"/>
          <p:cNvSpPr txBox="1"/>
          <p:nvPr/>
        </p:nvSpPr>
        <p:spPr>
          <a:xfrm>
            <a:off x="11426826" y="6519673"/>
            <a:ext cx="307975" cy="123111"/>
          </a:xfrm>
          <a:prstGeom prst="rect">
            <a:avLst/>
          </a:prstGeom>
          <a:noFill/>
        </p:spPr>
        <p:txBody>
          <a:bodyPr wrap="square" lIns="0" tIns="0" rIns="0" bIns="0" rtlCol="0">
            <a:spAutoFit/>
          </a:bodyPr>
          <a:lstStyle/>
          <a:p>
            <a:pPr marL="0" indent="0" algn="r">
              <a:spcBef>
                <a:spcPts val="450"/>
              </a:spcBef>
              <a:buSzPct val="100000"/>
              <a:buFont typeface="Arial"/>
              <a:buNone/>
            </a:pPr>
            <a:fld id="{C58DF478-B544-4ED8-9ED4-6A2648E2D233}" type="slidenum">
              <a:rPr lang="en-US" sz="800" noProof="0" smtClean="0">
                <a:solidFill>
                  <a:schemeClr val="tx1"/>
                </a:solidFill>
                <a:latin typeface="Aptos" panose="020B0004020202020204" pitchFamily="34" charset="0"/>
                <a:cs typeface="Calibri" panose="020F0502020204030204" pitchFamily="34" charset="0"/>
              </a:rPr>
              <a:pPr marL="0" indent="0" algn="r">
                <a:spcBef>
                  <a:spcPts val="450"/>
                </a:spcBef>
                <a:buSzPct val="100000"/>
                <a:buFont typeface="Arial"/>
                <a:buNone/>
              </a:pPr>
              <a:t>‹#›</a:t>
            </a:fld>
            <a:endParaRPr lang="en-US" sz="800" noProof="0">
              <a:solidFill>
                <a:schemeClr val="tx1"/>
              </a:solidFill>
              <a:latin typeface="Aptos" panose="020B0004020202020204" pitchFamily="34" charset="0"/>
              <a:cs typeface="Calibri" panose="020F0502020204030204" pitchFamily="34" charset="0"/>
            </a:endParaRPr>
          </a:p>
        </p:txBody>
      </p:sp>
    </p:spTree>
    <p:extLst>
      <p:ext uri="{BB962C8B-B14F-4D97-AF65-F5344CB8AC3E}">
        <p14:creationId xmlns:p14="http://schemas.microsoft.com/office/powerpoint/2010/main" val="18849815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Lst>
  <p:transition>
    <p:fade/>
  </p:transition>
  <p:hf sldNum="0" hdr="0" dt="0"/>
  <p:txStyles>
    <p:titleStyle>
      <a:lvl1pPr algn="l" defTabSz="685800" rtl="0" eaLnBrk="1" latinLnBrk="0" hangingPunct="1">
        <a:spcBef>
          <a:spcPct val="0"/>
        </a:spcBef>
        <a:buNone/>
        <a:defRPr sz="2100" kern="1200">
          <a:solidFill>
            <a:schemeClr val="tx1"/>
          </a:solidFill>
          <a:latin typeface="Aptos" panose="020B0004020202020204" pitchFamily="34" charset="0"/>
          <a:ea typeface="+mj-ea"/>
          <a:cs typeface="Calibri Light" panose="020F0302020204030204" pitchFamily="34" charset="0"/>
        </a:defRPr>
      </a:lvl1pPr>
    </p:titleStyle>
    <p:bodyStyle>
      <a:lvl1pPr marL="0" indent="0" algn="l" defTabSz="685800" rtl="0" eaLnBrk="1" latinLnBrk="0" hangingPunct="1">
        <a:lnSpc>
          <a:spcPct val="100000"/>
        </a:lnSpc>
        <a:spcBef>
          <a:spcPts val="200"/>
        </a:spcBef>
        <a:spcAft>
          <a:spcPts val="200"/>
        </a:spcAft>
        <a:buSzPct val="100000"/>
        <a:buFontTx/>
        <a:buNone/>
        <a:defRPr sz="1200" b="0" kern="1200">
          <a:solidFill>
            <a:schemeClr val="tx1"/>
          </a:solidFill>
          <a:latin typeface="Aptos" panose="020B0004020202020204" pitchFamily="34" charset="0"/>
          <a:ea typeface="+mn-ea"/>
          <a:cs typeface="Calibri Light" panose="020F0302020204030204" pitchFamily="34" charset="0"/>
        </a:defRPr>
      </a:lvl1pPr>
      <a:lvl2pPr marL="179388" indent="-179388"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dirty="0" smtClean="0">
          <a:solidFill>
            <a:schemeClr val="tx1"/>
          </a:solidFill>
          <a:latin typeface="Aptos" panose="020B0004020202020204" pitchFamily="34" charset="0"/>
          <a:ea typeface="+mn-ea"/>
          <a:cs typeface="Calibri Light" panose="020F0302020204030204" pitchFamily="34" charset="0"/>
        </a:defRPr>
      </a:lvl2pPr>
      <a:lvl3pPr marL="360363" indent="-180975"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dirty="0" smtClean="0">
          <a:solidFill>
            <a:schemeClr val="tx1"/>
          </a:solidFill>
          <a:latin typeface="Aptos" panose="020B0004020202020204" pitchFamily="34" charset="0"/>
          <a:ea typeface="+mn-ea"/>
          <a:cs typeface="Calibri Light" panose="020F0302020204030204" pitchFamily="34" charset="0"/>
        </a:defRPr>
      </a:lvl3pPr>
      <a:lvl4pPr marL="538163" indent="-177800" algn="l" defTabSz="685800" rtl="0" eaLnBrk="1" latinLnBrk="0" hangingPunct="1">
        <a:lnSpc>
          <a:spcPct val="100000"/>
        </a:lnSpc>
        <a:spcBef>
          <a:spcPts val="200"/>
        </a:spcBef>
        <a:spcAft>
          <a:spcPts val="200"/>
        </a:spcAft>
        <a:buClrTx/>
        <a:buSzPct val="100000"/>
        <a:buFont typeface="Arial" panose="020B0604020202020204" pitchFamily="34" charset="0"/>
        <a:buChar char="◦"/>
        <a:defRPr lang="en-US" sz="1200" b="0" kern="1200" baseline="0" dirty="0" smtClean="0">
          <a:solidFill>
            <a:schemeClr val="tx1"/>
          </a:solidFill>
          <a:latin typeface="Aptos" panose="020B0004020202020204" pitchFamily="34" charset="0"/>
          <a:ea typeface="+mn-ea"/>
          <a:cs typeface="Calibri Light" panose="020F0302020204030204" pitchFamily="34" charset="0"/>
        </a:defRPr>
      </a:lvl4pPr>
      <a:lvl5pPr marL="717550" indent="-179388" algn="l" defTabSz="598885" rtl="0" eaLnBrk="1" latinLnBrk="0" hangingPunct="1">
        <a:lnSpc>
          <a:spcPct val="100000"/>
        </a:lnSpc>
        <a:spcBef>
          <a:spcPts val="200"/>
        </a:spcBef>
        <a:spcAft>
          <a:spcPts val="200"/>
        </a:spcAft>
        <a:buClrTx/>
        <a:buSzPct val="100000"/>
        <a:buFont typeface="Arial" panose="020B0604020202020204" pitchFamily="34" charset="0"/>
        <a:buChar char="−"/>
        <a:tabLst/>
        <a:defRPr lang="en-US" sz="1200" b="0" kern="1200" baseline="0" dirty="0" smtClean="0">
          <a:solidFill>
            <a:schemeClr val="tx1"/>
          </a:solidFill>
          <a:latin typeface="Aptos" panose="020B0004020202020204" pitchFamily="34" charset="0"/>
          <a:ea typeface="+mn-ea"/>
          <a:cs typeface="Calibri Light" panose="020F0302020204030204" pitchFamily="34" charset="0"/>
        </a:defRPr>
      </a:lvl5pPr>
      <a:lvl6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6pPr>
      <a:lvl7pPr marL="399600" indent="-132300" algn="l" defTabSz="685800" rtl="0" eaLnBrk="1" latinLnBrk="0" hangingPunct="1">
        <a:spcBef>
          <a:spcPts val="0"/>
        </a:spcBef>
        <a:spcAft>
          <a:spcPts val="750"/>
        </a:spcAft>
        <a:buFont typeface="Verdana" panose="020B0604030504040204" pitchFamily="34" charset="0"/>
        <a:buChar char="−"/>
        <a:defRPr sz="900" kern="1200">
          <a:solidFill>
            <a:schemeClr val="tx1"/>
          </a:solidFill>
          <a:latin typeface="+mn-lt"/>
          <a:ea typeface="+mn-ea"/>
          <a:cs typeface="+mn-cs"/>
        </a:defRPr>
      </a:lvl7pPr>
      <a:lvl8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8pPr>
      <a:lvl9pPr marL="399600" indent="-132300" algn="l" defTabSz="685800" rtl="0" eaLnBrk="1" latinLnBrk="0" hangingPunct="1">
        <a:spcBef>
          <a:spcPts val="0"/>
        </a:spcBef>
        <a:spcAft>
          <a:spcPts val="750"/>
        </a:spcAft>
        <a:buFont typeface="Verdana" panose="020B0604030504040204" pitchFamily="34" charset="0"/>
        <a:buChar char="−"/>
        <a:defRPr sz="900" kern="1200" baseline="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85" orient="horz" pos="4008">
          <p15:clr>
            <a:srgbClr val="F26B43"/>
          </p15:clr>
        </p15:guide>
        <p15:guide id="87" orient="horz" pos="4104">
          <p15:clr>
            <a:srgbClr val="F26B43"/>
          </p15:clr>
        </p15:guide>
        <p15:guide id="88" orient="horz" pos="1080">
          <p15:clr>
            <a:srgbClr val="F26B43"/>
          </p15:clr>
        </p15:guide>
        <p15:guide id="90" pos="3840">
          <p15:clr>
            <a:srgbClr val="F26B43"/>
          </p15:clr>
        </p15:guide>
        <p15:guide id="93" pos="3744">
          <p15:clr>
            <a:srgbClr val="F26B43"/>
          </p15:clr>
        </p15:guide>
        <p15:guide id="94" pos="7392">
          <p15:clr>
            <a:srgbClr val="F26B43"/>
          </p15:clr>
        </p15:guide>
        <p15:guide id="95" pos="3936">
          <p15:clr>
            <a:srgbClr val="F26B43"/>
          </p15:clr>
        </p15:guide>
        <p15:guide id="96" orient="horz" pos="216">
          <p15:clr>
            <a:srgbClr val="F26B43"/>
          </p15:clr>
        </p15:guide>
        <p15:guide id="97" orient="horz" pos="432">
          <p15:clr>
            <a:srgbClr val="F26B43"/>
          </p15:clr>
        </p15:guide>
        <p15:guide id="98" pos="26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70"/>
            </p:custDataLst>
            <p:extLst>
              <p:ext uri="{D42A27DB-BD31-4B8C-83A1-F6EECF244321}">
                <p14:modId xmlns:p14="http://schemas.microsoft.com/office/powerpoint/2010/main" val="1088535201"/>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Slide" r:id="rId72" imgW="270" imgH="270" progId="TCLayout.ActiveDocument.1">
                  <p:embed/>
                </p:oleObj>
              </mc:Choice>
              <mc:Fallback>
                <p:oleObj name="think-cell Slide" r:id="rId72" imgW="270" imgH="270" progId="TCLayout.ActiveDocument.1">
                  <p:embed/>
                  <p:pic>
                    <p:nvPicPr>
                      <p:cNvPr id="4" name="Object 3" hidden="1"/>
                      <p:cNvPicPr/>
                      <p:nvPr/>
                    </p:nvPicPr>
                    <p:blipFill>
                      <a:blip r:embed="rId73"/>
                      <a:stretch>
                        <a:fillRect/>
                      </a:stretch>
                    </p:blipFill>
                    <p:spPr>
                      <a:xfrm>
                        <a:off x="2118" y="1589"/>
                        <a:ext cx="2116" cy="1587"/>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E77A6D44-03D8-4B5C-A44F-DFA19D29D686}"/>
              </a:ext>
            </a:extLst>
          </p:cNvPr>
          <p:cNvSpPr/>
          <p:nvPr userDrawn="1">
            <p:custDataLst>
              <p:tags r:id="rId71"/>
            </p:custDataLst>
          </p:nvPr>
        </p:nvSpPr>
        <p:spPr bwMode="gray">
          <a:xfrm>
            <a:off x="0" y="0"/>
            <a:ext cx="158750" cy="158750"/>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lvl="0" indent="0" algn="ctr">
              <a:lnSpc>
                <a:spcPct val="106000"/>
              </a:lnSpc>
              <a:buFont typeface="Wingdings 2" pitchFamily="18" charset="2"/>
              <a:buNone/>
            </a:pPr>
            <a:endParaRPr lang="en-US" sz="2100" b="0" i="0" baseline="0">
              <a:solidFill>
                <a:schemeClr val="bg1"/>
              </a:solidFill>
              <a:latin typeface="Calibri" panose="020F0502020204030204" pitchFamily="34" charset="0"/>
              <a:ea typeface="+mj-ea"/>
              <a:cs typeface="Calibri Light" panose="020F0302020204030204" pitchFamily="34" charset="0"/>
              <a:sym typeface="Calibri" panose="020F0502020204030204" pitchFamily="34" charset="0"/>
            </a:endParaRPr>
          </a:p>
        </p:txBody>
      </p:sp>
      <p:sp>
        <p:nvSpPr>
          <p:cNvPr id="2" name="Title Placeholder 1"/>
          <p:cNvSpPr>
            <a:spLocks noGrp="1"/>
          </p:cNvSpPr>
          <p:nvPr>
            <p:ph type="title"/>
          </p:nvPr>
        </p:nvSpPr>
        <p:spPr bwMode="gray">
          <a:xfrm>
            <a:off x="501651" y="317501"/>
            <a:ext cx="11188700" cy="309820"/>
          </a:xfrm>
          <a:prstGeom prst="rect">
            <a:avLst/>
          </a:prstGeom>
        </p:spPr>
        <p:txBody>
          <a:bodyPr vert="horz" lIns="0" tIns="0" rIns="0" bIns="0" rtlCol="0" anchor="t" anchorCtr="0">
            <a:noAutofit/>
          </a:bodyPr>
          <a:lstStyle/>
          <a:p>
            <a:r>
              <a:rPr lang="en-US" noProof="0"/>
              <a:t>Click to edit Master title style</a:t>
            </a:r>
          </a:p>
        </p:txBody>
      </p:sp>
      <p:sp>
        <p:nvSpPr>
          <p:cNvPr id="18" name="Copyright"/>
          <p:cNvSpPr txBox="1"/>
          <p:nvPr/>
        </p:nvSpPr>
        <p:spPr>
          <a:xfrm>
            <a:off x="501650" y="6592306"/>
            <a:ext cx="5355168" cy="123111"/>
          </a:xfrm>
          <a:prstGeom prst="rect">
            <a:avLst/>
          </a:prstGeom>
          <a:noFill/>
        </p:spPr>
        <p:txBody>
          <a:bodyPr wrap="square" lIns="0" tIns="0" rIns="0" bIns="0" rtlCol="0" anchor="ctr">
            <a:spAutoFit/>
          </a:bodyPr>
          <a:lstStyle/>
          <a:p>
            <a:pPr marL="0" indent="0">
              <a:spcBef>
                <a:spcPts val="600"/>
              </a:spcBef>
              <a:buSzPct val="100000"/>
              <a:buFont typeface="Arial"/>
              <a:buNone/>
            </a:pPr>
            <a:r>
              <a:rPr lang="fr-FR" sz="800" noProof="0">
                <a:solidFill>
                  <a:schemeClr val="bg1"/>
                </a:solidFill>
                <a:latin typeface="Arial" panose="020B0604020202020204" pitchFamily="34" charset="0"/>
                <a:cs typeface="Arial" panose="020B0604020202020204" pitchFamily="34" charset="0"/>
              </a:rPr>
              <a:t>© 2025 Deloitte Touche Tohmatsu India LLP </a:t>
            </a:r>
          </a:p>
        </p:txBody>
      </p:sp>
      <p:sp>
        <p:nvSpPr>
          <p:cNvPr id="19" name="Text Placeholder 18"/>
          <p:cNvSpPr>
            <a:spLocks noGrp="1"/>
          </p:cNvSpPr>
          <p:nvPr>
            <p:ph type="body" idx="1"/>
          </p:nvPr>
        </p:nvSpPr>
        <p:spPr>
          <a:xfrm>
            <a:off x="501650" y="1665289"/>
            <a:ext cx="11188700" cy="4716462"/>
          </a:xfrm>
          <a:prstGeom prst="rect">
            <a:avLst/>
          </a:prstGeom>
        </p:spPr>
        <p:txBody>
          <a:bodyPr vert="horz" lIns="0" tIns="0" rIns="0" bIns="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Rectangle 2">
            <a:extLst>
              <a:ext uri="{FF2B5EF4-FFF2-40B4-BE49-F238E27FC236}">
                <a16:creationId xmlns:a16="http://schemas.microsoft.com/office/drawing/2014/main" id="{C69DBDC7-DF0D-40FE-8DE0-1C33F8DF42EC}"/>
              </a:ext>
            </a:extLst>
          </p:cNvPr>
          <p:cNvSpPr/>
          <p:nvPr/>
        </p:nvSpPr>
        <p:spPr>
          <a:xfrm>
            <a:off x="11555698" y="6576919"/>
            <a:ext cx="157094" cy="153888"/>
          </a:xfrm>
          <a:prstGeom prst="rect">
            <a:avLst/>
          </a:prstGeom>
        </p:spPr>
        <p:txBody>
          <a:bodyPr wrap="none" lIns="0" tIns="0" rIns="0" bIns="0">
            <a:spAutoFit/>
          </a:bodyPr>
          <a:lstStyle/>
          <a:p>
            <a:fld id="{C58DF478-B544-4ED8-9ED4-6A2648E2D233}" type="slidenum">
              <a:rPr lang="en-US" sz="1000" noProof="0" smtClean="0">
                <a:solidFill>
                  <a:schemeClr val="bg1"/>
                </a:solidFill>
                <a:latin typeface="Arial" panose="020B0604020202020204" pitchFamily="34" charset="0"/>
                <a:cs typeface="Arial" panose="020B0604020202020204" pitchFamily="34" charset="0"/>
              </a:rPr>
              <a:pPr/>
              <a:t>‹#›</a:t>
            </a:fld>
            <a:endParaRPr lang="en-US" sz="90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24633997"/>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 id="2147483704" r:id="rId13"/>
    <p:sldLayoutId id="2147483705" r:id="rId14"/>
    <p:sldLayoutId id="2147483706" r:id="rId15"/>
    <p:sldLayoutId id="2147483707" r:id="rId16"/>
    <p:sldLayoutId id="2147483708" r:id="rId17"/>
    <p:sldLayoutId id="2147483709" r:id="rId18"/>
    <p:sldLayoutId id="2147483710" r:id="rId19"/>
    <p:sldLayoutId id="2147483711" r:id="rId20"/>
    <p:sldLayoutId id="2147483712" r:id="rId21"/>
    <p:sldLayoutId id="2147483713" r:id="rId22"/>
    <p:sldLayoutId id="2147483714" r:id="rId23"/>
    <p:sldLayoutId id="2147483715" r:id="rId24"/>
    <p:sldLayoutId id="2147483716" r:id="rId25"/>
    <p:sldLayoutId id="2147483717" r:id="rId26"/>
    <p:sldLayoutId id="2147483718" r:id="rId27"/>
    <p:sldLayoutId id="2147483719" r:id="rId28"/>
    <p:sldLayoutId id="2147483720" r:id="rId29"/>
    <p:sldLayoutId id="2147483721" r:id="rId30"/>
    <p:sldLayoutId id="2147483722" r:id="rId31"/>
    <p:sldLayoutId id="2147483723" r:id="rId32"/>
    <p:sldLayoutId id="2147483724" r:id="rId33"/>
    <p:sldLayoutId id="2147483725" r:id="rId34"/>
    <p:sldLayoutId id="2147483726" r:id="rId35"/>
    <p:sldLayoutId id="2147483727" r:id="rId36"/>
    <p:sldLayoutId id="2147483728" r:id="rId37"/>
    <p:sldLayoutId id="2147483729" r:id="rId38"/>
    <p:sldLayoutId id="2147483730" r:id="rId39"/>
    <p:sldLayoutId id="2147483731" r:id="rId40"/>
    <p:sldLayoutId id="2147483732" r:id="rId41"/>
    <p:sldLayoutId id="2147483733" r:id="rId42"/>
    <p:sldLayoutId id="2147483734" r:id="rId43"/>
    <p:sldLayoutId id="2147483735" r:id="rId44"/>
    <p:sldLayoutId id="2147483736" r:id="rId45"/>
    <p:sldLayoutId id="2147483737" r:id="rId46"/>
    <p:sldLayoutId id="2147483738" r:id="rId47"/>
    <p:sldLayoutId id="2147483739" r:id="rId48"/>
    <p:sldLayoutId id="2147483740" r:id="rId49"/>
    <p:sldLayoutId id="2147483741" r:id="rId50"/>
    <p:sldLayoutId id="2147483742" r:id="rId51"/>
    <p:sldLayoutId id="2147483743" r:id="rId52"/>
    <p:sldLayoutId id="2147483744" r:id="rId53"/>
    <p:sldLayoutId id="2147483745" r:id="rId54"/>
    <p:sldLayoutId id="2147483746" r:id="rId55"/>
    <p:sldLayoutId id="2147483747" r:id="rId56"/>
    <p:sldLayoutId id="2147483748" r:id="rId57"/>
    <p:sldLayoutId id="2147483749" r:id="rId58"/>
    <p:sldLayoutId id="2147483750" r:id="rId59"/>
    <p:sldLayoutId id="2147483751" r:id="rId60"/>
    <p:sldLayoutId id="2147483752" r:id="rId61"/>
    <p:sldLayoutId id="2147483753" r:id="rId62"/>
    <p:sldLayoutId id="2147483754" r:id="rId63"/>
    <p:sldLayoutId id="2147483755" r:id="rId64"/>
    <p:sldLayoutId id="2147483756" r:id="rId65"/>
    <p:sldLayoutId id="2147483757" r:id="rId66"/>
    <p:sldLayoutId id="2147483758" r:id="rId67"/>
    <p:sldLayoutId id="2147483759" r:id="rId68"/>
  </p:sldLayoutIdLst>
  <p:transition>
    <p:fade/>
  </p:transition>
  <p:hf sldNum="0" hdr="0" dt="0"/>
  <p:txStyles>
    <p:title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p:titleStyle>
    <p:body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312">
          <p15:clr>
            <a:srgbClr val="F26B43"/>
          </p15:clr>
        </p15:guide>
        <p15:guide id="3" pos="1392">
          <p15:clr>
            <a:srgbClr val="F26B43"/>
          </p15:clr>
        </p15:guide>
        <p15:guide id="4" pos="1512">
          <p15:clr>
            <a:srgbClr val="F26B43"/>
          </p15:clr>
        </p15:guide>
        <p15:guide id="5" pos="2592">
          <p15:clr>
            <a:srgbClr val="F26B43"/>
          </p15:clr>
        </p15:guide>
        <p15:guide id="6" pos="2712">
          <p15:clr>
            <a:srgbClr val="F26B43"/>
          </p15:clr>
        </p15:guide>
        <p15:guide id="7" pos="3768">
          <p15:clr>
            <a:srgbClr val="F26B43"/>
          </p15:clr>
        </p15:guide>
        <p15:guide id="8" pos="7368">
          <p15:clr>
            <a:srgbClr val="F26B43"/>
          </p15:clr>
        </p15:guide>
        <p15:guide id="9" pos="6288">
          <p15:clr>
            <a:srgbClr val="F26B43"/>
          </p15:clr>
        </p15:guide>
        <p15:guide id="10" pos="6168">
          <p15:clr>
            <a:srgbClr val="F26B43"/>
          </p15:clr>
        </p15:guide>
        <p15:guide id="11" pos="5088">
          <p15:clr>
            <a:srgbClr val="F26B43"/>
          </p15:clr>
        </p15:guide>
        <p15:guide id="12" pos="4968">
          <p15:clr>
            <a:srgbClr val="F26B43"/>
          </p15:clr>
        </p15:guide>
        <p15:guide id="13" pos="3912">
          <p15:clr>
            <a:srgbClr val="F26B43"/>
          </p15:clr>
        </p15:guide>
        <p15:guide id="14" orient="horz" pos="4104">
          <p15:clr>
            <a:srgbClr val="F26B43"/>
          </p15:clr>
        </p15:guide>
        <p15:guide id="15" orient="horz" pos="4032">
          <p15:clr>
            <a:srgbClr val="F26B43"/>
          </p15:clr>
        </p15:guide>
        <p15:guide id="16" orient="horz" pos="2232">
          <p15:clr>
            <a:srgbClr val="F26B43"/>
          </p15:clr>
        </p15:guide>
        <p15:guide id="17" orient="horz" pos="1056">
          <p15:clr>
            <a:srgbClr val="F26B43"/>
          </p15:clr>
        </p15:guide>
        <p15:guide id="18" orient="horz" pos="192">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notesSlide" Target="../notesSlides/notesSlide1.xml"/><Relationship Id="rId7" Type="http://schemas.openxmlformats.org/officeDocument/2006/relationships/image" Target="../media/image12.png"/><Relationship Id="rId2" Type="http://schemas.openxmlformats.org/officeDocument/2006/relationships/slideLayout" Target="../slideLayouts/slideLayout3.xml"/><Relationship Id="rId1" Type="http://schemas.openxmlformats.org/officeDocument/2006/relationships/tags" Target="../tags/tag35.xml"/><Relationship Id="rId6" Type="http://schemas.openxmlformats.org/officeDocument/2006/relationships/image" Target="../media/image11.jpeg"/><Relationship Id="rId5" Type="http://schemas.openxmlformats.org/officeDocument/2006/relationships/image" Target="../media/image10.emf"/><Relationship Id="rId4" Type="http://schemas.openxmlformats.org/officeDocument/2006/relationships/oleObject" Target="../embeddings/oleObject26.bin"/></Relationships>
</file>

<file path=ppt/slides/_rels/slide2.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hyperlink" Target="https://www.tribuneindia.com/news/haryana/flash-flood-leaves-128-transformers-105-poles-damaged-527289?utm_source=chatgpt.com" TargetMode="External"/><Relationship Id="rId3" Type="http://schemas.openxmlformats.org/officeDocument/2006/relationships/notesSlide" Target="../notesSlides/notesSlide2.xml"/><Relationship Id="rId7" Type="http://schemas.openxmlformats.org/officeDocument/2006/relationships/hyperlink" Target="https://timesofindia.indiatimes.com/city/ludhiana/storm-knocks-out-power-causes-heavy-infra-damage/articleshow/100343533.cms?utm_source=chatgpt.com" TargetMode="External"/><Relationship Id="rId12" Type="http://schemas.openxmlformats.org/officeDocument/2006/relationships/hyperlink" Target="https://www.electricalindia.in/cyclone-resilient-power-infrastructure/?utm_source=chatgpt.com" TargetMode="External"/><Relationship Id="rId2" Type="http://schemas.openxmlformats.org/officeDocument/2006/relationships/slideLayout" Target="../slideLayouts/slideLayout31.xml"/><Relationship Id="rId1" Type="http://schemas.openxmlformats.org/officeDocument/2006/relationships/tags" Target="../tags/tag36.xml"/><Relationship Id="rId6" Type="http://schemas.openxmlformats.org/officeDocument/2006/relationships/image" Target="../media/image13.jpeg"/><Relationship Id="rId11" Type="http://schemas.openxmlformats.org/officeDocument/2006/relationships/hyperlink" Target="https://www.reuters.com/investigates/special-report/asia-weather-india-fires/" TargetMode="External"/><Relationship Id="rId5" Type="http://schemas.openxmlformats.org/officeDocument/2006/relationships/image" Target="../media/image10.emf"/><Relationship Id="rId10" Type="http://schemas.openxmlformats.org/officeDocument/2006/relationships/hyperlink" Target="https://www.indiatodayne.in/tripura/story/tripura-restoration-efforts-underway-after-storm-destroys-rs-122-crore-power-infrastructure-998095-2024-05-03?utm_source=chatgpt.com" TargetMode="External"/><Relationship Id="rId4" Type="http://schemas.openxmlformats.org/officeDocument/2006/relationships/oleObject" Target="../embeddings/oleObject27.bin"/><Relationship Id="rId9" Type="http://schemas.openxmlformats.org/officeDocument/2006/relationships/hyperlink" Target="https://ndrf.gov.in/en/operations/super-cyclone-amphan-2020" TargetMode="External"/><Relationship Id="rId14" Type="http://schemas.openxmlformats.org/officeDocument/2006/relationships/hyperlink" Target="https://www.thehindu.com/news/cities/bangalore/weekend-rain-brought-down-546-electricity-poles-64-transformers-in-bescom-jurisdiction/article66881056.ece?utm_source=chatgpt.com" TargetMode="External"/></Relationships>
</file>

<file path=ppt/slides/_rels/slide3.xml.rels><?xml version="1.0" encoding="UTF-8" standalone="yes"?>
<Relationships xmlns="http://schemas.openxmlformats.org/package/2006/relationships"><Relationship Id="rId8" Type="http://schemas.openxmlformats.org/officeDocument/2006/relationships/hyperlink" Target="https://www.eumetsat.int/geonetcast" TargetMode="External"/><Relationship Id="rId3" Type="http://schemas.openxmlformats.org/officeDocument/2006/relationships/notesSlide" Target="../notesSlides/notesSlide3.xml"/><Relationship Id="rId7" Type="http://schemas.openxmlformats.org/officeDocument/2006/relationships/hyperlink" Target="https://medium.com/pythias" TargetMode="External"/><Relationship Id="rId2" Type="http://schemas.openxmlformats.org/officeDocument/2006/relationships/slideLayout" Target="../slideLayouts/slideLayout31.xml"/><Relationship Id="rId1" Type="http://schemas.openxmlformats.org/officeDocument/2006/relationships/tags" Target="../tags/tag37.xml"/><Relationship Id="rId6" Type="http://schemas.openxmlformats.org/officeDocument/2006/relationships/image" Target="../media/image15.png"/><Relationship Id="rId5" Type="http://schemas.openxmlformats.org/officeDocument/2006/relationships/image" Target="../media/image10.emf"/><Relationship Id="rId4" Type="http://schemas.openxmlformats.org/officeDocument/2006/relationships/oleObject" Target="../embeddings/oleObject28.bin"/><Relationship Id="rId9" Type="http://schemas.openxmlformats.org/officeDocument/2006/relationships/hyperlink" Target="https://www.unesco.org/en/crida" TargetMode="External"/></Relationships>
</file>

<file path=ppt/slides/_rels/slide4.xml.rels><?xml version="1.0" encoding="UTF-8" standalone="yes"?>
<Relationships xmlns="http://schemas.openxmlformats.org/package/2006/relationships"><Relationship Id="rId8" Type="http://schemas.openxmlformats.org/officeDocument/2006/relationships/hyperlink" Target="https://www.esri.com/en-us/lg/industry/electric-and-gas/stories/fpua-case-study" TargetMode="External"/><Relationship Id="rId3" Type="http://schemas.openxmlformats.org/officeDocument/2006/relationships/notesSlide" Target="../notesSlides/notesSlide4.xml"/><Relationship Id="rId7" Type="http://schemas.openxmlformats.org/officeDocument/2006/relationships/hyperlink" Target="https://previsico.com/case-studies/environmental-risk--assurance-to-ngets-assets" TargetMode="External"/><Relationship Id="rId2" Type="http://schemas.openxmlformats.org/officeDocument/2006/relationships/slideLayout" Target="../slideLayouts/slideLayout31.xml"/><Relationship Id="rId1" Type="http://schemas.openxmlformats.org/officeDocument/2006/relationships/tags" Target="../tags/tag38.xml"/><Relationship Id="rId6" Type="http://schemas.openxmlformats.org/officeDocument/2006/relationships/hyperlink" Target="https://blogs.worldbank.org/en/energy/building-resilient-power-grids--integrating-climate-and-disaster" TargetMode="External"/><Relationship Id="rId5" Type="http://schemas.openxmlformats.org/officeDocument/2006/relationships/image" Target="../media/image10.emf"/><Relationship Id="rId4" Type="http://schemas.openxmlformats.org/officeDocument/2006/relationships/oleObject" Target="../embeddings/oleObject29.bin"/><Relationship Id="rId9" Type="http://schemas.openxmlformats.org/officeDocument/2006/relationships/hyperlink" Target="https://www.geoconnexion.com/publication-articles/the-key-to-disaster-resilient-grids-of-the-future?utm_source=chatgp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3BA7D2DB-E592-54E4-AE89-4976E362F596}"/>
              </a:ext>
            </a:extLst>
          </p:cNvPr>
          <p:cNvGraphicFramePr>
            <a:graphicFrameLocks noChangeAspect="1"/>
          </p:cNvGraphicFramePr>
          <p:nvPr>
            <p:custDataLst>
              <p:tags r:id="rId1"/>
            </p:custDataLst>
            <p:extLst>
              <p:ext uri="{D42A27DB-BD31-4B8C-83A1-F6EECF244321}">
                <p14:modId xmlns:p14="http://schemas.microsoft.com/office/powerpoint/2010/main" val="38142836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13" name="think-cell data - do not delete" hidden="1">
                        <a:extLst>
                          <a:ext uri="{FF2B5EF4-FFF2-40B4-BE49-F238E27FC236}">
                            <a16:creationId xmlns:a16="http://schemas.microsoft.com/office/drawing/2014/main" id="{3BA7D2DB-E592-54E4-AE89-4976E362F59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10" name="Picture 9">
            <a:extLst>
              <a:ext uri="{FF2B5EF4-FFF2-40B4-BE49-F238E27FC236}">
                <a16:creationId xmlns:a16="http://schemas.microsoft.com/office/drawing/2014/main" id="{BE1739F7-7CF8-635F-D343-AF07A2A97D96}"/>
              </a:ext>
            </a:extLst>
          </p:cNvPr>
          <p:cNvPicPr>
            <a:picLocks noChangeAspect="1"/>
          </p:cNvPicPr>
          <p:nvPr/>
        </p:nvPicPr>
        <p:blipFill rotWithShape="1">
          <a:blip r:embed="rId6">
            <a:extLst>
              <a:ext uri="{28A0092B-C50C-407E-A947-70E740481C1C}">
                <a14:useLocalDpi xmlns:a14="http://schemas.microsoft.com/office/drawing/2010/main" val="0"/>
              </a:ext>
            </a:extLst>
          </a:blip>
          <a:srcRect b="15625"/>
          <a:stretch/>
        </p:blipFill>
        <p:spPr>
          <a:xfrm>
            <a:off x="0" y="0"/>
            <a:ext cx="12192000" cy="6858000"/>
          </a:xfrm>
          <a:prstGeom prst="rect">
            <a:avLst/>
          </a:prstGeom>
        </p:spPr>
      </p:pic>
      <p:sp>
        <p:nvSpPr>
          <p:cNvPr id="47" name="Rectangle 46">
            <a:extLst>
              <a:ext uri="{FF2B5EF4-FFF2-40B4-BE49-F238E27FC236}">
                <a16:creationId xmlns:a16="http://schemas.microsoft.com/office/drawing/2014/main" id="{158C98CD-D1E7-C1BB-C79F-8AB9D99F0609}"/>
              </a:ext>
            </a:extLst>
          </p:cNvPr>
          <p:cNvSpPr/>
          <p:nvPr/>
        </p:nvSpPr>
        <p:spPr bwMode="gray">
          <a:xfrm>
            <a:off x="0" y="4127"/>
            <a:ext cx="12192000" cy="6853873"/>
          </a:xfrm>
          <a:prstGeom prst="rect">
            <a:avLst/>
          </a:prstGeom>
          <a:solidFill>
            <a:schemeClr val="tx1">
              <a:alpha val="68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pic>
        <p:nvPicPr>
          <p:cNvPr id="6" name="Picture 5" descr="Deloitte logo">
            <a:extLst>
              <a:ext uri="{FF2B5EF4-FFF2-40B4-BE49-F238E27FC236}">
                <a16:creationId xmlns:a16="http://schemas.microsoft.com/office/drawing/2014/main" id="{9C642392-19DD-0F82-9689-C87090754150}"/>
              </a:ext>
            </a:extLst>
          </p:cNvPr>
          <p:cNvPicPr>
            <a:picLocks noChangeAspect="1"/>
          </p:cNvPicPr>
          <p:nvPr/>
        </p:nvPicPr>
        <p:blipFill rotWithShape="1">
          <a:blip r:embed="rId7">
            <a:extLst>
              <a:ext uri="{28A0092B-C50C-407E-A947-70E740481C1C}">
                <a14:useLocalDpi xmlns:a14="http://schemas.microsoft.com/office/drawing/2010/main" val="0"/>
              </a:ext>
            </a:extLst>
          </a:blip>
          <a:srcRect t="14558" b="31511"/>
          <a:stretch/>
        </p:blipFill>
        <p:spPr>
          <a:xfrm>
            <a:off x="0" y="293992"/>
            <a:ext cx="2626659" cy="666668"/>
          </a:xfrm>
          <a:prstGeom prst="rect">
            <a:avLst/>
          </a:prstGeom>
        </p:spPr>
      </p:pic>
      <p:sp>
        <p:nvSpPr>
          <p:cNvPr id="18" name="Title 2">
            <a:extLst>
              <a:ext uri="{FF2B5EF4-FFF2-40B4-BE49-F238E27FC236}">
                <a16:creationId xmlns:a16="http://schemas.microsoft.com/office/drawing/2014/main" id="{FB674F42-C724-C078-7F73-A842BE1CE808}"/>
              </a:ext>
            </a:extLst>
          </p:cNvPr>
          <p:cNvSpPr>
            <a:spLocks noGrp="1"/>
          </p:cNvSpPr>
          <p:nvPr>
            <p:ph type="ctrTitle"/>
          </p:nvPr>
        </p:nvSpPr>
        <p:spPr>
          <a:xfrm>
            <a:off x="307918" y="5133968"/>
            <a:ext cx="7771090" cy="412377"/>
          </a:xfrm>
        </p:spPr>
        <p:txBody>
          <a:bodyPr vert="horz"/>
          <a:lstStyle/>
          <a:p>
            <a:pPr>
              <a:lnSpc>
                <a:spcPct val="100000"/>
              </a:lnSpc>
            </a:pPr>
            <a:r>
              <a:rPr lang="en-US" sz="2800" b="1" dirty="0">
                <a:solidFill>
                  <a:schemeClr val="bg1"/>
                </a:solidFill>
                <a:ea typeface="Verdana" panose="020B0604030504040204" pitchFamily="34" charset="0"/>
                <a:cs typeface="Arial" panose="020B0604020202020204" pitchFamily="34" charset="0"/>
              </a:rPr>
              <a:t>CONCEPT NOTE – </a:t>
            </a:r>
            <a:br>
              <a:rPr lang="en-US" sz="2400" b="1" dirty="0">
                <a:solidFill>
                  <a:schemeClr val="bg1"/>
                </a:solidFill>
                <a:ea typeface="Verdana" panose="020B0604030504040204" pitchFamily="34" charset="0"/>
                <a:cs typeface="Arial" panose="020B0604020202020204" pitchFamily="34" charset="0"/>
              </a:rPr>
            </a:br>
            <a:r>
              <a:rPr lang="en-US" sz="2400" dirty="0">
                <a:solidFill>
                  <a:schemeClr val="bg1"/>
                </a:solidFill>
                <a:ea typeface="Verdana" panose="020B0604030504040204" pitchFamily="34" charset="0"/>
                <a:cs typeface="Arial" panose="020B0604020202020204" pitchFamily="34" charset="0"/>
              </a:rPr>
              <a:t>NEED FOR ENHANCED RESILIENCY MEASURES IN </a:t>
            </a:r>
            <a:br>
              <a:rPr lang="en-US" sz="2400" dirty="0">
                <a:solidFill>
                  <a:schemeClr val="bg1"/>
                </a:solidFill>
                <a:ea typeface="Verdana" panose="020B0604030504040204" pitchFamily="34" charset="0"/>
                <a:cs typeface="Arial" panose="020B0604020202020204" pitchFamily="34" charset="0"/>
              </a:rPr>
            </a:br>
            <a:r>
              <a:rPr lang="en-US" sz="2400" dirty="0">
                <a:solidFill>
                  <a:schemeClr val="bg1"/>
                </a:solidFill>
                <a:ea typeface="Verdana" panose="020B0604030504040204" pitchFamily="34" charset="0"/>
                <a:cs typeface="Arial" panose="020B0604020202020204" pitchFamily="34" charset="0"/>
              </a:rPr>
              <a:t>INDIAN POWER SECTOR</a:t>
            </a:r>
            <a:endParaRPr lang="en-US" sz="3600" dirty="0">
              <a:solidFill>
                <a:schemeClr val="bg1"/>
              </a:solidFill>
              <a:ea typeface="Verdana" panose="020B0604030504040204" pitchFamily="34" charset="0"/>
              <a:cs typeface="Arial" panose="020B0604020202020204" pitchFamily="34" charset="0"/>
            </a:endParaRPr>
          </a:p>
        </p:txBody>
      </p:sp>
      <p:sp>
        <p:nvSpPr>
          <p:cNvPr id="54" name="Text Placeholder 4">
            <a:extLst>
              <a:ext uri="{FF2B5EF4-FFF2-40B4-BE49-F238E27FC236}">
                <a16:creationId xmlns:a16="http://schemas.microsoft.com/office/drawing/2014/main" id="{4B6B5180-6D17-84AD-C56C-57E0009DA538}"/>
              </a:ext>
            </a:extLst>
          </p:cNvPr>
          <p:cNvSpPr txBox="1">
            <a:spLocks/>
          </p:cNvSpPr>
          <p:nvPr/>
        </p:nvSpPr>
        <p:spPr>
          <a:xfrm>
            <a:off x="307918" y="6440898"/>
            <a:ext cx="6709262" cy="246221"/>
          </a:xfrm>
          <a:prstGeom prst="rect">
            <a:avLst/>
          </a:prstGeom>
        </p:spPr>
        <p:txBody>
          <a:bodyPr vert="horz" lIns="0" tIns="0" rIns="0" bIns="0" rtlCol="0" anchor="ctr" anchorCtr="0">
            <a:spAutoFit/>
          </a:bodyPr>
          <a:lstStyle>
            <a:lvl1pPr marL="0" indent="0" algn="l" defTabSz="914400" rtl="0" eaLnBrk="1" latinLnBrk="0" hangingPunct="1">
              <a:spcBef>
                <a:spcPts val="0"/>
              </a:spcBef>
              <a:spcAft>
                <a:spcPts val="0"/>
              </a:spcAft>
              <a:buSzPct val="100000"/>
              <a:buFontTx/>
              <a:buNone/>
              <a:defRPr sz="1400" b="1" kern="1200">
                <a:solidFill>
                  <a:schemeClr val="bg1"/>
                </a:solidFill>
                <a:latin typeface="Calibri" panose="020F0502020204030204" pitchFamily="34" charset="0"/>
                <a:ea typeface="+mn-ea"/>
                <a:cs typeface="Calibri" panose="020F05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a:solidFill>
                  <a:schemeClr val="bg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a:solidFill>
                  <a:schemeClr val="bg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a:solidFill>
                  <a:schemeClr val="bg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a:solidFill>
                  <a:schemeClr val="bg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Pct val="100000"/>
              <a:buFontTx/>
              <a:buNone/>
              <a:tabLst/>
              <a:defRPr/>
            </a:pPr>
            <a:r>
              <a:rPr kumimoji="0" lang="en-US" sz="1600" b="0" i="0" u="none" strike="noStrike" kern="1200" cap="none" spc="0" normalizeH="0" baseline="0" noProof="0" dirty="0">
                <a:ln>
                  <a:noFill/>
                </a:ln>
                <a:solidFill>
                  <a:srgbClr val="C4D600"/>
                </a:solidFill>
                <a:effectLst/>
                <a:uLnTx/>
                <a:uFillTx/>
                <a:latin typeface="Arial" panose="020B0604020202020204" pitchFamily="34" charset="0"/>
                <a:ea typeface="+mn-ea"/>
                <a:cs typeface="Arial" panose="020B0604020202020204" pitchFamily="34" charset="0"/>
              </a:rPr>
              <a:t>© Deloitte Touche Tohmatsu India LLP | April 2025</a:t>
            </a:r>
            <a:endParaRPr kumimoji="0" lang="en-US" b="0" i="0" u="none" strike="noStrike" kern="1200" cap="none" spc="0" normalizeH="0" baseline="0" noProof="0" dirty="0">
              <a:ln>
                <a:noFill/>
              </a:ln>
              <a:solidFill>
                <a:srgbClr val="C4D600"/>
              </a:solidFill>
              <a:effectLst/>
              <a:uLnTx/>
              <a:uFillTx/>
              <a:latin typeface="Arial" panose="020B0604020202020204" pitchFamily="34" charset="0"/>
              <a:ea typeface="+mn-ea"/>
              <a:cs typeface="Arial" panose="020B0604020202020204" pitchFamily="34" charset="0"/>
            </a:endParaRPr>
          </a:p>
        </p:txBody>
      </p:sp>
      <p:pic>
        <p:nvPicPr>
          <p:cNvPr id="7" name="Picture 6">
            <a:extLst>
              <a:ext uri="{FF2B5EF4-FFF2-40B4-BE49-F238E27FC236}">
                <a16:creationId xmlns:a16="http://schemas.microsoft.com/office/drawing/2014/main" id="{BFDE6DE5-E9EC-45A9-EB81-58D97EE34320}"/>
              </a:ext>
            </a:extLst>
          </p:cNvPr>
          <p:cNvPicPr>
            <a:picLocks noChangeAspect="1"/>
          </p:cNvPicPr>
          <p:nvPr/>
        </p:nvPicPr>
        <p:blipFill>
          <a:blip r:embed="rId8"/>
          <a:srcRect/>
          <a:stretch/>
        </p:blipFill>
        <p:spPr>
          <a:xfrm>
            <a:off x="11178766" y="5856919"/>
            <a:ext cx="919650" cy="919650"/>
          </a:xfrm>
          <a:prstGeom prst="rect">
            <a:avLst/>
          </a:prstGeom>
        </p:spPr>
      </p:pic>
    </p:spTree>
    <p:extLst>
      <p:ext uri="{BB962C8B-B14F-4D97-AF65-F5344CB8AC3E}">
        <p14:creationId xmlns:p14="http://schemas.microsoft.com/office/powerpoint/2010/main" val="2600393833"/>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85E75AA5-7793-42EB-A8A1-2973E74D2021}"/>
              </a:ext>
            </a:extLst>
          </p:cNvPr>
          <p:cNvGraphicFramePr>
            <a:graphicFrameLocks noChangeAspect="1"/>
          </p:cNvGraphicFramePr>
          <p:nvPr>
            <p:custDataLst>
              <p:tags r:id="rId1"/>
            </p:custDataLst>
            <p:extLst>
              <p:ext uri="{D42A27DB-BD31-4B8C-83A1-F6EECF244321}">
                <p14:modId xmlns:p14="http://schemas.microsoft.com/office/powerpoint/2010/main" val="21917060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10" name="Object 9" hidden="1">
                        <a:extLst>
                          <a:ext uri="{FF2B5EF4-FFF2-40B4-BE49-F238E27FC236}">
                            <a16:creationId xmlns:a16="http://schemas.microsoft.com/office/drawing/2014/main" id="{85E75AA5-7793-42EB-A8A1-2973E74D202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Title 5"/>
          <p:cNvSpPr>
            <a:spLocks noGrp="1"/>
          </p:cNvSpPr>
          <p:nvPr>
            <p:ph type="title"/>
          </p:nvPr>
        </p:nvSpPr>
        <p:spPr/>
        <p:txBody>
          <a:bodyPr vert="horz"/>
          <a:lstStyle/>
          <a:p>
            <a:r>
              <a:rPr lang="en-US" sz="2000" b="1" dirty="0">
                <a:solidFill>
                  <a:schemeClr val="bg1"/>
                </a:solidFill>
                <a:latin typeface="Arial" panose="020B0604020202020204" pitchFamily="34" charset="0"/>
                <a:cs typeface="Arial" panose="020B0604020202020204" pitchFamily="34" charset="0"/>
              </a:rPr>
              <a:t>Continued Power Sector Infrastructure Losses from Natural Catastrophes </a:t>
            </a:r>
            <a:endParaRPr lang="en-GB" sz="2000" b="1" dirty="0">
              <a:solidFill>
                <a:schemeClr val="bg1"/>
              </a:solidFill>
              <a:latin typeface="Arial" panose="020B0604020202020204" pitchFamily="34" charset="0"/>
              <a:cs typeface="Arial" panose="020B0604020202020204" pitchFamily="34" charset="0"/>
            </a:endParaRPr>
          </a:p>
        </p:txBody>
      </p:sp>
      <p:cxnSp>
        <p:nvCxnSpPr>
          <p:cNvPr id="42" name="Straight Connector 41">
            <a:extLst>
              <a:ext uri="{FF2B5EF4-FFF2-40B4-BE49-F238E27FC236}">
                <a16:creationId xmlns:a16="http://schemas.microsoft.com/office/drawing/2014/main" id="{C3307A9C-FA80-4775-B35A-1A643EF2A1BC}"/>
              </a:ext>
            </a:extLst>
          </p:cNvPr>
          <p:cNvCxnSpPr/>
          <p:nvPr/>
        </p:nvCxnSpPr>
        <p:spPr>
          <a:xfrm flipV="1">
            <a:off x="514664" y="910950"/>
            <a:ext cx="11196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ext Placeholder 1"/>
          <p:cNvSpPr>
            <a:spLocks noGrp="1"/>
          </p:cNvSpPr>
          <p:nvPr>
            <p:ph type="body" sz="quarter" idx="13"/>
          </p:nvPr>
        </p:nvSpPr>
        <p:spPr>
          <a:xfrm>
            <a:off x="514664" y="651599"/>
            <a:ext cx="11456571" cy="188912"/>
          </a:xfrm>
          <a:noFill/>
        </p:spPr>
        <p:txBody>
          <a:bodyPr/>
          <a:lstStyle/>
          <a:p>
            <a:pPr algn="just"/>
            <a:r>
              <a:rPr lang="en-US" sz="1400" dirty="0">
                <a:solidFill>
                  <a:schemeClr val="accent1"/>
                </a:solidFill>
                <a:latin typeface="Arial" panose="020B0604020202020204" pitchFamily="34" charset="0"/>
                <a:cs typeface="Arial" panose="020B0604020202020204" pitchFamily="34" charset="0"/>
              </a:rPr>
              <a:t>Continued asset losses from inevitable natural catastrophes over the years have emerged as a key challenges for the power sector utilities  </a:t>
            </a:r>
          </a:p>
        </p:txBody>
      </p:sp>
      <p:sp>
        <p:nvSpPr>
          <p:cNvPr id="4" name="Rectangle 3">
            <a:extLst>
              <a:ext uri="{FF2B5EF4-FFF2-40B4-BE49-F238E27FC236}">
                <a16:creationId xmlns:a16="http://schemas.microsoft.com/office/drawing/2014/main" id="{FA0910F0-BE55-53B3-1A56-53CF63C15733}"/>
              </a:ext>
            </a:extLst>
          </p:cNvPr>
          <p:cNvSpPr/>
          <p:nvPr/>
        </p:nvSpPr>
        <p:spPr bwMode="gray">
          <a:xfrm>
            <a:off x="1172210" y="1742003"/>
            <a:ext cx="2269067" cy="2302932"/>
          </a:xfrm>
          <a:prstGeom prst="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p>
        </p:txBody>
      </p:sp>
      <p:sp>
        <p:nvSpPr>
          <p:cNvPr id="5" name="Rectangle 4">
            <a:extLst>
              <a:ext uri="{FF2B5EF4-FFF2-40B4-BE49-F238E27FC236}">
                <a16:creationId xmlns:a16="http://schemas.microsoft.com/office/drawing/2014/main" id="{FF9CA750-08F0-0D14-BD74-40A75E683FC0}"/>
              </a:ext>
            </a:extLst>
          </p:cNvPr>
          <p:cNvSpPr/>
          <p:nvPr/>
        </p:nvSpPr>
        <p:spPr bwMode="gray">
          <a:xfrm>
            <a:off x="1248409" y="1822484"/>
            <a:ext cx="2116667" cy="2146252"/>
          </a:xfrm>
          <a:prstGeom prst="rect">
            <a:avLst/>
          </a:prstGeom>
          <a:blipFill>
            <a:blip r:embed="rId6"/>
            <a:tile tx="0" ty="0" sx="100000" sy="100000" flip="none" algn="tl"/>
          </a:blipFill>
          <a:ln w="6350" algn="ctr">
            <a:solidFill>
              <a:schemeClr val="tx1">
                <a:lumMod val="50000"/>
                <a:lumOff val="50000"/>
              </a:schemeClr>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r>
              <a:rPr lang="en-US" sz="1400" i="1" dirty="0">
                <a:latin typeface="Arial" panose="020B0604020202020204" pitchFamily="34" charset="0"/>
                <a:cs typeface="Arial" panose="020B0604020202020204" pitchFamily="34" charset="0"/>
              </a:rPr>
              <a:t>“Storm knocks out power, causes heavy infra damage in Ludhiana” </a:t>
            </a:r>
          </a:p>
          <a:p>
            <a:pPr algn="ctr">
              <a:lnSpc>
                <a:spcPct val="106000"/>
              </a:lnSpc>
              <a:buFont typeface="Wingdings 2" pitchFamily="18" charset="2"/>
              <a:buNone/>
            </a:pPr>
            <a:r>
              <a:rPr lang="en-US" sz="1200" dirty="0">
                <a:latin typeface="Arial" panose="020B0604020202020204" pitchFamily="34" charset="0"/>
                <a:cs typeface="Arial" panose="020B0604020202020204" pitchFamily="34" charset="0"/>
              </a:rPr>
              <a:t>(May 2019 – </a:t>
            </a:r>
            <a:r>
              <a:rPr lang="en-US" sz="1200" dirty="0">
                <a:latin typeface="Arial" panose="020B0604020202020204" pitchFamily="34" charset="0"/>
                <a:cs typeface="Arial" panose="020B0604020202020204" pitchFamily="34" charset="0"/>
                <a:hlinkClick r:id="rId7">
                  <a:extLst>
                    <a:ext uri="{A12FA001-AC4F-418D-AE19-62706E023703}">
                      <ahyp:hlinkClr xmlns:ahyp="http://schemas.microsoft.com/office/drawing/2018/hyperlinkcolor" val="tx"/>
                    </a:ext>
                  </a:extLst>
                </a:hlinkClick>
              </a:rPr>
              <a:t>Times of India</a:t>
            </a:r>
            <a:r>
              <a:rPr lang="en-US" sz="1200" dirty="0">
                <a:latin typeface="Arial" panose="020B0604020202020204" pitchFamily="34" charset="0"/>
                <a:cs typeface="Arial" panose="020B0604020202020204" pitchFamily="34" charset="0"/>
              </a:rPr>
              <a:t>)</a:t>
            </a:r>
          </a:p>
        </p:txBody>
      </p:sp>
      <p:pic>
        <p:nvPicPr>
          <p:cNvPr id="1032" name="Picture 8" descr="Pin PNG transparent image download, size: 512x512px">
            <a:extLst>
              <a:ext uri="{FF2B5EF4-FFF2-40B4-BE49-F238E27FC236}">
                <a16:creationId xmlns:a16="http://schemas.microsoft.com/office/drawing/2014/main" id="{CA23414C-0C67-60CA-5ABC-4D7F1A55C06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25628" y="1714346"/>
            <a:ext cx="453749" cy="453749"/>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E6766664-DF8B-9356-E9AC-BD580AFB517F}"/>
              </a:ext>
            </a:extLst>
          </p:cNvPr>
          <p:cNvSpPr/>
          <p:nvPr/>
        </p:nvSpPr>
        <p:spPr bwMode="gray">
          <a:xfrm>
            <a:off x="1159196" y="4192312"/>
            <a:ext cx="2269067" cy="2302932"/>
          </a:xfrm>
          <a:prstGeom prst="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p>
        </p:txBody>
      </p:sp>
      <p:sp>
        <p:nvSpPr>
          <p:cNvPr id="8" name="Rectangle 7">
            <a:extLst>
              <a:ext uri="{FF2B5EF4-FFF2-40B4-BE49-F238E27FC236}">
                <a16:creationId xmlns:a16="http://schemas.microsoft.com/office/drawing/2014/main" id="{BBAE7958-6950-51B9-9D61-450C1E58EEF6}"/>
              </a:ext>
            </a:extLst>
          </p:cNvPr>
          <p:cNvSpPr/>
          <p:nvPr/>
        </p:nvSpPr>
        <p:spPr bwMode="gray">
          <a:xfrm>
            <a:off x="1235395" y="4272793"/>
            <a:ext cx="2116667" cy="2146252"/>
          </a:xfrm>
          <a:prstGeom prst="rect">
            <a:avLst/>
          </a:prstGeom>
          <a:blipFill>
            <a:blip r:embed="rId6"/>
            <a:tile tx="0" ty="0" sx="100000" sy="100000" flip="none" algn="tl"/>
          </a:blipFill>
          <a:ln w="6350" algn="ctr">
            <a:solidFill>
              <a:schemeClr val="tx1">
                <a:lumMod val="50000"/>
                <a:lumOff val="50000"/>
              </a:schemeClr>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r>
              <a:rPr lang="en-US" sz="1400" i="1" dirty="0">
                <a:latin typeface="Arial" panose="020B0604020202020204" pitchFamily="34" charset="0"/>
                <a:cs typeface="Arial" panose="020B0604020202020204" pitchFamily="34" charset="0"/>
              </a:rPr>
              <a:t>“Cyclone </a:t>
            </a:r>
            <a:r>
              <a:rPr lang="en-US" sz="1400" i="1" dirty="0" err="1">
                <a:latin typeface="Arial" panose="020B0604020202020204" pitchFamily="34" charset="0"/>
                <a:cs typeface="Arial" panose="020B0604020202020204" pitchFamily="34" charset="0"/>
              </a:rPr>
              <a:t>Amphan</a:t>
            </a:r>
            <a:r>
              <a:rPr lang="en-US" sz="1400" i="1" dirty="0">
                <a:latin typeface="Arial" panose="020B0604020202020204" pitchFamily="34" charset="0"/>
                <a:cs typeface="Arial" panose="020B0604020202020204" pitchFamily="34" charset="0"/>
              </a:rPr>
              <a:t> resulted in large scale power sector asset infrastructure losses in West Bengal, Odisha and Bangladesh”</a:t>
            </a:r>
          </a:p>
          <a:p>
            <a:pPr algn="ctr">
              <a:lnSpc>
                <a:spcPct val="106000"/>
              </a:lnSpc>
              <a:buFont typeface="Wingdings 2" pitchFamily="18" charset="2"/>
              <a:buNone/>
            </a:pPr>
            <a:r>
              <a:rPr lang="en-US" sz="1200" dirty="0">
                <a:latin typeface="Arial" panose="020B0604020202020204" pitchFamily="34" charset="0"/>
                <a:cs typeface="Arial" panose="020B0604020202020204" pitchFamily="34" charset="0"/>
                <a:hlinkClick r:id="rId9">
                  <a:extLst>
                    <a:ext uri="{A12FA001-AC4F-418D-AE19-62706E023703}">
                      <ahyp:hlinkClr xmlns:ahyp="http://schemas.microsoft.com/office/drawing/2018/hyperlinkcolor" val="tx"/>
                    </a:ext>
                  </a:extLst>
                </a:hlinkClick>
              </a:rPr>
              <a:t>- NDRF</a:t>
            </a:r>
            <a:endParaRPr lang="en-US" sz="1200" dirty="0">
              <a:latin typeface="Arial" panose="020B0604020202020204" pitchFamily="34" charset="0"/>
              <a:cs typeface="Arial" panose="020B0604020202020204" pitchFamily="34" charset="0"/>
            </a:endParaRPr>
          </a:p>
        </p:txBody>
      </p:sp>
      <p:pic>
        <p:nvPicPr>
          <p:cNvPr id="9" name="Picture 8" descr="Pin PNG transparent image download, size: 512x512px">
            <a:extLst>
              <a:ext uri="{FF2B5EF4-FFF2-40B4-BE49-F238E27FC236}">
                <a16:creationId xmlns:a16="http://schemas.microsoft.com/office/drawing/2014/main" id="{04384213-F29F-5442-E856-94B52D51374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12614" y="4164655"/>
            <a:ext cx="453749" cy="453749"/>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10">
            <a:extLst>
              <a:ext uri="{FF2B5EF4-FFF2-40B4-BE49-F238E27FC236}">
                <a16:creationId xmlns:a16="http://schemas.microsoft.com/office/drawing/2014/main" id="{F31344F5-0DD5-0BC8-31A3-7CB7B1E78818}"/>
              </a:ext>
            </a:extLst>
          </p:cNvPr>
          <p:cNvSpPr/>
          <p:nvPr/>
        </p:nvSpPr>
        <p:spPr bwMode="gray">
          <a:xfrm>
            <a:off x="3810956" y="1742003"/>
            <a:ext cx="2269067" cy="2302932"/>
          </a:xfrm>
          <a:prstGeom prst="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p>
        </p:txBody>
      </p:sp>
      <p:sp>
        <p:nvSpPr>
          <p:cNvPr id="12" name="Rectangle 11">
            <a:extLst>
              <a:ext uri="{FF2B5EF4-FFF2-40B4-BE49-F238E27FC236}">
                <a16:creationId xmlns:a16="http://schemas.microsoft.com/office/drawing/2014/main" id="{2DC62109-2977-4593-542A-FE2C5A52E935}"/>
              </a:ext>
            </a:extLst>
          </p:cNvPr>
          <p:cNvSpPr/>
          <p:nvPr/>
        </p:nvSpPr>
        <p:spPr bwMode="gray">
          <a:xfrm>
            <a:off x="3887155" y="1822484"/>
            <a:ext cx="2116667" cy="2146252"/>
          </a:xfrm>
          <a:prstGeom prst="rect">
            <a:avLst/>
          </a:prstGeom>
          <a:blipFill>
            <a:blip r:embed="rId6"/>
            <a:tile tx="0" ty="0" sx="100000" sy="100000" flip="none" algn="tl"/>
          </a:blipFill>
          <a:ln w="6350" algn="ctr">
            <a:solidFill>
              <a:schemeClr val="tx1">
                <a:lumMod val="50000"/>
                <a:lumOff val="50000"/>
              </a:schemeClr>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r>
              <a:rPr lang="en-US" sz="1400" i="1" dirty="0">
                <a:latin typeface="Arial" panose="020B0604020202020204" pitchFamily="34" charset="0"/>
                <a:cs typeface="Arial" panose="020B0604020202020204" pitchFamily="34" charset="0"/>
              </a:rPr>
              <a:t>“Tripura: Restoration efforts underway after storm destroys Rs 1.22 crore power infrastructure”</a:t>
            </a:r>
          </a:p>
          <a:p>
            <a:pPr algn="ctr">
              <a:lnSpc>
                <a:spcPct val="106000"/>
              </a:lnSpc>
              <a:buFont typeface="Wingdings 2" pitchFamily="18" charset="2"/>
              <a:buNone/>
            </a:pPr>
            <a:r>
              <a:rPr lang="en-US" sz="1200" dirty="0">
                <a:latin typeface="Arial" panose="020B0604020202020204" pitchFamily="34" charset="0"/>
                <a:cs typeface="Arial" panose="020B0604020202020204" pitchFamily="34" charset="0"/>
              </a:rPr>
              <a:t>(May 2024 – </a:t>
            </a:r>
            <a:r>
              <a:rPr lang="en-US" sz="1200" dirty="0">
                <a:latin typeface="Arial" panose="020B0604020202020204" pitchFamily="34" charset="0"/>
                <a:cs typeface="Arial" panose="020B0604020202020204" pitchFamily="34" charset="0"/>
                <a:hlinkClick r:id="rId10">
                  <a:extLst>
                    <a:ext uri="{A12FA001-AC4F-418D-AE19-62706E023703}">
                      <ahyp:hlinkClr xmlns:ahyp="http://schemas.microsoft.com/office/drawing/2018/hyperlinkcolor" val="tx"/>
                    </a:ext>
                  </a:extLst>
                </a:hlinkClick>
              </a:rPr>
              <a:t>India Today</a:t>
            </a:r>
            <a:r>
              <a:rPr lang="en-US" sz="1200" dirty="0">
                <a:latin typeface="Arial" panose="020B0604020202020204" pitchFamily="34" charset="0"/>
                <a:cs typeface="Arial" panose="020B0604020202020204" pitchFamily="34" charset="0"/>
              </a:rPr>
              <a:t>)</a:t>
            </a:r>
          </a:p>
        </p:txBody>
      </p:sp>
      <p:pic>
        <p:nvPicPr>
          <p:cNvPr id="14" name="Picture 8" descr="Pin PNG transparent image download, size: 512x512px">
            <a:extLst>
              <a:ext uri="{FF2B5EF4-FFF2-40B4-BE49-F238E27FC236}">
                <a16:creationId xmlns:a16="http://schemas.microsoft.com/office/drawing/2014/main" id="{4792E7D3-B5AB-496E-45B5-DEF5BFC5DA7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64374" y="1714346"/>
            <a:ext cx="453749" cy="453749"/>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a:extLst>
              <a:ext uri="{FF2B5EF4-FFF2-40B4-BE49-F238E27FC236}">
                <a16:creationId xmlns:a16="http://schemas.microsoft.com/office/drawing/2014/main" id="{95035855-F6E5-5771-EF80-FEC987F8C337}"/>
              </a:ext>
            </a:extLst>
          </p:cNvPr>
          <p:cNvSpPr/>
          <p:nvPr/>
        </p:nvSpPr>
        <p:spPr bwMode="gray">
          <a:xfrm>
            <a:off x="3797942" y="4192312"/>
            <a:ext cx="2269067" cy="2302932"/>
          </a:xfrm>
          <a:prstGeom prst="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p>
        </p:txBody>
      </p:sp>
      <p:sp>
        <p:nvSpPr>
          <p:cNvPr id="16" name="Rectangle 15">
            <a:extLst>
              <a:ext uri="{FF2B5EF4-FFF2-40B4-BE49-F238E27FC236}">
                <a16:creationId xmlns:a16="http://schemas.microsoft.com/office/drawing/2014/main" id="{56012A4F-7EA3-39F0-8AAC-8E6845AED7B3}"/>
              </a:ext>
            </a:extLst>
          </p:cNvPr>
          <p:cNvSpPr/>
          <p:nvPr/>
        </p:nvSpPr>
        <p:spPr bwMode="gray">
          <a:xfrm>
            <a:off x="3874141" y="4272793"/>
            <a:ext cx="2116667" cy="2146252"/>
          </a:xfrm>
          <a:prstGeom prst="rect">
            <a:avLst/>
          </a:prstGeom>
          <a:blipFill>
            <a:blip r:embed="rId6"/>
            <a:tile tx="0" ty="0" sx="100000" sy="100000" flip="none" algn="tl"/>
          </a:blipFill>
          <a:ln w="6350" algn="ctr">
            <a:solidFill>
              <a:schemeClr val="tx1">
                <a:lumMod val="50000"/>
                <a:lumOff val="50000"/>
              </a:schemeClr>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r>
              <a:rPr lang="en-US" sz="1400" i="1" dirty="0">
                <a:latin typeface="Arial" panose="020B0604020202020204" pitchFamily="34" charset="0"/>
                <a:cs typeface="Arial" panose="020B0604020202020204" pitchFamily="34" charset="0"/>
              </a:rPr>
              <a:t>“Delhi and Haryana Heatwave and Surge in Fires leads to more electrical failures”</a:t>
            </a:r>
          </a:p>
          <a:p>
            <a:pPr algn="ctr">
              <a:lnSpc>
                <a:spcPct val="106000"/>
              </a:lnSpc>
              <a:buFont typeface="Wingdings 2" pitchFamily="18" charset="2"/>
              <a:buNone/>
            </a:pPr>
            <a:r>
              <a:rPr lang="en-US" sz="1200" dirty="0">
                <a:latin typeface="Arial" panose="020B0604020202020204" pitchFamily="34" charset="0"/>
                <a:cs typeface="Arial" panose="020B0604020202020204" pitchFamily="34" charset="0"/>
              </a:rPr>
              <a:t>- </a:t>
            </a:r>
            <a:r>
              <a:rPr lang="en-US" sz="1200" dirty="0">
                <a:latin typeface="Arial" panose="020B0604020202020204" pitchFamily="34" charset="0"/>
                <a:cs typeface="Arial" panose="020B0604020202020204" pitchFamily="34" charset="0"/>
                <a:hlinkClick r:id="rId11">
                  <a:extLst>
                    <a:ext uri="{A12FA001-AC4F-418D-AE19-62706E023703}">
                      <ahyp:hlinkClr xmlns:ahyp="http://schemas.microsoft.com/office/drawing/2018/hyperlinkcolor" val="tx"/>
                    </a:ext>
                  </a:extLst>
                </a:hlinkClick>
              </a:rPr>
              <a:t>Reuters </a:t>
            </a:r>
            <a:endParaRPr lang="en-US" sz="1200" dirty="0">
              <a:latin typeface="Arial" panose="020B0604020202020204" pitchFamily="34" charset="0"/>
              <a:cs typeface="Arial" panose="020B0604020202020204" pitchFamily="34" charset="0"/>
            </a:endParaRPr>
          </a:p>
        </p:txBody>
      </p:sp>
      <p:pic>
        <p:nvPicPr>
          <p:cNvPr id="17" name="Picture 16" descr="Pin PNG transparent image download, size: 512x512px">
            <a:extLst>
              <a:ext uri="{FF2B5EF4-FFF2-40B4-BE49-F238E27FC236}">
                <a16:creationId xmlns:a16="http://schemas.microsoft.com/office/drawing/2014/main" id="{EB74E684-2092-370C-36AE-C4A6784D60C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51360" y="4164655"/>
            <a:ext cx="453749" cy="453749"/>
          </a:xfrm>
          <a:prstGeom prst="rect">
            <a:avLst/>
          </a:prstGeom>
          <a:noFill/>
          <a:extLst>
            <a:ext uri="{909E8E84-426E-40DD-AFC4-6F175D3DCCD1}">
              <a14:hiddenFill xmlns:a14="http://schemas.microsoft.com/office/drawing/2010/main">
                <a:solidFill>
                  <a:srgbClr val="FFFFFF"/>
                </a:solidFill>
              </a14:hiddenFill>
            </a:ext>
          </a:extLst>
        </p:spPr>
      </p:pic>
      <p:sp>
        <p:nvSpPr>
          <p:cNvPr id="18" name="Rectangle 17">
            <a:extLst>
              <a:ext uri="{FF2B5EF4-FFF2-40B4-BE49-F238E27FC236}">
                <a16:creationId xmlns:a16="http://schemas.microsoft.com/office/drawing/2014/main" id="{F54C9BAE-0475-6050-16D4-D7168C8DABFB}"/>
              </a:ext>
            </a:extLst>
          </p:cNvPr>
          <p:cNvSpPr/>
          <p:nvPr/>
        </p:nvSpPr>
        <p:spPr bwMode="gray">
          <a:xfrm>
            <a:off x="6411602" y="1742003"/>
            <a:ext cx="2269067" cy="2302932"/>
          </a:xfrm>
          <a:prstGeom prst="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p>
        </p:txBody>
      </p:sp>
      <p:sp>
        <p:nvSpPr>
          <p:cNvPr id="19" name="Rectangle 18">
            <a:extLst>
              <a:ext uri="{FF2B5EF4-FFF2-40B4-BE49-F238E27FC236}">
                <a16:creationId xmlns:a16="http://schemas.microsoft.com/office/drawing/2014/main" id="{5F3E74F7-B5BE-E4BF-98A0-2CDAECB122A0}"/>
              </a:ext>
            </a:extLst>
          </p:cNvPr>
          <p:cNvSpPr/>
          <p:nvPr/>
        </p:nvSpPr>
        <p:spPr bwMode="gray">
          <a:xfrm>
            <a:off x="6487801" y="1822484"/>
            <a:ext cx="2116667" cy="2146252"/>
          </a:xfrm>
          <a:prstGeom prst="rect">
            <a:avLst/>
          </a:prstGeom>
          <a:blipFill>
            <a:blip r:embed="rId6"/>
            <a:tile tx="0" ty="0" sx="100000" sy="100000" flip="none" algn="tl"/>
          </a:blipFill>
          <a:ln w="6350" algn="ctr">
            <a:solidFill>
              <a:schemeClr val="tx1">
                <a:lumMod val="50000"/>
                <a:lumOff val="50000"/>
              </a:schemeClr>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r>
              <a:rPr lang="en-US" sz="1400" dirty="0">
                <a:latin typeface="Arial" panose="020B0604020202020204" pitchFamily="34" charset="0"/>
                <a:cs typeface="Arial" panose="020B0604020202020204" pitchFamily="34" charset="0"/>
              </a:rPr>
              <a:t>“</a:t>
            </a:r>
            <a:r>
              <a:rPr lang="en-US" sz="1400" i="1" dirty="0">
                <a:latin typeface="Arial" panose="020B0604020202020204" pitchFamily="34" charset="0"/>
                <a:cs typeface="Arial" panose="020B0604020202020204" pitchFamily="34" charset="0"/>
              </a:rPr>
              <a:t>More than 9,700 Crores of power infrastructure damaged due to cyclones in Odisha between 1999-2019” </a:t>
            </a:r>
          </a:p>
          <a:p>
            <a:pPr algn="ctr">
              <a:lnSpc>
                <a:spcPct val="106000"/>
              </a:lnSpc>
              <a:buFont typeface="Wingdings 2" pitchFamily="18" charset="2"/>
              <a:buNone/>
            </a:pPr>
            <a:r>
              <a:rPr lang="en-US" sz="1200" dirty="0">
                <a:latin typeface="Arial" panose="020B0604020202020204" pitchFamily="34" charset="0"/>
                <a:cs typeface="Arial" panose="020B0604020202020204" pitchFamily="34" charset="0"/>
                <a:hlinkClick r:id="rId12">
                  <a:extLst>
                    <a:ext uri="{A12FA001-AC4F-418D-AE19-62706E023703}">
                      <ahyp:hlinkClr xmlns:ahyp="http://schemas.microsoft.com/office/drawing/2018/hyperlinkcolor" val="tx"/>
                    </a:ext>
                  </a:extLst>
                </a:hlinkClick>
              </a:rPr>
              <a:t>Electrical India Article</a:t>
            </a:r>
            <a:endParaRPr lang="en-US" sz="1200" dirty="0">
              <a:latin typeface="Arial" panose="020B0604020202020204" pitchFamily="34" charset="0"/>
              <a:cs typeface="Arial" panose="020B0604020202020204" pitchFamily="34" charset="0"/>
            </a:endParaRPr>
          </a:p>
        </p:txBody>
      </p:sp>
      <p:pic>
        <p:nvPicPr>
          <p:cNvPr id="20" name="Picture 8" descr="Pin PNG transparent image download, size: 512x512px">
            <a:extLst>
              <a:ext uri="{FF2B5EF4-FFF2-40B4-BE49-F238E27FC236}">
                <a16:creationId xmlns:a16="http://schemas.microsoft.com/office/drawing/2014/main" id="{29817B6F-3B40-48E3-E8DD-B9E04C6C905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65020" y="1714346"/>
            <a:ext cx="453749" cy="453749"/>
          </a:xfrm>
          <a:prstGeom prst="rect">
            <a:avLst/>
          </a:prstGeom>
          <a:noFill/>
          <a:extLst>
            <a:ext uri="{909E8E84-426E-40DD-AFC4-6F175D3DCCD1}">
              <a14:hiddenFill xmlns:a14="http://schemas.microsoft.com/office/drawing/2010/main">
                <a:solidFill>
                  <a:srgbClr val="FFFFFF"/>
                </a:solidFill>
              </a14:hiddenFill>
            </a:ext>
          </a:extLst>
        </p:spPr>
      </p:pic>
      <p:sp>
        <p:nvSpPr>
          <p:cNvPr id="21" name="Rectangle 20">
            <a:extLst>
              <a:ext uri="{FF2B5EF4-FFF2-40B4-BE49-F238E27FC236}">
                <a16:creationId xmlns:a16="http://schemas.microsoft.com/office/drawing/2014/main" id="{6921959A-9C3F-C261-19A9-491D7C1D6A97}"/>
              </a:ext>
            </a:extLst>
          </p:cNvPr>
          <p:cNvSpPr/>
          <p:nvPr/>
        </p:nvSpPr>
        <p:spPr bwMode="gray">
          <a:xfrm>
            <a:off x="6398588" y="4192312"/>
            <a:ext cx="2269067" cy="2302932"/>
          </a:xfrm>
          <a:prstGeom prst="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p>
        </p:txBody>
      </p:sp>
      <p:sp>
        <p:nvSpPr>
          <p:cNvPr id="22" name="Rectangle 21">
            <a:extLst>
              <a:ext uri="{FF2B5EF4-FFF2-40B4-BE49-F238E27FC236}">
                <a16:creationId xmlns:a16="http://schemas.microsoft.com/office/drawing/2014/main" id="{98152859-9AA1-180C-9795-647E38FB2706}"/>
              </a:ext>
            </a:extLst>
          </p:cNvPr>
          <p:cNvSpPr/>
          <p:nvPr/>
        </p:nvSpPr>
        <p:spPr bwMode="gray">
          <a:xfrm>
            <a:off x="6474787" y="4272793"/>
            <a:ext cx="2116667" cy="2146252"/>
          </a:xfrm>
          <a:prstGeom prst="rect">
            <a:avLst/>
          </a:prstGeom>
          <a:blipFill>
            <a:blip r:embed="rId6"/>
            <a:tile tx="0" ty="0" sx="100000" sy="100000" flip="none" algn="tl"/>
          </a:blipFill>
          <a:ln w="6350" algn="ctr">
            <a:solidFill>
              <a:schemeClr val="tx1">
                <a:lumMod val="50000"/>
                <a:lumOff val="50000"/>
              </a:schemeClr>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r>
              <a:rPr lang="en-US" sz="1400" i="1" dirty="0">
                <a:latin typeface="Arial" panose="020B0604020202020204" pitchFamily="34" charset="0"/>
                <a:cs typeface="Arial" panose="020B0604020202020204" pitchFamily="34" charset="0"/>
              </a:rPr>
              <a:t>“Karnal: Flash flood leaves 128 transformers, 105 poles damaged” </a:t>
            </a:r>
          </a:p>
          <a:p>
            <a:pPr algn="ctr">
              <a:lnSpc>
                <a:spcPct val="106000"/>
              </a:lnSpc>
              <a:buFont typeface="Wingdings 2" pitchFamily="18" charset="2"/>
              <a:buNone/>
            </a:pPr>
            <a:r>
              <a:rPr lang="en-US" sz="1200" dirty="0">
                <a:latin typeface="Arial" panose="020B0604020202020204" pitchFamily="34" charset="0"/>
                <a:cs typeface="Arial" panose="020B0604020202020204" pitchFamily="34" charset="0"/>
              </a:rPr>
              <a:t>(July 2020 – </a:t>
            </a:r>
            <a:r>
              <a:rPr lang="en-US" sz="1200" dirty="0">
                <a:latin typeface="Arial" panose="020B0604020202020204" pitchFamily="34" charset="0"/>
                <a:cs typeface="Arial" panose="020B0604020202020204" pitchFamily="34" charset="0"/>
                <a:hlinkClick r:id="rId13">
                  <a:extLst>
                    <a:ext uri="{A12FA001-AC4F-418D-AE19-62706E023703}">
                      <ahyp:hlinkClr xmlns:ahyp="http://schemas.microsoft.com/office/drawing/2018/hyperlinkcolor" val="tx"/>
                    </a:ext>
                  </a:extLst>
                </a:hlinkClick>
              </a:rPr>
              <a:t>Tribune India</a:t>
            </a:r>
            <a:r>
              <a:rPr lang="en-US" sz="1200" dirty="0">
                <a:latin typeface="Arial" panose="020B0604020202020204" pitchFamily="34" charset="0"/>
                <a:cs typeface="Arial" panose="020B0604020202020204" pitchFamily="34" charset="0"/>
              </a:rPr>
              <a:t>)</a:t>
            </a:r>
          </a:p>
        </p:txBody>
      </p:sp>
      <p:pic>
        <p:nvPicPr>
          <p:cNvPr id="23" name="Picture 22" descr="Pin PNG transparent image download, size: 512x512px">
            <a:extLst>
              <a:ext uri="{FF2B5EF4-FFF2-40B4-BE49-F238E27FC236}">
                <a16:creationId xmlns:a16="http://schemas.microsoft.com/office/drawing/2014/main" id="{EB42D69E-DF77-A249-1F0E-F30DE513618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52006" y="4164655"/>
            <a:ext cx="453749" cy="453749"/>
          </a:xfrm>
          <a:prstGeom prst="rect">
            <a:avLst/>
          </a:prstGeom>
          <a:noFill/>
          <a:extLst>
            <a:ext uri="{909E8E84-426E-40DD-AFC4-6F175D3DCCD1}">
              <a14:hiddenFill xmlns:a14="http://schemas.microsoft.com/office/drawing/2010/main">
                <a:solidFill>
                  <a:srgbClr val="FFFFFF"/>
                </a:solidFill>
              </a14:hiddenFill>
            </a:ext>
          </a:extLst>
        </p:spPr>
      </p:pic>
      <p:sp>
        <p:nvSpPr>
          <p:cNvPr id="24" name="Rectangle 23">
            <a:extLst>
              <a:ext uri="{FF2B5EF4-FFF2-40B4-BE49-F238E27FC236}">
                <a16:creationId xmlns:a16="http://schemas.microsoft.com/office/drawing/2014/main" id="{1B00150C-6E86-D41C-E6D5-C3C42073278D}"/>
              </a:ext>
            </a:extLst>
          </p:cNvPr>
          <p:cNvSpPr/>
          <p:nvPr/>
        </p:nvSpPr>
        <p:spPr bwMode="gray">
          <a:xfrm>
            <a:off x="9050348" y="1742003"/>
            <a:ext cx="2269067" cy="2302932"/>
          </a:xfrm>
          <a:prstGeom prst="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p>
        </p:txBody>
      </p:sp>
      <p:sp>
        <p:nvSpPr>
          <p:cNvPr id="25" name="Rectangle 24">
            <a:extLst>
              <a:ext uri="{FF2B5EF4-FFF2-40B4-BE49-F238E27FC236}">
                <a16:creationId xmlns:a16="http://schemas.microsoft.com/office/drawing/2014/main" id="{F2148AB4-7314-6D4B-8A44-A5BEA259E3BE}"/>
              </a:ext>
            </a:extLst>
          </p:cNvPr>
          <p:cNvSpPr/>
          <p:nvPr/>
        </p:nvSpPr>
        <p:spPr bwMode="gray">
          <a:xfrm>
            <a:off x="9126547" y="1822484"/>
            <a:ext cx="2116667" cy="2146252"/>
          </a:xfrm>
          <a:prstGeom prst="rect">
            <a:avLst/>
          </a:prstGeom>
          <a:blipFill>
            <a:blip r:embed="rId6"/>
            <a:tile tx="0" ty="0" sx="100000" sy="100000" flip="none" algn="tl"/>
          </a:blipFill>
          <a:ln w="6350" algn="ctr">
            <a:solidFill>
              <a:schemeClr val="tx1">
                <a:lumMod val="50000"/>
                <a:lumOff val="50000"/>
              </a:schemeClr>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r>
              <a:rPr lang="en-US" sz="1400" i="1" dirty="0">
                <a:latin typeface="Arial" panose="020B0604020202020204" pitchFamily="34" charset="0"/>
                <a:cs typeface="Arial" panose="020B0604020202020204" pitchFamily="34" charset="0"/>
              </a:rPr>
              <a:t>“Cyclone Gaja (2018) in TN destroyed 86,000 poles, 800 transformers and 200 substations leading to total electrical infra damage of ₹10.5 billion (US$120.5 million</a:t>
            </a:r>
            <a:r>
              <a:rPr lang="en-US" sz="1400" dirty="0">
                <a:latin typeface="Arial" panose="020B0604020202020204" pitchFamily="34" charset="0"/>
                <a:cs typeface="Arial" panose="020B0604020202020204" pitchFamily="34" charset="0"/>
              </a:rPr>
              <a:t>)”</a:t>
            </a:r>
          </a:p>
        </p:txBody>
      </p:sp>
      <p:pic>
        <p:nvPicPr>
          <p:cNvPr id="26" name="Picture 8" descr="Pin PNG transparent image download, size: 512x512px">
            <a:extLst>
              <a:ext uri="{FF2B5EF4-FFF2-40B4-BE49-F238E27FC236}">
                <a16:creationId xmlns:a16="http://schemas.microsoft.com/office/drawing/2014/main" id="{C9A3F5DB-C012-61F2-EAE1-2672590E700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903766" y="1714346"/>
            <a:ext cx="453749" cy="453749"/>
          </a:xfrm>
          <a:prstGeom prst="rect">
            <a:avLst/>
          </a:prstGeom>
          <a:noFill/>
          <a:extLst>
            <a:ext uri="{909E8E84-426E-40DD-AFC4-6F175D3DCCD1}">
              <a14:hiddenFill xmlns:a14="http://schemas.microsoft.com/office/drawing/2010/main">
                <a:solidFill>
                  <a:srgbClr val="FFFFFF"/>
                </a:solidFill>
              </a14:hiddenFill>
            </a:ext>
          </a:extLst>
        </p:spPr>
      </p:pic>
      <p:sp>
        <p:nvSpPr>
          <p:cNvPr id="27" name="Rectangle 26">
            <a:extLst>
              <a:ext uri="{FF2B5EF4-FFF2-40B4-BE49-F238E27FC236}">
                <a16:creationId xmlns:a16="http://schemas.microsoft.com/office/drawing/2014/main" id="{FEB37392-8BCA-7DAB-C649-6A39512ABB39}"/>
              </a:ext>
            </a:extLst>
          </p:cNvPr>
          <p:cNvSpPr/>
          <p:nvPr/>
        </p:nvSpPr>
        <p:spPr bwMode="gray">
          <a:xfrm>
            <a:off x="9037334" y="4192312"/>
            <a:ext cx="2269067" cy="2302932"/>
          </a:xfrm>
          <a:prstGeom prst="rect">
            <a:avLst/>
          </a:prstGeom>
          <a:solidFill>
            <a:schemeClr val="accent1">
              <a:lumMod val="20000"/>
              <a:lumOff val="80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p>
        </p:txBody>
      </p:sp>
      <p:sp>
        <p:nvSpPr>
          <p:cNvPr id="28" name="Rectangle 27">
            <a:extLst>
              <a:ext uri="{FF2B5EF4-FFF2-40B4-BE49-F238E27FC236}">
                <a16:creationId xmlns:a16="http://schemas.microsoft.com/office/drawing/2014/main" id="{E3A6683B-DD50-A2B7-B48C-0D6DD75631AE}"/>
              </a:ext>
            </a:extLst>
          </p:cNvPr>
          <p:cNvSpPr/>
          <p:nvPr/>
        </p:nvSpPr>
        <p:spPr bwMode="gray">
          <a:xfrm>
            <a:off x="9113533" y="4272793"/>
            <a:ext cx="2116667" cy="2146252"/>
          </a:xfrm>
          <a:prstGeom prst="rect">
            <a:avLst/>
          </a:prstGeom>
          <a:blipFill>
            <a:blip r:embed="rId6"/>
            <a:tile tx="0" ty="0" sx="100000" sy="100000" flip="none" algn="tl"/>
          </a:blipFill>
          <a:ln w="6350" algn="ctr">
            <a:solidFill>
              <a:schemeClr val="tx1">
                <a:lumMod val="50000"/>
                <a:lumOff val="50000"/>
              </a:schemeClr>
            </a:solidFill>
            <a:prstDash val="dash"/>
            <a:miter lim="800000"/>
            <a:headEnd/>
            <a:tailEnd/>
          </a:ln>
        </p:spPr>
        <p:txBody>
          <a:bodyPr wrap="square" lIns="88900" tIns="88900" rIns="88900" bIns="88900" rtlCol="0" anchor="ctr"/>
          <a:lstStyle/>
          <a:p>
            <a:pPr algn="ctr">
              <a:lnSpc>
                <a:spcPct val="106000"/>
              </a:lnSpc>
              <a:buFont typeface="Wingdings 2" pitchFamily="18" charset="2"/>
              <a:buNone/>
            </a:pPr>
            <a:r>
              <a:rPr lang="en-US" sz="1400" i="1" dirty="0">
                <a:latin typeface="Arial" panose="020B0604020202020204" pitchFamily="34" charset="0"/>
                <a:cs typeface="Arial" panose="020B0604020202020204" pitchFamily="34" charset="0"/>
              </a:rPr>
              <a:t>“Weekend rain brought down 546 electricity poles, 64 transformers in </a:t>
            </a:r>
            <a:r>
              <a:rPr lang="en-US" sz="1400" i="1" dirty="0" err="1">
                <a:latin typeface="Arial" panose="020B0604020202020204" pitchFamily="34" charset="0"/>
                <a:cs typeface="Arial" panose="020B0604020202020204" pitchFamily="34" charset="0"/>
              </a:rPr>
              <a:t>Bescom</a:t>
            </a:r>
            <a:r>
              <a:rPr lang="en-US" sz="1400" i="1" dirty="0">
                <a:latin typeface="Arial" panose="020B0604020202020204" pitchFamily="34" charset="0"/>
                <a:cs typeface="Arial" panose="020B0604020202020204" pitchFamily="34" charset="0"/>
              </a:rPr>
              <a:t> jurisdiction”</a:t>
            </a:r>
          </a:p>
          <a:p>
            <a:pPr algn="ctr">
              <a:lnSpc>
                <a:spcPct val="106000"/>
              </a:lnSpc>
              <a:buFont typeface="Wingdings 2" pitchFamily="18" charset="2"/>
              <a:buNone/>
            </a:pPr>
            <a:r>
              <a:rPr lang="en-US" sz="1200" dirty="0">
                <a:latin typeface="Arial" panose="020B0604020202020204" pitchFamily="34" charset="0"/>
                <a:cs typeface="Arial" panose="020B0604020202020204" pitchFamily="34" charset="0"/>
              </a:rPr>
              <a:t> (May 2023 – </a:t>
            </a:r>
            <a:r>
              <a:rPr lang="en-US" sz="1200" dirty="0">
                <a:latin typeface="Arial" panose="020B0604020202020204" pitchFamily="34" charset="0"/>
                <a:cs typeface="Arial" panose="020B0604020202020204" pitchFamily="34" charset="0"/>
                <a:hlinkClick r:id="rId14">
                  <a:extLst>
                    <a:ext uri="{A12FA001-AC4F-418D-AE19-62706E023703}">
                      <ahyp:hlinkClr xmlns:ahyp="http://schemas.microsoft.com/office/drawing/2018/hyperlinkcolor" val="tx"/>
                    </a:ext>
                  </a:extLst>
                </a:hlinkClick>
              </a:rPr>
              <a:t>The Hindu</a:t>
            </a:r>
            <a:r>
              <a:rPr lang="en-US" sz="1200" dirty="0">
                <a:latin typeface="Arial" panose="020B0604020202020204" pitchFamily="34" charset="0"/>
                <a:cs typeface="Arial" panose="020B0604020202020204" pitchFamily="34" charset="0"/>
              </a:rPr>
              <a:t>)</a:t>
            </a:r>
          </a:p>
        </p:txBody>
      </p:sp>
      <p:pic>
        <p:nvPicPr>
          <p:cNvPr id="29" name="Picture 28" descr="Pin PNG transparent image download, size: 512x512px">
            <a:extLst>
              <a:ext uri="{FF2B5EF4-FFF2-40B4-BE49-F238E27FC236}">
                <a16:creationId xmlns:a16="http://schemas.microsoft.com/office/drawing/2014/main" id="{8131818F-136E-A08B-81C2-A3A86615BA0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890752" y="4164655"/>
            <a:ext cx="453749" cy="453749"/>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50">
            <a:extLst>
              <a:ext uri="{FF2B5EF4-FFF2-40B4-BE49-F238E27FC236}">
                <a16:creationId xmlns:a16="http://schemas.microsoft.com/office/drawing/2014/main" id="{D0F705B4-0B94-FF9A-73E2-9DC79FEF14CF}"/>
              </a:ext>
            </a:extLst>
          </p:cNvPr>
          <p:cNvSpPr txBox="1"/>
          <p:nvPr/>
        </p:nvSpPr>
        <p:spPr>
          <a:xfrm>
            <a:off x="521965" y="1051038"/>
            <a:ext cx="11188699" cy="523220"/>
          </a:xfrm>
          <a:prstGeom prst="rect">
            <a:avLst/>
          </a:prstGeom>
          <a:noFill/>
        </p:spPr>
        <p:txBody>
          <a:bodyPr wrap="square">
            <a:spAutoFit/>
          </a:bodyPr>
          <a:lstStyle/>
          <a:p>
            <a:pPr algn="ctr"/>
            <a:r>
              <a:rPr lang="en-US" sz="1400" dirty="0">
                <a:solidFill>
                  <a:schemeClr val="bg1"/>
                </a:solidFill>
                <a:latin typeface="Arial" panose="020B0604020202020204" pitchFamily="34" charset="0"/>
                <a:cs typeface="Arial" panose="020B0604020202020204" pitchFamily="34" charset="0"/>
              </a:rPr>
              <a:t>Many cases available across several news articles, blogs, post, reports and other literature indicates the high vulnerability of power sector assets in case of events like </a:t>
            </a:r>
            <a:r>
              <a:rPr lang="en-US" sz="1400" dirty="0">
                <a:solidFill>
                  <a:srgbClr val="C4D600"/>
                </a:solidFill>
                <a:latin typeface="Arial" panose="020B0604020202020204" pitchFamily="34" charset="0"/>
                <a:cs typeface="Arial" panose="020B0604020202020204" pitchFamily="34" charset="0"/>
              </a:rPr>
              <a:t>glacier burst, flood, cyclone, storm, excessive heats, earthquakes, forest fires</a:t>
            </a:r>
            <a:r>
              <a:rPr lang="en-US" sz="1400" dirty="0">
                <a:solidFill>
                  <a:schemeClr val="bg1"/>
                </a:solidFill>
                <a:latin typeface="Arial" panose="020B0604020202020204" pitchFamily="34" charset="0"/>
                <a:cs typeface="Arial" panose="020B0604020202020204" pitchFamily="34" charset="0"/>
              </a:rPr>
              <a:t>, among others </a:t>
            </a:r>
            <a:endParaRPr lang="en-US" sz="1400" dirty="0">
              <a:solidFill>
                <a:schemeClr val="bg1"/>
              </a:solidFill>
            </a:endParaRPr>
          </a:p>
        </p:txBody>
      </p:sp>
    </p:spTree>
    <p:extLst>
      <p:ext uri="{BB962C8B-B14F-4D97-AF65-F5344CB8AC3E}">
        <p14:creationId xmlns:p14="http://schemas.microsoft.com/office/powerpoint/2010/main" val="1380327454"/>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85E75AA5-7793-42EB-A8A1-2973E74D2021}"/>
              </a:ext>
            </a:extLst>
          </p:cNvPr>
          <p:cNvGraphicFramePr>
            <a:graphicFrameLocks noChangeAspect="1"/>
          </p:cNvGraphicFramePr>
          <p:nvPr>
            <p:custDataLst>
              <p:tags r:id="rId1"/>
            </p:custDataLst>
            <p:extLst>
              <p:ext uri="{D42A27DB-BD31-4B8C-83A1-F6EECF244321}">
                <p14:modId xmlns:p14="http://schemas.microsoft.com/office/powerpoint/2010/main" val="29030833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10" name="Object 9" hidden="1">
                        <a:extLst>
                          <a:ext uri="{FF2B5EF4-FFF2-40B4-BE49-F238E27FC236}">
                            <a16:creationId xmlns:a16="http://schemas.microsoft.com/office/drawing/2014/main" id="{85E75AA5-7793-42EB-A8A1-2973E74D202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Title 5"/>
          <p:cNvSpPr>
            <a:spLocks noGrp="1"/>
          </p:cNvSpPr>
          <p:nvPr>
            <p:ph type="title"/>
          </p:nvPr>
        </p:nvSpPr>
        <p:spPr/>
        <p:txBody>
          <a:bodyPr vert="horz"/>
          <a:lstStyle/>
          <a:p>
            <a:r>
              <a:rPr lang="en-US" sz="2000" b="1" dirty="0">
                <a:solidFill>
                  <a:schemeClr val="bg1"/>
                </a:solidFill>
                <a:latin typeface="Arial" panose="020B0604020202020204" pitchFamily="34" charset="0"/>
                <a:cs typeface="Arial" panose="020B0604020202020204" pitchFamily="34" charset="0"/>
              </a:rPr>
              <a:t>From Blackouts to Breakthroughs: Reinventing the Grid for a Sustainable Tomorrow</a:t>
            </a:r>
            <a:endParaRPr lang="en-GB" sz="2000" b="1" dirty="0">
              <a:solidFill>
                <a:schemeClr val="bg1"/>
              </a:solidFill>
              <a:latin typeface="Arial" panose="020B0604020202020204" pitchFamily="34" charset="0"/>
              <a:cs typeface="Arial" panose="020B0604020202020204" pitchFamily="34" charset="0"/>
            </a:endParaRPr>
          </a:p>
        </p:txBody>
      </p:sp>
      <p:cxnSp>
        <p:nvCxnSpPr>
          <p:cNvPr id="42" name="Straight Connector 41">
            <a:extLst>
              <a:ext uri="{FF2B5EF4-FFF2-40B4-BE49-F238E27FC236}">
                <a16:creationId xmlns:a16="http://schemas.microsoft.com/office/drawing/2014/main" id="{C3307A9C-FA80-4775-B35A-1A643EF2A1BC}"/>
              </a:ext>
            </a:extLst>
          </p:cNvPr>
          <p:cNvCxnSpPr/>
          <p:nvPr/>
        </p:nvCxnSpPr>
        <p:spPr>
          <a:xfrm flipV="1">
            <a:off x="514664" y="910950"/>
            <a:ext cx="11196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ext Placeholder 1"/>
          <p:cNvSpPr>
            <a:spLocks noGrp="1"/>
          </p:cNvSpPr>
          <p:nvPr>
            <p:ph type="body" sz="quarter" idx="13"/>
          </p:nvPr>
        </p:nvSpPr>
        <p:spPr>
          <a:xfrm>
            <a:off x="514664" y="651599"/>
            <a:ext cx="11456571" cy="188912"/>
          </a:xfrm>
          <a:noFill/>
        </p:spPr>
        <p:txBody>
          <a:bodyPr/>
          <a:lstStyle/>
          <a:p>
            <a:pPr algn="just"/>
            <a:r>
              <a:rPr lang="en-US" sz="1400" dirty="0">
                <a:solidFill>
                  <a:schemeClr val="accent1"/>
                </a:solidFill>
                <a:latin typeface="Arial" panose="020B0604020202020204" pitchFamily="34" charset="0"/>
                <a:cs typeface="Arial" panose="020B0604020202020204" pitchFamily="34" charset="0"/>
              </a:rPr>
              <a:t>Heavy losses of power sector from natural events necessitates exploration and inclusion of resilient mitigation measures </a:t>
            </a:r>
          </a:p>
        </p:txBody>
      </p:sp>
      <p:sp>
        <p:nvSpPr>
          <p:cNvPr id="52" name="Rectangle 51">
            <a:extLst>
              <a:ext uri="{FF2B5EF4-FFF2-40B4-BE49-F238E27FC236}">
                <a16:creationId xmlns:a16="http://schemas.microsoft.com/office/drawing/2014/main" id="{3C93EFFF-366A-18A9-390A-6EB2B20EC272}"/>
              </a:ext>
            </a:extLst>
          </p:cNvPr>
          <p:cNvSpPr/>
          <p:nvPr/>
        </p:nvSpPr>
        <p:spPr bwMode="gray">
          <a:xfrm>
            <a:off x="8462" y="2419738"/>
            <a:ext cx="5189087" cy="512031"/>
          </a:xfrm>
          <a:prstGeom prst="rect">
            <a:avLst/>
          </a:prstGeom>
          <a:solidFill>
            <a:srgbClr val="C4D600"/>
          </a:solidFill>
          <a:ln w="19050" algn="ctr">
            <a:solidFill>
              <a:schemeClr val="bg1">
                <a:lumMod val="95000"/>
              </a:schemeClr>
            </a:solidFill>
            <a:miter lim="800000"/>
            <a:headEnd/>
            <a:tailEnd/>
          </a:ln>
        </p:spPr>
        <p:txBody>
          <a:bodyPr wrap="square" lIns="66675" tIns="66675" rIns="66675" bIns="66675" rtlCol="0" anchor="ctr"/>
          <a:lstStyle/>
          <a:p>
            <a:pPr marL="0" marR="0" lvl="0" indent="0" algn="l" defTabSz="685800" rtl="0" eaLnBrk="1" fontAlgn="auto" latinLnBrk="0" hangingPunct="1">
              <a:lnSpc>
                <a:spcPct val="106000"/>
              </a:lnSpc>
              <a:spcBef>
                <a:spcPts val="0"/>
              </a:spcBef>
              <a:spcAft>
                <a:spcPts val="0"/>
              </a:spcAft>
              <a:buClrTx/>
              <a:buSzTx/>
              <a:buFontTx/>
              <a:buNone/>
              <a:tabLst/>
              <a:defRPr/>
            </a:pPr>
            <a:r>
              <a:rPr kumimoji="0" lang="en-GB" sz="1200" b="0" i="0" u="none" strike="noStrike" kern="0" cap="none" spc="0" normalizeH="0" baseline="0" noProof="0" dirty="0">
                <a:ln>
                  <a:noFill/>
                </a:ln>
                <a:effectLst/>
                <a:uLnTx/>
                <a:uFillTx/>
                <a:latin typeface="Arial" panose="020B0604020202020204" pitchFamily="34" charset="0"/>
                <a:ea typeface="+mn-ea"/>
                <a:cs typeface="Arial" panose="020B0604020202020204" pitchFamily="34" charset="0"/>
              </a:rPr>
              <a:t>High Economic Losses from damage of electrical components across the value chain</a:t>
            </a:r>
          </a:p>
        </p:txBody>
      </p:sp>
      <p:sp>
        <p:nvSpPr>
          <p:cNvPr id="57" name="Oval 56">
            <a:extLst>
              <a:ext uri="{FF2B5EF4-FFF2-40B4-BE49-F238E27FC236}">
                <a16:creationId xmlns:a16="http://schemas.microsoft.com/office/drawing/2014/main" id="{371CFEF5-8E72-3C75-09C0-8E1A96666590}"/>
              </a:ext>
            </a:extLst>
          </p:cNvPr>
          <p:cNvSpPr/>
          <p:nvPr/>
        </p:nvSpPr>
        <p:spPr bwMode="gray">
          <a:xfrm>
            <a:off x="4966835" y="2419738"/>
            <a:ext cx="486096" cy="512031"/>
          </a:xfrm>
          <a:prstGeom prst="ellipse">
            <a:avLst/>
          </a:prstGeom>
          <a:solidFill>
            <a:sysClr val="windowText" lastClr="000000"/>
          </a:solidFill>
          <a:ln w="19050" algn="ctr">
            <a:solidFill>
              <a:srgbClr val="0D8390"/>
            </a:solidFill>
            <a:miter lim="800000"/>
            <a:headEnd/>
            <a:tailEnd/>
          </a:ln>
        </p:spPr>
        <p:txBody>
          <a:bodyPr wrap="none" lIns="66675" tIns="66675" rIns="66675" bIns="66675"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1036" name="Freeform 174">
            <a:extLst>
              <a:ext uri="{FF2B5EF4-FFF2-40B4-BE49-F238E27FC236}">
                <a16:creationId xmlns:a16="http://schemas.microsoft.com/office/drawing/2014/main" id="{842728AA-74CE-AC91-4E28-730BF3EC2B63}"/>
              </a:ext>
            </a:extLst>
          </p:cNvPr>
          <p:cNvSpPr>
            <a:spLocks noChangeAspect="1" noEditPoints="1"/>
          </p:cNvSpPr>
          <p:nvPr/>
        </p:nvSpPr>
        <p:spPr bwMode="auto">
          <a:xfrm>
            <a:off x="5047883" y="2502235"/>
            <a:ext cx="324000" cy="32400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04 w 512"/>
              <a:gd name="T11" fmla="*/ 260 h 512"/>
              <a:gd name="T12" fmla="*/ 402 w 512"/>
              <a:gd name="T13" fmla="*/ 263 h 512"/>
              <a:gd name="T14" fmla="*/ 370 w 512"/>
              <a:gd name="T15" fmla="*/ 295 h 512"/>
              <a:gd name="T16" fmla="*/ 362 w 512"/>
              <a:gd name="T17" fmla="*/ 298 h 512"/>
              <a:gd name="T18" fmla="*/ 355 w 512"/>
              <a:gd name="T19" fmla="*/ 295 h 512"/>
              <a:gd name="T20" fmla="*/ 355 w 512"/>
              <a:gd name="T21" fmla="*/ 280 h 512"/>
              <a:gd name="T22" fmla="*/ 369 w 512"/>
              <a:gd name="T23" fmla="*/ 266 h 512"/>
              <a:gd name="T24" fmla="*/ 341 w 512"/>
              <a:gd name="T25" fmla="*/ 266 h 512"/>
              <a:gd name="T26" fmla="*/ 309 w 512"/>
              <a:gd name="T27" fmla="*/ 234 h 512"/>
              <a:gd name="T28" fmla="*/ 309 w 512"/>
              <a:gd name="T29" fmla="*/ 170 h 512"/>
              <a:gd name="T30" fmla="*/ 298 w 512"/>
              <a:gd name="T31" fmla="*/ 160 h 512"/>
              <a:gd name="T32" fmla="*/ 288 w 512"/>
              <a:gd name="T33" fmla="*/ 170 h 512"/>
              <a:gd name="T34" fmla="*/ 288 w 512"/>
              <a:gd name="T35" fmla="*/ 341 h 512"/>
              <a:gd name="T36" fmla="*/ 256 w 512"/>
              <a:gd name="T37" fmla="*/ 373 h 512"/>
              <a:gd name="T38" fmla="*/ 224 w 512"/>
              <a:gd name="T39" fmla="*/ 341 h 512"/>
              <a:gd name="T40" fmla="*/ 224 w 512"/>
              <a:gd name="T41" fmla="*/ 256 h 512"/>
              <a:gd name="T42" fmla="*/ 224 w 512"/>
              <a:gd name="T43" fmla="*/ 170 h 512"/>
              <a:gd name="T44" fmla="*/ 213 w 512"/>
              <a:gd name="T45" fmla="*/ 160 h 512"/>
              <a:gd name="T46" fmla="*/ 202 w 512"/>
              <a:gd name="T47" fmla="*/ 170 h 512"/>
              <a:gd name="T48" fmla="*/ 202 w 512"/>
              <a:gd name="T49" fmla="*/ 341 h 512"/>
              <a:gd name="T50" fmla="*/ 170 w 512"/>
              <a:gd name="T51" fmla="*/ 373 h 512"/>
              <a:gd name="T52" fmla="*/ 138 w 512"/>
              <a:gd name="T53" fmla="*/ 341 h 512"/>
              <a:gd name="T54" fmla="*/ 138 w 512"/>
              <a:gd name="T55" fmla="*/ 277 h 512"/>
              <a:gd name="T56" fmla="*/ 128 w 512"/>
              <a:gd name="T57" fmla="*/ 266 h 512"/>
              <a:gd name="T58" fmla="*/ 117 w 512"/>
              <a:gd name="T59" fmla="*/ 256 h 512"/>
              <a:gd name="T60" fmla="*/ 128 w 512"/>
              <a:gd name="T61" fmla="*/ 245 h 512"/>
              <a:gd name="T62" fmla="*/ 160 w 512"/>
              <a:gd name="T63" fmla="*/ 277 h 512"/>
              <a:gd name="T64" fmla="*/ 160 w 512"/>
              <a:gd name="T65" fmla="*/ 341 h 512"/>
              <a:gd name="T66" fmla="*/ 170 w 512"/>
              <a:gd name="T67" fmla="*/ 352 h 512"/>
              <a:gd name="T68" fmla="*/ 181 w 512"/>
              <a:gd name="T69" fmla="*/ 341 h 512"/>
              <a:gd name="T70" fmla="*/ 181 w 512"/>
              <a:gd name="T71" fmla="*/ 170 h 512"/>
              <a:gd name="T72" fmla="*/ 213 w 512"/>
              <a:gd name="T73" fmla="*/ 138 h 512"/>
              <a:gd name="T74" fmla="*/ 245 w 512"/>
              <a:gd name="T75" fmla="*/ 170 h 512"/>
              <a:gd name="T76" fmla="*/ 245 w 512"/>
              <a:gd name="T77" fmla="*/ 256 h 512"/>
              <a:gd name="T78" fmla="*/ 245 w 512"/>
              <a:gd name="T79" fmla="*/ 341 h 512"/>
              <a:gd name="T80" fmla="*/ 256 w 512"/>
              <a:gd name="T81" fmla="*/ 352 h 512"/>
              <a:gd name="T82" fmla="*/ 266 w 512"/>
              <a:gd name="T83" fmla="*/ 341 h 512"/>
              <a:gd name="T84" fmla="*/ 266 w 512"/>
              <a:gd name="T85" fmla="*/ 170 h 512"/>
              <a:gd name="T86" fmla="*/ 298 w 512"/>
              <a:gd name="T87" fmla="*/ 138 h 512"/>
              <a:gd name="T88" fmla="*/ 330 w 512"/>
              <a:gd name="T89" fmla="*/ 170 h 512"/>
              <a:gd name="T90" fmla="*/ 330 w 512"/>
              <a:gd name="T91" fmla="*/ 234 h 512"/>
              <a:gd name="T92" fmla="*/ 341 w 512"/>
              <a:gd name="T93" fmla="*/ 245 h 512"/>
              <a:gd name="T94" fmla="*/ 369 w 512"/>
              <a:gd name="T95" fmla="*/ 245 h 512"/>
              <a:gd name="T96" fmla="*/ 355 w 512"/>
              <a:gd name="T97" fmla="*/ 231 h 512"/>
              <a:gd name="T98" fmla="*/ 355 w 512"/>
              <a:gd name="T99" fmla="*/ 216 h 512"/>
              <a:gd name="T100" fmla="*/ 370 w 512"/>
              <a:gd name="T101" fmla="*/ 216 h 512"/>
              <a:gd name="T102" fmla="*/ 402 w 512"/>
              <a:gd name="T103" fmla="*/ 248 h 512"/>
              <a:gd name="T104" fmla="*/ 404 w 512"/>
              <a:gd name="T105" fmla="*/ 252 h 512"/>
              <a:gd name="T106" fmla="*/ 404 w 512"/>
              <a:gd name="T107" fmla="*/ 26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04" y="260"/>
                </a:moveTo>
                <a:cubicBezTo>
                  <a:pt x="404" y="261"/>
                  <a:pt x="403" y="262"/>
                  <a:pt x="402" y="263"/>
                </a:cubicBezTo>
                <a:cubicBezTo>
                  <a:pt x="370" y="295"/>
                  <a:pt x="370" y="295"/>
                  <a:pt x="370" y="295"/>
                </a:cubicBezTo>
                <a:cubicBezTo>
                  <a:pt x="368" y="297"/>
                  <a:pt x="365" y="298"/>
                  <a:pt x="362" y="298"/>
                </a:cubicBezTo>
                <a:cubicBezTo>
                  <a:pt x="360" y="298"/>
                  <a:pt x="357" y="297"/>
                  <a:pt x="355" y="295"/>
                </a:cubicBezTo>
                <a:cubicBezTo>
                  <a:pt x="351" y="291"/>
                  <a:pt x="351" y="284"/>
                  <a:pt x="355" y="280"/>
                </a:cubicBezTo>
                <a:cubicBezTo>
                  <a:pt x="369" y="266"/>
                  <a:pt x="369" y="266"/>
                  <a:pt x="369" y="266"/>
                </a:cubicBezTo>
                <a:cubicBezTo>
                  <a:pt x="341" y="266"/>
                  <a:pt x="341" y="266"/>
                  <a:pt x="341" y="266"/>
                </a:cubicBezTo>
                <a:cubicBezTo>
                  <a:pt x="323" y="266"/>
                  <a:pt x="309" y="252"/>
                  <a:pt x="309" y="234"/>
                </a:cubicBezTo>
                <a:cubicBezTo>
                  <a:pt x="309" y="170"/>
                  <a:pt x="309" y="170"/>
                  <a:pt x="309" y="170"/>
                </a:cubicBezTo>
                <a:cubicBezTo>
                  <a:pt x="309" y="164"/>
                  <a:pt x="304" y="160"/>
                  <a:pt x="298" y="160"/>
                </a:cubicBezTo>
                <a:cubicBezTo>
                  <a:pt x="292" y="160"/>
                  <a:pt x="288" y="164"/>
                  <a:pt x="288" y="170"/>
                </a:cubicBezTo>
                <a:cubicBezTo>
                  <a:pt x="288" y="341"/>
                  <a:pt x="288" y="341"/>
                  <a:pt x="288" y="341"/>
                </a:cubicBezTo>
                <a:cubicBezTo>
                  <a:pt x="288" y="359"/>
                  <a:pt x="273" y="373"/>
                  <a:pt x="256" y="373"/>
                </a:cubicBezTo>
                <a:cubicBezTo>
                  <a:pt x="238" y="373"/>
                  <a:pt x="224" y="359"/>
                  <a:pt x="224" y="341"/>
                </a:cubicBezTo>
                <a:cubicBezTo>
                  <a:pt x="224" y="256"/>
                  <a:pt x="224" y="256"/>
                  <a:pt x="224" y="256"/>
                </a:cubicBezTo>
                <a:cubicBezTo>
                  <a:pt x="224" y="170"/>
                  <a:pt x="224" y="170"/>
                  <a:pt x="224" y="170"/>
                </a:cubicBezTo>
                <a:cubicBezTo>
                  <a:pt x="224" y="164"/>
                  <a:pt x="219" y="160"/>
                  <a:pt x="213" y="160"/>
                </a:cubicBezTo>
                <a:cubicBezTo>
                  <a:pt x="207" y="160"/>
                  <a:pt x="202" y="164"/>
                  <a:pt x="202" y="170"/>
                </a:cubicBezTo>
                <a:cubicBezTo>
                  <a:pt x="202" y="341"/>
                  <a:pt x="202" y="341"/>
                  <a:pt x="202" y="341"/>
                </a:cubicBezTo>
                <a:cubicBezTo>
                  <a:pt x="202" y="359"/>
                  <a:pt x="188" y="373"/>
                  <a:pt x="170" y="373"/>
                </a:cubicBezTo>
                <a:cubicBezTo>
                  <a:pt x="153" y="373"/>
                  <a:pt x="138" y="359"/>
                  <a:pt x="138" y="341"/>
                </a:cubicBezTo>
                <a:cubicBezTo>
                  <a:pt x="138" y="277"/>
                  <a:pt x="138" y="277"/>
                  <a:pt x="138" y="277"/>
                </a:cubicBezTo>
                <a:cubicBezTo>
                  <a:pt x="138" y="271"/>
                  <a:pt x="134" y="266"/>
                  <a:pt x="128" y="266"/>
                </a:cubicBezTo>
                <a:cubicBezTo>
                  <a:pt x="122" y="266"/>
                  <a:pt x="117" y="262"/>
                  <a:pt x="117" y="256"/>
                </a:cubicBezTo>
                <a:cubicBezTo>
                  <a:pt x="117" y="250"/>
                  <a:pt x="122" y="245"/>
                  <a:pt x="128" y="245"/>
                </a:cubicBezTo>
                <a:cubicBezTo>
                  <a:pt x="145" y="245"/>
                  <a:pt x="160" y="259"/>
                  <a:pt x="160" y="277"/>
                </a:cubicBezTo>
                <a:cubicBezTo>
                  <a:pt x="160" y="341"/>
                  <a:pt x="160" y="341"/>
                  <a:pt x="160" y="341"/>
                </a:cubicBezTo>
                <a:cubicBezTo>
                  <a:pt x="160" y="347"/>
                  <a:pt x="164" y="352"/>
                  <a:pt x="170" y="352"/>
                </a:cubicBezTo>
                <a:cubicBezTo>
                  <a:pt x="176" y="352"/>
                  <a:pt x="181" y="347"/>
                  <a:pt x="181" y="341"/>
                </a:cubicBezTo>
                <a:cubicBezTo>
                  <a:pt x="181" y="170"/>
                  <a:pt x="181" y="170"/>
                  <a:pt x="181" y="170"/>
                </a:cubicBezTo>
                <a:cubicBezTo>
                  <a:pt x="181" y="153"/>
                  <a:pt x="195" y="138"/>
                  <a:pt x="213" y="138"/>
                </a:cubicBezTo>
                <a:cubicBezTo>
                  <a:pt x="231" y="138"/>
                  <a:pt x="245" y="153"/>
                  <a:pt x="245" y="170"/>
                </a:cubicBezTo>
                <a:cubicBezTo>
                  <a:pt x="245" y="256"/>
                  <a:pt x="245" y="256"/>
                  <a:pt x="245" y="256"/>
                </a:cubicBezTo>
                <a:cubicBezTo>
                  <a:pt x="245" y="341"/>
                  <a:pt x="245" y="341"/>
                  <a:pt x="245" y="341"/>
                </a:cubicBezTo>
                <a:cubicBezTo>
                  <a:pt x="245" y="347"/>
                  <a:pt x="250" y="352"/>
                  <a:pt x="256" y="352"/>
                </a:cubicBezTo>
                <a:cubicBezTo>
                  <a:pt x="262" y="352"/>
                  <a:pt x="266" y="347"/>
                  <a:pt x="266" y="341"/>
                </a:cubicBezTo>
                <a:cubicBezTo>
                  <a:pt x="266" y="170"/>
                  <a:pt x="266" y="170"/>
                  <a:pt x="266" y="170"/>
                </a:cubicBezTo>
                <a:cubicBezTo>
                  <a:pt x="266" y="153"/>
                  <a:pt x="281" y="138"/>
                  <a:pt x="298" y="138"/>
                </a:cubicBezTo>
                <a:cubicBezTo>
                  <a:pt x="316" y="138"/>
                  <a:pt x="330" y="153"/>
                  <a:pt x="330" y="170"/>
                </a:cubicBezTo>
                <a:cubicBezTo>
                  <a:pt x="330" y="234"/>
                  <a:pt x="330" y="234"/>
                  <a:pt x="330" y="234"/>
                </a:cubicBezTo>
                <a:cubicBezTo>
                  <a:pt x="330" y="240"/>
                  <a:pt x="335" y="245"/>
                  <a:pt x="341" y="245"/>
                </a:cubicBezTo>
                <a:cubicBezTo>
                  <a:pt x="369" y="245"/>
                  <a:pt x="369" y="245"/>
                  <a:pt x="369" y="245"/>
                </a:cubicBezTo>
                <a:cubicBezTo>
                  <a:pt x="355" y="231"/>
                  <a:pt x="355" y="231"/>
                  <a:pt x="355" y="231"/>
                </a:cubicBezTo>
                <a:cubicBezTo>
                  <a:pt x="351" y="227"/>
                  <a:pt x="351" y="220"/>
                  <a:pt x="355" y="216"/>
                </a:cubicBezTo>
                <a:cubicBezTo>
                  <a:pt x="359" y="212"/>
                  <a:pt x="366" y="212"/>
                  <a:pt x="370" y="216"/>
                </a:cubicBezTo>
                <a:cubicBezTo>
                  <a:pt x="402" y="248"/>
                  <a:pt x="402" y="248"/>
                  <a:pt x="402" y="248"/>
                </a:cubicBezTo>
                <a:cubicBezTo>
                  <a:pt x="403" y="249"/>
                  <a:pt x="404" y="250"/>
                  <a:pt x="404" y="252"/>
                </a:cubicBezTo>
                <a:cubicBezTo>
                  <a:pt x="405" y="254"/>
                  <a:pt x="405" y="257"/>
                  <a:pt x="404" y="260"/>
                </a:cubicBezTo>
                <a:close/>
              </a:path>
            </a:pathLst>
          </a:custGeom>
          <a:solidFill>
            <a:srgbClr val="007CB0">
              <a:lumMod val="20000"/>
              <a:lumOff val="80000"/>
            </a:srgbClr>
          </a:solidFill>
          <a:ln>
            <a:noFill/>
          </a:ln>
        </p:spPr>
        <p:txBody>
          <a:bodyPr vert="horz" wrap="square" lIns="68580" tIns="34290" rIns="68580" bIns="34290" numCol="1" anchor="t" anchorCtr="0" compatLnSpc="1">
            <a:prstTxWarp prst="textNoShape">
              <a:avLst/>
            </a:prstTxWarp>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1039" name="TextBox 1038">
            <a:extLst>
              <a:ext uri="{FF2B5EF4-FFF2-40B4-BE49-F238E27FC236}">
                <a16:creationId xmlns:a16="http://schemas.microsoft.com/office/drawing/2014/main" id="{14C54C4C-0A09-30A0-C160-B3109E8066F3}"/>
              </a:ext>
            </a:extLst>
          </p:cNvPr>
          <p:cNvSpPr txBox="1"/>
          <p:nvPr/>
        </p:nvSpPr>
        <p:spPr>
          <a:xfrm>
            <a:off x="36266" y="1650005"/>
            <a:ext cx="4930569"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Key Risks / Challenges necessitating need for enhancing resiliency of power sector  </a:t>
            </a:r>
            <a:endParaRPr kumimoji="0" lang="en-US" sz="1400" b="0" i="0" u="none" strike="noStrike" kern="1200" cap="none" spc="0" normalizeH="0" baseline="0" noProof="0" dirty="0">
              <a:ln>
                <a:noFill/>
              </a:ln>
              <a:solidFill>
                <a:prstClr val="white"/>
              </a:solidFill>
              <a:effectLst/>
              <a:uLnTx/>
              <a:uFillTx/>
              <a:latin typeface="Calibri"/>
              <a:ea typeface="+mn-ea"/>
              <a:cs typeface="+mn-cs"/>
            </a:endParaRPr>
          </a:p>
        </p:txBody>
      </p:sp>
      <p:sp>
        <p:nvSpPr>
          <p:cNvPr id="3" name="Rectangle 2">
            <a:extLst>
              <a:ext uri="{FF2B5EF4-FFF2-40B4-BE49-F238E27FC236}">
                <a16:creationId xmlns:a16="http://schemas.microsoft.com/office/drawing/2014/main" id="{6AB00205-71A0-DDC9-6F89-5F3DF129900B}"/>
              </a:ext>
            </a:extLst>
          </p:cNvPr>
          <p:cNvSpPr/>
          <p:nvPr/>
        </p:nvSpPr>
        <p:spPr bwMode="gray">
          <a:xfrm>
            <a:off x="8462" y="3053159"/>
            <a:ext cx="5189087" cy="512031"/>
          </a:xfrm>
          <a:prstGeom prst="rect">
            <a:avLst/>
          </a:prstGeom>
          <a:solidFill>
            <a:schemeClr val="accent5"/>
          </a:solidFill>
          <a:ln w="19050" algn="ctr">
            <a:solidFill>
              <a:schemeClr val="bg1">
                <a:lumMod val="95000"/>
              </a:schemeClr>
            </a:solidFill>
            <a:miter lim="800000"/>
            <a:headEnd/>
            <a:tailEnd/>
          </a:ln>
        </p:spPr>
        <p:txBody>
          <a:bodyPr wrap="square" lIns="66675" tIns="66675" rIns="66675" bIns="66675" rtlCol="0" anchor="ctr"/>
          <a:lstStyle/>
          <a:p>
            <a:pPr marL="0" marR="0" lvl="0" indent="0" algn="l" defTabSz="685800" rtl="0" eaLnBrk="1" fontAlgn="auto" latinLnBrk="0" hangingPunct="1">
              <a:lnSpc>
                <a:spcPct val="106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Economic losses negatively impact the financial performance of the </a:t>
            </a:r>
          </a:p>
          <a:p>
            <a:pPr marL="0" marR="0" lvl="0" indent="0" algn="l" defTabSz="685800" rtl="0" eaLnBrk="1" fontAlgn="auto" latinLnBrk="0" hangingPunct="1">
              <a:lnSpc>
                <a:spcPct val="106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power sector utilities </a:t>
            </a:r>
          </a:p>
        </p:txBody>
      </p:sp>
      <p:sp>
        <p:nvSpPr>
          <p:cNvPr id="4" name="Oval 3">
            <a:extLst>
              <a:ext uri="{FF2B5EF4-FFF2-40B4-BE49-F238E27FC236}">
                <a16:creationId xmlns:a16="http://schemas.microsoft.com/office/drawing/2014/main" id="{380006CA-936A-1372-240A-5DEBE42C0E3F}"/>
              </a:ext>
            </a:extLst>
          </p:cNvPr>
          <p:cNvSpPr/>
          <p:nvPr/>
        </p:nvSpPr>
        <p:spPr bwMode="gray">
          <a:xfrm>
            <a:off x="4966835" y="3053159"/>
            <a:ext cx="486096" cy="512031"/>
          </a:xfrm>
          <a:prstGeom prst="ellipse">
            <a:avLst/>
          </a:prstGeom>
          <a:solidFill>
            <a:sysClr val="windowText" lastClr="000000"/>
          </a:solidFill>
          <a:ln w="19050" algn="ctr">
            <a:solidFill>
              <a:srgbClr val="0D8390"/>
            </a:solidFill>
            <a:miter lim="800000"/>
            <a:headEnd/>
            <a:tailEnd/>
          </a:ln>
        </p:spPr>
        <p:txBody>
          <a:bodyPr wrap="none" lIns="66675" tIns="66675" rIns="66675" bIns="66675"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5" name="Freeform 174">
            <a:extLst>
              <a:ext uri="{FF2B5EF4-FFF2-40B4-BE49-F238E27FC236}">
                <a16:creationId xmlns:a16="http://schemas.microsoft.com/office/drawing/2014/main" id="{53A0ED0E-866D-B993-A519-F6A1F13D8AAE}"/>
              </a:ext>
            </a:extLst>
          </p:cNvPr>
          <p:cNvSpPr>
            <a:spLocks noChangeAspect="1" noEditPoints="1"/>
          </p:cNvSpPr>
          <p:nvPr/>
        </p:nvSpPr>
        <p:spPr bwMode="auto">
          <a:xfrm>
            <a:off x="5047883" y="3135656"/>
            <a:ext cx="324000" cy="32400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04 w 512"/>
              <a:gd name="T11" fmla="*/ 260 h 512"/>
              <a:gd name="T12" fmla="*/ 402 w 512"/>
              <a:gd name="T13" fmla="*/ 263 h 512"/>
              <a:gd name="T14" fmla="*/ 370 w 512"/>
              <a:gd name="T15" fmla="*/ 295 h 512"/>
              <a:gd name="T16" fmla="*/ 362 w 512"/>
              <a:gd name="T17" fmla="*/ 298 h 512"/>
              <a:gd name="T18" fmla="*/ 355 w 512"/>
              <a:gd name="T19" fmla="*/ 295 h 512"/>
              <a:gd name="T20" fmla="*/ 355 w 512"/>
              <a:gd name="T21" fmla="*/ 280 h 512"/>
              <a:gd name="T22" fmla="*/ 369 w 512"/>
              <a:gd name="T23" fmla="*/ 266 h 512"/>
              <a:gd name="T24" fmla="*/ 341 w 512"/>
              <a:gd name="T25" fmla="*/ 266 h 512"/>
              <a:gd name="T26" fmla="*/ 309 w 512"/>
              <a:gd name="T27" fmla="*/ 234 h 512"/>
              <a:gd name="T28" fmla="*/ 309 w 512"/>
              <a:gd name="T29" fmla="*/ 170 h 512"/>
              <a:gd name="T30" fmla="*/ 298 w 512"/>
              <a:gd name="T31" fmla="*/ 160 h 512"/>
              <a:gd name="T32" fmla="*/ 288 w 512"/>
              <a:gd name="T33" fmla="*/ 170 h 512"/>
              <a:gd name="T34" fmla="*/ 288 w 512"/>
              <a:gd name="T35" fmla="*/ 341 h 512"/>
              <a:gd name="T36" fmla="*/ 256 w 512"/>
              <a:gd name="T37" fmla="*/ 373 h 512"/>
              <a:gd name="T38" fmla="*/ 224 w 512"/>
              <a:gd name="T39" fmla="*/ 341 h 512"/>
              <a:gd name="T40" fmla="*/ 224 w 512"/>
              <a:gd name="T41" fmla="*/ 256 h 512"/>
              <a:gd name="T42" fmla="*/ 224 w 512"/>
              <a:gd name="T43" fmla="*/ 170 h 512"/>
              <a:gd name="T44" fmla="*/ 213 w 512"/>
              <a:gd name="T45" fmla="*/ 160 h 512"/>
              <a:gd name="T46" fmla="*/ 202 w 512"/>
              <a:gd name="T47" fmla="*/ 170 h 512"/>
              <a:gd name="T48" fmla="*/ 202 w 512"/>
              <a:gd name="T49" fmla="*/ 341 h 512"/>
              <a:gd name="T50" fmla="*/ 170 w 512"/>
              <a:gd name="T51" fmla="*/ 373 h 512"/>
              <a:gd name="T52" fmla="*/ 138 w 512"/>
              <a:gd name="T53" fmla="*/ 341 h 512"/>
              <a:gd name="T54" fmla="*/ 138 w 512"/>
              <a:gd name="T55" fmla="*/ 277 h 512"/>
              <a:gd name="T56" fmla="*/ 128 w 512"/>
              <a:gd name="T57" fmla="*/ 266 h 512"/>
              <a:gd name="T58" fmla="*/ 117 w 512"/>
              <a:gd name="T59" fmla="*/ 256 h 512"/>
              <a:gd name="T60" fmla="*/ 128 w 512"/>
              <a:gd name="T61" fmla="*/ 245 h 512"/>
              <a:gd name="T62" fmla="*/ 160 w 512"/>
              <a:gd name="T63" fmla="*/ 277 h 512"/>
              <a:gd name="T64" fmla="*/ 160 w 512"/>
              <a:gd name="T65" fmla="*/ 341 h 512"/>
              <a:gd name="T66" fmla="*/ 170 w 512"/>
              <a:gd name="T67" fmla="*/ 352 h 512"/>
              <a:gd name="T68" fmla="*/ 181 w 512"/>
              <a:gd name="T69" fmla="*/ 341 h 512"/>
              <a:gd name="T70" fmla="*/ 181 w 512"/>
              <a:gd name="T71" fmla="*/ 170 h 512"/>
              <a:gd name="T72" fmla="*/ 213 w 512"/>
              <a:gd name="T73" fmla="*/ 138 h 512"/>
              <a:gd name="T74" fmla="*/ 245 w 512"/>
              <a:gd name="T75" fmla="*/ 170 h 512"/>
              <a:gd name="T76" fmla="*/ 245 w 512"/>
              <a:gd name="T77" fmla="*/ 256 h 512"/>
              <a:gd name="T78" fmla="*/ 245 w 512"/>
              <a:gd name="T79" fmla="*/ 341 h 512"/>
              <a:gd name="T80" fmla="*/ 256 w 512"/>
              <a:gd name="T81" fmla="*/ 352 h 512"/>
              <a:gd name="T82" fmla="*/ 266 w 512"/>
              <a:gd name="T83" fmla="*/ 341 h 512"/>
              <a:gd name="T84" fmla="*/ 266 w 512"/>
              <a:gd name="T85" fmla="*/ 170 h 512"/>
              <a:gd name="T86" fmla="*/ 298 w 512"/>
              <a:gd name="T87" fmla="*/ 138 h 512"/>
              <a:gd name="T88" fmla="*/ 330 w 512"/>
              <a:gd name="T89" fmla="*/ 170 h 512"/>
              <a:gd name="T90" fmla="*/ 330 w 512"/>
              <a:gd name="T91" fmla="*/ 234 h 512"/>
              <a:gd name="T92" fmla="*/ 341 w 512"/>
              <a:gd name="T93" fmla="*/ 245 h 512"/>
              <a:gd name="T94" fmla="*/ 369 w 512"/>
              <a:gd name="T95" fmla="*/ 245 h 512"/>
              <a:gd name="T96" fmla="*/ 355 w 512"/>
              <a:gd name="T97" fmla="*/ 231 h 512"/>
              <a:gd name="T98" fmla="*/ 355 w 512"/>
              <a:gd name="T99" fmla="*/ 216 h 512"/>
              <a:gd name="T100" fmla="*/ 370 w 512"/>
              <a:gd name="T101" fmla="*/ 216 h 512"/>
              <a:gd name="T102" fmla="*/ 402 w 512"/>
              <a:gd name="T103" fmla="*/ 248 h 512"/>
              <a:gd name="T104" fmla="*/ 404 w 512"/>
              <a:gd name="T105" fmla="*/ 252 h 512"/>
              <a:gd name="T106" fmla="*/ 404 w 512"/>
              <a:gd name="T107" fmla="*/ 26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04" y="260"/>
                </a:moveTo>
                <a:cubicBezTo>
                  <a:pt x="404" y="261"/>
                  <a:pt x="403" y="262"/>
                  <a:pt x="402" y="263"/>
                </a:cubicBezTo>
                <a:cubicBezTo>
                  <a:pt x="370" y="295"/>
                  <a:pt x="370" y="295"/>
                  <a:pt x="370" y="295"/>
                </a:cubicBezTo>
                <a:cubicBezTo>
                  <a:pt x="368" y="297"/>
                  <a:pt x="365" y="298"/>
                  <a:pt x="362" y="298"/>
                </a:cubicBezTo>
                <a:cubicBezTo>
                  <a:pt x="360" y="298"/>
                  <a:pt x="357" y="297"/>
                  <a:pt x="355" y="295"/>
                </a:cubicBezTo>
                <a:cubicBezTo>
                  <a:pt x="351" y="291"/>
                  <a:pt x="351" y="284"/>
                  <a:pt x="355" y="280"/>
                </a:cubicBezTo>
                <a:cubicBezTo>
                  <a:pt x="369" y="266"/>
                  <a:pt x="369" y="266"/>
                  <a:pt x="369" y="266"/>
                </a:cubicBezTo>
                <a:cubicBezTo>
                  <a:pt x="341" y="266"/>
                  <a:pt x="341" y="266"/>
                  <a:pt x="341" y="266"/>
                </a:cubicBezTo>
                <a:cubicBezTo>
                  <a:pt x="323" y="266"/>
                  <a:pt x="309" y="252"/>
                  <a:pt x="309" y="234"/>
                </a:cubicBezTo>
                <a:cubicBezTo>
                  <a:pt x="309" y="170"/>
                  <a:pt x="309" y="170"/>
                  <a:pt x="309" y="170"/>
                </a:cubicBezTo>
                <a:cubicBezTo>
                  <a:pt x="309" y="164"/>
                  <a:pt x="304" y="160"/>
                  <a:pt x="298" y="160"/>
                </a:cubicBezTo>
                <a:cubicBezTo>
                  <a:pt x="292" y="160"/>
                  <a:pt x="288" y="164"/>
                  <a:pt x="288" y="170"/>
                </a:cubicBezTo>
                <a:cubicBezTo>
                  <a:pt x="288" y="341"/>
                  <a:pt x="288" y="341"/>
                  <a:pt x="288" y="341"/>
                </a:cubicBezTo>
                <a:cubicBezTo>
                  <a:pt x="288" y="359"/>
                  <a:pt x="273" y="373"/>
                  <a:pt x="256" y="373"/>
                </a:cubicBezTo>
                <a:cubicBezTo>
                  <a:pt x="238" y="373"/>
                  <a:pt x="224" y="359"/>
                  <a:pt x="224" y="341"/>
                </a:cubicBezTo>
                <a:cubicBezTo>
                  <a:pt x="224" y="256"/>
                  <a:pt x="224" y="256"/>
                  <a:pt x="224" y="256"/>
                </a:cubicBezTo>
                <a:cubicBezTo>
                  <a:pt x="224" y="170"/>
                  <a:pt x="224" y="170"/>
                  <a:pt x="224" y="170"/>
                </a:cubicBezTo>
                <a:cubicBezTo>
                  <a:pt x="224" y="164"/>
                  <a:pt x="219" y="160"/>
                  <a:pt x="213" y="160"/>
                </a:cubicBezTo>
                <a:cubicBezTo>
                  <a:pt x="207" y="160"/>
                  <a:pt x="202" y="164"/>
                  <a:pt x="202" y="170"/>
                </a:cubicBezTo>
                <a:cubicBezTo>
                  <a:pt x="202" y="341"/>
                  <a:pt x="202" y="341"/>
                  <a:pt x="202" y="341"/>
                </a:cubicBezTo>
                <a:cubicBezTo>
                  <a:pt x="202" y="359"/>
                  <a:pt x="188" y="373"/>
                  <a:pt x="170" y="373"/>
                </a:cubicBezTo>
                <a:cubicBezTo>
                  <a:pt x="153" y="373"/>
                  <a:pt x="138" y="359"/>
                  <a:pt x="138" y="341"/>
                </a:cubicBezTo>
                <a:cubicBezTo>
                  <a:pt x="138" y="277"/>
                  <a:pt x="138" y="277"/>
                  <a:pt x="138" y="277"/>
                </a:cubicBezTo>
                <a:cubicBezTo>
                  <a:pt x="138" y="271"/>
                  <a:pt x="134" y="266"/>
                  <a:pt x="128" y="266"/>
                </a:cubicBezTo>
                <a:cubicBezTo>
                  <a:pt x="122" y="266"/>
                  <a:pt x="117" y="262"/>
                  <a:pt x="117" y="256"/>
                </a:cubicBezTo>
                <a:cubicBezTo>
                  <a:pt x="117" y="250"/>
                  <a:pt x="122" y="245"/>
                  <a:pt x="128" y="245"/>
                </a:cubicBezTo>
                <a:cubicBezTo>
                  <a:pt x="145" y="245"/>
                  <a:pt x="160" y="259"/>
                  <a:pt x="160" y="277"/>
                </a:cubicBezTo>
                <a:cubicBezTo>
                  <a:pt x="160" y="341"/>
                  <a:pt x="160" y="341"/>
                  <a:pt x="160" y="341"/>
                </a:cubicBezTo>
                <a:cubicBezTo>
                  <a:pt x="160" y="347"/>
                  <a:pt x="164" y="352"/>
                  <a:pt x="170" y="352"/>
                </a:cubicBezTo>
                <a:cubicBezTo>
                  <a:pt x="176" y="352"/>
                  <a:pt x="181" y="347"/>
                  <a:pt x="181" y="341"/>
                </a:cubicBezTo>
                <a:cubicBezTo>
                  <a:pt x="181" y="170"/>
                  <a:pt x="181" y="170"/>
                  <a:pt x="181" y="170"/>
                </a:cubicBezTo>
                <a:cubicBezTo>
                  <a:pt x="181" y="153"/>
                  <a:pt x="195" y="138"/>
                  <a:pt x="213" y="138"/>
                </a:cubicBezTo>
                <a:cubicBezTo>
                  <a:pt x="231" y="138"/>
                  <a:pt x="245" y="153"/>
                  <a:pt x="245" y="170"/>
                </a:cubicBezTo>
                <a:cubicBezTo>
                  <a:pt x="245" y="256"/>
                  <a:pt x="245" y="256"/>
                  <a:pt x="245" y="256"/>
                </a:cubicBezTo>
                <a:cubicBezTo>
                  <a:pt x="245" y="341"/>
                  <a:pt x="245" y="341"/>
                  <a:pt x="245" y="341"/>
                </a:cubicBezTo>
                <a:cubicBezTo>
                  <a:pt x="245" y="347"/>
                  <a:pt x="250" y="352"/>
                  <a:pt x="256" y="352"/>
                </a:cubicBezTo>
                <a:cubicBezTo>
                  <a:pt x="262" y="352"/>
                  <a:pt x="266" y="347"/>
                  <a:pt x="266" y="341"/>
                </a:cubicBezTo>
                <a:cubicBezTo>
                  <a:pt x="266" y="170"/>
                  <a:pt x="266" y="170"/>
                  <a:pt x="266" y="170"/>
                </a:cubicBezTo>
                <a:cubicBezTo>
                  <a:pt x="266" y="153"/>
                  <a:pt x="281" y="138"/>
                  <a:pt x="298" y="138"/>
                </a:cubicBezTo>
                <a:cubicBezTo>
                  <a:pt x="316" y="138"/>
                  <a:pt x="330" y="153"/>
                  <a:pt x="330" y="170"/>
                </a:cubicBezTo>
                <a:cubicBezTo>
                  <a:pt x="330" y="234"/>
                  <a:pt x="330" y="234"/>
                  <a:pt x="330" y="234"/>
                </a:cubicBezTo>
                <a:cubicBezTo>
                  <a:pt x="330" y="240"/>
                  <a:pt x="335" y="245"/>
                  <a:pt x="341" y="245"/>
                </a:cubicBezTo>
                <a:cubicBezTo>
                  <a:pt x="369" y="245"/>
                  <a:pt x="369" y="245"/>
                  <a:pt x="369" y="245"/>
                </a:cubicBezTo>
                <a:cubicBezTo>
                  <a:pt x="355" y="231"/>
                  <a:pt x="355" y="231"/>
                  <a:pt x="355" y="231"/>
                </a:cubicBezTo>
                <a:cubicBezTo>
                  <a:pt x="351" y="227"/>
                  <a:pt x="351" y="220"/>
                  <a:pt x="355" y="216"/>
                </a:cubicBezTo>
                <a:cubicBezTo>
                  <a:pt x="359" y="212"/>
                  <a:pt x="366" y="212"/>
                  <a:pt x="370" y="216"/>
                </a:cubicBezTo>
                <a:cubicBezTo>
                  <a:pt x="402" y="248"/>
                  <a:pt x="402" y="248"/>
                  <a:pt x="402" y="248"/>
                </a:cubicBezTo>
                <a:cubicBezTo>
                  <a:pt x="403" y="249"/>
                  <a:pt x="404" y="250"/>
                  <a:pt x="404" y="252"/>
                </a:cubicBezTo>
                <a:cubicBezTo>
                  <a:pt x="405" y="254"/>
                  <a:pt x="405" y="257"/>
                  <a:pt x="404" y="260"/>
                </a:cubicBezTo>
                <a:close/>
              </a:path>
            </a:pathLst>
          </a:custGeom>
          <a:solidFill>
            <a:srgbClr val="007CB0">
              <a:lumMod val="20000"/>
              <a:lumOff val="80000"/>
            </a:srgbClr>
          </a:solidFill>
          <a:ln>
            <a:noFill/>
          </a:ln>
        </p:spPr>
        <p:txBody>
          <a:bodyPr vert="horz" wrap="square" lIns="68580" tIns="34290" rIns="68580" bIns="34290" numCol="1" anchor="t" anchorCtr="0" compatLnSpc="1">
            <a:prstTxWarp prst="textNoShape">
              <a:avLst/>
            </a:prstTxWarp>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7" name="Rectangle 6">
            <a:extLst>
              <a:ext uri="{FF2B5EF4-FFF2-40B4-BE49-F238E27FC236}">
                <a16:creationId xmlns:a16="http://schemas.microsoft.com/office/drawing/2014/main" id="{BAC4B1B7-9F65-1307-1D0B-DC45E3DDC55E}"/>
              </a:ext>
            </a:extLst>
          </p:cNvPr>
          <p:cNvSpPr/>
          <p:nvPr/>
        </p:nvSpPr>
        <p:spPr bwMode="gray">
          <a:xfrm>
            <a:off x="8462" y="3686580"/>
            <a:ext cx="5189087" cy="512031"/>
          </a:xfrm>
          <a:prstGeom prst="rect">
            <a:avLst/>
          </a:prstGeom>
          <a:solidFill>
            <a:schemeClr val="accent2"/>
          </a:solidFill>
          <a:ln w="19050" algn="ctr">
            <a:solidFill>
              <a:schemeClr val="bg1">
                <a:lumMod val="95000"/>
              </a:schemeClr>
            </a:solidFill>
            <a:miter lim="800000"/>
            <a:headEnd/>
            <a:tailEnd/>
          </a:ln>
        </p:spPr>
        <p:txBody>
          <a:bodyPr wrap="square" lIns="66675" tIns="66675" rIns="66675" bIns="66675" rtlCol="0" anchor="ctr"/>
          <a:lstStyle/>
          <a:p>
            <a:pPr marL="0" marR="0" lvl="0" indent="0" algn="l" defTabSz="685800" rtl="0" eaLnBrk="1" fontAlgn="auto" latinLnBrk="0" hangingPunct="1">
              <a:lnSpc>
                <a:spcPct val="106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Breakdowns, major blackouts and Outages pose as a major threat to </a:t>
            </a:r>
          </a:p>
          <a:p>
            <a:pPr marL="0" marR="0" lvl="0" indent="0" algn="l" defTabSz="685800" rtl="0" eaLnBrk="1" fontAlgn="auto" latinLnBrk="0" hangingPunct="1">
              <a:lnSpc>
                <a:spcPct val="106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reliable and uninterrupted power to citizens </a:t>
            </a:r>
          </a:p>
        </p:txBody>
      </p:sp>
      <p:sp>
        <p:nvSpPr>
          <p:cNvPr id="8" name="Oval 7">
            <a:extLst>
              <a:ext uri="{FF2B5EF4-FFF2-40B4-BE49-F238E27FC236}">
                <a16:creationId xmlns:a16="http://schemas.microsoft.com/office/drawing/2014/main" id="{CF997B5E-D826-376F-9EA2-8D2DD3AEFDF8}"/>
              </a:ext>
            </a:extLst>
          </p:cNvPr>
          <p:cNvSpPr/>
          <p:nvPr/>
        </p:nvSpPr>
        <p:spPr bwMode="gray">
          <a:xfrm>
            <a:off x="4966835" y="3686580"/>
            <a:ext cx="486096" cy="512031"/>
          </a:xfrm>
          <a:prstGeom prst="ellipse">
            <a:avLst/>
          </a:prstGeom>
          <a:solidFill>
            <a:sysClr val="windowText" lastClr="000000"/>
          </a:solidFill>
          <a:ln w="19050" algn="ctr">
            <a:solidFill>
              <a:srgbClr val="0D8390"/>
            </a:solidFill>
            <a:miter lim="800000"/>
            <a:headEnd/>
            <a:tailEnd/>
          </a:ln>
        </p:spPr>
        <p:txBody>
          <a:bodyPr wrap="none" lIns="66675" tIns="66675" rIns="66675" bIns="66675"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9" name="Freeform 174">
            <a:extLst>
              <a:ext uri="{FF2B5EF4-FFF2-40B4-BE49-F238E27FC236}">
                <a16:creationId xmlns:a16="http://schemas.microsoft.com/office/drawing/2014/main" id="{ADFA7223-F492-03EB-4F5B-C5618A0053AF}"/>
              </a:ext>
            </a:extLst>
          </p:cNvPr>
          <p:cNvSpPr>
            <a:spLocks noChangeAspect="1" noEditPoints="1"/>
          </p:cNvSpPr>
          <p:nvPr/>
        </p:nvSpPr>
        <p:spPr bwMode="auto">
          <a:xfrm>
            <a:off x="5047883" y="3769077"/>
            <a:ext cx="324000" cy="32400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04 w 512"/>
              <a:gd name="T11" fmla="*/ 260 h 512"/>
              <a:gd name="T12" fmla="*/ 402 w 512"/>
              <a:gd name="T13" fmla="*/ 263 h 512"/>
              <a:gd name="T14" fmla="*/ 370 w 512"/>
              <a:gd name="T15" fmla="*/ 295 h 512"/>
              <a:gd name="T16" fmla="*/ 362 w 512"/>
              <a:gd name="T17" fmla="*/ 298 h 512"/>
              <a:gd name="T18" fmla="*/ 355 w 512"/>
              <a:gd name="T19" fmla="*/ 295 h 512"/>
              <a:gd name="T20" fmla="*/ 355 w 512"/>
              <a:gd name="T21" fmla="*/ 280 h 512"/>
              <a:gd name="T22" fmla="*/ 369 w 512"/>
              <a:gd name="T23" fmla="*/ 266 h 512"/>
              <a:gd name="T24" fmla="*/ 341 w 512"/>
              <a:gd name="T25" fmla="*/ 266 h 512"/>
              <a:gd name="T26" fmla="*/ 309 w 512"/>
              <a:gd name="T27" fmla="*/ 234 h 512"/>
              <a:gd name="T28" fmla="*/ 309 w 512"/>
              <a:gd name="T29" fmla="*/ 170 h 512"/>
              <a:gd name="T30" fmla="*/ 298 w 512"/>
              <a:gd name="T31" fmla="*/ 160 h 512"/>
              <a:gd name="T32" fmla="*/ 288 w 512"/>
              <a:gd name="T33" fmla="*/ 170 h 512"/>
              <a:gd name="T34" fmla="*/ 288 w 512"/>
              <a:gd name="T35" fmla="*/ 341 h 512"/>
              <a:gd name="T36" fmla="*/ 256 w 512"/>
              <a:gd name="T37" fmla="*/ 373 h 512"/>
              <a:gd name="T38" fmla="*/ 224 w 512"/>
              <a:gd name="T39" fmla="*/ 341 h 512"/>
              <a:gd name="T40" fmla="*/ 224 w 512"/>
              <a:gd name="T41" fmla="*/ 256 h 512"/>
              <a:gd name="T42" fmla="*/ 224 w 512"/>
              <a:gd name="T43" fmla="*/ 170 h 512"/>
              <a:gd name="T44" fmla="*/ 213 w 512"/>
              <a:gd name="T45" fmla="*/ 160 h 512"/>
              <a:gd name="T46" fmla="*/ 202 w 512"/>
              <a:gd name="T47" fmla="*/ 170 h 512"/>
              <a:gd name="T48" fmla="*/ 202 w 512"/>
              <a:gd name="T49" fmla="*/ 341 h 512"/>
              <a:gd name="T50" fmla="*/ 170 w 512"/>
              <a:gd name="T51" fmla="*/ 373 h 512"/>
              <a:gd name="T52" fmla="*/ 138 w 512"/>
              <a:gd name="T53" fmla="*/ 341 h 512"/>
              <a:gd name="T54" fmla="*/ 138 w 512"/>
              <a:gd name="T55" fmla="*/ 277 h 512"/>
              <a:gd name="T56" fmla="*/ 128 w 512"/>
              <a:gd name="T57" fmla="*/ 266 h 512"/>
              <a:gd name="T58" fmla="*/ 117 w 512"/>
              <a:gd name="T59" fmla="*/ 256 h 512"/>
              <a:gd name="T60" fmla="*/ 128 w 512"/>
              <a:gd name="T61" fmla="*/ 245 h 512"/>
              <a:gd name="T62" fmla="*/ 160 w 512"/>
              <a:gd name="T63" fmla="*/ 277 h 512"/>
              <a:gd name="T64" fmla="*/ 160 w 512"/>
              <a:gd name="T65" fmla="*/ 341 h 512"/>
              <a:gd name="T66" fmla="*/ 170 w 512"/>
              <a:gd name="T67" fmla="*/ 352 h 512"/>
              <a:gd name="T68" fmla="*/ 181 w 512"/>
              <a:gd name="T69" fmla="*/ 341 h 512"/>
              <a:gd name="T70" fmla="*/ 181 w 512"/>
              <a:gd name="T71" fmla="*/ 170 h 512"/>
              <a:gd name="T72" fmla="*/ 213 w 512"/>
              <a:gd name="T73" fmla="*/ 138 h 512"/>
              <a:gd name="T74" fmla="*/ 245 w 512"/>
              <a:gd name="T75" fmla="*/ 170 h 512"/>
              <a:gd name="T76" fmla="*/ 245 w 512"/>
              <a:gd name="T77" fmla="*/ 256 h 512"/>
              <a:gd name="T78" fmla="*/ 245 w 512"/>
              <a:gd name="T79" fmla="*/ 341 h 512"/>
              <a:gd name="T80" fmla="*/ 256 w 512"/>
              <a:gd name="T81" fmla="*/ 352 h 512"/>
              <a:gd name="T82" fmla="*/ 266 w 512"/>
              <a:gd name="T83" fmla="*/ 341 h 512"/>
              <a:gd name="T84" fmla="*/ 266 w 512"/>
              <a:gd name="T85" fmla="*/ 170 h 512"/>
              <a:gd name="T86" fmla="*/ 298 w 512"/>
              <a:gd name="T87" fmla="*/ 138 h 512"/>
              <a:gd name="T88" fmla="*/ 330 w 512"/>
              <a:gd name="T89" fmla="*/ 170 h 512"/>
              <a:gd name="T90" fmla="*/ 330 w 512"/>
              <a:gd name="T91" fmla="*/ 234 h 512"/>
              <a:gd name="T92" fmla="*/ 341 w 512"/>
              <a:gd name="T93" fmla="*/ 245 h 512"/>
              <a:gd name="T94" fmla="*/ 369 w 512"/>
              <a:gd name="T95" fmla="*/ 245 h 512"/>
              <a:gd name="T96" fmla="*/ 355 w 512"/>
              <a:gd name="T97" fmla="*/ 231 h 512"/>
              <a:gd name="T98" fmla="*/ 355 w 512"/>
              <a:gd name="T99" fmla="*/ 216 h 512"/>
              <a:gd name="T100" fmla="*/ 370 w 512"/>
              <a:gd name="T101" fmla="*/ 216 h 512"/>
              <a:gd name="T102" fmla="*/ 402 w 512"/>
              <a:gd name="T103" fmla="*/ 248 h 512"/>
              <a:gd name="T104" fmla="*/ 404 w 512"/>
              <a:gd name="T105" fmla="*/ 252 h 512"/>
              <a:gd name="T106" fmla="*/ 404 w 512"/>
              <a:gd name="T107" fmla="*/ 26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04" y="260"/>
                </a:moveTo>
                <a:cubicBezTo>
                  <a:pt x="404" y="261"/>
                  <a:pt x="403" y="262"/>
                  <a:pt x="402" y="263"/>
                </a:cubicBezTo>
                <a:cubicBezTo>
                  <a:pt x="370" y="295"/>
                  <a:pt x="370" y="295"/>
                  <a:pt x="370" y="295"/>
                </a:cubicBezTo>
                <a:cubicBezTo>
                  <a:pt x="368" y="297"/>
                  <a:pt x="365" y="298"/>
                  <a:pt x="362" y="298"/>
                </a:cubicBezTo>
                <a:cubicBezTo>
                  <a:pt x="360" y="298"/>
                  <a:pt x="357" y="297"/>
                  <a:pt x="355" y="295"/>
                </a:cubicBezTo>
                <a:cubicBezTo>
                  <a:pt x="351" y="291"/>
                  <a:pt x="351" y="284"/>
                  <a:pt x="355" y="280"/>
                </a:cubicBezTo>
                <a:cubicBezTo>
                  <a:pt x="369" y="266"/>
                  <a:pt x="369" y="266"/>
                  <a:pt x="369" y="266"/>
                </a:cubicBezTo>
                <a:cubicBezTo>
                  <a:pt x="341" y="266"/>
                  <a:pt x="341" y="266"/>
                  <a:pt x="341" y="266"/>
                </a:cubicBezTo>
                <a:cubicBezTo>
                  <a:pt x="323" y="266"/>
                  <a:pt x="309" y="252"/>
                  <a:pt x="309" y="234"/>
                </a:cubicBezTo>
                <a:cubicBezTo>
                  <a:pt x="309" y="170"/>
                  <a:pt x="309" y="170"/>
                  <a:pt x="309" y="170"/>
                </a:cubicBezTo>
                <a:cubicBezTo>
                  <a:pt x="309" y="164"/>
                  <a:pt x="304" y="160"/>
                  <a:pt x="298" y="160"/>
                </a:cubicBezTo>
                <a:cubicBezTo>
                  <a:pt x="292" y="160"/>
                  <a:pt x="288" y="164"/>
                  <a:pt x="288" y="170"/>
                </a:cubicBezTo>
                <a:cubicBezTo>
                  <a:pt x="288" y="341"/>
                  <a:pt x="288" y="341"/>
                  <a:pt x="288" y="341"/>
                </a:cubicBezTo>
                <a:cubicBezTo>
                  <a:pt x="288" y="359"/>
                  <a:pt x="273" y="373"/>
                  <a:pt x="256" y="373"/>
                </a:cubicBezTo>
                <a:cubicBezTo>
                  <a:pt x="238" y="373"/>
                  <a:pt x="224" y="359"/>
                  <a:pt x="224" y="341"/>
                </a:cubicBezTo>
                <a:cubicBezTo>
                  <a:pt x="224" y="256"/>
                  <a:pt x="224" y="256"/>
                  <a:pt x="224" y="256"/>
                </a:cubicBezTo>
                <a:cubicBezTo>
                  <a:pt x="224" y="170"/>
                  <a:pt x="224" y="170"/>
                  <a:pt x="224" y="170"/>
                </a:cubicBezTo>
                <a:cubicBezTo>
                  <a:pt x="224" y="164"/>
                  <a:pt x="219" y="160"/>
                  <a:pt x="213" y="160"/>
                </a:cubicBezTo>
                <a:cubicBezTo>
                  <a:pt x="207" y="160"/>
                  <a:pt x="202" y="164"/>
                  <a:pt x="202" y="170"/>
                </a:cubicBezTo>
                <a:cubicBezTo>
                  <a:pt x="202" y="341"/>
                  <a:pt x="202" y="341"/>
                  <a:pt x="202" y="341"/>
                </a:cubicBezTo>
                <a:cubicBezTo>
                  <a:pt x="202" y="359"/>
                  <a:pt x="188" y="373"/>
                  <a:pt x="170" y="373"/>
                </a:cubicBezTo>
                <a:cubicBezTo>
                  <a:pt x="153" y="373"/>
                  <a:pt x="138" y="359"/>
                  <a:pt x="138" y="341"/>
                </a:cubicBezTo>
                <a:cubicBezTo>
                  <a:pt x="138" y="277"/>
                  <a:pt x="138" y="277"/>
                  <a:pt x="138" y="277"/>
                </a:cubicBezTo>
                <a:cubicBezTo>
                  <a:pt x="138" y="271"/>
                  <a:pt x="134" y="266"/>
                  <a:pt x="128" y="266"/>
                </a:cubicBezTo>
                <a:cubicBezTo>
                  <a:pt x="122" y="266"/>
                  <a:pt x="117" y="262"/>
                  <a:pt x="117" y="256"/>
                </a:cubicBezTo>
                <a:cubicBezTo>
                  <a:pt x="117" y="250"/>
                  <a:pt x="122" y="245"/>
                  <a:pt x="128" y="245"/>
                </a:cubicBezTo>
                <a:cubicBezTo>
                  <a:pt x="145" y="245"/>
                  <a:pt x="160" y="259"/>
                  <a:pt x="160" y="277"/>
                </a:cubicBezTo>
                <a:cubicBezTo>
                  <a:pt x="160" y="341"/>
                  <a:pt x="160" y="341"/>
                  <a:pt x="160" y="341"/>
                </a:cubicBezTo>
                <a:cubicBezTo>
                  <a:pt x="160" y="347"/>
                  <a:pt x="164" y="352"/>
                  <a:pt x="170" y="352"/>
                </a:cubicBezTo>
                <a:cubicBezTo>
                  <a:pt x="176" y="352"/>
                  <a:pt x="181" y="347"/>
                  <a:pt x="181" y="341"/>
                </a:cubicBezTo>
                <a:cubicBezTo>
                  <a:pt x="181" y="170"/>
                  <a:pt x="181" y="170"/>
                  <a:pt x="181" y="170"/>
                </a:cubicBezTo>
                <a:cubicBezTo>
                  <a:pt x="181" y="153"/>
                  <a:pt x="195" y="138"/>
                  <a:pt x="213" y="138"/>
                </a:cubicBezTo>
                <a:cubicBezTo>
                  <a:pt x="231" y="138"/>
                  <a:pt x="245" y="153"/>
                  <a:pt x="245" y="170"/>
                </a:cubicBezTo>
                <a:cubicBezTo>
                  <a:pt x="245" y="256"/>
                  <a:pt x="245" y="256"/>
                  <a:pt x="245" y="256"/>
                </a:cubicBezTo>
                <a:cubicBezTo>
                  <a:pt x="245" y="341"/>
                  <a:pt x="245" y="341"/>
                  <a:pt x="245" y="341"/>
                </a:cubicBezTo>
                <a:cubicBezTo>
                  <a:pt x="245" y="347"/>
                  <a:pt x="250" y="352"/>
                  <a:pt x="256" y="352"/>
                </a:cubicBezTo>
                <a:cubicBezTo>
                  <a:pt x="262" y="352"/>
                  <a:pt x="266" y="347"/>
                  <a:pt x="266" y="341"/>
                </a:cubicBezTo>
                <a:cubicBezTo>
                  <a:pt x="266" y="170"/>
                  <a:pt x="266" y="170"/>
                  <a:pt x="266" y="170"/>
                </a:cubicBezTo>
                <a:cubicBezTo>
                  <a:pt x="266" y="153"/>
                  <a:pt x="281" y="138"/>
                  <a:pt x="298" y="138"/>
                </a:cubicBezTo>
                <a:cubicBezTo>
                  <a:pt x="316" y="138"/>
                  <a:pt x="330" y="153"/>
                  <a:pt x="330" y="170"/>
                </a:cubicBezTo>
                <a:cubicBezTo>
                  <a:pt x="330" y="234"/>
                  <a:pt x="330" y="234"/>
                  <a:pt x="330" y="234"/>
                </a:cubicBezTo>
                <a:cubicBezTo>
                  <a:pt x="330" y="240"/>
                  <a:pt x="335" y="245"/>
                  <a:pt x="341" y="245"/>
                </a:cubicBezTo>
                <a:cubicBezTo>
                  <a:pt x="369" y="245"/>
                  <a:pt x="369" y="245"/>
                  <a:pt x="369" y="245"/>
                </a:cubicBezTo>
                <a:cubicBezTo>
                  <a:pt x="355" y="231"/>
                  <a:pt x="355" y="231"/>
                  <a:pt x="355" y="231"/>
                </a:cubicBezTo>
                <a:cubicBezTo>
                  <a:pt x="351" y="227"/>
                  <a:pt x="351" y="220"/>
                  <a:pt x="355" y="216"/>
                </a:cubicBezTo>
                <a:cubicBezTo>
                  <a:pt x="359" y="212"/>
                  <a:pt x="366" y="212"/>
                  <a:pt x="370" y="216"/>
                </a:cubicBezTo>
                <a:cubicBezTo>
                  <a:pt x="402" y="248"/>
                  <a:pt x="402" y="248"/>
                  <a:pt x="402" y="248"/>
                </a:cubicBezTo>
                <a:cubicBezTo>
                  <a:pt x="403" y="249"/>
                  <a:pt x="404" y="250"/>
                  <a:pt x="404" y="252"/>
                </a:cubicBezTo>
                <a:cubicBezTo>
                  <a:pt x="405" y="254"/>
                  <a:pt x="405" y="257"/>
                  <a:pt x="404" y="260"/>
                </a:cubicBezTo>
                <a:close/>
              </a:path>
            </a:pathLst>
          </a:custGeom>
          <a:solidFill>
            <a:srgbClr val="007CB0">
              <a:lumMod val="20000"/>
              <a:lumOff val="80000"/>
            </a:srgbClr>
          </a:solidFill>
          <a:ln>
            <a:noFill/>
          </a:ln>
        </p:spPr>
        <p:txBody>
          <a:bodyPr vert="horz" wrap="square" lIns="68580" tIns="34290" rIns="68580" bIns="34290" numCol="1" anchor="t" anchorCtr="0" compatLnSpc="1">
            <a:prstTxWarp prst="textNoShape">
              <a:avLst/>
            </a:prstTxWarp>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11" name="Rectangle 10">
            <a:extLst>
              <a:ext uri="{FF2B5EF4-FFF2-40B4-BE49-F238E27FC236}">
                <a16:creationId xmlns:a16="http://schemas.microsoft.com/office/drawing/2014/main" id="{D4E3D64D-24C8-BB45-3936-9CBF9E9DF73B}"/>
              </a:ext>
            </a:extLst>
          </p:cNvPr>
          <p:cNvSpPr/>
          <p:nvPr/>
        </p:nvSpPr>
        <p:spPr bwMode="gray">
          <a:xfrm>
            <a:off x="8462" y="4320001"/>
            <a:ext cx="5189087" cy="512031"/>
          </a:xfrm>
          <a:prstGeom prst="rect">
            <a:avLst/>
          </a:prstGeom>
          <a:solidFill>
            <a:schemeClr val="accent6"/>
          </a:solidFill>
          <a:ln w="19050" algn="ctr">
            <a:solidFill>
              <a:schemeClr val="bg1">
                <a:lumMod val="95000"/>
              </a:schemeClr>
            </a:solidFill>
            <a:miter lim="800000"/>
            <a:headEnd/>
            <a:tailEnd/>
          </a:ln>
        </p:spPr>
        <p:txBody>
          <a:bodyPr wrap="square" lIns="66675" tIns="66675" rIns="66675" bIns="66675" rtlCol="0" anchor="ctr"/>
          <a:lstStyle/>
          <a:p>
            <a:pPr marL="0" marR="0" lvl="0" indent="0" algn="l" defTabSz="685800" rtl="0" eaLnBrk="1" fontAlgn="auto" latinLnBrk="0" hangingPunct="1">
              <a:lnSpc>
                <a:spcPct val="106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Renewables sources like solar, wind and hydro are more vulnerable to</a:t>
            </a:r>
          </a:p>
          <a:p>
            <a:pPr marL="0" marR="0" lvl="0" indent="0" algn="l" defTabSz="685800" rtl="0" eaLnBrk="1" fontAlgn="auto" latinLnBrk="0" hangingPunct="1">
              <a:lnSpc>
                <a:spcPct val="106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natural disaster given their direct connect with the environment</a:t>
            </a:r>
            <a:endParaRPr kumimoji="0" lang="en-GB" sz="1200" b="0" i="0" u="none" strike="noStrike" kern="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12" name="Oval 11">
            <a:extLst>
              <a:ext uri="{FF2B5EF4-FFF2-40B4-BE49-F238E27FC236}">
                <a16:creationId xmlns:a16="http://schemas.microsoft.com/office/drawing/2014/main" id="{2B3D31F3-2C55-EBC2-A324-4982BF324C77}"/>
              </a:ext>
            </a:extLst>
          </p:cNvPr>
          <p:cNvSpPr/>
          <p:nvPr/>
        </p:nvSpPr>
        <p:spPr bwMode="gray">
          <a:xfrm>
            <a:off x="4966835" y="4320001"/>
            <a:ext cx="486096" cy="512031"/>
          </a:xfrm>
          <a:prstGeom prst="ellipse">
            <a:avLst/>
          </a:prstGeom>
          <a:solidFill>
            <a:sysClr val="windowText" lastClr="000000"/>
          </a:solidFill>
          <a:ln w="19050" algn="ctr">
            <a:solidFill>
              <a:srgbClr val="0D8390"/>
            </a:solidFill>
            <a:miter lim="800000"/>
            <a:headEnd/>
            <a:tailEnd/>
          </a:ln>
        </p:spPr>
        <p:txBody>
          <a:bodyPr wrap="none" lIns="66675" tIns="66675" rIns="66675" bIns="66675"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13" name="Freeform 174">
            <a:extLst>
              <a:ext uri="{FF2B5EF4-FFF2-40B4-BE49-F238E27FC236}">
                <a16:creationId xmlns:a16="http://schemas.microsoft.com/office/drawing/2014/main" id="{1D956526-8AB6-D35C-528E-6B28254CB94D}"/>
              </a:ext>
            </a:extLst>
          </p:cNvPr>
          <p:cNvSpPr>
            <a:spLocks noChangeAspect="1" noEditPoints="1"/>
          </p:cNvSpPr>
          <p:nvPr/>
        </p:nvSpPr>
        <p:spPr bwMode="auto">
          <a:xfrm>
            <a:off x="5047883" y="4402498"/>
            <a:ext cx="324000" cy="32400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04 w 512"/>
              <a:gd name="T11" fmla="*/ 260 h 512"/>
              <a:gd name="T12" fmla="*/ 402 w 512"/>
              <a:gd name="T13" fmla="*/ 263 h 512"/>
              <a:gd name="T14" fmla="*/ 370 w 512"/>
              <a:gd name="T15" fmla="*/ 295 h 512"/>
              <a:gd name="T16" fmla="*/ 362 w 512"/>
              <a:gd name="T17" fmla="*/ 298 h 512"/>
              <a:gd name="T18" fmla="*/ 355 w 512"/>
              <a:gd name="T19" fmla="*/ 295 h 512"/>
              <a:gd name="T20" fmla="*/ 355 w 512"/>
              <a:gd name="T21" fmla="*/ 280 h 512"/>
              <a:gd name="T22" fmla="*/ 369 w 512"/>
              <a:gd name="T23" fmla="*/ 266 h 512"/>
              <a:gd name="T24" fmla="*/ 341 w 512"/>
              <a:gd name="T25" fmla="*/ 266 h 512"/>
              <a:gd name="T26" fmla="*/ 309 w 512"/>
              <a:gd name="T27" fmla="*/ 234 h 512"/>
              <a:gd name="T28" fmla="*/ 309 w 512"/>
              <a:gd name="T29" fmla="*/ 170 h 512"/>
              <a:gd name="T30" fmla="*/ 298 w 512"/>
              <a:gd name="T31" fmla="*/ 160 h 512"/>
              <a:gd name="T32" fmla="*/ 288 w 512"/>
              <a:gd name="T33" fmla="*/ 170 h 512"/>
              <a:gd name="T34" fmla="*/ 288 w 512"/>
              <a:gd name="T35" fmla="*/ 341 h 512"/>
              <a:gd name="T36" fmla="*/ 256 w 512"/>
              <a:gd name="T37" fmla="*/ 373 h 512"/>
              <a:gd name="T38" fmla="*/ 224 w 512"/>
              <a:gd name="T39" fmla="*/ 341 h 512"/>
              <a:gd name="T40" fmla="*/ 224 w 512"/>
              <a:gd name="T41" fmla="*/ 256 h 512"/>
              <a:gd name="T42" fmla="*/ 224 w 512"/>
              <a:gd name="T43" fmla="*/ 170 h 512"/>
              <a:gd name="T44" fmla="*/ 213 w 512"/>
              <a:gd name="T45" fmla="*/ 160 h 512"/>
              <a:gd name="T46" fmla="*/ 202 w 512"/>
              <a:gd name="T47" fmla="*/ 170 h 512"/>
              <a:gd name="T48" fmla="*/ 202 w 512"/>
              <a:gd name="T49" fmla="*/ 341 h 512"/>
              <a:gd name="T50" fmla="*/ 170 w 512"/>
              <a:gd name="T51" fmla="*/ 373 h 512"/>
              <a:gd name="T52" fmla="*/ 138 w 512"/>
              <a:gd name="T53" fmla="*/ 341 h 512"/>
              <a:gd name="T54" fmla="*/ 138 w 512"/>
              <a:gd name="T55" fmla="*/ 277 h 512"/>
              <a:gd name="T56" fmla="*/ 128 w 512"/>
              <a:gd name="T57" fmla="*/ 266 h 512"/>
              <a:gd name="T58" fmla="*/ 117 w 512"/>
              <a:gd name="T59" fmla="*/ 256 h 512"/>
              <a:gd name="T60" fmla="*/ 128 w 512"/>
              <a:gd name="T61" fmla="*/ 245 h 512"/>
              <a:gd name="T62" fmla="*/ 160 w 512"/>
              <a:gd name="T63" fmla="*/ 277 h 512"/>
              <a:gd name="T64" fmla="*/ 160 w 512"/>
              <a:gd name="T65" fmla="*/ 341 h 512"/>
              <a:gd name="T66" fmla="*/ 170 w 512"/>
              <a:gd name="T67" fmla="*/ 352 h 512"/>
              <a:gd name="T68" fmla="*/ 181 w 512"/>
              <a:gd name="T69" fmla="*/ 341 h 512"/>
              <a:gd name="T70" fmla="*/ 181 w 512"/>
              <a:gd name="T71" fmla="*/ 170 h 512"/>
              <a:gd name="T72" fmla="*/ 213 w 512"/>
              <a:gd name="T73" fmla="*/ 138 h 512"/>
              <a:gd name="T74" fmla="*/ 245 w 512"/>
              <a:gd name="T75" fmla="*/ 170 h 512"/>
              <a:gd name="T76" fmla="*/ 245 w 512"/>
              <a:gd name="T77" fmla="*/ 256 h 512"/>
              <a:gd name="T78" fmla="*/ 245 w 512"/>
              <a:gd name="T79" fmla="*/ 341 h 512"/>
              <a:gd name="T80" fmla="*/ 256 w 512"/>
              <a:gd name="T81" fmla="*/ 352 h 512"/>
              <a:gd name="T82" fmla="*/ 266 w 512"/>
              <a:gd name="T83" fmla="*/ 341 h 512"/>
              <a:gd name="T84" fmla="*/ 266 w 512"/>
              <a:gd name="T85" fmla="*/ 170 h 512"/>
              <a:gd name="T86" fmla="*/ 298 w 512"/>
              <a:gd name="T87" fmla="*/ 138 h 512"/>
              <a:gd name="T88" fmla="*/ 330 w 512"/>
              <a:gd name="T89" fmla="*/ 170 h 512"/>
              <a:gd name="T90" fmla="*/ 330 w 512"/>
              <a:gd name="T91" fmla="*/ 234 h 512"/>
              <a:gd name="T92" fmla="*/ 341 w 512"/>
              <a:gd name="T93" fmla="*/ 245 h 512"/>
              <a:gd name="T94" fmla="*/ 369 w 512"/>
              <a:gd name="T95" fmla="*/ 245 h 512"/>
              <a:gd name="T96" fmla="*/ 355 w 512"/>
              <a:gd name="T97" fmla="*/ 231 h 512"/>
              <a:gd name="T98" fmla="*/ 355 w 512"/>
              <a:gd name="T99" fmla="*/ 216 h 512"/>
              <a:gd name="T100" fmla="*/ 370 w 512"/>
              <a:gd name="T101" fmla="*/ 216 h 512"/>
              <a:gd name="T102" fmla="*/ 402 w 512"/>
              <a:gd name="T103" fmla="*/ 248 h 512"/>
              <a:gd name="T104" fmla="*/ 404 w 512"/>
              <a:gd name="T105" fmla="*/ 252 h 512"/>
              <a:gd name="T106" fmla="*/ 404 w 512"/>
              <a:gd name="T107" fmla="*/ 26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04" y="260"/>
                </a:moveTo>
                <a:cubicBezTo>
                  <a:pt x="404" y="261"/>
                  <a:pt x="403" y="262"/>
                  <a:pt x="402" y="263"/>
                </a:cubicBezTo>
                <a:cubicBezTo>
                  <a:pt x="370" y="295"/>
                  <a:pt x="370" y="295"/>
                  <a:pt x="370" y="295"/>
                </a:cubicBezTo>
                <a:cubicBezTo>
                  <a:pt x="368" y="297"/>
                  <a:pt x="365" y="298"/>
                  <a:pt x="362" y="298"/>
                </a:cubicBezTo>
                <a:cubicBezTo>
                  <a:pt x="360" y="298"/>
                  <a:pt x="357" y="297"/>
                  <a:pt x="355" y="295"/>
                </a:cubicBezTo>
                <a:cubicBezTo>
                  <a:pt x="351" y="291"/>
                  <a:pt x="351" y="284"/>
                  <a:pt x="355" y="280"/>
                </a:cubicBezTo>
                <a:cubicBezTo>
                  <a:pt x="369" y="266"/>
                  <a:pt x="369" y="266"/>
                  <a:pt x="369" y="266"/>
                </a:cubicBezTo>
                <a:cubicBezTo>
                  <a:pt x="341" y="266"/>
                  <a:pt x="341" y="266"/>
                  <a:pt x="341" y="266"/>
                </a:cubicBezTo>
                <a:cubicBezTo>
                  <a:pt x="323" y="266"/>
                  <a:pt x="309" y="252"/>
                  <a:pt x="309" y="234"/>
                </a:cubicBezTo>
                <a:cubicBezTo>
                  <a:pt x="309" y="170"/>
                  <a:pt x="309" y="170"/>
                  <a:pt x="309" y="170"/>
                </a:cubicBezTo>
                <a:cubicBezTo>
                  <a:pt x="309" y="164"/>
                  <a:pt x="304" y="160"/>
                  <a:pt x="298" y="160"/>
                </a:cubicBezTo>
                <a:cubicBezTo>
                  <a:pt x="292" y="160"/>
                  <a:pt x="288" y="164"/>
                  <a:pt x="288" y="170"/>
                </a:cubicBezTo>
                <a:cubicBezTo>
                  <a:pt x="288" y="341"/>
                  <a:pt x="288" y="341"/>
                  <a:pt x="288" y="341"/>
                </a:cubicBezTo>
                <a:cubicBezTo>
                  <a:pt x="288" y="359"/>
                  <a:pt x="273" y="373"/>
                  <a:pt x="256" y="373"/>
                </a:cubicBezTo>
                <a:cubicBezTo>
                  <a:pt x="238" y="373"/>
                  <a:pt x="224" y="359"/>
                  <a:pt x="224" y="341"/>
                </a:cubicBezTo>
                <a:cubicBezTo>
                  <a:pt x="224" y="256"/>
                  <a:pt x="224" y="256"/>
                  <a:pt x="224" y="256"/>
                </a:cubicBezTo>
                <a:cubicBezTo>
                  <a:pt x="224" y="170"/>
                  <a:pt x="224" y="170"/>
                  <a:pt x="224" y="170"/>
                </a:cubicBezTo>
                <a:cubicBezTo>
                  <a:pt x="224" y="164"/>
                  <a:pt x="219" y="160"/>
                  <a:pt x="213" y="160"/>
                </a:cubicBezTo>
                <a:cubicBezTo>
                  <a:pt x="207" y="160"/>
                  <a:pt x="202" y="164"/>
                  <a:pt x="202" y="170"/>
                </a:cubicBezTo>
                <a:cubicBezTo>
                  <a:pt x="202" y="341"/>
                  <a:pt x="202" y="341"/>
                  <a:pt x="202" y="341"/>
                </a:cubicBezTo>
                <a:cubicBezTo>
                  <a:pt x="202" y="359"/>
                  <a:pt x="188" y="373"/>
                  <a:pt x="170" y="373"/>
                </a:cubicBezTo>
                <a:cubicBezTo>
                  <a:pt x="153" y="373"/>
                  <a:pt x="138" y="359"/>
                  <a:pt x="138" y="341"/>
                </a:cubicBezTo>
                <a:cubicBezTo>
                  <a:pt x="138" y="277"/>
                  <a:pt x="138" y="277"/>
                  <a:pt x="138" y="277"/>
                </a:cubicBezTo>
                <a:cubicBezTo>
                  <a:pt x="138" y="271"/>
                  <a:pt x="134" y="266"/>
                  <a:pt x="128" y="266"/>
                </a:cubicBezTo>
                <a:cubicBezTo>
                  <a:pt x="122" y="266"/>
                  <a:pt x="117" y="262"/>
                  <a:pt x="117" y="256"/>
                </a:cubicBezTo>
                <a:cubicBezTo>
                  <a:pt x="117" y="250"/>
                  <a:pt x="122" y="245"/>
                  <a:pt x="128" y="245"/>
                </a:cubicBezTo>
                <a:cubicBezTo>
                  <a:pt x="145" y="245"/>
                  <a:pt x="160" y="259"/>
                  <a:pt x="160" y="277"/>
                </a:cubicBezTo>
                <a:cubicBezTo>
                  <a:pt x="160" y="341"/>
                  <a:pt x="160" y="341"/>
                  <a:pt x="160" y="341"/>
                </a:cubicBezTo>
                <a:cubicBezTo>
                  <a:pt x="160" y="347"/>
                  <a:pt x="164" y="352"/>
                  <a:pt x="170" y="352"/>
                </a:cubicBezTo>
                <a:cubicBezTo>
                  <a:pt x="176" y="352"/>
                  <a:pt x="181" y="347"/>
                  <a:pt x="181" y="341"/>
                </a:cubicBezTo>
                <a:cubicBezTo>
                  <a:pt x="181" y="170"/>
                  <a:pt x="181" y="170"/>
                  <a:pt x="181" y="170"/>
                </a:cubicBezTo>
                <a:cubicBezTo>
                  <a:pt x="181" y="153"/>
                  <a:pt x="195" y="138"/>
                  <a:pt x="213" y="138"/>
                </a:cubicBezTo>
                <a:cubicBezTo>
                  <a:pt x="231" y="138"/>
                  <a:pt x="245" y="153"/>
                  <a:pt x="245" y="170"/>
                </a:cubicBezTo>
                <a:cubicBezTo>
                  <a:pt x="245" y="256"/>
                  <a:pt x="245" y="256"/>
                  <a:pt x="245" y="256"/>
                </a:cubicBezTo>
                <a:cubicBezTo>
                  <a:pt x="245" y="341"/>
                  <a:pt x="245" y="341"/>
                  <a:pt x="245" y="341"/>
                </a:cubicBezTo>
                <a:cubicBezTo>
                  <a:pt x="245" y="347"/>
                  <a:pt x="250" y="352"/>
                  <a:pt x="256" y="352"/>
                </a:cubicBezTo>
                <a:cubicBezTo>
                  <a:pt x="262" y="352"/>
                  <a:pt x="266" y="347"/>
                  <a:pt x="266" y="341"/>
                </a:cubicBezTo>
                <a:cubicBezTo>
                  <a:pt x="266" y="170"/>
                  <a:pt x="266" y="170"/>
                  <a:pt x="266" y="170"/>
                </a:cubicBezTo>
                <a:cubicBezTo>
                  <a:pt x="266" y="153"/>
                  <a:pt x="281" y="138"/>
                  <a:pt x="298" y="138"/>
                </a:cubicBezTo>
                <a:cubicBezTo>
                  <a:pt x="316" y="138"/>
                  <a:pt x="330" y="153"/>
                  <a:pt x="330" y="170"/>
                </a:cubicBezTo>
                <a:cubicBezTo>
                  <a:pt x="330" y="234"/>
                  <a:pt x="330" y="234"/>
                  <a:pt x="330" y="234"/>
                </a:cubicBezTo>
                <a:cubicBezTo>
                  <a:pt x="330" y="240"/>
                  <a:pt x="335" y="245"/>
                  <a:pt x="341" y="245"/>
                </a:cubicBezTo>
                <a:cubicBezTo>
                  <a:pt x="369" y="245"/>
                  <a:pt x="369" y="245"/>
                  <a:pt x="369" y="245"/>
                </a:cubicBezTo>
                <a:cubicBezTo>
                  <a:pt x="355" y="231"/>
                  <a:pt x="355" y="231"/>
                  <a:pt x="355" y="231"/>
                </a:cubicBezTo>
                <a:cubicBezTo>
                  <a:pt x="351" y="227"/>
                  <a:pt x="351" y="220"/>
                  <a:pt x="355" y="216"/>
                </a:cubicBezTo>
                <a:cubicBezTo>
                  <a:pt x="359" y="212"/>
                  <a:pt x="366" y="212"/>
                  <a:pt x="370" y="216"/>
                </a:cubicBezTo>
                <a:cubicBezTo>
                  <a:pt x="402" y="248"/>
                  <a:pt x="402" y="248"/>
                  <a:pt x="402" y="248"/>
                </a:cubicBezTo>
                <a:cubicBezTo>
                  <a:pt x="403" y="249"/>
                  <a:pt x="404" y="250"/>
                  <a:pt x="404" y="252"/>
                </a:cubicBezTo>
                <a:cubicBezTo>
                  <a:pt x="405" y="254"/>
                  <a:pt x="405" y="257"/>
                  <a:pt x="404" y="260"/>
                </a:cubicBezTo>
                <a:close/>
              </a:path>
            </a:pathLst>
          </a:custGeom>
          <a:solidFill>
            <a:srgbClr val="007CB0">
              <a:lumMod val="20000"/>
              <a:lumOff val="80000"/>
            </a:srgbClr>
          </a:solidFill>
          <a:ln>
            <a:noFill/>
          </a:ln>
        </p:spPr>
        <p:txBody>
          <a:bodyPr vert="horz" wrap="square" lIns="68580" tIns="34290" rIns="68580" bIns="34290" numCol="1" anchor="t" anchorCtr="0" compatLnSpc="1">
            <a:prstTxWarp prst="textNoShape">
              <a:avLst/>
            </a:prstTxWarp>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14" name="Rectangle 13">
            <a:extLst>
              <a:ext uri="{FF2B5EF4-FFF2-40B4-BE49-F238E27FC236}">
                <a16:creationId xmlns:a16="http://schemas.microsoft.com/office/drawing/2014/main" id="{695CF8CE-FC52-B41A-7537-D8289EF308D1}"/>
              </a:ext>
            </a:extLst>
          </p:cNvPr>
          <p:cNvSpPr/>
          <p:nvPr/>
        </p:nvSpPr>
        <p:spPr bwMode="gray">
          <a:xfrm>
            <a:off x="8462" y="4953422"/>
            <a:ext cx="5189087" cy="512031"/>
          </a:xfrm>
          <a:prstGeom prst="rect">
            <a:avLst/>
          </a:prstGeom>
          <a:solidFill>
            <a:schemeClr val="accent1"/>
          </a:solidFill>
          <a:ln w="19050" algn="ctr">
            <a:solidFill>
              <a:schemeClr val="bg1">
                <a:lumMod val="95000"/>
              </a:schemeClr>
            </a:solidFill>
            <a:miter lim="800000"/>
            <a:headEnd/>
            <a:tailEnd/>
          </a:ln>
        </p:spPr>
        <p:txBody>
          <a:bodyPr wrap="square" lIns="66675" tIns="66675" rIns="66675" bIns="66675" rtlCol="0" anchor="ctr"/>
          <a:lstStyle/>
          <a:p>
            <a:pPr marL="0" marR="0" lvl="0" indent="0" algn="l" defTabSz="685800" rtl="0" eaLnBrk="1" fontAlgn="auto" latinLnBrk="0" hangingPunct="1">
              <a:lnSpc>
                <a:spcPct val="106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Capital Intensive power assets require very high Repair &amp; Maintenance </a:t>
            </a:r>
          </a:p>
          <a:p>
            <a:pPr marL="0" marR="0" lvl="0" indent="0" algn="l" defTabSz="685800" rtl="0" eaLnBrk="1" fontAlgn="auto" latinLnBrk="0" hangingPunct="1">
              <a:lnSpc>
                <a:spcPct val="106000"/>
              </a:lnSpc>
              <a:spcBef>
                <a:spcPts val="0"/>
              </a:spcBef>
              <a:spcAft>
                <a:spcPts val="0"/>
              </a:spcAft>
              <a:buClrTx/>
              <a:buSzTx/>
              <a:buFontTx/>
              <a:buNone/>
              <a:tabLst/>
              <a:defRPr/>
            </a:pPr>
            <a:r>
              <a:rPr kumimoji="0" lang="en-US" sz="1200" b="0" i="0" u="none" strike="noStrike" kern="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(R&amp;M) cost upon damage</a:t>
            </a:r>
          </a:p>
        </p:txBody>
      </p:sp>
      <p:sp>
        <p:nvSpPr>
          <p:cNvPr id="15" name="Oval 14">
            <a:extLst>
              <a:ext uri="{FF2B5EF4-FFF2-40B4-BE49-F238E27FC236}">
                <a16:creationId xmlns:a16="http://schemas.microsoft.com/office/drawing/2014/main" id="{EF0DF22B-D17E-1EAF-DBC7-014591DC6214}"/>
              </a:ext>
            </a:extLst>
          </p:cNvPr>
          <p:cNvSpPr/>
          <p:nvPr/>
        </p:nvSpPr>
        <p:spPr bwMode="gray">
          <a:xfrm>
            <a:off x="4966835" y="4953422"/>
            <a:ext cx="486096" cy="512031"/>
          </a:xfrm>
          <a:prstGeom prst="ellipse">
            <a:avLst/>
          </a:prstGeom>
          <a:solidFill>
            <a:sysClr val="windowText" lastClr="000000"/>
          </a:solidFill>
          <a:ln w="19050" algn="ctr">
            <a:solidFill>
              <a:srgbClr val="0D8390"/>
            </a:solidFill>
            <a:miter lim="800000"/>
            <a:headEnd/>
            <a:tailEnd/>
          </a:ln>
        </p:spPr>
        <p:txBody>
          <a:bodyPr wrap="none" lIns="66675" tIns="66675" rIns="66675" bIns="66675" rtlCol="0" anchor="ct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16" name="Freeform 174">
            <a:extLst>
              <a:ext uri="{FF2B5EF4-FFF2-40B4-BE49-F238E27FC236}">
                <a16:creationId xmlns:a16="http://schemas.microsoft.com/office/drawing/2014/main" id="{EADDB2BD-CBEA-B073-4F5C-76BF45A67601}"/>
              </a:ext>
            </a:extLst>
          </p:cNvPr>
          <p:cNvSpPr>
            <a:spLocks noChangeAspect="1" noEditPoints="1"/>
          </p:cNvSpPr>
          <p:nvPr/>
        </p:nvSpPr>
        <p:spPr bwMode="auto">
          <a:xfrm>
            <a:off x="5047883" y="5035919"/>
            <a:ext cx="324000" cy="324000"/>
          </a:xfrm>
          <a:custGeom>
            <a:avLst/>
            <a:gdLst>
              <a:gd name="T0" fmla="*/ 256 w 512"/>
              <a:gd name="T1" fmla="*/ 0 h 512"/>
              <a:gd name="T2" fmla="*/ 0 w 512"/>
              <a:gd name="T3" fmla="*/ 256 h 512"/>
              <a:gd name="T4" fmla="*/ 256 w 512"/>
              <a:gd name="T5" fmla="*/ 512 h 512"/>
              <a:gd name="T6" fmla="*/ 512 w 512"/>
              <a:gd name="T7" fmla="*/ 256 h 512"/>
              <a:gd name="T8" fmla="*/ 256 w 512"/>
              <a:gd name="T9" fmla="*/ 0 h 512"/>
              <a:gd name="T10" fmla="*/ 404 w 512"/>
              <a:gd name="T11" fmla="*/ 260 h 512"/>
              <a:gd name="T12" fmla="*/ 402 w 512"/>
              <a:gd name="T13" fmla="*/ 263 h 512"/>
              <a:gd name="T14" fmla="*/ 370 w 512"/>
              <a:gd name="T15" fmla="*/ 295 h 512"/>
              <a:gd name="T16" fmla="*/ 362 w 512"/>
              <a:gd name="T17" fmla="*/ 298 h 512"/>
              <a:gd name="T18" fmla="*/ 355 w 512"/>
              <a:gd name="T19" fmla="*/ 295 h 512"/>
              <a:gd name="T20" fmla="*/ 355 w 512"/>
              <a:gd name="T21" fmla="*/ 280 h 512"/>
              <a:gd name="T22" fmla="*/ 369 w 512"/>
              <a:gd name="T23" fmla="*/ 266 h 512"/>
              <a:gd name="T24" fmla="*/ 341 w 512"/>
              <a:gd name="T25" fmla="*/ 266 h 512"/>
              <a:gd name="T26" fmla="*/ 309 w 512"/>
              <a:gd name="T27" fmla="*/ 234 h 512"/>
              <a:gd name="T28" fmla="*/ 309 w 512"/>
              <a:gd name="T29" fmla="*/ 170 h 512"/>
              <a:gd name="T30" fmla="*/ 298 w 512"/>
              <a:gd name="T31" fmla="*/ 160 h 512"/>
              <a:gd name="T32" fmla="*/ 288 w 512"/>
              <a:gd name="T33" fmla="*/ 170 h 512"/>
              <a:gd name="T34" fmla="*/ 288 w 512"/>
              <a:gd name="T35" fmla="*/ 341 h 512"/>
              <a:gd name="T36" fmla="*/ 256 w 512"/>
              <a:gd name="T37" fmla="*/ 373 h 512"/>
              <a:gd name="T38" fmla="*/ 224 w 512"/>
              <a:gd name="T39" fmla="*/ 341 h 512"/>
              <a:gd name="T40" fmla="*/ 224 w 512"/>
              <a:gd name="T41" fmla="*/ 256 h 512"/>
              <a:gd name="T42" fmla="*/ 224 w 512"/>
              <a:gd name="T43" fmla="*/ 170 h 512"/>
              <a:gd name="T44" fmla="*/ 213 w 512"/>
              <a:gd name="T45" fmla="*/ 160 h 512"/>
              <a:gd name="T46" fmla="*/ 202 w 512"/>
              <a:gd name="T47" fmla="*/ 170 h 512"/>
              <a:gd name="T48" fmla="*/ 202 w 512"/>
              <a:gd name="T49" fmla="*/ 341 h 512"/>
              <a:gd name="T50" fmla="*/ 170 w 512"/>
              <a:gd name="T51" fmla="*/ 373 h 512"/>
              <a:gd name="T52" fmla="*/ 138 w 512"/>
              <a:gd name="T53" fmla="*/ 341 h 512"/>
              <a:gd name="T54" fmla="*/ 138 w 512"/>
              <a:gd name="T55" fmla="*/ 277 h 512"/>
              <a:gd name="T56" fmla="*/ 128 w 512"/>
              <a:gd name="T57" fmla="*/ 266 h 512"/>
              <a:gd name="T58" fmla="*/ 117 w 512"/>
              <a:gd name="T59" fmla="*/ 256 h 512"/>
              <a:gd name="T60" fmla="*/ 128 w 512"/>
              <a:gd name="T61" fmla="*/ 245 h 512"/>
              <a:gd name="T62" fmla="*/ 160 w 512"/>
              <a:gd name="T63" fmla="*/ 277 h 512"/>
              <a:gd name="T64" fmla="*/ 160 w 512"/>
              <a:gd name="T65" fmla="*/ 341 h 512"/>
              <a:gd name="T66" fmla="*/ 170 w 512"/>
              <a:gd name="T67" fmla="*/ 352 h 512"/>
              <a:gd name="T68" fmla="*/ 181 w 512"/>
              <a:gd name="T69" fmla="*/ 341 h 512"/>
              <a:gd name="T70" fmla="*/ 181 w 512"/>
              <a:gd name="T71" fmla="*/ 170 h 512"/>
              <a:gd name="T72" fmla="*/ 213 w 512"/>
              <a:gd name="T73" fmla="*/ 138 h 512"/>
              <a:gd name="T74" fmla="*/ 245 w 512"/>
              <a:gd name="T75" fmla="*/ 170 h 512"/>
              <a:gd name="T76" fmla="*/ 245 w 512"/>
              <a:gd name="T77" fmla="*/ 256 h 512"/>
              <a:gd name="T78" fmla="*/ 245 w 512"/>
              <a:gd name="T79" fmla="*/ 341 h 512"/>
              <a:gd name="T80" fmla="*/ 256 w 512"/>
              <a:gd name="T81" fmla="*/ 352 h 512"/>
              <a:gd name="T82" fmla="*/ 266 w 512"/>
              <a:gd name="T83" fmla="*/ 341 h 512"/>
              <a:gd name="T84" fmla="*/ 266 w 512"/>
              <a:gd name="T85" fmla="*/ 170 h 512"/>
              <a:gd name="T86" fmla="*/ 298 w 512"/>
              <a:gd name="T87" fmla="*/ 138 h 512"/>
              <a:gd name="T88" fmla="*/ 330 w 512"/>
              <a:gd name="T89" fmla="*/ 170 h 512"/>
              <a:gd name="T90" fmla="*/ 330 w 512"/>
              <a:gd name="T91" fmla="*/ 234 h 512"/>
              <a:gd name="T92" fmla="*/ 341 w 512"/>
              <a:gd name="T93" fmla="*/ 245 h 512"/>
              <a:gd name="T94" fmla="*/ 369 w 512"/>
              <a:gd name="T95" fmla="*/ 245 h 512"/>
              <a:gd name="T96" fmla="*/ 355 w 512"/>
              <a:gd name="T97" fmla="*/ 231 h 512"/>
              <a:gd name="T98" fmla="*/ 355 w 512"/>
              <a:gd name="T99" fmla="*/ 216 h 512"/>
              <a:gd name="T100" fmla="*/ 370 w 512"/>
              <a:gd name="T101" fmla="*/ 216 h 512"/>
              <a:gd name="T102" fmla="*/ 402 w 512"/>
              <a:gd name="T103" fmla="*/ 248 h 512"/>
              <a:gd name="T104" fmla="*/ 404 w 512"/>
              <a:gd name="T105" fmla="*/ 252 h 512"/>
              <a:gd name="T106" fmla="*/ 404 w 512"/>
              <a:gd name="T107" fmla="*/ 26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12" h="512">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moveTo>
                  <a:pt x="404" y="260"/>
                </a:moveTo>
                <a:cubicBezTo>
                  <a:pt x="404" y="261"/>
                  <a:pt x="403" y="262"/>
                  <a:pt x="402" y="263"/>
                </a:cubicBezTo>
                <a:cubicBezTo>
                  <a:pt x="370" y="295"/>
                  <a:pt x="370" y="295"/>
                  <a:pt x="370" y="295"/>
                </a:cubicBezTo>
                <a:cubicBezTo>
                  <a:pt x="368" y="297"/>
                  <a:pt x="365" y="298"/>
                  <a:pt x="362" y="298"/>
                </a:cubicBezTo>
                <a:cubicBezTo>
                  <a:pt x="360" y="298"/>
                  <a:pt x="357" y="297"/>
                  <a:pt x="355" y="295"/>
                </a:cubicBezTo>
                <a:cubicBezTo>
                  <a:pt x="351" y="291"/>
                  <a:pt x="351" y="284"/>
                  <a:pt x="355" y="280"/>
                </a:cubicBezTo>
                <a:cubicBezTo>
                  <a:pt x="369" y="266"/>
                  <a:pt x="369" y="266"/>
                  <a:pt x="369" y="266"/>
                </a:cubicBezTo>
                <a:cubicBezTo>
                  <a:pt x="341" y="266"/>
                  <a:pt x="341" y="266"/>
                  <a:pt x="341" y="266"/>
                </a:cubicBezTo>
                <a:cubicBezTo>
                  <a:pt x="323" y="266"/>
                  <a:pt x="309" y="252"/>
                  <a:pt x="309" y="234"/>
                </a:cubicBezTo>
                <a:cubicBezTo>
                  <a:pt x="309" y="170"/>
                  <a:pt x="309" y="170"/>
                  <a:pt x="309" y="170"/>
                </a:cubicBezTo>
                <a:cubicBezTo>
                  <a:pt x="309" y="164"/>
                  <a:pt x="304" y="160"/>
                  <a:pt x="298" y="160"/>
                </a:cubicBezTo>
                <a:cubicBezTo>
                  <a:pt x="292" y="160"/>
                  <a:pt x="288" y="164"/>
                  <a:pt x="288" y="170"/>
                </a:cubicBezTo>
                <a:cubicBezTo>
                  <a:pt x="288" y="341"/>
                  <a:pt x="288" y="341"/>
                  <a:pt x="288" y="341"/>
                </a:cubicBezTo>
                <a:cubicBezTo>
                  <a:pt x="288" y="359"/>
                  <a:pt x="273" y="373"/>
                  <a:pt x="256" y="373"/>
                </a:cubicBezTo>
                <a:cubicBezTo>
                  <a:pt x="238" y="373"/>
                  <a:pt x="224" y="359"/>
                  <a:pt x="224" y="341"/>
                </a:cubicBezTo>
                <a:cubicBezTo>
                  <a:pt x="224" y="256"/>
                  <a:pt x="224" y="256"/>
                  <a:pt x="224" y="256"/>
                </a:cubicBezTo>
                <a:cubicBezTo>
                  <a:pt x="224" y="170"/>
                  <a:pt x="224" y="170"/>
                  <a:pt x="224" y="170"/>
                </a:cubicBezTo>
                <a:cubicBezTo>
                  <a:pt x="224" y="164"/>
                  <a:pt x="219" y="160"/>
                  <a:pt x="213" y="160"/>
                </a:cubicBezTo>
                <a:cubicBezTo>
                  <a:pt x="207" y="160"/>
                  <a:pt x="202" y="164"/>
                  <a:pt x="202" y="170"/>
                </a:cubicBezTo>
                <a:cubicBezTo>
                  <a:pt x="202" y="341"/>
                  <a:pt x="202" y="341"/>
                  <a:pt x="202" y="341"/>
                </a:cubicBezTo>
                <a:cubicBezTo>
                  <a:pt x="202" y="359"/>
                  <a:pt x="188" y="373"/>
                  <a:pt x="170" y="373"/>
                </a:cubicBezTo>
                <a:cubicBezTo>
                  <a:pt x="153" y="373"/>
                  <a:pt x="138" y="359"/>
                  <a:pt x="138" y="341"/>
                </a:cubicBezTo>
                <a:cubicBezTo>
                  <a:pt x="138" y="277"/>
                  <a:pt x="138" y="277"/>
                  <a:pt x="138" y="277"/>
                </a:cubicBezTo>
                <a:cubicBezTo>
                  <a:pt x="138" y="271"/>
                  <a:pt x="134" y="266"/>
                  <a:pt x="128" y="266"/>
                </a:cubicBezTo>
                <a:cubicBezTo>
                  <a:pt x="122" y="266"/>
                  <a:pt x="117" y="262"/>
                  <a:pt x="117" y="256"/>
                </a:cubicBezTo>
                <a:cubicBezTo>
                  <a:pt x="117" y="250"/>
                  <a:pt x="122" y="245"/>
                  <a:pt x="128" y="245"/>
                </a:cubicBezTo>
                <a:cubicBezTo>
                  <a:pt x="145" y="245"/>
                  <a:pt x="160" y="259"/>
                  <a:pt x="160" y="277"/>
                </a:cubicBezTo>
                <a:cubicBezTo>
                  <a:pt x="160" y="341"/>
                  <a:pt x="160" y="341"/>
                  <a:pt x="160" y="341"/>
                </a:cubicBezTo>
                <a:cubicBezTo>
                  <a:pt x="160" y="347"/>
                  <a:pt x="164" y="352"/>
                  <a:pt x="170" y="352"/>
                </a:cubicBezTo>
                <a:cubicBezTo>
                  <a:pt x="176" y="352"/>
                  <a:pt x="181" y="347"/>
                  <a:pt x="181" y="341"/>
                </a:cubicBezTo>
                <a:cubicBezTo>
                  <a:pt x="181" y="170"/>
                  <a:pt x="181" y="170"/>
                  <a:pt x="181" y="170"/>
                </a:cubicBezTo>
                <a:cubicBezTo>
                  <a:pt x="181" y="153"/>
                  <a:pt x="195" y="138"/>
                  <a:pt x="213" y="138"/>
                </a:cubicBezTo>
                <a:cubicBezTo>
                  <a:pt x="231" y="138"/>
                  <a:pt x="245" y="153"/>
                  <a:pt x="245" y="170"/>
                </a:cubicBezTo>
                <a:cubicBezTo>
                  <a:pt x="245" y="256"/>
                  <a:pt x="245" y="256"/>
                  <a:pt x="245" y="256"/>
                </a:cubicBezTo>
                <a:cubicBezTo>
                  <a:pt x="245" y="341"/>
                  <a:pt x="245" y="341"/>
                  <a:pt x="245" y="341"/>
                </a:cubicBezTo>
                <a:cubicBezTo>
                  <a:pt x="245" y="347"/>
                  <a:pt x="250" y="352"/>
                  <a:pt x="256" y="352"/>
                </a:cubicBezTo>
                <a:cubicBezTo>
                  <a:pt x="262" y="352"/>
                  <a:pt x="266" y="347"/>
                  <a:pt x="266" y="341"/>
                </a:cubicBezTo>
                <a:cubicBezTo>
                  <a:pt x="266" y="170"/>
                  <a:pt x="266" y="170"/>
                  <a:pt x="266" y="170"/>
                </a:cubicBezTo>
                <a:cubicBezTo>
                  <a:pt x="266" y="153"/>
                  <a:pt x="281" y="138"/>
                  <a:pt x="298" y="138"/>
                </a:cubicBezTo>
                <a:cubicBezTo>
                  <a:pt x="316" y="138"/>
                  <a:pt x="330" y="153"/>
                  <a:pt x="330" y="170"/>
                </a:cubicBezTo>
                <a:cubicBezTo>
                  <a:pt x="330" y="234"/>
                  <a:pt x="330" y="234"/>
                  <a:pt x="330" y="234"/>
                </a:cubicBezTo>
                <a:cubicBezTo>
                  <a:pt x="330" y="240"/>
                  <a:pt x="335" y="245"/>
                  <a:pt x="341" y="245"/>
                </a:cubicBezTo>
                <a:cubicBezTo>
                  <a:pt x="369" y="245"/>
                  <a:pt x="369" y="245"/>
                  <a:pt x="369" y="245"/>
                </a:cubicBezTo>
                <a:cubicBezTo>
                  <a:pt x="355" y="231"/>
                  <a:pt x="355" y="231"/>
                  <a:pt x="355" y="231"/>
                </a:cubicBezTo>
                <a:cubicBezTo>
                  <a:pt x="351" y="227"/>
                  <a:pt x="351" y="220"/>
                  <a:pt x="355" y="216"/>
                </a:cubicBezTo>
                <a:cubicBezTo>
                  <a:pt x="359" y="212"/>
                  <a:pt x="366" y="212"/>
                  <a:pt x="370" y="216"/>
                </a:cubicBezTo>
                <a:cubicBezTo>
                  <a:pt x="402" y="248"/>
                  <a:pt x="402" y="248"/>
                  <a:pt x="402" y="248"/>
                </a:cubicBezTo>
                <a:cubicBezTo>
                  <a:pt x="403" y="249"/>
                  <a:pt x="404" y="250"/>
                  <a:pt x="404" y="252"/>
                </a:cubicBezTo>
                <a:cubicBezTo>
                  <a:pt x="405" y="254"/>
                  <a:pt x="405" y="257"/>
                  <a:pt x="404" y="260"/>
                </a:cubicBezTo>
                <a:close/>
              </a:path>
            </a:pathLst>
          </a:custGeom>
          <a:solidFill>
            <a:srgbClr val="007CB0">
              <a:lumMod val="20000"/>
              <a:lumOff val="80000"/>
            </a:srgbClr>
          </a:solidFill>
          <a:ln>
            <a:noFill/>
          </a:ln>
        </p:spPr>
        <p:txBody>
          <a:bodyPr vert="horz" wrap="square" lIns="68580" tIns="34290" rIns="68580" bIns="34290" numCol="1" anchor="t" anchorCtr="0" compatLnSpc="1">
            <a:prstTxWarp prst="textNoShape">
              <a:avLst/>
            </a:prstTxWarp>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cxnSp>
        <p:nvCxnSpPr>
          <p:cNvPr id="22" name="Straight Connector 21">
            <a:extLst>
              <a:ext uri="{FF2B5EF4-FFF2-40B4-BE49-F238E27FC236}">
                <a16:creationId xmlns:a16="http://schemas.microsoft.com/office/drawing/2014/main" id="{86653B55-14D9-D5E0-47F5-03B26C16847C}"/>
              </a:ext>
            </a:extLst>
          </p:cNvPr>
          <p:cNvCxnSpPr/>
          <p:nvPr/>
        </p:nvCxnSpPr>
        <p:spPr>
          <a:xfrm>
            <a:off x="5617218" y="1332655"/>
            <a:ext cx="0" cy="4754880"/>
          </a:xfrm>
          <a:prstGeom prst="line">
            <a:avLst/>
          </a:prstGeom>
          <a:ln>
            <a:solidFill>
              <a:schemeClr val="tx2"/>
            </a:solidFill>
            <a:prstDash val="lgDash"/>
          </a:ln>
        </p:spPr>
        <p:style>
          <a:lnRef idx="1">
            <a:schemeClr val="accent1"/>
          </a:lnRef>
          <a:fillRef idx="0">
            <a:schemeClr val="accent1"/>
          </a:fillRef>
          <a:effectRef idx="0">
            <a:schemeClr val="accent1"/>
          </a:effectRef>
          <a:fontRef idx="minor">
            <a:schemeClr val="tx1"/>
          </a:fontRef>
        </p:style>
      </p:cxnSp>
      <p:pic>
        <p:nvPicPr>
          <p:cNvPr id="39" name="Picture 38">
            <a:extLst>
              <a:ext uri="{FF2B5EF4-FFF2-40B4-BE49-F238E27FC236}">
                <a16:creationId xmlns:a16="http://schemas.microsoft.com/office/drawing/2014/main" id="{9D14D2B0-BF83-5405-BCF4-A820E4BA78FF}"/>
              </a:ext>
            </a:extLst>
          </p:cNvPr>
          <p:cNvPicPr>
            <a:picLocks noChangeAspect="1"/>
          </p:cNvPicPr>
          <p:nvPr/>
        </p:nvPicPr>
        <p:blipFill>
          <a:blip r:embed="rId6"/>
          <a:stretch>
            <a:fillRect/>
          </a:stretch>
        </p:blipFill>
        <p:spPr>
          <a:xfrm>
            <a:off x="10589890" y="1251715"/>
            <a:ext cx="1170428" cy="1430775"/>
          </a:xfrm>
          <a:prstGeom prst="rect">
            <a:avLst/>
          </a:prstGeom>
        </p:spPr>
      </p:pic>
      <p:sp>
        <p:nvSpPr>
          <p:cNvPr id="40" name="TextBox 39">
            <a:extLst>
              <a:ext uri="{FF2B5EF4-FFF2-40B4-BE49-F238E27FC236}">
                <a16:creationId xmlns:a16="http://schemas.microsoft.com/office/drawing/2014/main" id="{336E5773-9E9B-CF43-240E-2350FB5D0D4F}"/>
              </a:ext>
            </a:extLst>
          </p:cNvPr>
          <p:cNvSpPr txBox="1"/>
          <p:nvPr/>
        </p:nvSpPr>
        <p:spPr>
          <a:xfrm>
            <a:off x="5847932" y="1076396"/>
            <a:ext cx="4741958" cy="1815882"/>
          </a:xfrm>
          <a:prstGeom prst="rect">
            <a:avLst/>
          </a:prstGeom>
          <a:noFill/>
        </p:spPr>
        <p:txBody>
          <a:bodyPr wrap="square">
            <a:spAutoFit/>
          </a:bodyPr>
          <a:lstStyle/>
          <a:p>
            <a:pPr algn="ctr"/>
            <a:r>
              <a:rPr lang="en-US" sz="1400" i="1" dirty="0">
                <a:solidFill>
                  <a:srgbClr val="C4D600"/>
                </a:solidFill>
                <a:latin typeface="Arial" panose="020B0604020202020204" pitchFamily="34" charset="0"/>
                <a:cs typeface="Arial" panose="020B0604020202020204" pitchFamily="34" charset="0"/>
              </a:rPr>
              <a:t>“It is imperative for the sector to explore innovative solutions guarding its electrical assets against natural catastrophes…”</a:t>
            </a:r>
          </a:p>
          <a:p>
            <a:pPr algn="ctr"/>
            <a:endParaRPr lang="en-US" sz="1400" i="1" dirty="0">
              <a:solidFill>
                <a:srgbClr val="C4D600"/>
              </a:solidFill>
              <a:latin typeface="Arial" panose="020B0604020202020204" pitchFamily="34" charset="0"/>
              <a:cs typeface="Arial" panose="020B0604020202020204" pitchFamily="34" charset="0"/>
            </a:endParaRPr>
          </a:p>
          <a:p>
            <a:pPr algn="ctr"/>
            <a:r>
              <a:rPr lang="en-US" sz="1400" i="1" dirty="0">
                <a:solidFill>
                  <a:schemeClr val="accent6">
                    <a:lumMod val="20000"/>
                    <a:lumOff val="80000"/>
                  </a:schemeClr>
                </a:solidFill>
                <a:latin typeface="Arial" panose="020B0604020202020204" pitchFamily="34" charset="0"/>
                <a:cs typeface="Arial" panose="020B0604020202020204" pitchFamily="34" charset="0"/>
              </a:rPr>
              <a:t>One of the potential solutions is integrating the Fixed Asset Register (FAR) with GIS and Climate datasets. While FAR gives records of assets, climate details with aid in informed decisions to minimize losses </a:t>
            </a:r>
            <a:endParaRPr lang="en-US" sz="1400" i="1" dirty="0">
              <a:solidFill>
                <a:schemeClr val="accent6">
                  <a:lumMod val="20000"/>
                  <a:lumOff val="80000"/>
                </a:schemeClr>
              </a:solidFill>
            </a:endParaRPr>
          </a:p>
        </p:txBody>
      </p:sp>
      <p:cxnSp>
        <p:nvCxnSpPr>
          <p:cNvPr id="43" name="Straight Connector 42">
            <a:extLst>
              <a:ext uri="{FF2B5EF4-FFF2-40B4-BE49-F238E27FC236}">
                <a16:creationId xmlns:a16="http://schemas.microsoft.com/office/drawing/2014/main" id="{F251680B-6FC4-412A-FB98-82EE74AB5E0E}"/>
              </a:ext>
            </a:extLst>
          </p:cNvPr>
          <p:cNvCxnSpPr>
            <a:cxnSpLocks/>
          </p:cNvCxnSpPr>
          <p:nvPr/>
        </p:nvCxnSpPr>
        <p:spPr>
          <a:xfrm>
            <a:off x="5847934" y="2931769"/>
            <a:ext cx="5175945" cy="0"/>
          </a:xfrm>
          <a:prstGeom prst="line">
            <a:avLst/>
          </a:prstGeom>
          <a:ln>
            <a:solidFill>
              <a:schemeClr val="tx2"/>
            </a:solidFill>
            <a:prstDash val="lgDash"/>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020A7EB1-0E33-DEB8-965D-D4C485746853}"/>
              </a:ext>
            </a:extLst>
          </p:cNvPr>
          <p:cNvSpPr txBox="1"/>
          <p:nvPr/>
        </p:nvSpPr>
        <p:spPr>
          <a:xfrm>
            <a:off x="5844387" y="3044828"/>
            <a:ext cx="6168379" cy="30777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C4D600"/>
                </a:solidFill>
                <a:effectLst/>
                <a:uLnTx/>
                <a:uFillTx/>
                <a:latin typeface="Arial" panose="020B0604020202020204" pitchFamily="34" charset="0"/>
                <a:ea typeface="+mn-ea"/>
                <a:cs typeface="Arial" panose="020B0604020202020204" pitchFamily="34" charset="0"/>
              </a:rPr>
              <a:t>How will FAR integrated with climate datasets help the sector? </a:t>
            </a:r>
            <a:endParaRPr kumimoji="0" lang="en-US" sz="1400" b="0" i="0" u="none" strike="noStrike" kern="1200" cap="none" spc="0" normalizeH="0" baseline="0" noProof="0" dirty="0">
              <a:ln>
                <a:noFill/>
              </a:ln>
              <a:solidFill>
                <a:srgbClr val="C4D600"/>
              </a:solidFill>
              <a:effectLst/>
              <a:uLnTx/>
              <a:uFillTx/>
              <a:latin typeface="Calibri"/>
              <a:ea typeface="+mn-ea"/>
              <a:cs typeface="+mn-cs"/>
            </a:endParaRPr>
          </a:p>
        </p:txBody>
      </p:sp>
      <p:graphicFrame>
        <p:nvGraphicFramePr>
          <p:cNvPr id="46" name="Table 45">
            <a:extLst>
              <a:ext uri="{FF2B5EF4-FFF2-40B4-BE49-F238E27FC236}">
                <a16:creationId xmlns:a16="http://schemas.microsoft.com/office/drawing/2014/main" id="{9A9E1251-4FFD-4C03-2B77-EA9406082521}"/>
              </a:ext>
            </a:extLst>
          </p:cNvPr>
          <p:cNvGraphicFramePr>
            <a:graphicFrameLocks noGrp="1"/>
          </p:cNvGraphicFramePr>
          <p:nvPr>
            <p:extLst>
              <p:ext uri="{D42A27DB-BD31-4B8C-83A1-F6EECF244321}">
                <p14:modId xmlns:p14="http://schemas.microsoft.com/office/powerpoint/2010/main" val="3463448311"/>
              </p:ext>
            </p:extLst>
          </p:nvPr>
        </p:nvGraphicFramePr>
        <p:xfrm>
          <a:off x="5872600" y="3429000"/>
          <a:ext cx="5802933" cy="2658535"/>
        </p:xfrm>
        <a:graphic>
          <a:graphicData uri="http://schemas.openxmlformats.org/drawingml/2006/table">
            <a:tbl>
              <a:tblPr firstRow="1" bandRow="1">
                <a:tableStyleId>{5C22544A-7EE6-4342-B048-85BDC9FD1C3A}</a:tableStyleId>
              </a:tblPr>
              <a:tblGrid>
                <a:gridCol w="547318">
                  <a:extLst>
                    <a:ext uri="{9D8B030D-6E8A-4147-A177-3AD203B41FA5}">
                      <a16:colId xmlns:a16="http://schemas.microsoft.com/office/drawing/2014/main" val="813985324"/>
                    </a:ext>
                  </a:extLst>
                </a:gridCol>
                <a:gridCol w="5255615">
                  <a:extLst>
                    <a:ext uri="{9D8B030D-6E8A-4147-A177-3AD203B41FA5}">
                      <a16:colId xmlns:a16="http://schemas.microsoft.com/office/drawing/2014/main" val="791388469"/>
                    </a:ext>
                  </a:extLst>
                </a:gridCol>
              </a:tblGrid>
              <a:tr h="531707">
                <a:tc>
                  <a:txBody>
                    <a:bodyPr/>
                    <a:lstStyle/>
                    <a:p>
                      <a:endParaRPr lang="en-US" sz="1400" dirty="0">
                        <a:latin typeface="Arial" panose="020B0604020202020204" pitchFamily="34" charset="0"/>
                        <a:cs typeface="Arial" panose="020B0604020202020204" pitchFamily="34" charset="0"/>
                      </a:endParaRPr>
                    </a:p>
                  </a:txBody>
                  <a:tcPr anchor="ctr">
                    <a:lnL w="12700" cmpd="sng">
                      <a:noFill/>
                    </a:lnL>
                    <a:lnR w="3175" cap="flat" cmpd="sng" algn="ctr">
                      <a:solidFill>
                        <a:schemeClr val="bg2">
                          <a:lumMod val="75000"/>
                        </a:schemeClr>
                      </a:solidFill>
                      <a:prstDash val="solid"/>
                      <a:round/>
                      <a:headEnd type="none" w="med" len="med"/>
                      <a:tailEnd type="none" w="med" len="med"/>
                    </a:lnR>
                    <a:lnT w="12700" cmpd="sng">
                      <a:noFill/>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just"/>
                      <a:r>
                        <a:rPr lang="en-US" sz="1200" b="0" dirty="0">
                          <a:latin typeface="Arial" panose="020B0604020202020204" pitchFamily="34" charset="0"/>
                          <a:cs typeface="Arial" panose="020B0604020202020204" pitchFamily="34" charset="0"/>
                        </a:rPr>
                        <a:t>Identify the assets placed in high-risk zones (floodplains, coastal belts, landslides-prone areas, etc.)</a:t>
                      </a:r>
                    </a:p>
                  </a:txBody>
                  <a:tcPr anchor="ctr">
                    <a:lnL w="3175" cap="flat" cmpd="sng" algn="ctr">
                      <a:solidFill>
                        <a:schemeClr val="bg2">
                          <a:lumMod val="75000"/>
                        </a:schemeClr>
                      </a:solidFill>
                      <a:prstDash val="solid"/>
                      <a:round/>
                      <a:headEnd type="none" w="med" len="med"/>
                      <a:tailEnd type="none" w="med" len="med"/>
                    </a:lnL>
                    <a:lnR w="12700" cmpd="sng">
                      <a:noFill/>
                    </a:lnR>
                    <a:lnT w="12700" cmpd="sng">
                      <a:noFill/>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4021445958"/>
                  </a:ext>
                </a:extLst>
              </a:tr>
              <a:tr h="531707">
                <a:tc>
                  <a:txBody>
                    <a:bodyPr/>
                    <a:lstStyle/>
                    <a:p>
                      <a:endParaRPr lang="en-US" sz="1400" dirty="0">
                        <a:latin typeface="Arial" panose="020B0604020202020204" pitchFamily="34" charset="0"/>
                        <a:cs typeface="Arial" panose="020B0604020202020204" pitchFamily="34" charset="0"/>
                      </a:endParaRPr>
                    </a:p>
                  </a:txBody>
                  <a:tcPr anchor="ctr">
                    <a:lnL w="12700" cmpd="sng">
                      <a:noFill/>
                    </a:lnL>
                    <a:lnR w="3175" cap="flat" cmpd="sng" algn="ctr">
                      <a:solidFill>
                        <a:schemeClr val="bg2">
                          <a:lumMod val="75000"/>
                        </a:schemeClr>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algn="just" defTabSz="914400" rtl="0" eaLnBrk="1" latinLnBrk="0" hangingPunct="1"/>
                      <a:r>
                        <a:rPr lang="en-US" sz="1200" b="0" kern="1200" dirty="0">
                          <a:solidFill>
                            <a:schemeClr val="lt1"/>
                          </a:solidFill>
                          <a:latin typeface="Arial" panose="020B0604020202020204" pitchFamily="34" charset="0"/>
                          <a:ea typeface="+mn-ea"/>
                          <a:cs typeface="Arial" panose="020B0604020202020204" pitchFamily="34" charset="0"/>
                        </a:rPr>
                        <a:t>Use the details to devise maintenance alerts (both preventive and predictive </a:t>
                      </a:r>
                    </a:p>
                  </a:txBody>
                  <a:tcPr anchor="ctr">
                    <a:lnL w="3175" cap="flat" cmpd="sng" algn="ctr">
                      <a:solidFill>
                        <a:schemeClr val="bg2">
                          <a:lumMod val="75000"/>
                        </a:schemeClr>
                      </a:solidFill>
                      <a:prstDash val="solid"/>
                      <a:round/>
                      <a:headEnd type="none" w="med" len="med"/>
                      <a:tailEnd type="none" w="med" len="med"/>
                    </a:lnL>
                    <a:lnR w="12700" cmpd="sng">
                      <a:noFill/>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3548504922"/>
                  </a:ext>
                </a:extLst>
              </a:tr>
              <a:tr h="531707">
                <a:tc>
                  <a:txBody>
                    <a:bodyPr/>
                    <a:lstStyle/>
                    <a:p>
                      <a:endParaRPr lang="en-US" sz="1400" dirty="0">
                        <a:latin typeface="Arial" panose="020B0604020202020204" pitchFamily="34" charset="0"/>
                        <a:cs typeface="Arial" panose="020B0604020202020204" pitchFamily="34" charset="0"/>
                      </a:endParaRPr>
                    </a:p>
                  </a:txBody>
                  <a:tcPr anchor="ctr">
                    <a:lnL w="12700" cmpd="sng">
                      <a:noFill/>
                    </a:lnL>
                    <a:lnR w="3175" cap="flat" cmpd="sng" algn="ctr">
                      <a:solidFill>
                        <a:schemeClr val="bg2">
                          <a:lumMod val="75000"/>
                        </a:schemeClr>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algn="just" defTabSz="914400" rtl="0" eaLnBrk="1" latinLnBrk="0" hangingPunct="1"/>
                      <a:r>
                        <a:rPr lang="en-US" sz="1200" b="0" kern="1200" dirty="0">
                          <a:solidFill>
                            <a:schemeClr val="lt1"/>
                          </a:solidFill>
                          <a:latin typeface="Arial" panose="020B0604020202020204" pitchFamily="34" charset="0"/>
                          <a:ea typeface="+mn-ea"/>
                          <a:cs typeface="Arial" panose="020B0604020202020204" pitchFamily="34" charset="0"/>
                        </a:rPr>
                        <a:t>Shut down vulnerable spots in advance to reduce blackouts and easy ramp-up post disaster </a:t>
                      </a:r>
                    </a:p>
                  </a:txBody>
                  <a:tcPr anchor="ctr">
                    <a:lnL w="3175" cap="flat" cmpd="sng" algn="ctr">
                      <a:solidFill>
                        <a:schemeClr val="bg2">
                          <a:lumMod val="75000"/>
                        </a:schemeClr>
                      </a:solidFill>
                      <a:prstDash val="solid"/>
                      <a:round/>
                      <a:headEnd type="none" w="med" len="med"/>
                      <a:tailEnd type="none" w="med" len="med"/>
                    </a:lnL>
                    <a:lnR w="12700" cmpd="sng">
                      <a:noFill/>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434286261"/>
                  </a:ext>
                </a:extLst>
              </a:tr>
              <a:tr h="531707">
                <a:tc>
                  <a:txBody>
                    <a:bodyPr/>
                    <a:lstStyle/>
                    <a:p>
                      <a:endParaRPr lang="en-US" sz="1400" dirty="0">
                        <a:latin typeface="Arial" panose="020B0604020202020204" pitchFamily="34" charset="0"/>
                        <a:cs typeface="Arial" panose="020B0604020202020204" pitchFamily="34" charset="0"/>
                      </a:endParaRPr>
                    </a:p>
                  </a:txBody>
                  <a:tcPr anchor="ctr">
                    <a:lnL w="12700" cmpd="sng">
                      <a:noFill/>
                    </a:lnL>
                    <a:lnR w="3175" cap="flat" cmpd="sng" algn="ctr">
                      <a:solidFill>
                        <a:schemeClr val="bg2">
                          <a:lumMod val="75000"/>
                        </a:schemeClr>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algn="just" defTabSz="914400" rtl="0" eaLnBrk="1" latinLnBrk="0" hangingPunct="1"/>
                      <a:r>
                        <a:rPr lang="en-US" sz="1200" b="0" kern="1200" dirty="0">
                          <a:solidFill>
                            <a:schemeClr val="lt1"/>
                          </a:solidFill>
                          <a:latin typeface="Arial" panose="020B0604020202020204" pitchFamily="34" charset="0"/>
                          <a:ea typeface="+mn-ea"/>
                          <a:cs typeface="Arial" panose="020B0604020202020204" pitchFamily="34" charset="0"/>
                        </a:rPr>
                        <a:t>Climate tagged FAR will indicate need for insurance of assets in highly vulnerable areas </a:t>
                      </a:r>
                    </a:p>
                  </a:txBody>
                  <a:tcPr anchor="ctr">
                    <a:lnL w="3175" cap="flat" cmpd="sng" algn="ctr">
                      <a:solidFill>
                        <a:schemeClr val="bg2">
                          <a:lumMod val="75000"/>
                        </a:schemeClr>
                      </a:solidFill>
                      <a:prstDash val="solid"/>
                      <a:round/>
                      <a:headEnd type="none" w="med" len="med"/>
                      <a:tailEnd type="none" w="med" len="med"/>
                    </a:lnL>
                    <a:lnR w="12700" cmpd="sng">
                      <a:noFill/>
                    </a:lnR>
                    <a:lnT w="3175" cap="flat" cmpd="sng" algn="ctr">
                      <a:solidFill>
                        <a:schemeClr val="bg2">
                          <a:lumMod val="75000"/>
                        </a:schemeClr>
                      </a:solidFill>
                      <a:prstDash val="solid"/>
                      <a:round/>
                      <a:headEnd type="none" w="med" len="med"/>
                      <a:tailEnd type="none" w="med" len="med"/>
                    </a:lnT>
                    <a:lnB w="3175" cap="flat" cmpd="sng" algn="ctr">
                      <a:solidFill>
                        <a:schemeClr val="bg2">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949195673"/>
                  </a:ext>
                </a:extLst>
              </a:tr>
              <a:tr h="531707">
                <a:tc>
                  <a:txBody>
                    <a:bodyPr/>
                    <a:lstStyle/>
                    <a:p>
                      <a:endParaRPr lang="en-US" sz="1400" dirty="0">
                        <a:latin typeface="Arial" panose="020B0604020202020204" pitchFamily="34" charset="0"/>
                        <a:cs typeface="Arial" panose="020B0604020202020204" pitchFamily="34" charset="0"/>
                      </a:endParaRPr>
                    </a:p>
                  </a:txBody>
                  <a:tcPr anchor="ctr">
                    <a:lnL w="12700" cmpd="sng">
                      <a:noFill/>
                    </a:lnL>
                    <a:lnR w="3175" cap="flat" cmpd="sng" algn="ctr">
                      <a:solidFill>
                        <a:schemeClr val="bg2">
                          <a:lumMod val="75000"/>
                        </a:schemeClr>
                      </a:solidFill>
                      <a:prstDash val="solid"/>
                      <a:round/>
                      <a:headEnd type="none" w="med" len="med"/>
                      <a:tailEnd type="none" w="med" len="med"/>
                    </a:lnR>
                    <a:lnT w="3175" cap="flat" cmpd="sng" algn="ctr">
                      <a:solidFill>
                        <a:schemeClr val="bg2">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1"/>
                    </a:solidFill>
                  </a:tcPr>
                </a:tc>
                <a:tc>
                  <a:txBody>
                    <a:bodyPr/>
                    <a:lstStyle/>
                    <a:p>
                      <a:pPr marL="0" algn="just" defTabSz="914400" rtl="0" eaLnBrk="1" latinLnBrk="0" hangingPunct="1"/>
                      <a:r>
                        <a:rPr lang="en-US" sz="1200" b="0" kern="1200" dirty="0">
                          <a:solidFill>
                            <a:schemeClr val="lt1"/>
                          </a:solidFill>
                          <a:latin typeface="Arial" panose="020B0604020202020204" pitchFamily="34" charset="0"/>
                          <a:ea typeface="+mn-ea"/>
                          <a:cs typeface="Arial" panose="020B0604020202020204" pitchFamily="34" charset="0"/>
                        </a:rPr>
                        <a:t>Optimized capital allocation for reinforcements based on high, medium and low risk zones </a:t>
                      </a:r>
                    </a:p>
                  </a:txBody>
                  <a:tcPr anchor="ctr">
                    <a:lnL w="3175" cap="flat" cmpd="sng" algn="ctr">
                      <a:solidFill>
                        <a:schemeClr val="bg2">
                          <a:lumMod val="75000"/>
                        </a:schemeClr>
                      </a:solidFill>
                      <a:prstDash val="solid"/>
                      <a:round/>
                      <a:headEnd type="none" w="med" len="med"/>
                      <a:tailEnd type="none" w="med" len="med"/>
                    </a:lnL>
                    <a:lnR w="12700" cmpd="sng">
                      <a:noFill/>
                    </a:lnR>
                    <a:lnT w="3175" cap="flat" cmpd="sng" algn="ctr">
                      <a:solidFill>
                        <a:schemeClr val="bg2">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526126697"/>
                  </a:ext>
                </a:extLst>
              </a:tr>
            </a:tbl>
          </a:graphicData>
        </a:graphic>
      </p:graphicFrame>
      <p:sp>
        <p:nvSpPr>
          <p:cNvPr id="45" name="Graphic 4">
            <a:extLst>
              <a:ext uri="{FF2B5EF4-FFF2-40B4-BE49-F238E27FC236}">
                <a16:creationId xmlns:a16="http://schemas.microsoft.com/office/drawing/2014/main" id="{4D9EB51F-B2FE-5BE9-1905-876703C0828B}"/>
              </a:ext>
            </a:extLst>
          </p:cNvPr>
          <p:cNvSpPr/>
          <p:nvPr/>
        </p:nvSpPr>
        <p:spPr>
          <a:xfrm>
            <a:off x="5976178" y="3522672"/>
            <a:ext cx="320040" cy="320040"/>
          </a:xfrm>
          <a:custGeom>
            <a:avLst/>
            <a:gdLst>
              <a:gd name="connsiteX0" fmla="*/ 180835 w 362309"/>
              <a:gd name="connsiteY0" fmla="*/ 0 h 361971"/>
              <a:gd name="connsiteX1" fmla="*/ 0 w 362309"/>
              <a:gd name="connsiteY1" fmla="*/ 181305 h 361971"/>
              <a:gd name="connsiteX2" fmla="*/ 181474 w 362309"/>
              <a:gd name="connsiteY2" fmla="*/ 361972 h 361971"/>
              <a:gd name="connsiteX3" fmla="*/ 362310 w 362309"/>
              <a:gd name="connsiteY3" fmla="*/ 180667 h 361971"/>
              <a:gd name="connsiteX4" fmla="*/ 180835 w 362309"/>
              <a:gd name="connsiteY4" fmla="*/ 0 h 361971"/>
              <a:gd name="connsiteX5" fmla="*/ 180835 w 362309"/>
              <a:gd name="connsiteY5" fmla="*/ 0 h 361971"/>
              <a:gd name="connsiteX6" fmla="*/ 283074 w 362309"/>
              <a:gd name="connsiteY6" fmla="*/ 112997 h 361971"/>
              <a:gd name="connsiteX7" fmla="*/ 138662 w 362309"/>
              <a:gd name="connsiteY7" fmla="*/ 257913 h 361971"/>
              <a:gd name="connsiteX8" fmla="*/ 129716 w 362309"/>
              <a:gd name="connsiteY8" fmla="*/ 257913 h 361971"/>
              <a:gd name="connsiteX9" fmla="*/ 129716 w 362309"/>
              <a:gd name="connsiteY9" fmla="*/ 257913 h 361971"/>
              <a:gd name="connsiteX10" fmla="*/ 79235 w 362309"/>
              <a:gd name="connsiteY10" fmla="*/ 207479 h 361971"/>
              <a:gd name="connsiteX11" fmla="*/ 79235 w 362309"/>
              <a:gd name="connsiteY11" fmla="*/ 198542 h 361971"/>
              <a:gd name="connsiteX12" fmla="*/ 88181 w 362309"/>
              <a:gd name="connsiteY12" fmla="*/ 198542 h 361971"/>
              <a:gd name="connsiteX13" fmla="*/ 88181 w 362309"/>
              <a:gd name="connsiteY13" fmla="*/ 198542 h 361971"/>
              <a:gd name="connsiteX14" fmla="*/ 134189 w 362309"/>
              <a:gd name="connsiteY14" fmla="*/ 244506 h 361971"/>
              <a:gd name="connsiteX15" fmla="*/ 274767 w 362309"/>
              <a:gd name="connsiteY15" fmla="*/ 104059 h 361971"/>
              <a:gd name="connsiteX16" fmla="*/ 283713 w 362309"/>
              <a:gd name="connsiteY16" fmla="*/ 104059 h 361971"/>
              <a:gd name="connsiteX17" fmla="*/ 283713 w 362309"/>
              <a:gd name="connsiteY17" fmla="*/ 112997 h 361971"/>
              <a:gd name="connsiteX18" fmla="*/ 283713 w 362309"/>
              <a:gd name="connsiteY18" fmla="*/ 112997 h 361971"/>
              <a:gd name="connsiteX19" fmla="*/ 283074 w 362309"/>
              <a:gd name="connsiteY19" fmla="*/ 112997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62309" h="361971">
                <a:moveTo>
                  <a:pt x="180835" y="0"/>
                </a:moveTo>
                <a:cubicBezTo>
                  <a:pt x="80513" y="0"/>
                  <a:pt x="0" y="81077"/>
                  <a:pt x="0" y="181305"/>
                </a:cubicBezTo>
                <a:cubicBezTo>
                  <a:pt x="0" y="281534"/>
                  <a:pt x="81152" y="361972"/>
                  <a:pt x="181474" y="361972"/>
                </a:cubicBezTo>
                <a:cubicBezTo>
                  <a:pt x="281157" y="361972"/>
                  <a:pt x="362310" y="280895"/>
                  <a:pt x="362310" y="180667"/>
                </a:cubicBezTo>
                <a:cubicBezTo>
                  <a:pt x="362310" y="81077"/>
                  <a:pt x="281157" y="0"/>
                  <a:pt x="180835" y="0"/>
                </a:cubicBezTo>
                <a:cubicBezTo>
                  <a:pt x="180835" y="0"/>
                  <a:pt x="180835" y="0"/>
                  <a:pt x="180835" y="0"/>
                </a:cubicBezTo>
                <a:close/>
                <a:moveTo>
                  <a:pt x="283074" y="112997"/>
                </a:moveTo>
                <a:lnTo>
                  <a:pt x="138662" y="257913"/>
                </a:lnTo>
                <a:cubicBezTo>
                  <a:pt x="136106" y="260466"/>
                  <a:pt x="132272" y="260466"/>
                  <a:pt x="129716" y="257913"/>
                </a:cubicBezTo>
                <a:cubicBezTo>
                  <a:pt x="129716" y="257913"/>
                  <a:pt x="129716" y="257913"/>
                  <a:pt x="129716" y="257913"/>
                </a:cubicBezTo>
                <a:lnTo>
                  <a:pt x="79235" y="207479"/>
                </a:lnTo>
                <a:cubicBezTo>
                  <a:pt x="76679" y="204926"/>
                  <a:pt x="76679" y="201095"/>
                  <a:pt x="79235" y="198542"/>
                </a:cubicBezTo>
                <a:cubicBezTo>
                  <a:pt x="81791" y="195988"/>
                  <a:pt x="85625" y="195988"/>
                  <a:pt x="88181" y="198542"/>
                </a:cubicBezTo>
                <a:lnTo>
                  <a:pt x="88181" y="198542"/>
                </a:lnTo>
                <a:lnTo>
                  <a:pt x="134189" y="244506"/>
                </a:lnTo>
                <a:lnTo>
                  <a:pt x="274767" y="104059"/>
                </a:lnTo>
                <a:cubicBezTo>
                  <a:pt x="277323" y="101505"/>
                  <a:pt x="281157" y="101505"/>
                  <a:pt x="283713" y="104059"/>
                </a:cubicBezTo>
                <a:cubicBezTo>
                  <a:pt x="286269" y="106613"/>
                  <a:pt x="286269" y="110443"/>
                  <a:pt x="283713" y="112997"/>
                </a:cubicBezTo>
                <a:lnTo>
                  <a:pt x="283713" y="112997"/>
                </a:lnTo>
                <a:lnTo>
                  <a:pt x="283074" y="112997"/>
                </a:lnTo>
                <a:close/>
              </a:path>
            </a:pathLst>
          </a:custGeom>
          <a:solidFill>
            <a:srgbClr val="C4D600"/>
          </a:solidFill>
          <a:ln w="6390" cap="flat">
            <a:noFill/>
            <a:prstDash val="solid"/>
            <a:miter/>
          </a:ln>
        </p:spPr>
        <p:txBody>
          <a:bodyPr rtlCol="0" anchor="ctr"/>
          <a:lstStyle/>
          <a:p>
            <a:endParaRPr lang="en-US"/>
          </a:p>
        </p:txBody>
      </p:sp>
      <p:sp>
        <p:nvSpPr>
          <p:cNvPr id="48" name="Graphic 4">
            <a:extLst>
              <a:ext uri="{FF2B5EF4-FFF2-40B4-BE49-F238E27FC236}">
                <a16:creationId xmlns:a16="http://schemas.microsoft.com/office/drawing/2014/main" id="{E6715BA1-BC6A-0A50-2C63-D2780439C10E}"/>
              </a:ext>
            </a:extLst>
          </p:cNvPr>
          <p:cNvSpPr/>
          <p:nvPr/>
        </p:nvSpPr>
        <p:spPr>
          <a:xfrm>
            <a:off x="5976178" y="4062629"/>
            <a:ext cx="320040" cy="320040"/>
          </a:xfrm>
          <a:custGeom>
            <a:avLst/>
            <a:gdLst>
              <a:gd name="connsiteX0" fmla="*/ 180835 w 362309"/>
              <a:gd name="connsiteY0" fmla="*/ 0 h 361971"/>
              <a:gd name="connsiteX1" fmla="*/ 0 w 362309"/>
              <a:gd name="connsiteY1" fmla="*/ 181305 h 361971"/>
              <a:gd name="connsiteX2" fmla="*/ 181474 w 362309"/>
              <a:gd name="connsiteY2" fmla="*/ 361972 h 361971"/>
              <a:gd name="connsiteX3" fmla="*/ 362310 w 362309"/>
              <a:gd name="connsiteY3" fmla="*/ 180667 h 361971"/>
              <a:gd name="connsiteX4" fmla="*/ 180835 w 362309"/>
              <a:gd name="connsiteY4" fmla="*/ 0 h 361971"/>
              <a:gd name="connsiteX5" fmla="*/ 180835 w 362309"/>
              <a:gd name="connsiteY5" fmla="*/ 0 h 361971"/>
              <a:gd name="connsiteX6" fmla="*/ 283074 w 362309"/>
              <a:gd name="connsiteY6" fmla="*/ 112997 h 361971"/>
              <a:gd name="connsiteX7" fmla="*/ 138662 w 362309"/>
              <a:gd name="connsiteY7" fmla="*/ 257913 h 361971"/>
              <a:gd name="connsiteX8" fmla="*/ 129716 w 362309"/>
              <a:gd name="connsiteY8" fmla="*/ 257913 h 361971"/>
              <a:gd name="connsiteX9" fmla="*/ 129716 w 362309"/>
              <a:gd name="connsiteY9" fmla="*/ 257913 h 361971"/>
              <a:gd name="connsiteX10" fmla="*/ 79235 w 362309"/>
              <a:gd name="connsiteY10" fmla="*/ 207479 h 361971"/>
              <a:gd name="connsiteX11" fmla="*/ 79235 w 362309"/>
              <a:gd name="connsiteY11" fmla="*/ 198542 h 361971"/>
              <a:gd name="connsiteX12" fmla="*/ 88181 w 362309"/>
              <a:gd name="connsiteY12" fmla="*/ 198542 h 361971"/>
              <a:gd name="connsiteX13" fmla="*/ 88181 w 362309"/>
              <a:gd name="connsiteY13" fmla="*/ 198542 h 361971"/>
              <a:gd name="connsiteX14" fmla="*/ 134189 w 362309"/>
              <a:gd name="connsiteY14" fmla="*/ 244506 h 361971"/>
              <a:gd name="connsiteX15" fmla="*/ 274767 w 362309"/>
              <a:gd name="connsiteY15" fmla="*/ 104059 h 361971"/>
              <a:gd name="connsiteX16" fmla="*/ 283713 w 362309"/>
              <a:gd name="connsiteY16" fmla="*/ 104059 h 361971"/>
              <a:gd name="connsiteX17" fmla="*/ 283713 w 362309"/>
              <a:gd name="connsiteY17" fmla="*/ 112997 h 361971"/>
              <a:gd name="connsiteX18" fmla="*/ 283713 w 362309"/>
              <a:gd name="connsiteY18" fmla="*/ 112997 h 361971"/>
              <a:gd name="connsiteX19" fmla="*/ 283074 w 362309"/>
              <a:gd name="connsiteY19" fmla="*/ 112997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62309" h="361971">
                <a:moveTo>
                  <a:pt x="180835" y="0"/>
                </a:moveTo>
                <a:cubicBezTo>
                  <a:pt x="80513" y="0"/>
                  <a:pt x="0" y="81077"/>
                  <a:pt x="0" y="181305"/>
                </a:cubicBezTo>
                <a:cubicBezTo>
                  <a:pt x="0" y="281534"/>
                  <a:pt x="81152" y="361972"/>
                  <a:pt x="181474" y="361972"/>
                </a:cubicBezTo>
                <a:cubicBezTo>
                  <a:pt x="281157" y="361972"/>
                  <a:pt x="362310" y="280895"/>
                  <a:pt x="362310" y="180667"/>
                </a:cubicBezTo>
                <a:cubicBezTo>
                  <a:pt x="362310" y="81077"/>
                  <a:pt x="281157" y="0"/>
                  <a:pt x="180835" y="0"/>
                </a:cubicBezTo>
                <a:cubicBezTo>
                  <a:pt x="180835" y="0"/>
                  <a:pt x="180835" y="0"/>
                  <a:pt x="180835" y="0"/>
                </a:cubicBezTo>
                <a:close/>
                <a:moveTo>
                  <a:pt x="283074" y="112997"/>
                </a:moveTo>
                <a:lnTo>
                  <a:pt x="138662" y="257913"/>
                </a:lnTo>
                <a:cubicBezTo>
                  <a:pt x="136106" y="260466"/>
                  <a:pt x="132272" y="260466"/>
                  <a:pt x="129716" y="257913"/>
                </a:cubicBezTo>
                <a:cubicBezTo>
                  <a:pt x="129716" y="257913"/>
                  <a:pt x="129716" y="257913"/>
                  <a:pt x="129716" y="257913"/>
                </a:cubicBezTo>
                <a:lnTo>
                  <a:pt x="79235" y="207479"/>
                </a:lnTo>
                <a:cubicBezTo>
                  <a:pt x="76679" y="204926"/>
                  <a:pt x="76679" y="201095"/>
                  <a:pt x="79235" y="198542"/>
                </a:cubicBezTo>
                <a:cubicBezTo>
                  <a:pt x="81791" y="195988"/>
                  <a:pt x="85625" y="195988"/>
                  <a:pt x="88181" y="198542"/>
                </a:cubicBezTo>
                <a:lnTo>
                  <a:pt x="88181" y="198542"/>
                </a:lnTo>
                <a:lnTo>
                  <a:pt x="134189" y="244506"/>
                </a:lnTo>
                <a:lnTo>
                  <a:pt x="274767" y="104059"/>
                </a:lnTo>
                <a:cubicBezTo>
                  <a:pt x="277323" y="101505"/>
                  <a:pt x="281157" y="101505"/>
                  <a:pt x="283713" y="104059"/>
                </a:cubicBezTo>
                <a:cubicBezTo>
                  <a:pt x="286269" y="106613"/>
                  <a:pt x="286269" y="110443"/>
                  <a:pt x="283713" y="112997"/>
                </a:cubicBezTo>
                <a:lnTo>
                  <a:pt x="283713" y="112997"/>
                </a:lnTo>
                <a:lnTo>
                  <a:pt x="283074" y="112997"/>
                </a:lnTo>
                <a:close/>
              </a:path>
            </a:pathLst>
          </a:custGeom>
          <a:solidFill>
            <a:srgbClr val="C4D600"/>
          </a:solidFill>
          <a:ln w="6390" cap="flat">
            <a:noFill/>
            <a:prstDash val="solid"/>
            <a:miter/>
          </a:ln>
        </p:spPr>
        <p:txBody>
          <a:bodyPr rtlCol="0" anchor="ctr"/>
          <a:lstStyle/>
          <a:p>
            <a:endParaRPr lang="en-US"/>
          </a:p>
        </p:txBody>
      </p:sp>
      <p:sp>
        <p:nvSpPr>
          <p:cNvPr id="49" name="Graphic 4">
            <a:extLst>
              <a:ext uri="{FF2B5EF4-FFF2-40B4-BE49-F238E27FC236}">
                <a16:creationId xmlns:a16="http://schemas.microsoft.com/office/drawing/2014/main" id="{13404947-20B0-4F0C-761D-B640519516D1}"/>
              </a:ext>
            </a:extLst>
          </p:cNvPr>
          <p:cNvSpPr/>
          <p:nvPr/>
        </p:nvSpPr>
        <p:spPr>
          <a:xfrm>
            <a:off x="5976178" y="4599310"/>
            <a:ext cx="320040" cy="320040"/>
          </a:xfrm>
          <a:custGeom>
            <a:avLst/>
            <a:gdLst>
              <a:gd name="connsiteX0" fmla="*/ 180835 w 362309"/>
              <a:gd name="connsiteY0" fmla="*/ 0 h 361971"/>
              <a:gd name="connsiteX1" fmla="*/ 0 w 362309"/>
              <a:gd name="connsiteY1" fmla="*/ 181305 h 361971"/>
              <a:gd name="connsiteX2" fmla="*/ 181474 w 362309"/>
              <a:gd name="connsiteY2" fmla="*/ 361972 h 361971"/>
              <a:gd name="connsiteX3" fmla="*/ 362310 w 362309"/>
              <a:gd name="connsiteY3" fmla="*/ 180667 h 361971"/>
              <a:gd name="connsiteX4" fmla="*/ 180835 w 362309"/>
              <a:gd name="connsiteY4" fmla="*/ 0 h 361971"/>
              <a:gd name="connsiteX5" fmla="*/ 180835 w 362309"/>
              <a:gd name="connsiteY5" fmla="*/ 0 h 361971"/>
              <a:gd name="connsiteX6" fmla="*/ 283074 w 362309"/>
              <a:gd name="connsiteY6" fmla="*/ 112997 h 361971"/>
              <a:gd name="connsiteX7" fmla="*/ 138662 w 362309"/>
              <a:gd name="connsiteY7" fmla="*/ 257913 h 361971"/>
              <a:gd name="connsiteX8" fmla="*/ 129716 w 362309"/>
              <a:gd name="connsiteY8" fmla="*/ 257913 h 361971"/>
              <a:gd name="connsiteX9" fmla="*/ 129716 w 362309"/>
              <a:gd name="connsiteY9" fmla="*/ 257913 h 361971"/>
              <a:gd name="connsiteX10" fmla="*/ 79235 w 362309"/>
              <a:gd name="connsiteY10" fmla="*/ 207479 h 361971"/>
              <a:gd name="connsiteX11" fmla="*/ 79235 w 362309"/>
              <a:gd name="connsiteY11" fmla="*/ 198542 h 361971"/>
              <a:gd name="connsiteX12" fmla="*/ 88181 w 362309"/>
              <a:gd name="connsiteY12" fmla="*/ 198542 h 361971"/>
              <a:gd name="connsiteX13" fmla="*/ 88181 w 362309"/>
              <a:gd name="connsiteY13" fmla="*/ 198542 h 361971"/>
              <a:gd name="connsiteX14" fmla="*/ 134189 w 362309"/>
              <a:gd name="connsiteY14" fmla="*/ 244506 h 361971"/>
              <a:gd name="connsiteX15" fmla="*/ 274767 w 362309"/>
              <a:gd name="connsiteY15" fmla="*/ 104059 h 361971"/>
              <a:gd name="connsiteX16" fmla="*/ 283713 w 362309"/>
              <a:gd name="connsiteY16" fmla="*/ 104059 h 361971"/>
              <a:gd name="connsiteX17" fmla="*/ 283713 w 362309"/>
              <a:gd name="connsiteY17" fmla="*/ 112997 h 361971"/>
              <a:gd name="connsiteX18" fmla="*/ 283713 w 362309"/>
              <a:gd name="connsiteY18" fmla="*/ 112997 h 361971"/>
              <a:gd name="connsiteX19" fmla="*/ 283074 w 362309"/>
              <a:gd name="connsiteY19" fmla="*/ 112997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62309" h="361971">
                <a:moveTo>
                  <a:pt x="180835" y="0"/>
                </a:moveTo>
                <a:cubicBezTo>
                  <a:pt x="80513" y="0"/>
                  <a:pt x="0" y="81077"/>
                  <a:pt x="0" y="181305"/>
                </a:cubicBezTo>
                <a:cubicBezTo>
                  <a:pt x="0" y="281534"/>
                  <a:pt x="81152" y="361972"/>
                  <a:pt x="181474" y="361972"/>
                </a:cubicBezTo>
                <a:cubicBezTo>
                  <a:pt x="281157" y="361972"/>
                  <a:pt x="362310" y="280895"/>
                  <a:pt x="362310" y="180667"/>
                </a:cubicBezTo>
                <a:cubicBezTo>
                  <a:pt x="362310" y="81077"/>
                  <a:pt x="281157" y="0"/>
                  <a:pt x="180835" y="0"/>
                </a:cubicBezTo>
                <a:cubicBezTo>
                  <a:pt x="180835" y="0"/>
                  <a:pt x="180835" y="0"/>
                  <a:pt x="180835" y="0"/>
                </a:cubicBezTo>
                <a:close/>
                <a:moveTo>
                  <a:pt x="283074" y="112997"/>
                </a:moveTo>
                <a:lnTo>
                  <a:pt x="138662" y="257913"/>
                </a:lnTo>
                <a:cubicBezTo>
                  <a:pt x="136106" y="260466"/>
                  <a:pt x="132272" y="260466"/>
                  <a:pt x="129716" y="257913"/>
                </a:cubicBezTo>
                <a:cubicBezTo>
                  <a:pt x="129716" y="257913"/>
                  <a:pt x="129716" y="257913"/>
                  <a:pt x="129716" y="257913"/>
                </a:cubicBezTo>
                <a:lnTo>
                  <a:pt x="79235" y="207479"/>
                </a:lnTo>
                <a:cubicBezTo>
                  <a:pt x="76679" y="204926"/>
                  <a:pt x="76679" y="201095"/>
                  <a:pt x="79235" y="198542"/>
                </a:cubicBezTo>
                <a:cubicBezTo>
                  <a:pt x="81791" y="195988"/>
                  <a:pt x="85625" y="195988"/>
                  <a:pt x="88181" y="198542"/>
                </a:cubicBezTo>
                <a:lnTo>
                  <a:pt x="88181" y="198542"/>
                </a:lnTo>
                <a:lnTo>
                  <a:pt x="134189" y="244506"/>
                </a:lnTo>
                <a:lnTo>
                  <a:pt x="274767" y="104059"/>
                </a:lnTo>
                <a:cubicBezTo>
                  <a:pt x="277323" y="101505"/>
                  <a:pt x="281157" y="101505"/>
                  <a:pt x="283713" y="104059"/>
                </a:cubicBezTo>
                <a:cubicBezTo>
                  <a:pt x="286269" y="106613"/>
                  <a:pt x="286269" y="110443"/>
                  <a:pt x="283713" y="112997"/>
                </a:cubicBezTo>
                <a:lnTo>
                  <a:pt x="283713" y="112997"/>
                </a:lnTo>
                <a:lnTo>
                  <a:pt x="283074" y="112997"/>
                </a:lnTo>
                <a:close/>
              </a:path>
            </a:pathLst>
          </a:custGeom>
          <a:solidFill>
            <a:srgbClr val="C4D600"/>
          </a:solidFill>
          <a:ln w="6390" cap="flat">
            <a:noFill/>
            <a:prstDash val="solid"/>
            <a:miter/>
          </a:ln>
        </p:spPr>
        <p:txBody>
          <a:bodyPr rtlCol="0" anchor="ctr"/>
          <a:lstStyle/>
          <a:p>
            <a:endParaRPr lang="en-US"/>
          </a:p>
        </p:txBody>
      </p:sp>
      <p:sp>
        <p:nvSpPr>
          <p:cNvPr id="50" name="Graphic 4">
            <a:extLst>
              <a:ext uri="{FF2B5EF4-FFF2-40B4-BE49-F238E27FC236}">
                <a16:creationId xmlns:a16="http://schemas.microsoft.com/office/drawing/2014/main" id="{BEF3FDE6-6860-B80A-7714-061381F28587}"/>
              </a:ext>
            </a:extLst>
          </p:cNvPr>
          <p:cNvSpPr/>
          <p:nvPr/>
        </p:nvSpPr>
        <p:spPr>
          <a:xfrm>
            <a:off x="5976178" y="5122333"/>
            <a:ext cx="320040" cy="320040"/>
          </a:xfrm>
          <a:custGeom>
            <a:avLst/>
            <a:gdLst>
              <a:gd name="connsiteX0" fmla="*/ 180835 w 362309"/>
              <a:gd name="connsiteY0" fmla="*/ 0 h 361971"/>
              <a:gd name="connsiteX1" fmla="*/ 0 w 362309"/>
              <a:gd name="connsiteY1" fmla="*/ 181305 h 361971"/>
              <a:gd name="connsiteX2" fmla="*/ 181474 w 362309"/>
              <a:gd name="connsiteY2" fmla="*/ 361972 h 361971"/>
              <a:gd name="connsiteX3" fmla="*/ 362310 w 362309"/>
              <a:gd name="connsiteY3" fmla="*/ 180667 h 361971"/>
              <a:gd name="connsiteX4" fmla="*/ 180835 w 362309"/>
              <a:gd name="connsiteY4" fmla="*/ 0 h 361971"/>
              <a:gd name="connsiteX5" fmla="*/ 180835 w 362309"/>
              <a:gd name="connsiteY5" fmla="*/ 0 h 361971"/>
              <a:gd name="connsiteX6" fmla="*/ 283074 w 362309"/>
              <a:gd name="connsiteY6" fmla="*/ 112997 h 361971"/>
              <a:gd name="connsiteX7" fmla="*/ 138662 w 362309"/>
              <a:gd name="connsiteY7" fmla="*/ 257913 h 361971"/>
              <a:gd name="connsiteX8" fmla="*/ 129716 w 362309"/>
              <a:gd name="connsiteY8" fmla="*/ 257913 h 361971"/>
              <a:gd name="connsiteX9" fmla="*/ 129716 w 362309"/>
              <a:gd name="connsiteY9" fmla="*/ 257913 h 361971"/>
              <a:gd name="connsiteX10" fmla="*/ 79235 w 362309"/>
              <a:gd name="connsiteY10" fmla="*/ 207479 h 361971"/>
              <a:gd name="connsiteX11" fmla="*/ 79235 w 362309"/>
              <a:gd name="connsiteY11" fmla="*/ 198542 h 361971"/>
              <a:gd name="connsiteX12" fmla="*/ 88181 w 362309"/>
              <a:gd name="connsiteY12" fmla="*/ 198542 h 361971"/>
              <a:gd name="connsiteX13" fmla="*/ 88181 w 362309"/>
              <a:gd name="connsiteY13" fmla="*/ 198542 h 361971"/>
              <a:gd name="connsiteX14" fmla="*/ 134189 w 362309"/>
              <a:gd name="connsiteY14" fmla="*/ 244506 h 361971"/>
              <a:gd name="connsiteX15" fmla="*/ 274767 w 362309"/>
              <a:gd name="connsiteY15" fmla="*/ 104059 h 361971"/>
              <a:gd name="connsiteX16" fmla="*/ 283713 w 362309"/>
              <a:gd name="connsiteY16" fmla="*/ 104059 h 361971"/>
              <a:gd name="connsiteX17" fmla="*/ 283713 w 362309"/>
              <a:gd name="connsiteY17" fmla="*/ 112997 h 361971"/>
              <a:gd name="connsiteX18" fmla="*/ 283713 w 362309"/>
              <a:gd name="connsiteY18" fmla="*/ 112997 h 361971"/>
              <a:gd name="connsiteX19" fmla="*/ 283074 w 362309"/>
              <a:gd name="connsiteY19" fmla="*/ 112997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62309" h="361971">
                <a:moveTo>
                  <a:pt x="180835" y="0"/>
                </a:moveTo>
                <a:cubicBezTo>
                  <a:pt x="80513" y="0"/>
                  <a:pt x="0" y="81077"/>
                  <a:pt x="0" y="181305"/>
                </a:cubicBezTo>
                <a:cubicBezTo>
                  <a:pt x="0" y="281534"/>
                  <a:pt x="81152" y="361972"/>
                  <a:pt x="181474" y="361972"/>
                </a:cubicBezTo>
                <a:cubicBezTo>
                  <a:pt x="281157" y="361972"/>
                  <a:pt x="362310" y="280895"/>
                  <a:pt x="362310" y="180667"/>
                </a:cubicBezTo>
                <a:cubicBezTo>
                  <a:pt x="362310" y="81077"/>
                  <a:pt x="281157" y="0"/>
                  <a:pt x="180835" y="0"/>
                </a:cubicBezTo>
                <a:cubicBezTo>
                  <a:pt x="180835" y="0"/>
                  <a:pt x="180835" y="0"/>
                  <a:pt x="180835" y="0"/>
                </a:cubicBezTo>
                <a:close/>
                <a:moveTo>
                  <a:pt x="283074" y="112997"/>
                </a:moveTo>
                <a:lnTo>
                  <a:pt x="138662" y="257913"/>
                </a:lnTo>
                <a:cubicBezTo>
                  <a:pt x="136106" y="260466"/>
                  <a:pt x="132272" y="260466"/>
                  <a:pt x="129716" y="257913"/>
                </a:cubicBezTo>
                <a:cubicBezTo>
                  <a:pt x="129716" y="257913"/>
                  <a:pt x="129716" y="257913"/>
                  <a:pt x="129716" y="257913"/>
                </a:cubicBezTo>
                <a:lnTo>
                  <a:pt x="79235" y="207479"/>
                </a:lnTo>
                <a:cubicBezTo>
                  <a:pt x="76679" y="204926"/>
                  <a:pt x="76679" y="201095"/>
                  <a:pt x="79235" y="198542"/>
                </a:cubicBezTo>
                <a:cubicBezTo>
                  <a:pt x="81791" y="195988"/>
                  <a:pt x="85625" y="195988"/>
                  <a:pt x="88181" y="198542"/>
                </a:cubicBezTo>
                <a:lnTo>
                  <a:pt x="88181" y="198542"/>
                </a:lnTo>
                <a:lnTo>
                  <a:pt x="134189" y="244506"/>
                </a:lnTo>
                <a:lnTo>
                  <a:pt x="274767" y="104059"/>
                </a:lnTo>
                <a:cubicBezTo>
                  <a:pt x="277323" y="101505"/>
                  <a:pt x="281157" y="101505"/>
                  <a:pt x="283713" y="104059"/>
                </a:cubicBezTo>
                <a:cubicBezTo>
                  <a:pt x="286269" y="106613"/>
                  <a:pt x="286269" y="110443"/>
                  <a:pt x="283713" y="112997"/>
                </a:cubicBezTo>
                <a:lnTo>
                  <a:pt x="283713" y="112997"/>
                </a:lnTo>
                <a:lnTo>
                  <a:pt x="283074" y="112997"/>
                </a:lnTo>
                <a:close/>
              </a:path>
            </a:pathLst>
          </a:custGeom>
          <a:solidFill>
            <a:srgbClr val="C4D600"/>
          </a:solidFill>
          <a:ln w="6390" cap="flat">
            <a:noFill/>
            <a:prstDash val="solid"/>
            <a:miter/>
          </a:ln>
        </p:spPr>
        <p:txBody>
          <a:bodyPr rtlCol="0" anchor="ctr"/>
          <a:lstStyle/>
          <a:p>
            <a:endParaRPr lang="en-US"/>
          </a:p>
        </p:txBody>
      </p:sp>
      <p:sp>
        <p:nvSpPr>
          <p:cNvPr id="51" name="Graphic 4">
            <a:extLst>
              <a:ext uri="{FF2B5EF4-FFF2-40B4-BE49-F238E27FC236}">
                <a16:creationId xmlns:a16="http://schemas.microsoft.com/office/drawing/2014/main" id="{18C3E172-5572-605B-C061-E5C4BCC304E5}"/>
              </a:ext>
            </a:extLst>
          </p:cNvPr>
          <p:cNvSpPr/>
          <p:nvPr/>
        </p:nvSpPr>
        <p:spPr>
          <a:xfrm>
            <a:off x="5976178" y="5679224"/>
            <a:ext cx="320040" cy="320040"/>
          </a:xfrm>
          <a:custGeom>
            <a:avLst/>
            <a:gdLst>
              <a:gd name="connsiteX0" fmla="*/ 180835 w 362309"/>
              <a:gd name="connsiteY0" fmla="*/ 0 h 361971"/>
              <a:gd name="connsiteX1" fmla="*/ 0 w 362309"/>
              <a:gd name="connsiteY1" fmla="*/ 181305 h 361971"/>
              <a:gd name="connsiteX2" fmla="*/ 181474 w 362309"/>
              <a:gd name="connsiteY2" fmla="*/ 361972 h 361971"/>
              <a:gd name="connsiteX3" fmla="*/ 362310 w 362309"/>
              <a:gd name="connsiteY3" fmla="*/ 180667 h 361971"/>
              <a:gd name="connsiteX4" fmla="*/ 180835 w 362309"/>
              <a:gd name="connsiteY4" fmla="*/ 0 h 361971"/>
              <a:gd name="connsiteX5" fmla="*/ 180835 w 362309"/>
              <a:gd name="connsiteY5" fmla="*/ 0 h 361971"/>
              <a:gd name="connsiteX6" fmla="*/ 283074 w 362309"/>
              <a:gd name="connsiteY6" fmla="*/ 112997 h 361971"/>
              <a:gd name="connsiteX7" fmla="*/ 138662 w 362309"/>
              <a:gd name="connsiteY7" fmla="*/ 257913 h 361971"/>
              <a:gd name="connsiteX8" fmla="*/ 129716 w 362309"/>
              <a:gd name="connsiteY8" fmla="*/ 257913 h 361971"/>
              <a:gd name="connsiteX9" fmla="*/ 129716 w 362309"/>
              <a:gd name="connsiteY9" fmla="*/ 257913 h 361971"/>
              <a:gd name="connsiteX10" fmla="*/ 79235 w 362309"/>
              <a:gd name="connsiteY10" fmla="*/ 207479 h 361971"/>
              <a:gd name="connsiteX11" fmla="*/ 79235 w 362309"/>
              <a:gd name="connsiteY11" fmla="*/ 198542 h 361971"/>
              <a:gd name="connsiteX12" fmla="*/ 88181 w 362309"/>
              <a:gd name="connsiteY12" fmla="*/ 198542 h 361971"/>
              <a:gd name="connsiteX13" fmla="*/ 88181 w 362309"/>
              <a:gd name="connsiteY13" fmla="*/ 198542 h 361971"/>
              <a:gd name="connsiteX14" fmla="*/ 134189 w 362309"/>
              <a:gd name="connsiteY14" fmla="*/ 244506 h 361971"/>
              <a:gd name="connsiteX15" fmla="*/ 274767 w 362309"/>
              <a:gd name="connsiteY15" fmla="*/ 104059 h 361971"/>
              <a:gd name="connsiteX16" fmla="*/ 283713 w 362309"/>
              <a:gd name="connsiteY16" fmla="*/ 104059 h 361971"/>
              <a:gd name="connsiteX17" fmla="*/ 283713 w 362309"/>
              <a:gd name="connsiteY17" fmla="*/ 112997 h 361971"/>
              <a:gd name="connsiteX18" fmla="*/ 283713 w 362309"/>
              <a:gd name="connsiteY18" fmla="*/ 112997 h 361971"/>
              <a:gd name="connsiteX19" fmla="*/ 283074 w 362309"/>
              <a:gd name="connsiteY19" fmla="*/ 112997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62309" h="361971">
                <a:moveTo>
                  <a:pt x="180835" y="0"/>
                </a:moveTo>
                <a:cubicBezTo>
                  <a:pt x="80513" y="0"/>
                  <a:pt x="0" y="81077"/>
                  <a:pt x="0" y="181305"/>
                </a:cubicBezTo>
                <a:cubicBezTo>
                  <a:pt x="0" y="281534"/>
                  <a:pt x="81152" y="361972"/>
                  <a:pt x="181474" y="361972"/>
                </a:cubicBezTo>
                <a:cubicBezTo>
                  <a:pt x="281157" y="361972"/>
                  <a:pt x="362310" y="280895"/>
                  <a:pt x="362310" y="180667"/>
                </a:cubicBezTo>
                <a:cubicBezTo>
                  <a:pt x="362310" y="81077"/>
                  <a:pt x="281157" y="0"/>
                  <a:pt x="180835" y="0"/>
                </a:cubicBezTo>
                <a:cubicBezTo>
                  <a:pt x="180835" y="0"/>
                  <a:pt x="180835" y="0"/>
                  <a:pt x="180835" y="0"/>
                </a:cubicBezTo>
                <a:close/>
                <a:moveTo>
                  <a:pt x="283074" y="112997"/>
                </a:moveTo>
                <a:lnTo>
                  <a:pt x="138662" y="257913"/>
                </a:lnTo>
                <a:cubicBezTo>
                  <a:pt x="136106" y="260466"/>
                  <a:pt x="132272" y="260466"/>
                  <a:pt x="129716" y="257913"/>
                </a:cubicBezTo>
                <a:cubicBezTo>
                  <a:pt x="129716" y="257913"/>
                  <a:pt x="129716" y="257913"/>
                  <a:pt x="129716" y="257913"/>
                </a:cubicBezTo>
                <a:lnTo>
                  <a:pt x="79235" y="207479"/>
                </a:lnTo>
                <a:cubicBezTo>
                  <a:pt x="76679" y="204926"/>
                  <a:pt x="76679" y="201095"/>
                  <a:pt x="79235" y="198542"/>
                </a:cubicBezTo>
                <a:cubicBezTo>
                  <a:pt x="81791" y="195988"/>
                  <a:pt x="85625" y="195988"/>
                  <a:pt x="88181" y="198542"/>
                </a:cubicBezTo>
                <a:lnTo>
                  <a:pt x="88181" y="198542"/>
                </a:lnTo>
                <a:lnTo>
                  <a:pt x="134189" y="244506"/>
                </a:lnTo>
                <a:lnTo>
                  <a:pt x="274767" y="104059"/>
                </a:lnTo>
                <a:cubicBezTo>
                  <a:pt x="277323" y="101505"/>
                  <a:pt x="281157" y="101505"/>
                  <a:pt x="283713" y="104059"/>
                </a:cubicBezTo>
                <a:cubicBezTo>
                  <a:pt x="286269" y="106613"/>
                  <a:pt x="286269" y="110443"/>
                  <a:pt x="283713" y="112997"/>
                </a:cubicBezTo>
                <a:lnTo>
                  <a:pt x="283713" y="112997"/>
                </a:lnTo>
                <a:lnTo>
                  <a:pt x="283074" y="112997"/>
                </a:lnTo>
                <a:close/>
              </a:path>
            </a:pathLst>
          </a:custGeom>
          <a:solidFill>
            <a:srgbClr val="C4D600"/>
          </a:solidFill>
          <a:ln w="6390" cap="flat">
            <a:noFill/>
            <a:prstDash val="solid"/>
            <a:miter/>
          </a:ln>
        </p:spPr>
        <p:txBody>
          <a:bodyPr rtlCol="0" anchor="ctr"/>
          <a:lstStyle/>
          <a:p>
            <a:endParaRPr lang="en-US"/>
          </a:p>
        </p:txBody>
      </p:sp>
      <p:sp>
        <p:nvSpPr>
          <p:cNvPr id="63" name="Rectangle: Rounded Corners 62">
            <a:extLst>
              <a:ext uri="{FF2B5EF4-FFF2-40B4-BE49-F238E27FC236}">
                <a16:creationId xmlns:a16="http://schemas.microsoft.com/office/drawing/2014/main" id="{695B4C44-9E91-1192-7F0A-486850BA939A}"/>
              </a:ext>
            </a:extLst>
          </p:cNvPr>
          <p:cNvSpPr/>
          <p:nvPr/>
        </p:nvSpPr>
        <p:spPr bwMode="gray">
          <a:xfrm>
            <a:off x="880534" y="6250292"/>
            <a:ext cx="10659650" cy="253676"/>
          </a:xfrm>
          <a:prstGeom prst="roundRect">
            <a:avLst>
              <a:gd name="adj" fmla="val 0"/>
            </a:avLst>
          </a:prstGeom>
          <a:solidFill>
            <a:schemeClr val="tx1"/>
          </a:solidFill>
          <a:ln w="6350" algn="ctr">
            <a:solidFill>
              <a:srgbClr val="C4D600"/>
            </a:solidFill>
            <a:prstDash val="dash"/>
            <a:miter lim="800000"/>
            <a:headEnd/>
            <a:tailEnd/>
          </a:ln>
        </p:spPr>
        <p:txBody>
          <a:bodyPr wrap="square" lIns="88900" tIns="88900" rIns="88900" bIns="88900" rtlCol="0" anchor="ctr"/>
          <a:lstStyle/>
          <a:p>
            <a:pPr algn="ctr">
              <a:lnSpc>
                <a:spcPct val="106000"/>
              </a:lnSpc>
            </a:pPr>
            <a:r>
              <a:rPr lang="en-US" sz="1200" dirty="0">
                <a:solidFill>
                  <a:srgbClr val="86BC25"/>
                </a:solidFill>
                <a:latin typeface="Arial" panose="020B0604020202020204" pitchFamily="34" charset="0"/>
                <a:cs typeface="Arial" panose="020B0604020202020204" pitchFamily="34" charset="0"/>
              </a:rPr>
              <a:t>Some of the global climate related tools which can be </a:t>
            </a:r>
            <a:r>
              <a:rPr lang="en-US" sz="1200" dirty="0">
                <a:solidFill>
                  <a:schemeClr val="accent1"/>
                </a:solidFill>
                <a:latin typeface="Arial" panose="020B0604020202020204" pitchFamily="34" charset="0"/>
                <a:cs typeface="Arial" panose="020B0604020202020204" pitchFamily="34" charset="0"/>
              </a:rPr>
              <a:t>leveraged include </a:t>
            </a:r>
            <a:r>
              <a:rPr lang="en-US" sz="1200" dirty="0">
                <a:solidFill>
                  <a:schemeClr val="accent1"/>
                </a:solidFill>
                <a:latin typeface="Arial" panose="020B0604020202020204" pitchFamily="34" charset="0"/>
                <a:cs typeface="Arial" panose="020B0604020202020204" pitchFamily="34" charset="0"/>
                <a:hlinkClick r:id="rId7">
                  <a:extLst>
                    <a:ext uri="{A12FA001-AC4F-418D-AE19-62706E023703}">
                      <ahyp:hlinkClr xmlns:ahyp="http://schemas.microsoft.com/office/drawing/2018/hyperlinkcolor" val="tx"/>
                    </a:ext>
                  </a:extLst>
                </a:hlinkClick>
              </a:rPr>
              <a:t>Pythias</a:t>
            </a:r>
            <a:r>
              <a:rPr lang="en-US" sz="1200" dirty="0">
                <a:solidFill>
                  <a:schemeClr val="accent1"/>
                </a:solidFill>
                <a:latin typeface="Arial" panose="020B0604020202020204" pitchFamily="34" charset="0"/>
                <a:cs typeface="Arial" panose="020B0604020202020204" pitchFamily="34" charset="0"/>
              </a:rPr>
              <a:t>, </a:t>
            </a:r>
            <a:r>
              <a:rPr lang="en-US" sz="1200" dirty="0">
                <a:solidFill>
                  <a:schemeClr val="accent1"/>
                </a:solidFill>
                <a:latin typeface="Arial" panose="020B0604020202020204" pitchFamily="34" charset="0"/>
                <a:cs typeface="Arial" panose="020B0604020202020204" pitchFamily="34" charset="0"/>
                <a:hlinkClick r:id="rId8">
                  <a:extLst>
                    <a:ext uri="{A12FA001-AC4F-418D-AE19-62706E023703}">
                      <ahyp:hlinkClr xmlns:ahyp="http://schemas.microsoft.com/office/drawing/2018/hyperlinkcolor" val="tx"/>
                    </a:ext>
                  </a:extLst>
                </a:hlinkClick>
              </a:rPr>
              <a:t>GEONETCast</a:t>
            </a:r>
            <a:r>
              <a:rPr lang="en-US" sz="1200" dirty="0">
                <a:solidFill>
                  <a:schemeClr val="accent1"/>
                </a:solidFill>
                <a:latin typeface="Arial" panose="020B0604020202020204" pitchFamily="34" charset="0"/>
                <a:cs typeface="Arial" panose="020B0604020202020204" pitchFamily="34" charset="0"/>
              </a:rPr>
              <a:t> and </a:t>
            </a:r>
            <a:r>
              <a:rPr lang="en-US" sz="1200" dirty="0">
                <a:solidFill>
                  <a:schemeClr val="accent1"/>
                </a:solidFill>
                <a:latin typeface="Arial" panose="020B0604020202020204" pitchFamily="34" charset="0"/>
                <a:hlinkClick r:id="rId9">
                  <a:extLst>
                    <a:ext uri="{A12FA001-AC4F-418D-AE19-62706E023703}">
                      <ahyp:hlinkClr xmlns:ahyp="http://schemas.microsoft.com/office/drawing/2018/hyperlinkcolor" val="tx"/>
                    </a:ext>
                  </a:extLst>
                </a:hlinkClick>
              </a:rPr>
              <a:t>Climate Risk Informed Decision Analysis (CRIDA</a:t>
            </a:r>
            <a:r>
              <a:rPr lang="en-US" sz="1200" dirty="0">
                <a:solidFill>
                  <a:schemeClr val="accent1"/>
                </a:solidFill>
                <a:latin typeface="Arial" panose="020B0604020202020204" pitchFamily="34" charset="0"/>
              </a:rPr>
              <a:t>)</a:t>
            </a:r>
            <a:r>
              <a:rPr lang="en-US" sz="1400" dirty="0">
                <a:solidFill>
                  <a:schemeClr val="accent1"/>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718440856"/>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graphicFrame>
        <p:nvGraphicFramePr>
          <p:cNvPr id="10" name="Object 9" hidden="1">
            <a:extLst>
              <a:ext uri="{FF2B5EF4-FFF2-40B4-BE49-F238E27FC236}">
                <a16:creationId xmlns:a16="http://schemas.microsoft.com/office/drawing/2014/main" id="{85E75AA5-7793-42EB-A8A1-2973E74D2021}"/>
              </a:ext>
            </a:extLst>
          </p:cNvPr>
          <p:cNvGraphicFramePr>
            <a:graphicFrameLocks noChangeAspect="1"/>
          </p:cNvGraphicFramePr>
          <p:nvPr>
            <p:custDataLst>
              <p:tags r:id="rId1"/>
            </p:custDataLst>
            <p:extLst>
              <p:ext uri="{D42A27DB-BD31-4B8C-83A1-F6EECF244321}">
                <p14:modId xmlns:p14="http://schemas.microsoft.com/office/powerpoint/2010/main" val="89023498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5" imgH="416" progId="TCLayout.ActiveDocument.1">
                  <p:embed/>
                </p:oleObj>
              </mc:Choice>
              <mc:Fallback>
                <p:oleObj name="think-cell Slide" r:id="rId4" imgW="415" imgH="416" progId="TCLayout.ActiveDocument.1">
                  <p:embed/>
                  <p:pic>
                    <p:nvPicPr>
                      <p:cNvPr id="10" name="Object 9" hidden="1">
                        <a:extLst>
                          <a:ext uri="{FF2B5EF4-FFF2-40B4-BE49-F238E27FC236}">
                            <a16:creationId xmlns:a16="http://schemas.microsoft.com/office/drawing/2014/main" id="{85E75AA5-7793-42EB-A8A1-2973E74D202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Title 5"/>
          <p:cNvSpPr>
            <a:spLocks noGrp="1"/>
          </p:cNvSpPr>
          <p:nvPr>
            <p:ph type="title"/>
          </p:nvPr>
        </p:nvSpPr>
        <p:spPr/>
        <p:txBody>
          <a:bodyPr vert="horz"/>
          <a:lstStyle/>
          <a:p>
            <a:r>
              <a:rPr lang="en-US" sz="2000" b="1" dirty="0">
                <a:solidFill>
                  <a:schemeClr val="bg1"/>
                </a:solidFill>
                <a:latin typeface="Arial" panose="020B0604020202020204" pitchFamily="34" charset="0"/>
                <a:cs typeface="Arial" panose="020B0604020202020204" pitchFamily="34" charset="0"/>
              </a:rPr>
              <a:t>Few Global Case Studies </a:t>
            </a:r>
            <a:endParaRPr lang="en-GB" sz="2000" b="1" dirty="0">
              <a:solidFill>
                <a:schemeClr val="bg1"/>
              </a:solidFill>
              <a:latin typeface="Arial" panose="020B0604020202020204" pitchFamily="34" charset="0"/>
              <a:cs typeface="Arial" panose="020B0604020202020204" pitchFamily="34" charset="0"/>
            </a:endParaRPr>
          </a:p>
        </p:txBody>
      </p:sp>
      <p:cxnSp>
        <p:nvCxnSpPr>
          <p:cNvPr id="42" name="Straight Connector 41">
            <a:extLst>
              <a:ext uri="{FF2B5EF4-FFF2-40B4-BE49-F238E27FC236}">
                <a16:creationId xmlns:a16="http://schemas.microsoft.com/office/drawing/2014/main" id="{C3307A9C-FA80-4775-B35A-1A643EF2A1BC}"/>
              </a:ext>
            </a:extLst>
          </p:cNvPr>
          <p:cNvCxnSpPr/>
          <p:nvPr/>
        </p:nvCxnSpPr>
        <p:spPr>
          <a:xfrm flipV="1">
            <a:off x="514664" y="910950"/>
            <a:ext cx="11196000"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ext Placeholder 1"/>
          <p:cNvSpPr>
            <a:spLocks noGrp="1"/>
          </p:cNvSpPr>
          <p:nvPr>
            <p:ph type="body" sz="quarter" idx="13"/>
          </p:nvPr>
        </p:nvSpPr>
        <p:spPr>
          <a:xfrm>
            <a:off x="514664" y="651599"/>
            <a:ext cx="11456571" cy="188912"/>
          </a:xfrm>
          <a:noFill/>
        </p:spPr>
        <p:txBody>
          <a:bodyPr/>
          <a:lstStyle/>
          <a:p>
            <a:pPr algn="just"/>
            <a:r>
              <a:rPr lang="en-US" sz="1400" dirty="0">
                <a:solidFill>
                  <a:schemeClr val="accent1"/>
                </a:solidFill>
                <a:latin typeface="Arial" panose="020B0604020202020204" pitchFamily="34" charset="0"/>
                <a:cs typeface="Arial" panose="020B0604020202020204" pitchFamily="34" charset="0"/>
              </a:rPr>
              <a:t>Seeking global perspective to evaluate some success stories and inherit key offerings</a:t>
            </a:r>
          </a:p>
        </p:txBody>
      </p:sp>
      <p:sp>
        <p:nvSpPr>
          <p:cNvPr id="5" name="Rectangle 4">
            <a:extLst>
              <a:ext uri="{FF2B5EF4-FFF2-40B4-BE49-F238E27FC236}">
                <a16:creationId xmlns:a16="http://schemas.microsoft.com/office/drawing/2014/main" id="{7B74174A-06EA-3B40-5849-28AFE8700B07}"/>
              </a:ext>
            </a:extLst>
          </p:cNvPr>
          <p:cNvSpPr/>
          <p:nvPr/>
        </p:nvSpPr>
        <p:spPr bwMode="gray">
          <a:xfrm>
            <a:off x="592667" y="1092200"/>
            <a:ext cx="2590800" cy="5223932"/>
          </a:xfrm>
          <a:prstGeom prst="rect">
            <a:avLst/>
          </a:prstGeom>
          <a:solidFill>
            <a:srgbClr val="DDEFE8"/>
          </a:solidFill>
          <a:ln w="19050" algn="ctr">
            <a:noFill/>
            <a:miter lim="800000"/>
            <a:headEnd/>
            <a:tailEnd/>
          </a:ln>
        </p:spPr>
        <p:txBody>
          <a:bodyPr wrap="square" lIns="88900" tIns="88900" rIns="88900" bIns="88900" rtlCol="0" anchor="ctr"/>
          <a:lstStyle/>
          <a:p>
            <a:pPr algn="just">
              <a:lnSpc>
                <a:spcPct val="106000"/>
              </a:lnSpc>
              <a:buFont typeface="Wingdings 2" pitchFamily="18" charset="2"/>
              <a:buNone/>
            </a:pPr>
            <a:r>
              <a:rPr lang="en-US" sz="1600" dirty="0">
                <a:solidFill>
                  <a:srgbClr val="004F59"/>
                </a:solidFill>
                <a:latin typeface="Arial" panose="020B0604020202020204" pitchFamily="34" charset="0"/>
                <a:cs typeface="Arial" panose="020B0604020202020204" pitchFamily="34" charset="0"/>
              </a:rPr>
              <a:t>Pamir Energy (Tajikistan): Strategic Asset Placement Using Hazard Analysis</a:t>
            </a:r>
          </a:p>
          <a:p>
            <a:pPr algn="just">
              <a:lnSpc>
                <a:spcPct val="106000"/>
              </a:lnSpc>
              <a:buFont typeface="Wingdings 2" pitchFamily="18" charset="2"/>
              <a:buNone/>
            </a:pPr>
            <a:endParaRPr lang="en-US" sz="1600" dirty="0">
              <a:solidFill>
                <a:srgbClr val="004F59"/>
              </a:solidFill>
              <a:latin typeface="Arial" panose="020B0604020202020204" pitchFamily="34" charset="0"/>
              <a:cs typeface="Arial" panose="020B0604020202020204" pitchFamily="34" charset="0"/>
            </a:endParaRPr>
          </a:p>
          <a:p>
            <a:pPr algn="just">
              <a:lnSpc>
                <a:spcPct val="106000"/>
              </a:lnSpc>
              <a:buFont typeface="Wingdings 2" pitchFamily="18" charset="2"/>
              <a:buNone/>
            </a:pPr>
            <a:r>
              <a:rPr lang="en-US" sz="1200" dirty="0">
                <a:solidFill>
                  <a:srgbClr val="004F59"/>
                </a:solidFill>
                <a:latin typeface="Arial" panose="020B0604020202020204" pitchFamily="34" charset="0"/>
                <a:cs typeface="Arial" panose="020B0604020202020204" pitchFamily="34" charset="0"/>
              </a:rPr>
              <a:t>In Tajikistan, Pamir Energy utilized hazard sensitivity analysis and numerical modeling to strategically place transmission towers away from avalanche paths. By integrating climate risk assessments into their infrastructure planning, they ensured reliable power supply to remote communities while mitigating disaster risks</a:t>
            </a:r>
          </a:p>
          <a:p>
            <a:pPr algn="just">
              <a:lnSpc>
                <a:spcPct val="106000"/>
              </a:lnSpc>
              <a:buFont typeface="Wingdings 2" pitchFamily="18" charset="2"/>
              <a:buNone/>
            </a:pPr>
            <a:endParaRPr lang="en-US" sz="1200" dirty="0">
              <a:solidFill>
                <a:srgbClr val="004F59"/>
              </a:solidFill>
              <a:latin typeface="Arial" panose="020B0604020202020204" pitchFamily="34" charset="0"/>
              <a:cs typeface="Arial" panose="020B0604020202020204" pitchFamily="34" charset="0"/>
            </a:endParaRPr>
          </a:p>
          <a:p>
            <a:pPr algn="just">
              <a:lnSpc>
                <a:spcPct val="106000"/>
              </a:lnSpc>
              <a:buFont typeface="Wingdings 2" pitchFamily="18" charset="2"/>
              <a:buNone/>
            </a:pPr>
            <a:r>
              <a:rPr lang="en-US" sz="1200" dirty="0">
                <a:solidFill>
                  <a:srgbClr val="004F59"/>
                </a:solidFill>
                <a:latin typeface="Arial" panose="020B0604020202020204" pitchFamily="34" charset="0"/>
                <a:cs typeface="Arial" panose="020B0604020202020204" pitchFamily="34" charset="0"/>
                <a:hlinkClick r:id="rId6"/>
              </a:rPr>
              <a:t>https://blogs.worldbank.org/en/energy/building-resilient-power-grids--integrating-climate-and-disaster</a:t>
            </a:r>
            <a:r>
              <a:rPr lang="en-US" sz="1200" dirty="0">
                <a:solidFill>
                  <a:srgbClr val="004F59"/>
                </a:solidFill>
                <a:latin typeface="Arial" panose="020B0604020202020204" pitchFamily="34" charset="0"/>
                <a:cs typeface="Arial" panose="020B0604020202020204" pitchFamily="34" charset="0"/>
              </a:rPr>
              <a:t>? </a:t>
            </a:r>
          </a:p>
          <a:p>
            <a:pPr algn="just">
              <a:lnSpc>
                <a:spcPct val="106000"/>
              </a:lnSpc>
              <a:buFont typeface="Wingdings 2" pitchFamily="18" charset="2"/>
              <a:buNone/>
            </a:pPr>
            <a:endParaRPr lang="en-US" sz="1600" dirty="0">
              <a:solidFill>
                <a:srgbClr val="004F59"/>
              </a:solidFill>
              <a:latin typeface="Arial" panose="020B0604020202020204" pitchFamily="34" charset="0"/>
              <a:cs typeface="Arial" panose="020B0604020202020204" pitchFamily="34" charset="0"/>
            </a:endParaRPr>
          </a:p>
          <a:p>
            <a:pPr algn="ctr">
              <a:lnSpc>
                <a:spcPct val="106000"/>
              </a:lnSpc>
              <a:buFont typeface="Wingdings 2" pitchFamily="18" charset="2"/>
              <a:buNone/>
            </a:pPr>
            <a:endParaRPr lang="en-US" sz="1600" dirty="0">
              <a:solidFill>
                <a:srgbClr val="004F59"/>
              </a:solidFill>
              <a:latin typeface="Arial" panose="020B0604020202020204" pitchFamily="34" charset="0"/>
              <a:cs typeface="Arial" panose="020B0604020202020204" pitchFamily="34" charset="0"/>
            </a:endParaRPr>
          </a:p>
        </p:txBody>
      </p:sp>
      <p:sp>
        <p:nvSpPr>
          <p:cNvPr id="7" name="Rectangle 6">
            <a:extLst>
              <a:ext uri="{FF2B5EF4-FFF2-40B4-BE49-F238E27FC236}">
                <a16:creationId xmlns:a16="http://schemas.microsoft.com/office/drawing/2014/main" id="{C74C7928-6AFF-CA79-84EA-1C7F3AC4BA4D}"/>
              </a:ext>
            </a:extLst>
          </p:cNvPr>
          <p:cNvSpPr/>
          <p:nvPr/>
        </p:nvSpPr>
        <p:spPr bwMode="gray">
          <a:xfrm>
            <a:off x="3335867" y="1092200"/>
            <a:ext cx="2590800" cy="5223932"/>
          </a:xfrm>
          <a:prstGeom prst="rect">
            <a:avLst/>
          </a:prstGeom>
          <a:solidFill>
            <a:srgbClr val="DDEFE8"/>
          </a:solidFill>
          <a:ln w="19050" algn="ctr">
            <a:noFill/>
            <a:miter lim="800000"/>
            <a:headEnd/>
            <a:tailEnd/>
          </a:ln>
        </p:spPr>
        <p:txBody>
          <a:bodyPr wrap="square" lIns="88900" tIns="88900" rIns="88900" bIns="88900" rtlCol="0" anchor="ctr"/>
          <a:lstStyle/>
          <a:p>
            <a:pPr algn="just">
              <a:lnSpc>
                <a:spcPct val="106000"/>
              </a:lnSpc>
            </a:pPr>
            <a:r>
              <a:rPr lang="en-US" sz="1600" dirty="0">
                <a:solidFill>
                  <a:srgbClr val="004F59"/>
                </a:solidFill>
                <a:latin typeface="Arial" panose="020B0604020202020204" pitchFamily="34" charset="0"/>
                <a:cs typeface="Arial" panose="020B0604020202020204" pitchFamily="34" charset="0"/>
              </a:rPr>
              <a:t>National Grid Electricity Transmission (UK) – Flood Risk Integration</a:t>
            </a:r>
          </a:p>
          <a:p>
            <a:pPr algn="just">
              <a:lnSpc>
                <a:spcPct val="106000"/>
              </a:lnSpc>
            </a:pPr>
            <a:endParaRPr lang="en-US" sz="1200" dirty="0">
              <a:solidFill>
                <a:srgbClr val="004F59"/>
              </a:solidFill>
              <a:latin typeface="Arial" panose="020B0604020202020204" pitchFamily="34" charset="0"/>
              <a:cs typeface="Arial" panose="020B0604020202020204" pitchFamily="34" charset="0"/>
            </a:endParaRPr>
          </a:p>
          <a:p>
            <a:pPr algn="just">
              <a:lnSpc>
                <a:spcPct val="106000"/>
              </a:lnSpc>
            </a:pPr>
            <a:r>
              <a:rPr lang="en-US" sz="1200" dirty="0">
                <a:solidFill>
                  <a:srgbClr val="004F59"/>
                </a:solidFill>
                <a:latin typeface="Arial" panose="020B0604020202020204" pitchFamily="34" charset="0"/>
                <a:cs typeface="Arial" panose="020B0604020202020204" pitchFamily="34" charset="0"/>
              </a:rPr>
              <a:t>National Grid Electricity Transmission (NGET) partnered with </a:t>
            </a:r>
            <a:r>
              <a:rPr lang="en-US" sz="1200" dirty="0" err="1">
                <a:solidFill>
                  <a:srgbClr val="004F59"/>
                </a:solidFill>
                <a:latin typeface="Arial" panose="020B0604020202020204" pitchFamily="34" charset="0"/>
                <a:cs typeface="Arial" panose="020B0604020202020204" pitchFamily="34" charset="0"/>
              </a:rPr>
              <a:t>Previsico</a:t>
            </a:r>
            <a:r>
              <a:rPr lang="en-US" sz="1200" dirty="0">
                <a:solidFill>
                  <a:srgbClr val="004F59"/>
                </a:solidFill>
                <a:latin typeface="Arial" panose="020B0604020202020204" pitchFamily="34" charset="0"/>
                <a:cs typeface="Arial" panose="020B0604020202020204" pitchFamily="34" charset="0"/>
              </a:rPr>
              <a:t> to integrate real-time flood forecasting and sensor data into their asset management systems. This collaboration enabled NGET to assess environmental risks at the asset level, particularly for substations, allowing for proactive measures against fluvial and surface water flooding. The integration streamlined operations by reducing manual assessments and enhancing decision-making during extreme weather events</a:t>
            </a:r>
          </a:p>
          <a:p>
            <a:pPr algn="just">
              <a:lnSpc>
                <a:spcPct val="106000"/>
              </a:lnSpc>
            </a:pPr>
            <a:endParaRPr lang="en-US" sz="1200" dirty="0">
              <a:solidFill>
                <a:srgbClr val="004F59"/>
              </a:solidFill>
              <a:latin typeface="Arial" panose="020B0604020202020204" pitchFamily="34" charset="0"/>
              <a:cs typeface="Arial" panose="020B0604020202020204" pitchFamily="34" charset="0"/>
            </a:endParaRPr>
          </a:p>
          <a:p>
            <a:pPr algn="just">
              <a:lnSpc>
                <a:spcPct val="106000"/>
              </a:lnSpc>
            </a:pPr>
            <a:r>
              <a:rPr lang="en-US" sz="1200" dirty="0">
                <a:solidFill>
                  <a:srgbClr val="004F59"/>
                </a:solidFill>
                <a:latin typeface="Arial" panose="020B0604020202020204" pitchFamily="34" charset="0"/>
                <a:cs typeface="Arial" panose="020B0604020202020204" pitchFamily="34" charset="0"/>
                <a:hlinkClick r:id="rId7"/>
              </a:rPr>
              <a:t>https://previsico.com/case-studies/environmental-risk--assurance-to-ngets-assets</a:t>
            </a:r>
            <a:r>
              <a:rPr lang="en-US" sz="1200" dirty="0">
                <a:solidFill>
                  <a:srgbClr val="004F59"/>
                </a:solidFill>
                <a:latin typeface="Arial" panose="020B0604020202020204" pitchFamily="34" charset="0"/>
                <a:cs typeface="Arial" panose="020B0604020202020204" pitchFamily="34" charset="0"/>
              </a:rPr>
              <a:t> </a:t>
            </a:r>
          </a:p>
        </p:txBody>
      </p:sp>
      <p:sp>
        <p:nvSpPr>
          <p:cNvPr id="8" name="Rectangle 7">
            <a:extLst>
              <a:ext uri="{FF2B5EF4-FFF2-40B4-BE49-F238E27FC236}">
                <a16:creationId xmlns:a16="http://schemas.microsoft.com/office/drawing/2014/main" id="{E029BA66-D336-9A04-58AA-A87D43FFFF11}"/>
              </a:ext>
            </a:extLst>
          </p:cNvPr>
          <p:cNvSpPr/>
          <p:nvPr/>
        </p:nvSpPr>
        <p:spPr bwMode="gray">
          <a:xfrm>
            <a:off x="6079067" y="1092200"/>
            <a:ext cx="2590800" cy="5223932"/>
          </a:xfrm>
          <a:prstGeom prst="rect">
            <a:avLst/>
          </a:prstGeom>
          <a:solidFill>
            <a:srgbClr val="DDEFE8"/>
          </a:solidFill>
          <a:ln w="19050" algn="ctr">
            <a:noFill/>
            <a:miter lim="800000"/>
            <a:headEnd/>
            <a:tailEnd/>
          </a:ln>
        </p:spPr>
        <p:txBody>
          <a:bodyPr wrap="square" lIns="88900" tIns="88900" rIns="88900" bIns="88900" rtlCol="0" anchor="ctr"/>
          <a:lstStyle/>
          <a:p>
            <a:pPr>
              <a:lnSpc>
                <a:spcPct val="106000"/>
              </a:lnSpc>
              <a:buFont typeface="Wingdings 2" pitchFamily="18" charset="2"/>
              <a:buNone/>
            </a:pPr>
            <a:r>
              <a:rPr lang="en-US" sz="1600" dirty="0">
                <a:solidFill>
                  <a:srgbClr val="004F59"/>
                </a:solidFill>
                <a:latin typeface="Arial" panose="020B0604020202020204" pitchFamily="34" charset="0"/>
                <a:cs typeface="Arial" panose="020B0604020202020204" pitchFamily="34" charset="0"/>
              </a:rPr>
              <a:t>Fort Pierce Utilities Authority (USA) – GIS-Based Hurricane Response</a:t>
            </a:r>
          </a:p>
          <a:p>
            <a:pPr>
              <a:lnSpc>
                <a:spcPct val="106000"/>
              </a:lnSpc>
              <a:buFont typeface="Wingdings 2" pitchFamily="18" charset="2"/>
              <a:buNone/>
            </a:pPr>
            <a:endParaRPr lang="en-US" sz="1600" dirty="0">
              <a:solidFill>
                <a:srgbClr val="004F59"/>
              </a:solidFill>
              <a:latin typeface="Arial" panose="020B0604020202020204" pitchFamily="34" charset="0"/>
              <a:cs typeface="Arial" panose="020B0604020202020204" pitchFamily="34" charset="0"/>
            </a:endParaRPr>
          </a:p>
          <a:p>
            <a:pPr>
              <a:lnSpc>
                <a:spcPct val="106000"/>
              </a:lnSpc>
              <a:buFont typeface="Wingdings 2" pitchFamily="18" charset="2"/>
              <a:buNone/>
            </a:pPr>
            <a:r>
              <a:rPr lang="en-US" sz="1200" dirty="0">
                <a:solidFill>
                  <a:srgbClr val="004F59"/>
                </a:solidFill>
                <a:latin typeface="Arial" panose="020B0604020202020204" pitchFamily="34" charset="0"/>
                <a:cs typeface="Arial" panose="020B0604020202020204" pitchFamily="34" charset="0"/>
              </a:rPr>
              <a:t>Located on Florida's eastern coast, Fort Pierce Utilities Authority (FPUA) faced challenges in managing storm damage and power restoration. By implementing a Geographic Information System (GIS)-based solution, FPUA digitized damage assessments, work assignments, and restoration tracking. This system improved situational awareness, optimized resource allocation, and expedited power restoration efforts during hurricanes</a:t>
            </a:r>
          </a:p>
          <a:p>
            <a:pPr>
              <a:lnSpc>
                <a:spcPct val="106000"/>
              </a:lnSpc>
              <a:buFont typeface="Wingdings 2" pitchFamily="18" charset="2"/>
              <a:buNone/>
            </a:pPr>
            <a:endParaRPr lang="en-US" sz="1200" dirty="0">
              <a:solidFill>
                <a:srgbClr val="004F59"/>
              </a:solidFill>
              <a:latin typeface="Arial" panose="020B0604020202020204" pitchFamily="34" charset="0"/>
              <a:cs typeface="Arial" panose="020B0604020202020204" pitchFamily="34" charset="0"/>
            </a:endParaRPr>
          </a:p>
          <a:p>
            <a:pPr>
              <a:lnSpc>
                <a:spcPct val="106000"/>
              </a:lnSpc>
              <a:buFont typeface="Wingdings 2" pitchFamily="18" charset="2"/>
              <a:buNone/>
            </a:pPr>
            <a:r>
              <a:rPr lang="en-US" sz="1200" dirty="0">
                <a:solidFill>
                  <a:srgbClr val="004F59"/>
                </a:solidFill>
                <a:latin typeface="Arial" panose="020B0604020202020204" pitchFamily="34" charset="0"/>
                <a:cs typeface="Arial" panose="020B0604020202020204" pitchFamily="34" charset="0"/>
                <a:hlinkClick r:id="rId8"/>
              </a:rPr>
              <a:t>https://www.esri.com/en-us/lg/industry/electric-and-gas/stories/fpua-case-study</a:t>
            </a:r>
            <a:r>
              <a:rPr lang="en-US" sz="1200" dirty="0">
                <a:solidFill>
                  <a:srgbClr val="004F59"/>
                </a:solidFill>
                <a:latin typeface="Arial" panose="020B0604020202020204" pitchFamily="34" charset="0"/>
                <a:cs typeface="Arial" panose="020B0604020202020204" pitchFamily="34" charset="0"/>
              </a:rPr>
              <a:t> </a:t>
            </a:r>
          </a:p>
        </p:txBody>
      </p:sp>
      <p:sp>
        <p:nvSpPr>
          <p:cNvPr id="9" name="Rectangle 8">
            <a:extLst>
              <a:ext uri="{FF2B5EF4-FFF2-40B4-BE49-F238E27FC236}">
                <a16:creationId xmlns:a16="http://schemas.microsoft.com/office/drawing/2014/main" id="{9673C83B-55D7-CD62-EC2E-4DC6E7BCACB3}"/>
              </a:ext>
            </a:extLst>
          </p:cNvPr>
          <p:cNvSpPr/>
          <p:nvPr/>
        </p:nvSpPr>
        <p:spPr bwMode="gray">
          <a:xfrm>
            <a:off x="8822267" y="1092200"/>
            <a:ext cx="2590800" cy="5223932"/>
          </a:xfrm>
          <a:prstGeom prst="rect">
            <a:avLst/>
          </a:prstGeom>
          <a:solidFill>
            <a:srgbClr val="DDEFE8"/>
          </a:solidFill>
          <a:ln w="19050" algn="ctr">
            <a:noFill/>
            <a:miter lim="800000"/>
            <a:headEnd/>
            <a:tailEnd/>
          </a:ln>
        </p:spPr>
        <p:txBody>
          <a:bodyPr wrap="square" lIns="88900" tIns="88900" rIns="88900" bIns="88900" rtlCol="0" anchor="ctr"/>
          <a:lstStyle/>
          <a:p>
            <a:pPr algn="just">
              <a:lnSpc>
                <a:spcPct val="106000"/>
              </a:lnSpc>
              <a:buFont typeface="Wingdings 2" pitchFamily="18" charset="2"/>
              <a:buNone/>
            </a:pPr>
            <a:r>
              <a:rPr lang="en-US" sz="1600" dirty="0">
                <a:solidFill>
                  <a:srgbClr val="004F59"/>
                </a:solidFill>
                <a:latin typeface="Arial" panose="020B0604020202020204" pitchFamily="34" charset="0"/>
                <a:cs typeface="Arial" panose="020B0604020202020204" pitchFamily="34" charset="0"/>
              </a:rPr>
              <a:t>Harmonizing &amp; decentralizing network data access, Japan</a:t>
            </a:r>
          </a:p>
          <a:p>
            <a:pPr algn="just">
              <a:lnSpc>
                <a:spcPct val="106000"/>
              </a:lnSpc>
              <a:buFont typeface="Wingdings 2" pitchFamily="18" charset="2"/>
              <a:buNone/>
            </a:pPr>
            <a:endParaRPr lang="en-US" sz="1600" dirty="0">
              <a:solidFill>
                <a:srgbClr val="004F59"/>
              </a:solidFill>
              <a:latin typeface="Arial" panose="020B0604020202020204" pitchFamily="34" charset="0"/>
              <a:cs typeface="Arial" panose="020B0604020202020204" pitchFamily="34" charset="0"/>
            </a:endParaRPr>
          </a:p>
          <a:p>
            <a:pPr algn="just">
              <a:lnSpc>
                <a:spcPct val="106000"/>
              </a:lnSpc>
            </a:pPr>
            <a:r>
              <a:rPr lang="en-US" sz="1200" dirty="0">
                <a:solidFill>
                  <a:srgbClr val="004F59"/>
                </a:solidFill>
                <a:latin typeface="Arial" panose="020B0604020202020204" pitchFamily="34" charset="0"/>
                <a:cs typeface="Arial" panose="020B0604020202020204" pitchFamily="34" charset="0"/>
              </a:rPr>
              <a:t>Japanese power giant TEPCO has addressed frequent storm and typhoon damage by harmonizing and decentralizing network data access, providing end-to-end visibility to vital network data for everyone across both office and the field, allowing them to react quickly and efficiently.</a:t>
            </a:r>
          </a:p>
          <a:p>
            <a:pPr algn="just">
              <a:lnSpc>
                <a:spcPct val="106000"/>
              </a:lnSpc>
              <a:buFont typeface="Wingdings 2" pitchFamily="18" charset="2"/>
              <a:buNone/>
            </a:pPr>
            <a:r>
              <a:rPr lang="en-US" sz="1200" dirty="0">
                <a:solidFill>
                  <a:srgbClr val="004F59"/>
                </a:solidFill>
                <a:latin typeface="Arial" panose="020B0604020202020204" pitchFamily="34" charset="0"/>
                <a:cs typeface="Arial" panose="020B0604020202020204" pitchFamily="34" charset="0"/>
              </a:rPr>
              <a:t>TEPCO deployed a decentralized, mobile-friendly platform which could easily be accessed and updated by field workers, creating a comprehensive and accurate view of not only the grid damage, but potential future hazards. </a:t>
            </a:r>
          </a:p>
          <a:p>
            <a:pPr algn="just">
              <a:lnSpc>
                <a:spcPct val="106000"/>
              </a:lnSpc>
              <a:buFont typeface="Wingdings 2" pitchFamily="18" charset="2"/>
              <a:buNone/>
            </a:pPr>
            <a:endParaRPr lang="en-US" sz="1200" dirty="0">
              <a:solidFill>
                <a:srgbClr val="004F59"/>
              </a:solidFill>
              <a:latin typeface="Arial" panose="020B0604020202020204" pitchFamily="34" charset="0"/>
              <a:cs typeface="Arial" panose="020B0604020202020204" pitchFamily="34" charset="0"/>
            </a:endParaRPr>
          </a:p>
          <a:p>
            <a:pPr algn="just">
              <a:lnSpc>
                <a:spcPct val="106000"/>
              </a:lnSpc>
              <a:buFont typeface="Wingdings 2" pitchFamily="18" charset="2"/>
              <a:buNone/>
            </a:pPr>
            <a:r>
              <a:rPr lang="en-US" sz="1200" dirty="0">
                <a:solidFill>
                  <a:srgbClr val="004F59"/>
                </a:solidFill>
                <a:latin typeface="Arial" panose="020B0604020202020204" pitchFamily="34" charset="0"/>
                <a:cs typeface="Arial" panose="020B0604020202020204" pitchFamily="34" charset="0"/>
                <a:hlinkClick r:id="rId9"/>
              </a:rPr>
              <a:t>https://www.geoconnexion.com/publication-articles/the-key-to-disaster-resilient-grids-of-the-future?utm_source=chatgpt.com</a:t>
            </a:r>
            <a:r>
              <a:rPr lang="en-US" sz="1200" dirty="0">
                <a:solidFill>
                  <a:srgbClr val="004F59"/>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3929568025"/>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ewT53HJ_aGkMMJ3gsvl2IQ"/>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_GV1YL_gTcqtONkWSWw6pA"/>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t85zJiCQxiEtwVChCqJyA"/>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dyjm.J1kRQ.8PofhR2na.g"/>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7FrjR09XQeWQcqAvmORqJg"/>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1Jw_ZGNARmaA8ToKi5ssJw"/>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Jg19lP45RH2VQEDHEGR8kg"/>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PiOql2rHQCK7hePOAMgO2Q"/>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eloitte_Brand_Theme">
  <a:themeElements>
    <a:clrScheme name="Custom 3">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ustom 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Brand_Theme" id="{E5778285-F657-46FA-83E9-5ECC214999D3}" vid="{931F9C79-6C51-4118-B787-85948822415D}"/>
    </a:ext>
  </a:extLst>
</a:theme>
</file>

<file path=ppt/theme/theme2.xml><?xml version="1.0" encoding="utf-8"?>
<a:theme xmlns:a="http://schemas.openxmlformats.org/drawingml/2006/main" name="Theme1">
  <a:themeElements>
    <a:clrScheme name="Custom 3">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ustom 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Theme1" id="{D15876C4-01DF-40AB-83E8-B5AFD214BD60}" vid="{BF0EB724-65A5-426D-8C28-320CA8D4864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Props1.xml><?xml version="1.0" encoding="utf-8"?>
<ds:datastoreItem xmlns:ds="http://schemas.openxmlformats.org/officeDocument/2006/customXml" ds:itemID="{A1AC8009-E147-42F1-BB14-845EDF03DBBC}"/>
</file>

<file path=customXml/itemProps2.xml><?xml version="1.0" encoding="utf-8"?>
<ds:datastoreItem xmlns:ds="http://schemas.openxmlformats.org/officeDocument/2006/customXml" ds:itemID="{F698B2DE-A564-4F12-8E8E-22020A0E314E}"/>
</file>

<file path=customXml/itemProps3.xml><?xml version="1.0" encoding="utf-8"?>
<ds:datastoreItem xmlns:ds="http://schemas.openxmlformats.org/officeDocument/2006/customXml" ds:itemID="{862101F8-BBD4-419B-9277-4FCC1A89E12C}"/>
</file>

<file path=docMetadata/LabelInfo.xml><?xml version="1.0" encoding="utf-8"?>
<clbl:labelList xmlns:clbl="http://schemas.microsoft.com/office/2020/mipLabelMetadata">
  <clbl:label id="{ea60d57e-af5b-4752-ac57-3e4f28ca11dc}" enabled="1" method="Standar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TotalTime>347</TotalTime>
  <Words>950</Words>
  <Application>Microsoft Office PowerPoint</Application>
  <PresentationFormat>Widescreen</PresentationFormat>
  <Paragraphs>73</Paragraphs>
  <Slides>4</Slides>
  <Notes>4</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4</vt:i4>
      </vt:variant>
    </vt:vector>
  </HeadingPairs>
  <TitlesOfParts>
    <vt:vector size="12" baseType="lpstr">
      <vt:lpstr>Aptos</vt:lpstr>
      <vt:lpstr>Arial</vt:lpstr>
      <vt:lpstr>Calibri</vt:lpstr>
      <vt:lpstr>Verdana</vt:lpstr>
      <vt:lpstr>Wingdings 2</vt:lpstr>
      <vt:lpstr>Deloitte_Brand_Theme</vt:lpstr>
      <vt:lpstr>Theme1</vt:lpstr>
      <vt:lpstr>think-cell Slide</vt:lpstr>
      <vt:lpstr>CONCEPT NOTE –  NEED FOR ENHANCED RESILIENCY MEASURES IN  INDIAN POWER SECTOR</vt:lpstr>
      <vt:lpstr>Continued Power Sector Infrastructure Losses from Natural Catastrophes </vt:lpstr>
      <vt:lpstr>From Blackouts to Breakthroughs: Reinventing the Grid for a Sustainable Tomorrow</vt:lpstr>
      <vt:lpstr>Few Global Case Studies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CONCEPT NOTE –  NEED FOR ENHANCED RESILIENCY MEASURES IN  INDIAN POWER SECTOR</dc:title>
  <dc:creator>Dhawan, Shubham</dc:creator>
  <cp:lastModifiedBy>Dhawan, Shubham</cp:lastModifiedBy>
  <cp:revision>2</cp:revision>
  <dcterms:created xsi:type="dcterms:W3CDTF">2025-04-29T06:35:17Z</dcterms:created>
  <dcterms:modified xsi:type="dcterms:W3CDTF">2025-04-29T12:23:22Z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0x01010046EABACCD3B39C49923CC76F9A3899B0</vt:lpwstr>
  </property>
</Properties>
</file>