
<file path=[Content_Types].xml><?xml version="1.0" encoding="utf-8"?>
<Types xmlns="http://schemas.openxmlformats.org/package/2006/content-types">
  <Default Extension="bin" ContentType="application/vnd.openxmlformats-officedocument.oleObject"/>
  <Default Extension="emf" ContentType="image/x-emf"/>
  <Default Extension="jfif" ContentType="image/jpeg"/>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ags/tag1.xml" ContentType="application/vnd.openxmlformats-officedocument.presentationml.tags+xml"/>
  <Override PartName="/ppt/media/image1.bin" ContentType="image/x-emf"/>
  <Override PartName="/ppt/media/image2.bin" ContentType="image/jpeg"/>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2.xml" ContentType="application/vnd.openxmlformats-officedocument.presentationml.notesSlide+xml"/>
  <Override PartName="/ppt/tags/tag49.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50.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51.xml" ContentType="application/vnd.openxmlformats-officedocument.presentationml.tags+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bookmarkIdSeed="9">
  <p:sldMasterIdLst>
    <p:sldMasterId id="2147483648" r:id="rId1"/>
    <p:sldMasterId id="2147483687" r:id="rId2"/>
    <p:sldMasterId id="2147483815" r:id="rId3"/>
  </p:sldMasterIdLst>
  <p:notesMasterIdLst>
    <p:notesMasterId r:id="rId56"/>
  </p:notesMasterIdLst>
  <p:handoutMasterIdLst>
    <p:handoutMasterId r:id="rId57"/>
  </p:handoutMasterIdLst>
  <p:sldIdLst>
    <p:sldId id="386" r:id="rId4"/>
    <p:sldId id="352" r:id="rId5"/>
    <p:sldId id="376" r:id="rId6"/>
    <p:sldId id="444" r:id="rId7"/>
    <p:sldId id="445" r:id="rId8"/>
    <p:sldId id="446" r:id="rId9"/>
    <p:sldId id="385" r:id="rId10"/>
    <p:sldId id="389" r:id="rId11"/>
    <p:sldId id="440" r:id="rId12"/>
    <p:sldId id="442" r:id="rId13"/>
    <p:sldId id="443" r:id="rId14"/>
    <p:sldId id="447" r:id="rId15"/>
    <p:sldId id="448" r:id="rId16"/>
    <p:sldId id="441" r:id="rId17"/>
    <p:sldId id="379" r:id="rId18"/>
    <p:sldId id="449" r:id="rId19"/>
    <p:sldId id="586" r:id="rId20"/>
    <p:sldId id="587" r:id="rId21"/>
    <p:sldId id="588" r:id="rId22"/>
    <p:sldId id="589" r:id="rId23"/>
    <p:sldId id="590" r:id="rId24"/>
    <p:sldId id="407" r:id="rId25"/>
    <p:sldId id="591" r:id="rId26"/>
    <p:sldId id="592" r:id="rId27"/>
    <p:sldId id="408" r:id="rId28"/>
    <p:sldId id="405" r:id="rId29"/>
    <p:sldId id="406" r:id="rId30"/>
    <p:sldId id="409" r:id="rId31"/>
    <p:sldId id="593" r:id="rId32"/>
    <p:sldId id="392" r:id="rId33"/>
    <p:sldId id="393" r:id="rId34"/>
    <p:sldId id="421" r:id="rId35"/>
    <p:sldId id="585" r:id="rId36"/>
    <p:sldId id="423" r:id="rId37"/>
    <p:sldId id="424" r:id="rId38"/>
    <p:sldId id="422" r:id="rId39"/>
    <p:sldId id="404" r:id="rId40"/>
    <p:sldId id="570" r:id="rId41"/>
    <p:sldId id="571" r:id="rId42"/>
    <p:sldId id="572" r:id="rId43"/>
    <p:sldId id="573" r:id="rId44"/>
    <p:sldId id="574" r:id="rId45"/>
    <p:sldId id="575" r:id="rId46"/>
    <p:sldId id="576" r:id="rId47"/>
    <p:sldId id="577" r:id="rId48"/>
    <p:sldId id="578" r:id="rId49"/>
    <p:sldId id="579" r:id="rId50"/>
    <p:sldId id="580" r:id="rId51"/>
    <p:sldId id="581" r:id="rId52"/>
    <p:sldId id="582" r:id="rId53"/>
    <p:sldId id="583" r:id="rId54"/>
    <p:sldId id="258" r:id="rId55"/>
  </p:sldIdLst>
  <p:sldSz cx="12192000" cy="6858000"/>
  <p:notesSz cx="7315200" cy="9601200"/>
  <p:defaultTex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0" pos="7310" userDrawn="1">
          <p15:clr>
            <a:srgbClr val="A4A3A4"/>
          </p15:clr>
        </p15:guide>
        <p15:guide id="11" orient="horz" pos="2024" userDrawn="1">
          <p15:clr>
            <a:srgbClr val="A4A3A4"/>
          </p15:clr>
        </p15:guide>
        <p15:guide id="12" orient="horz" pos="3453" userDrawn="1">
          <p15:clr>
            <a:srgbClr val="A4A3A4"/>
          </p15:clr>
        </p15:guide>
        <p15:guide id="13" orient="horz" pos="2568" userDrawn="1">
          <p15:clr>
            <a:srgbClr val="A4A3A4"/>
          </p15:clr>
        </p15:guide>
        <p15:guide id="14" orient="horz" pos="3113" userDrawn="1">
          <p15:clr>
            <a:srgbClr val="A4A3A4"/>
          </p15:clr>
        </p15:guide>
        <p15:guide id="15" orient="horz" pos="3543"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oreddy, Chandra" initials="BC" lastIdx="38" clrIdx="0">
    <p:extLst>
      <p:ext uri="{19B8F6BF-5375-455C-9EA6-DF929625EA0E}">
        <p15:presenceInfo xmlns:p15="http://schemas.microsoft.com/office/powerpoint/2012/main" userId="S-1-5-21-776561741-1482476501-682003330-386381" providerId="AD"/>
      </p:ext>
    </p:extLst>
  </p:cmAuthor>
  <p:cmAuthor id="2" name="Shah, Pranav" initials="SP" lastIdx="20" clrIdx="1">
    <p:extLst>
      <p:ext uri="{19B8F6BF-5375-455C-9EA6-DF929625EA0E}">
        <p15:presenceInfo xmlns:p15="http://schemas.microsoft.com/office/powerpoint/2012/main" userId="S-1-5-21-776561741-1482476501-682003330-128353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6BC25"/>
    <a:srgbClr val="EFF7F4"/>
    <a:srgbClr val="E6E6E6"/>
    <a:srgbClr val="EBF5F1"/>
    <a:srgbClr val="F7E5EE"/>
    <a:srgbClr val="E0F0FA"/>
    <a:srgbClr val="F2D6E4"/>
    <a:srgbClr val="993366"/>
    <a:srgbClr val="00B050"/>
    <a:srgbClr val="E953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D09B2D-ADD3-486D-8D88-B55174864C77}" v="1" dt="2023-03-20T11:25:30.9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35" autoAdjust="0"/>
    <p:restoredTop sz="94822" autoAdjust="0"/>
  </p:normalViewPr>
  <p:slideViewPr>
    <p:cSldViewPr snapToGrid="0" showGuides="1">
      <p:cViewPr varScale="1">
        <p:scale>
          <a:sx n="77" d="100"/>
          <a:sy n="77" d="100"/>
        </p:scale>
        <p:origin x="869" y="67"/>
      </p:cViewPr>
      <p:guideLst>
        <p:guide pos="7310"/>
        <p:guide orient="horz" pos="2024"/>
        <p:guide orient="horz" pos="3453"/>
        <p:guide orient="horz" pos="2568"/>
        <p:guide orient="horz" pos="3113"/>
        <p:guide orient="horz" pos="3543"/>
      </p:guideLst>
    </p:cSldViewPr>
  </p:slideViewPr>
  <p:outlineViewPr>
    <p:cViewPr>
      <p:scale>
        <a:sx n="33" d="100"/>
        <a:sy n="33" d="100"/>
      </p:scale>
      <p:origin x="0" y="-59190"/>
    </p:cViewPr>
  </p:outlineViewPr>
  <p:notesTextViewPr>
    <p:cViewPr>
      <p:scale>
        <a:sx n="100" d="100"/>
        <a:sy n="100" d="100"/>
      </p:scale>
      <p:origin x="0" y="0"/>
    </p:cViewPr>
  </p:notesTextViewPr>
  <p:sorterViewPr>
    <p:cViewPr varScale="1">
      <p:scale>
        <a:sx n="100" d="100"/>
        <a:sy n="100" d="100"/>
      </p:scale>
      <p:origin x="0" y="0"/>
    </p:cViewPr>
  </p:sorterViewPr>
  <p:notesViewPr>
    <p:cSldViewPr snapToGrid="0" showGuides="1">
      <p:cViewPr varScale="1">
        <p:scale>
          <a:sx n="51" d="100"/>
          <a:sy n="51" d="100"/>
        </p:scale>
        <p:origin x="2814" y="72"/>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microsoft.com/office/2015/10/relationships/revisionInfo" Target="revisionInfo.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commentAuthors" Target="commentAuthors.xml"/><Relationship Id="rId66" Type="http://schemas.openxmlformats.org/officeDocument/2006/relationships/customXml" Target="../customXml/item3.xml"/><Relationship Id="rId5" Type="http://schemas.openxmlformats.org/officeDocument/2006/relationships/slide" Target="slides/slide2.xml"/><Relationship Id="rId61" Type="http://schemas.openxmlformats.org/officeDocument/2006/relationships/theme" Target="theme/theme1.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notesMaster" Target="notesMasters/notesMaster1.xml"/><Relationship Id="rId64" Type="http://schemas.openxmlformats.org/officeDocument/2006/relationships/customXml" Target="../customXml/item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handoutMaster" Target="handoutMasters/handoutMaster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viewProps" Target="viewProps.xml"/><Relationship Id="rId65" Type="http://schemas.openxmlformats.org/officeDocument/2006/relationships/customXml" Target="../customXml/item2.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BC7E0DA-0249-42BB-A747-7676550A5505}" type="doc">
      <dgm:prSet loTypeId="urn:microsoft.com/office/officeart/2005/8/layout/cycle5" loCatId="cycle" qsTypeId="urn:microsoft.com/office/officeart/2005/8/quickstyle/simple1" qsCatId="simple" csTypeId="urn:microsoft.com/office/officeart/2005/8/colors/colorful5" csCatId="colorful" phldr="1"/>
      <dgm:spPr/>
      <dgm:t>
        <a:bodyPr/>
        <a:lstStyle/>
        <a:p>
          <a:endParaRPr lang="en-US"/>
        </a:p>
      </dgm:t>
    </dgm:pt>
    <dgm:pt modelId="{BD185A5C-A681-4B57-96FA-32E71F218A51}">
      <dgm:prSet phldrT="[Text]" custT="1"/>
      <dgm:spPr>
        <a:xfrm>
          <a:off x="1515421" y="1054"/>
          <a:ext cx="1090781" cy="709008"/>
        </a:xfrm>
        <a:prstGeom prst="roundRect">
          <a:avLst/>
        </a:prstGeom>
        <a:solidFill>
          <a:schemeClr val="accent1">
            <a:lumMod val="50000"/>
          </a:schemeClr>
        </a:solidFill>
        <a:ln w="25400" cap="flat" cmpd="sng" algn="ctr">
          <a:solidFill>
            <a:srgbClr val="FFFFFF">
              <a:hueOff val="0"/>
              <a:satOff val="0"/>
              <a:lumOff val="0"/>
              <a:alphaOff val="0"/>
            </a:srgbClr>
          </a:solidFill>
          <a:prstDash val="solid"/>
        </a:ln>
        <a:effectLst/>
      </dgm:spPr>
      <dgm:t>
        <a:bodyPr/>
        <a:lstStyle/>
        <a:p>
          <a:pPr>
            <a:buNone/>
          </a:pPr>
          <a:r>
            <a:rPr lang="en-US" sz="1050" b="1" dirty="0">
              <a:solidFill>
                <a:srgbClr val="FFFFFF"/>
              </a:solidFill>
              <a:latin typeface="Arial"/>
              <a:ea typeface="+mn-ea"/>
              <a:cs typeface="+mn-cs"/>
            </a:rPr>
            <a:t>Identify obstacles to  achieving objectives - Risks</a:t>
          </a:r>
        </a:p>
      </dgm:t>
    </dgm:pt>
    <dgm:pt modelId="{6C04A06B-E9F0-4F9A-8CAA-20C279DFD75A}" type="parTrans" cxnId="{2167DEEA-C8A7-4F9A-927D-E480403B27C3}">
      <dgm:prSet/>
      <dgm:spPr/>
      <dgm:t>
        <a:bodyPr/>
        <a:lstStyle/>
        <a:p>
          <a:endParaRPr lang="en-US" sz="1000"/>
        </a:p>
      </dgm:t>
    </dgm:pt>
    <dgm:pt modelId="{B0C5B1A4-18F2-4BBD-9BA5-26DAEEF05AAE}" type="sibTrans" cxnId="{2167DEEA-C8A7-4F9A-927D-E480403B27C3}">
      <dgm:prSet/>
      <dgm:spPr>
        <a:xfrm>
          <a:off x="887822" y="355558"/>
          <a:ext cx="2345980" cy="2345980"/>
        </a:xfrm>
        <a:custGeom>
          <a:avLst/>
          <a:gdLst/>
          <a:ahLst/>
          <a:cxnLst/>
          <a:rect l="0" t="0" r="0" b="0"/>
          <a:pathLst>
            <a:path>
              <a:moveTo>
                <a:pt x="1869439" y="229133"/>
              </a:moveTo>
              <a:arcTo wR="1172990" hR="1172990" stAng="18385364" swAng="1636252"/>
            </a:path>
          </a:pathLst>
        </a:custGeom>
        <a:noFill/>
        <a:ln w="9525" cap="flat" cmpd="sng" algn="ctr">
          <a:solidFill>
            <a:schemeClr val="accent1"/>
          </a:solidFill>
          <a:prstDash val="solid"/>
          <a:tailEnd type="arrow"/>
        </a:ln>
        <a:effectLst/>
      </dgm:spPr>
      <dgm:t>
        <a:bodyPr/>
        <a:lstStyle/>
        <a:p>
          <a:endParaRPr lang="en-US" sz="1000"/>
        </a:p>
      </dgm:t>
    </dgm:pt>
    <dgm:pt modelId="{4E1813DE-27F6-4FB3-9171-25F298CDC999}">
      <dgm:prSet phldrT="[Text]" custT="1"/>
      <dgm:spPr>
        <a:xfrm>
          <a:off x="2688411" y="1174044"/>
          <a:ext cx="1090781" cy="709008"/>
        </a:xfrm>
        <a:prstGeom prst="roundRect">
          <a:avLst/>
        </a:prstGeom>
        <a:solidFill>
          <a:schemeClr val="accent1">
            <a:lumMod val="75000"/>
          </a:schemeClr>
        </a:solidFill>
        <a:ln w="25400" cap="flat" cmpd="sng" algn="ctr">
          <a:solidFill>
            <a:srgbClr val="FFFFFF">
              <a:hueOff val="0"/>
              <a:satOff val="0"/>
              <a:lumOff val="0"/>
              <a:alphaOff val="0"/>
            </a:srgbClr>
          </a:solidFill>
          <a:prstDash val="solid"/>
        </a:ln>
        <a:effectLst/>
      </dgm:spPr>
      <dgm:t>
        <a:bodyPr/>
        <a:lstStyle/>
        <a:p>
          <a:pPr>
            <a:buNone/>
          </a:pPr>
          <a:r>
            <a:rPr lang="en-US" sz="1050" b="1" dirty="0">
              <a:solidFill>
                <a:srgbClr val="FFFFFF"/>
              </a:solidFill>
              <a:latin typeface="Arial"/>
              <a:ea typeface="+mn-ea"/>
              <a:cs typeface="+mn-cs"/>
            </a:rPr>
            <a:t>Assess Risks and prioritize action</a:t>
          </a:r>
        </a:p>
      </dgm:t>
    </dgm:pt>
    <dgm:pt modelId="{96AF69F6-C1A6-4EED-9B47-4F753239F6B3}" type="parTrans" cxnId="{993E62BE-D9F6-489C-BDC9-C0221CD7B54F}">
      <dgm:prSet/>
      <dgm:spPr/>
      <dgm:t>
        <a:bodyPr/>
        <a:lstStyle/>
        <a:p>
          <a:endParaRPr lang="en-US" sz="1000"/>
        </a:p>
      </dgm:t>
    </dgm:pt>
    <dgm:pt modelId="{2E7F57B7-472B-4757-AC9E-EA6E1CF1633D}" type="sibTrans" cxnId="{993E62BE-D9F6-489C-BDC9-C0221CD7B54F}">
      <dgm:prSet/>
      <dgm:spPr>
        <a:xfrm>
          <a:off x="887822" y="355558"/>
          <a:ext cx="2345980" cy="2345980"/>
        </a:xfrm>
        <a:custGeom>
          <a:avLst/>
          <a:gdLst/>
          <a:ahLst/>
          <a:cxnLst/>
          <a:rect l="0" t="0" r="0" b="0"/>
          <a:pathLst>
            <a:path>
              <a:moveTo>
                <a:pt x="2224501" y="1692825"/>
              </a:moveTo>
              <a:arcTo wR="1172990" hR="1172990" stAng="1578383" swAng="1636252"/>
            </a:path>
          </a:pathLst>
        </a:custGeom>
        <a:noFill/>
        <a:ln w="9525" cap="flat" cmpd="sng" algn="ctr">
          <a:solidFill>
            <a:schemeClr val="accent1"/>
          </a:solidFill>
          <a:prstDash val="solid"/>
          <a:tailEnd type="arrow"/>
        </a:ln>
        <a:effectLst/>
      </dgm:spPr>
      <dgm:t>
        <a:bodyPr/>
        <a:lstStyle/>
        <a:p>
          <a:endParaRPr lang="en-US" sz="1000"/>
        </a:p>
      </dgm:t>
    </dgm:pt>
    <dgm:pt modelId="{77DBBFDC-AC42-4BD8-9627-D04AC4EB5B90}">
      <dgm:prSet phldrT="[Text]" custT="1"/>
      <dgm:spPr>
        <a:xfrm>
          <a:off x="1515421" y="2347035"/>
          <a:ext cx="1090781" cy="709008"/>
        </a:xfrm>
        <a:prstGeom prst="roundRect">
          <a:avLst/>
        </a:prstGeom>
        <a:solidFill>
          <a:srgbClr val="86BC25"/>
        </a:solidFill>
        <a:ln w="25400" cap="flat" cmpd="sng" algn="ctr">
          <a:solidFill>
            <a:srgbClr val="FFFFFF">
              <a:hueOff val="0"/>
              <a:satOff val="0"/>
              <a:lumOff val="0"/>
              <a:alphaOff val="0"/>
            </a:srgbClr>
          </a:solidFill>
          <a:prstDash val="solid"/>
        </a:ln>
        <a:effectLst/>
      </dgm:spPr>
      <dgm:t>
        <a:bodyPr/>
        <a:lstStyle/>
        <a:p>
          <a:pPr>
            <a:buNone/>
          </a:pPr>
          <a:r>
            <a:rPr lang="en-US" sz="1050" b="1" dirty="0">
              <a:solidFill>
                <a:srgbClr val="FFFFFF"/>
              </a:solidFill>
              <a:latin typeface="Arial"/>
              <a:ea typeface="+mn-ea"/>
              <a:cs typeface="+mn-cs"/>
            </a:rPr>
            <a:t>Manage exposure</a:t>
          </a:r>
        </a:p>
      </dgm:t>
    </dgm:pt>
    <dgm:pt modelId="{BAA28DFE-B51A-4C17-A35B-156544329A79}" type="parTrans" cxnId="{EA0EF45D-BC49-47D7-B2DE-737283A7A338}">
      <dgm:prSet/>
      <dgm:spPr/>
      <dgm:t>
        <a:bodyPr/>
        <a:lstStyle/>
        <a:p>
          <a:endParaRPr lang="en-US" sz="1000"/>
        </a:p>
      </dgm:t>
    </dgm:pt>
    <dgm:pt modelId="{33F98202-CE67-4E12-9611-E7BABE782D7E}" type="sibTrans" cxnId="{EA0EF45D-BC49-47D7-B2DE-737283A7A338}">
      <dgm:prSet/>
      <dgm:spPr>
        <a:xfrm>
          <a:off x="887822" y="355558"/>
          <a:ext cx="2345980" cy="2345980"/>
        </a:xfrm>
        <a:custGeom>
          <a:avLst/>
          <a:gdLst/>
          <a:ahLst/>
          <a:cxnLst/>
          <a:rect l="0" t="0" r="0" b="0"/>
          <a:pathLst>
            <a:path>
              <a:moveTo>
                <a:pt x="476541" y="2116846"/>
              </a:moveTo>
              <a:arcTo wR="1172990" hR="1172990" stAng="7585364" swAng="1636252"/>
            </a:path>
          </a:pathLst>
        </a:custGeom>
        <a:noFill/>
        <a:ln w="9525" cap="flat" cmpd="sng" algn="ctr">
          <a:solidFill>
            <a:schemeClr val="accent1"/>
          </a:solidFill>
          <a:prstDash val="solid"/>
          <a:tailEnd type="arrow"/>
        </a:ln>
        <a:effectLst/>
      </dgm:spPr>
      <dgm:t>
        <a:bodyPr/>
        <a:lstStyle/>
        <a:p>
          <a:endParaRPr lang="en-US" sz="1000"/>
        </a:p>
      </dgm:t>
    </dgm:pt>
    <dgm:pt modelId="{6728A9E9-DC88-4D1E-951C-2358604A6B45}">
      <dgm:prSet phldrT="[Text]" custT="1"/>
      <dgm:spPr>
        <a:xfrm>
          <a:off x="342431" y="1174044"/>
          <a:ext cx="1090781" cy="709008"/>
        </a:xfrm>
        <a:prstGeom prst="roundRect">
          <a:avLst/>
        </a:prstGeom>
        <a:solidFill>
          <a:srgbClr val="C4D600"/>
        </a:solidFill>
        <a:ln w="25400" cap="flat" cmpd="sng" algn="ctr">
          <a:solidFill>
            <a:srgbClr val="FFFFFF">
              <a:hueOff val="0"/>
              <a:satOff val="0"/>
              <a:lumOff val="0"/>
              <a:alphaOff val="0"/>
            </a:srgbClr>
          </a:solidFill>
          <a:prstDash val="solid"/>
        </a:ln>
        <a:effectLst/>
      </dgm:spPr>
      <dgm:t>
        <a:bodyPr/>
        <a:lstStyle/>
        <a:p>
          <a:pPr>
            <a:buNone/>
          </a:pPr>
          <a:r>
            <a:rPr lang="en-US" sz="1050" b="1" dirty="0">
              <a:solidFill>
                <a:srgbClr val="FFFFFF"/>
              </a:solidFill>
              <a:latin typeface="Arial"/>
              <a:ea typeface="+mn-ea"/>
              <a:cs typeface="+mn-cs"/>
            </a:rPr>
            <a:t>Monitor &amp; learn</a:t>
          </a:r>
        </a:p>
      </dgm:t>
    </dgm:pt>
    <dgm:pt modelId="{A7CDE5CF-91D2-4C61-A462-11904323DF47}" type="parTrans" cxnId="{5AF876A8-76A7-4E48-A763-31BD1017824C}">
      <dgm:prSet/>
      <dgm:spPr/>
      <dgm:t>
        <a:bodyPr/>
        <a:lstStyle/>
        <a:p>
          <a:endParaRPr lang="en-US" sz="1000"/>
        </a:p>
      </dgm:t>
    </dgm:pt>
    <dgm:pt modelId="{7C6465C9-6072-4BF6-A467-DF4483DE25CC}" type="sibTrans" cxnId="{5AF876A8-76A7-4E48-A763-31BD1017824C}">
      <dgm:prSet/>
      <dgm:spPr>
        <a:xfrm>
          <a:off x="887822" y="355558"/>
          <a:ext cx="2345980" cy="2345980"/>
        </a:xfrm>
        <a:custGeom>
          <a:avLst/>
          <a:gdLst/>
          <a:ahLst/>
          <a:cxnLst/>
          <a:rect l="0" t="0" r="0" b="0"/>
          <a:pathLst>
            <a:path>
              <a:moveTo>
                <a:pt x="121478" y="653154"/>
              </a:moveTo>
              <a:arcTo wR="1172990" hR="1172990" stAng="12378383" swAng="1636252"/>
            </a:path>
          </a:pathLst>
        </a:custGeom>
        <a:noFill/>
        <a:ln w="9525" cap="flat" cmpd="sng" algn="ctr">
          <a:solidFill>
            <a:schemeClr val="accent1"/>
          </a:solidFill>
          <a:prstDash val="solid"/>
          <a:tailEnd type="arrow"/>
        </a:ln>
        <a:effectLst/>
      </dgm:spPr>
      <dgm:t>
        <a:bodyPr/>
        <a:lstStyle/>
        <a:p>
          <a:endParaRPr lang="en-US" sz="1000"/>
        </a:p>
      </dgm:t>
    </dgm:pt>
    <dgm:pt modelId="{7CFD15D9-F6F2-4748-823C-845AE332C3B4}" type="pres">
      <dgm:prSet presAssocID="{CBC7E0DA-0249-42BB-A747-7676550A5505}" presName="cycle" presStyleCnt="0">
        <dgm:presLayoutVars>
          <dgm:dir/>
          <dgm:resizeHandles val="exact"/>
        </dgm:presLayoutVars>
      </dgm:prSet>
      <dgm:spPr/>
    </dgm:pt>
    <dgm:pt modelId="{6C4E7CBC-0D5D-476A-8743-3D1F308B9792}" type="pres">
      <dgm:prSet presAssocID="{BD185A5C-A681-4B57-96FA-32E71F218A51}" presName="node" presStyleLbl="node1" presStyleIdx="0" presStyleCnt="4" custScaleX="130189">
        <dgm:presLayoutVars>
          <dgm:bulletEnabled val="1"/>
        </dgm:presLayoutVars>
      </dgm:prSet>
      <dgm:spPr/>
    </dgm:pt>
    <dgm:pt modelId="{FB1CC5EB-10D1-466A-88FB-C2B506991609}" type="pres">
      <dgm:prSet presAssocID="{BD185A5C-A681-4B57-96FA-32E71F218A51}" presName="spNode" presStyleCnt="0"/>
      <dgm:spPr/>
    </dgm:pt>
    <dgm:pt modelId="{4EBBCF0C-B185-4071-8BDB-744F714B95B3}" type="pres">
      <dgm:prSet presAssocID="{B0C5B1A4-18F2-4BBD-9BA5-26DAEEF05AAE}" presName="sibTrans" presStyleLbl="sibTrans1D1" presStyleIdx="0" presStyleCnt="4"/>
      <dgm:spPr/>
    </dgm:pt>
    <dgm:pt modelId="{A1E8871A-AFA0-46B7-B9CA-2F0F44AA774A}" type="pres">
      <dgm:prSet presAssocID="{4E1813DE-27F6-4FB3-9171-25F298CDC999}" presName="node" presStyleLbl="node1" presStyleIdx="1" presStyleCnt="4" custScaleX="121036" custScaleY="120071">
        <dgm:presLayoutVars>
          <dgm:bulletEnabled val="1"/>
        </dgm:presLayoutVars>
      </dgm:prSet>
      <dgm:spPr/>
    </dgm:pt>
    <dgm:pt modelId="{12D45643-B4CD-4C8E-A476-1547BDE137E4}" type="pres">
      <dgm:prSet presAssocID="{4E1813DE-27F6-4FB3-9171-25F298CDC999}" presName="spNode" presStyleCnt="0"/>
      <dgm:spPr/>
    </dgm:pt>
    <dgm:pt modelId="{5C2E41B5-2CAF-4E9C-8EEC-3FF2FDDDAD42}" type="pres">
      <dgm:prSet presAssocID="{2E7F57B7-472B-4757-AC9E-EA6E1CF1633D}" presName="sibTrans" presStyleLbl="sibTrans1D1" presStyleIdx="1" presStyleCnt="4"/>
      <dgm:spPr/>
    </dgm:pt>
    <dgm:pt modelId="{A6121618-7B8E-4205-AC0D-AEB5EF7B8C19}" type="pres">
      <dgm:prSet presAssocID="{77DBBFDC-AC42-4BD8-9627-D04AC4EB5B90}" presName="node" presStyleLbl="node1" presStyleIdx="2" presStyleCnt="4" custScaleX="121110">
        <dgm:presLayoutVars>
          <dgm:bulletEnabled val="1"/>
        </dgm:presLayoutVars>
      </dgm:prSet>
      <dgm:spPr/>
    </dgm:pt>
    <dgm:pt modelId="{FC355FF3-7C2F-4FD1-85B3-A94DEC22BE5A}" type="pres">
      <dgm:prSet presAssocID="{77DBBFDC-AC42-4BD8-9627-D04AC4EB5B90}" presName="spNode" presStyleCnt="0"/>
      <dgm:spPr/>
    </dgm:pt>
    <dgm:pt modelId="{14B91AE5-C44D-48ED-A9AA-48C5E3488B8A}" type="pres">
      <dgm:prSet presAssocID="{33F98202-CE67-4E12-9611-E7BABE782D7E}" presName="sibTrans" presStyleLbl="sibTrans1D1" presStyleIdx="2" presStyleCnt="4"/>
      <dgm:spPr/>
    </dgm:pt>
    <dgm:pt modelId="{1ACEA981-88FC-49E6-9CAE-2AC1A7D28D35}" type="pres">
      <dgm:prSet presAssocID="{6728A9E9-DC88-4D1E-951C-2358604A6B45}" presName="node" presStyleLbl="node1" presStyleIdx="3" presStyleCnt="4" custScaleX="108744" custScaleY="128550" custRadScaleRad="101717" custRadScaleInc="-5185">
        <dgm:presLayoutVars>
          <dgm:bulletEnabled val="1"/>
        </dgm:presLayoutVars>
      </dgm:prSet>
      <dgm:spPr/>
    </dgm:pt>
    <dgm:pt modelId="{469B18A5-F5E2-4519-9CD1-7BB8131854D9}" type="pres">
      <dgm:prSet presAssocID="{6728A9E9-DC88-4D1E-951C-2358604A6B45}" presName="spNode" presStyleCnt="0"/>
      <dgm:spPr/>
    </dgm:pt>
    <dgm:pt modelId="{5141664C-09FE-4C55-9A87-17BBDDC20AA0}" type="pres">
      <dgm:prSet presAssocID="{7C6465C9-6072-4BF6-A467-DF4483DE25CC}" presName="sibTrans" presStyleLbl="sibTrans1D1" presStyleIdx="3" presStyleCnt="4"/>
      <dgm:spPr/>
    </dgm:pt>
  </dgm:ptLst>
  <dgm:cxnLst>
    <dgm:cxn modelId="{A4860005-B94B-4776-9BE3-97591A1BFEF6}" type="presOf" srcId="{BD185A5C-A681-4B57-96FA-32E71F218A51}" destId="{6C4E7CBC-0D5D-476A-8743-3D1F308B9792}" srcOrd="0" destOrd="0" presId="urn:microsoft.com/office/officeart/2005/8/layout/cycle5"/>
    <dgm:cxn modelId="{86F1982E-C8A9-4DC5-98D4-26303E3DC1B0}" type="presOf" srcId="{4E1813DE-27F6-4FB3-9171-25F298CDC999}" destId="{A1E8871A-AFA0-46B7-B9CA-2F0F44AA774A}" srcOrd="0" destOrd="0" presId="urn:microsoft.com/office/officeart/2005/8/layout/cycle5"/>
    <dgm:cxn modelId="{EA0EF45D-BC49-47D7-B2DE-737283A7A338}" srcId="{CBC7E0DA-0249-42BB-A747-7676550A5505}" destId="{77DBBFDC-AC42-4BD8-9627-D04AC4EB5B90}" srcOrd="2" destOrd="0" parTransId="{BAA28DFE-B51A-4C17-A35B-156544329A79}" sibTransId="{33F98202-CE67-4E12-9611-E7BABE782D7E}"/>
    <dgm:cxn modelId="{F0718049-5B96-4E17-93C5-65D07B2917C6}" type="presOf" srcId="{B0C5B1A4-18F2-4BBD-9BA5-26DAEEF05AAE}" destId="{4EBBCF0C-B185-4071-8BDB-744F714B95B3}" srcOrd="0" destOrd="0" presId="urn:microsoft.com/office/officeart/2005/8/layout/cycle5"/>
    <dgm:cxn modelId="{BA9E954E-E65E-4D5D-9B8D-CC03C19C725A}" type="presOf" srcId="{7C6465C9-6072-4BF6-A467-DF4483DE25CC}" destId="{5141664C-09FE-4C55-9A87-17BBDDC20AA0}" srcOrd="0" destOrd="0" presId="urn:microsoft.com/office/officeart/2005/8/layout/cycle5"/>
    <dgm:cxn modelId="{5AF876A8-76A7-4E48-A763-31BD1017824C}" srcId="{CBC7E0DA-0249-42BB-A747-7676550A5505}" destId="{6728A9E9-DC88-4D1E-951C-2358604A6B45}" srcOrd="3" destOrd="0" parTransId="{A7CDE5CF-91D2-4C61-A462-11904323DF47}" sibTransId="{7C6465C9-6072-4BF6-A467-DF4483DE25CC}"/>
    <dgm:cxn modelId="{3926F4BB-1054-4254-B760-42A08933E351}" type="presOf" srcId="{33F98202-CE67-4E12-9611-E7BABE782D7E}" destId="{14B91AE5-C44D-48ED-A9AA-48C5E3488B8A}" srcOrd="0" destOrd="0" presId="urn:microsoft.com/office/officeart/2005/8/layout/cycle5"/>
    <dgm:cxn modelId="{993E62BE-D9F6-489C-BDC9-C0221CD7B54F}" srcId="{CBC7E0DA-0249-42BB-A747-7676550A5505}" destId="{4E1813DE-27F6-4FB3-9171-25F298CDC999}" srcOrd="1" destOrd="0" parTransId="{96AF69F6-C1A6-4EED-9B47-4F753239F6B3}" sibTransId="{2E7F57B7-472B-4757-AC9E-EA6E1CF1633D}"/>
    <dgm:cxn modelId="{8BD0E8D2-FD97-4A47-BCCD-3E7680EFAB81}" type="presOf" srcId="{77DBBFDC-AC42-4BD8-9627-D04AC4EB5B90}" destId="{A6121618-7B8E-4205-AC0D-AEB5EF7B8C19}" srcOrd="0" destOrd="0" presId="urn:microsoft.com/office/officeart/2005/8/layout/cycle5"/>
    <dgm:cxn modelId="{8CEAA6E1-649F-464B-9504-62A585E008EA}" type="presOf" srcId="{CBC7E0DA-0249-42BB-A747-7676550A5505}" destId="{7CFD15D9-F6F2-4748-823C-845AE332C3B4}" srcOrd="0" destOrd="0" presId="urn:microsoft.com/office/officeart/2005/8/layout/cycle5"/>
    <dgm:cxn modelId="{38C925EA-7D09-4A4B-8351-706A911F36DB}" type="presOf" srcId="{2E7F57B7-472B-4757-AC9E-EA6E1CF1633D}" destId="{5C2E41B5-2CAF-4E9C-8EEC-3FF2FDDDAD42}" srcOrd="0" destOrd="0" presId="urn:microsoft.com/office/officeart/2005/8/layout/cycle5"/>
    <dgm:cxn modelId="{2167DEEA-C8A7-4F9A-927D-E480403B27C3}" srcId="{CBC7E0DA-0249-42BB-A747-7676550A5505}" destId="{BD185A5C-A681-4B57-96FA-32E71F218A51}" srcOrd="0" destOrd="0" parTransId="{6C04A06B-E9F0-4F9A-8CAA-20C279DFD75A}" sibTransId="{B0C5B1A4-18F2-4BBD-9BA5-26DAEEF05AAE}"/>
    <dgm:cxn modelId="{E3C5E8FF-1D67-40B4-ACFB-C3709C6357A1}" type="presOf" srcId="{6728A9E9-DC88-4D1E-951C-2358604A6B45}" destId="{1ACEA981-88FC-49E6-9CAE-2AC1A7D28D35}" srcOrd="0" destOrd="0" presId="urn:microsoft.com/office/officeart/2005/8/layout/cycle5"/>
    <dgm:cxn modelId="{DBBD5E46-5B72-4EFC-B9CE-E9C9BEE3CF63}" type="presParOf" srcId="{7CFD15D9-F6F2-4748-823C-845AE332C3B4}" destId="{6C4E7CBC-0D5D-476A-8743-3D1F308B9792}" srcOrd="0" destOrd="0" presId="urn:microsoft.com/office/officeart/2005/8/layout/cycle5"/>
    <dgm:cxn modelId="{677340FC-29C9-4825-AD38-B0EAB16A6B74}" type="presParOf" srcId="{7CFD15D9-F6F2-4748-823C-845AE332C3B4}" destId="{FB1CC5EB-10D1-466A-88FB-C2B506991609}" srcOrd="1" destOrd="0" presId="urn:microsoft.com/office/officeart/2005/8/layout/cycle5"/>
    <dgm:cxn modelId="{1C9E47FE-A4BE-47F9-B3D2-9F75E1E54C32}" type="presParOf" srcId="{7CFD15D9-F6F2-4748-823C-845AE332C3B4}" destId="{4EBBCF0C-B185-4071-8BDB-744F714B95B3}" srcOrd="2" destOrd="0" presId="urn:microsoft.com/office/officeart/2005/8/layout/cycle5"/>
    <dgm:cxn modelId="{C259235C-08B1-475F-834B-B7A32AAADB2D}" type="presParOf" srcId="{7CFD15D9-F6F2-4748-823C-845AE332C3B4}" destId="{A1E8871A-AFA0-46B7-B9CA-2F0F44AA774A}" srcOrd="3" destOrd="0" presId="urn:microsoft.com/office/officeart/2005/8/layout/cycle5"/>
    <dgm:cxn modelId="{0087070A-C003-47AC-896D-EFCC230AD120}" type="presParOf" srcId="{7CFD15D9-F6F2-4748-823C-845AE332C3B4}" destId="{12D45643-B4CD-4C8E-A476-1547BDE137E4}" srcOrd="4" destOrd="0" presId="urn:microsoft.com/office/officeart/2005/8/layout/cycle5"/>
    <dgm:cxn modelId="{8B3C8774-F9F8-4BDC-AFAB-3B38E85FBDC3}" type="presParOf" srcId="{7CFD15D9-F6F2-4748-823C-845AE332C3B4}" destId="{5C2E41B5-2CAF-4E9C-8EEC-3FF2FDDDAD42}" srcOrd="5" destOrd="0" presId="urn:microsoft.com/office/officeart/2005/8/layout/cycle5"/>
    <dgm:cxn modelId="{1D278E20-AB78-4DC2-B373-3D31EC1C2FE2}" type="presParOf" srcId="{7CFD15D9-F6F2-4748-823C-845AE332C3B4}" destId="{A6121618-7B8E-4205-AC0D-AEB5EF7B8C19}" srcOrd="6" destOrd="0" presId="urn:microsoft.com/office/officeart/2005/8/layout/cycle5"/>
    <dgm:cxn modelId="{23D4300B-419C-4B1A-A952-5EEE31C4DA26}" type="presParOf" srcId="{7CFD15D9-F6F2-4748-823C-845AE332C3B4}" destId="{FC355FF3-7C2F-4FD1-85B3-A94DEC22BE5A}" srcOrd="7" destOrd="0" presId="urn:microsoft.com/office/officeart/2005/8/layout/cycle5"/>
    <dgm:cxn modelId="{5B788EDE-9185-40E3-96EF-B232E796E9F0}" type="presParOf" srcId="{7CFD15D9-F6F2-4748-823C-845AE332C3B4}" destId="{14B91AE5-C44D-48ED-A9AA-48C5E3488B8A}" srcOrd="8" destOrd="0" presId="urn:microsoft.com/office/officeart/2005/8/layout/cycle5"/>
    <dgm:cxn modelId="{8C57A2E9-9122-4022-AB4B-824949C991BF}" type="presParOf" srcId="{7CFD15D9-F6F2-4748-823C-845AE332C3B4}" destId="{1ACEA981-88FC-49E6-9CAE-2AC1A7D28D35}" srcOrd="9" destOrd="0" presId="urn:microsoft.com/office/officeart/2005/8/layout/cycle5"/>
    <dgm:cxn modelId="{2CE60F26-6C49-43F0-A558-82037A6227B6}" type="presParOf" srcId="{7CFD15D9-F6F2-4748-823C-845AE332C3B4}" destId="{469B18A5-F5E2-4519-9CD1-7BB8131854D9}" srcOrd="10" destOrd="0" presId="urn:microsoft.com/office/officeart/2005/8/layout/cycle5"/>
    <dgm:cxn modelId="{B1976183-B0F0-4688-99D6-A410979EBEB7}" type="presParOf" srcId="{7CFD15D9-F6F2-4748-823C-845AE332C3B4}" destId="{5141664C-09FE-4C55-9A87-17BBDDC20AA0}" srcOrd="11" destOrd="0" presId="urn:microsoft.com/office/officeart/2005/8/layout/cycle5"/>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4E7CBC-0D5D-476A-8743-3D1F308B9792}">
      <dsp:nvSpPr>
        <dsp:cNvPr id="0" name=""/>
        <dsp:cNvSpPr/>
      </dsp:nvSpPr>
      <dsp:spPr>
        <a:xfrm>
          <a:off x="1363897" y="146"/>
          <a:ext cx="1330995" cy="664531"/>
        </a:xfrm>
        <a:prstGeom prst="roundRect">
          <a:avLst/>
        </a:prstGeom>
        <a:solidFill>
          <a:schemeClr val="accent1">
            <a:lumMod val="50000"/>
          </a:scheme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US" sz="1050" b="1" kern="1200" dirty="0">
              <a:solidFill>
                <a:srgbClr val="FFFFFF"/>
              </a:solidFill>
              <a:latin typeface="Arial"/>
              <a:ea typeface="+mn-ea"/>
              <a:cs typeface="+mn-cs"/>
            </a:rPr>
            <a:t>Identify obstacles to  achieving objectives - Risks</a:t>
          </a:r>
        </a:p>
      </dsp:txBody>
      <dsp:txXfrm>
        <a:off x="1396337" y="32586"/>
        <a:ext cx="1266115" cy="599651"/>
      </dsp:txXfrm>
    </dsp:sp>
    <dsp:sp modelId="{4EBBCF0C-B185-4071-8BDB-744F714B95B3}">
      <dsp:nvSpPr>
        <dsp:cNvPr id="0" name=""/>
        <dsp:cNvSpPr/>
      </dsp:nvSpPr>
      <dsp:spPr>
        <a:xfrm>
          <a:off x="931791" y="332411"/>
          <a:ext cx="2195208" cy="2195208"/>
        </a:xfrm>
        <a:custGeom>
          <a:avLst/>
          <a:gdLst/>
          <a:ahLst/>
          <a:cxnLst/>
          <a:rect l="0" t="0" r="0" b="0"/>
          <a:pathLst>
            <a:path>
              <a:moveTo>
                <a:pt x="1869439" y="229133"/>
              </a:moveTo>
              <a:arcTo wR="1172990" hR="1172990" stAng="18385364" swAng="1636252"/>
            </a:path>
          </a:pathLst>
        </a:custGeom>
        <a:noFill/>
        <a:ln w="9525" cap="flat" cmpd="sng" algn="ctr">
          <a:solidFill>
            <a:schemeClr val="accent1"/>
          </a:solidFill>
          <a:prstDash val="solid"/>
          <a:tailEnd type="arrow"/>
        </a:ln>
        <a:effectLst/>
      </dsp:spPr>
      <dsp:style>
        <a:lnRef idx="1">
          <a:scrgbClr r="0" g="0" b="0"/>
        </a:lnRef>
        <a:fillRef idx="0">
          <a:scrgbClr r="0" g="0" b="0"/>
        </a:fillRef>
        <a:effectRef idx="0">
          <a:scrgbClr r="0" g="0" b="0"/>
        </a:effectRef>
        <a:fontRef idx="minor"/>
      </dsp:style>
    </dsp:sp>
    <dsp:sp modelId="{A1E8871A-AFA0-46B7-B9CA-2F0F44AA774A}">
      <dsp:nvSpPr>
        <dsp:cNvPr id="0" name=""/>
        <dsp:cNvSpPr/>
      </dsp:nvSpPr>
      <dsp:spPr>
        <a:xfrm>
          <a:off x="2508289" y="1031061"/>
          <a:ext cx="1237419" cy="797909"/>
        </a:xfrm>
        <a:prstGeom prst="roundRect">
          <a:avLst/>
        </a:prstGeom>
        <a:solidFill>
          <a:schemeClr val="accent1">
            <a:lumMod val="75000"/>
          </a:scheme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US" sz="1050" b="1" kern="1200" dirty="0">
              <a:solidFill>
                <a:srgbClr val="FFFFFF"/>
              </a:solidFill>
              <a:latin typeface="Arial"/>
              <a:ea typeface="+mn-ea"/>
              <a:cs typeface="+mn-cs"/>
            </a:rPr>
            <a:t>Assess Risks and prioritize action</a:t>
          </a:r>
        </a:p>
      </dsp:txBody>
      <dsp:txXfrm>
        <a:off x="2547240" y="1070012"/>
        <a:ext cx="1159517" cy="720007"/>
      </dsp:txXfrm>
    </dsp:sp>
    <dsp:sp modelId="{5C2E41B5-2CAF-4E9C-8EEC-3FF2FDDDAD42}">
      <dsp:nvSpPr>
        <dsp:cNvPr id="0" name=""/>
        <dsp:cNvSpPr/>
      </dsp:nvSpPr>
      <dsp:spPr>
        <a:xfrm>
          <a:off x="931791" y="332411"/>
          <a:ext cx="2195208" cy="2195208"/>
        </a:xfrm>
        <a:custGeom>
          <a:avLst/>
          <a:gdLst/>
          <a:ahLst/>
          <a:cxnLst/>
          <a:rect l="0" t="0" r="0" b="0"/>
          <a:pathLst>
            <a:path>
              <a:moveTo>
                <a:pt x="2224501" y="1692825"/>
              </a:moveTo>
              <a:arcTo wR="1172990" hR="1172990" stAng="1578383" swAng="1636252"/>
            </a:path>
          </a:pathLst>
        </a:custGeom>
        <a:noFill/>
        <a:ln w="9525" cap="flat" cmpd="sng" algn="ctr">
          <a:solidFill>
            <a:schemeClr val="accent1"/>
          </a:solidFill>
          <a:prstDash val="solid"/>
          <a:tailEnd type="arrow"/>
        </a:ln>
        <a:effectLst/>
      </dsp:spPr>
      <dsp:style>
        <a:lnRef idx="1">
          <a:scrgbClr r="0" g="0" b="0"/>
        </a:lnRef>
        <a:fillRef idx="0">
          <a:scrgbClr r="0" g="0" b="0"/>
        </a:fillRef>
        <a:effectRef idx="0">
          <a:scrgbClr r="0" g="0" b="0"/>
        </a:effectRef>
        <a:fontRef idx="minor"/>
      </dsp:style>
    </dsp:sp>
    <dsp:sp modelId="{A6121618-7B8E-4205-AC0D-AEB5EF7B8C19}">
      <dsp:nvSpPr>
        <dsp:cNvPr id="0" name=""/>
        <dsp:cNvSpPr/>
      </dsp:nvSpPr>
      <dsp:spPr>
        <a:xfrm>
          <a:off x="1410307" y="2195354"/>
          <a:ext cx="1238175" cy="664531"/>
        </a:xfrm>
        <a:prstGeom prst="roundRect">
          <a:avLst/>
        </a:prstGeom>
        <a:solidFill>
          <a:srgbClr val="86BC25"/>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US" sz="1050" b="1" kern="1200" dirty="0">
              <a:solidFill>
                <a:srgbClr val="FFFFFF"/>
              </a:solidFill>
              <a:latin typeface="Arial"/>
              <a:ea typeface="+mn-ea"/>
              <a:cs typeface="+mn-cs"/>
            </a:rPr>
            <a:t>Manage exposure</a:t>
          </a:r>
        </a:p>
      </dsp:txBody>
      <dsp:txXfrm>
        <a:off x="1442747" y="2227794"/>
        <a:ext cx="1173295" cy="599651"/>
      </dsp:txXfrm>
    </dsp:sp>
    <dsp:sp modelId="{14B91AE5-C44D-48ED-A9AA-48C5E3488B8A}">
      <dsp:nvSpPr>
        <dsp:cNvPr id="0" name=""/>
        <dsp:cNvSpPr/>
      </dsp:nvSpPr>
      <dsp:spPr>
        <a:xfrm>
          <a:off x="901786" y="312629"/>
          <a:ext cx="2195208" cy="2195208"/>
        </a:xfrm>
        <a:custGeom>
          <a:avLst/>
          <a:gdLst/>
          <a:ahLst/>
          <a:cxnLst/>
          <a:rect l="0" t="0" r="0" b="0"/>
          <a:pathLst>
            <a:path>
              <a:moveTo>
                <a:pt x="476541" y="2116846"/>
              </a:moveTo>
              <a:arcTo wR="1172990" hR="1172990" stAng="7585364" swAng="1636252"/>
            </a:path>
          </a:pathLst>
        </a:custGeom>
        <a:noFill/>
        <a:ln w="9525" cap="flat" cmpd="sng" algn="ctr">
          <a:solidFill>
            <a:schemeClr val="accent1"/>
          </a:solidFill>
          <a:prstDash val="solid"/>
          <a:tailEnd type="arrow"/>
        </a:ln>
        <a:effectLst/>
      </dsp:spPr>
      <dsp:style>
        <a:lnRef idx="1">
          <a:scrgbClr r="0" g="0" b="0"/>
        </a:lnRef>
        <a:fillRef idx="0">
          <a:scrgbClr r="0" g="0" b="0"/>
        </a:fillRef>
        <a:effectRef idx="0">
          <a:scrgbClr r="0" g="0" b="0"/>
        </a:effectRef>
        <a:fontRef idx="minor"/>
      </dsp:style>
    </dsp:sp>
    <dsp:sp modelId="{1ACEA981-88FC-49E6-9CAE-2AC1A7D28D35}">
      <dsp:nvSpPr>
        <dsp:cNvPr id="0" name=""/>
        <dsp:cNvSpPr/>
      </dsp:nvSpPr>
      <dsp:spPr>
        <a:xfrm>
          <a:off x="357481" y="1033194"/>
          <a:ext cx="1111751" cy="854255"/>
        </a:xfrm>
        <a:prstGeom prst="roundRect">
          <a:avLst/>
        </a:prstGeom>
        <a:solidFill>
          <a:srgbClr val="C4D600"/>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US" sz="1050" b="1" kern="1200" dirty="0">
              <a:solidFill>
                <a:srgbClr val="FFFFFF"/>
              </a:solidFill>
              <a:latin typeface="Arial"/>
              <a:ea typeface="+mn-ea"/>
              <a:cs typeface="+mn-cs"/>
            </a:rPr>
            <a:t>Monitor &amp; learn</a:t>
          </a:r>
        </a:p>
      </dsp:txBody>
      <dsp:txXfrm>
        <a:off x="399182" y="1074895"/>
        <a:ext cx="1028349" cy="770853"/>
      </dsp:txXfrm>
    </dsp:sp>
    <dsp:sp modelId="{5141664C-09FE-4C55-9A87-17BBDDC20AA0}">
      <dsp:nvSpPr>
        <dsp:cNvPr id="0" name=""/>
        <dsp:cNvSpPr/>
      </dsp:nvSpPr>
      <dsp:spPr>
        <a:xfrm>
          <a:off x="903170" y="353509"/>
          <a:ext cx="2195208" cy="2195208"/>
        </a:xfrm>
        <a:custGeom>
          <a:avLst/>
          <a:gdLst/>
          <a:ahLst/>
          <a:cxnLst/>
          <a:rect l="0" t="0" r="0" b="0"/>
          <a:pathLst>
            <a:path>
              <a:moveTo>
                <a:pt x="121478" y="653154"/>
              </a:moveTo>
              <a:arcTo wR="1172990" hR="1172990" stAng="12378383" swAng="1636252"/>
            </a:path>
          </a:pathLst>
        </a:custGeom>
        <a:noFill/>
        <a:ln w="9525" cap="flat" cmpd="sng" algn="ctr">
          <a:solidFill>
            <a:schemeClr val="accent1"/>
          </a:solidFill>
          <a:prstDash val="solid"/>
          <a:tailEnd type="arrow"/>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170138" cy="479539"/>
          </a:xfrm>
          <a:prstGeom prst="rect">
            <a:avLst/>
          </a:prstGeom>
        </p:spPr>
        <p:txBody>
          <a:bodyPr vert="horz" lIns="90913" tIns="45457" rIns="90913" bIns="45457" rtlCol="0"/>
          <a:lstStyle>
            <a:lvl1pPr algn="l">
              <a:defRPr sz="1100"/>
            </a:lvl1pPr>
          </a:lstStyle>
          <a:p>
            <a:endParaRPr lang="en-US" dirty="0">
              <a:latin typeface="Arial" panose="020B0604020202020204" pitchFamily="34" charset="0"/>
            </a:endParaRPr>
          </a:p>
        </p:txBody>
      </p:sp>
      <p:sp>
        <p:nvSpPr>
          <p:cNvPr id="3" name="Date Placeholder 2"/>
          <p:cNvSpPr>
            <a:spLocks noGrp="1"/>
          </p:cNvSpPr>
          <p:nvPr>
            <p:ph type="dt" sz="quarter" idx="1"/>
          </p:nvPr>
        </p:nvSpPr>
        <p:spPr>
          <a:xfrm>
            <a:off x="4143427" y="1"/>
            <a:ext cx="3170138" cy="479539"/>
          </a:xfrm>
          <a:prstGeom prst="rect">
            <a:avLst/>
          </a:prstGeom>
        </p:spPr>
        <p:txBody>
          <a:bodyPr vert="horz" lIns="90913" tIns="45457" rIns="90913" bIns="45457" rtlCol="0"/>
          <a:lstStyle>
            <a:lvl1pPr algn="r">
              <a:defRPr sz="1100"/>
            </a:lvl1pPr>
          </a:lstStyle>
          <a:p>
            <a:fld id="{B4AD245C-091B-44E2-BFB0-BD94217887F7}" type="datetimeFigureOut">
              <a:rPr lang="en-US">
                <a:latin typeface="Arial" panose="020B0604020202020204" pitchFamily="34" charset="0"/>
              </a:rPr>
              <a:t>3/20/2023</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4" y="9120173"/>
            <a:ext cx="3170138" cy="479539"/>
          </a:xfrm>
          <a:prstGeom prst="rect">
            <a:avLst/>
          </a:prstGeom>
        </p:spPr>
        <p:txBody>
          <a:bodyPr vert="horz" lIns="90913" tIns="45457" rIns="90913" bIns="45457" rtlCol="0" anchor="b"/>
          <a:lstStyle>
            <a:lvl1pPr algn="l">
              <a:defRPr sz="1100"/>
            </a:lvl1pPr>
          </a:lstStyle>
          <a:p>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4143427" y="9120173"/>
            <a:ext cx="3170138" cy="479539"/>
          </a:xfrm>
          <a:prstGeom prst="rect">
            <a:avLst/>
          </a:prstGeom>
        </p:spPr>
        <p:txBody>
          <a:bodyPr vert="horz" lIns="90913" tIns="45457" rIns="90913" bIns="45457" rtlCol="0" anchor="b"/>
          <a:lstStyle>
            <a:lvl1pPr algn="r">
              <a:defRPr sz="1100"/>
            </a:lvl1pPr>
          </a:lstStyle>
          <a:p>
            <a:fld id="{9A913F39-CFF6-40F1-84D1-700840B41EAB}" type="slidenum">
              <a:rPr lang="en-US">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4143589" y="1"/>
            <a:ext cx="3169920" cy="480060"/>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a:pPr/>
              <a:t>3/20/2023</a:t>
            </a:fld>
            <a:endParaRPr lang="en-US" dirty="0"/>
          </a:p>
        </p:txBody>
      </p:sp>
      <p:sp>
        <p:nvSpPr>
          <p:cNvPr id="4" name="Slide Image Placeholder 3"/>
          <p:cNvSpPr>
            <a:spLocks noGrp="1" noRot="1" noChangeAspect="1"/>
          </p:cNvSpPr>
          <p:nvPr>
            <p:ph type="sldImg" idx="2"/>
          </p:nvPr>
        </p:nvSpPr>
        <p:spPr>
          <a:xfrm>
            <a:off x="458788" y="720725"/>
            <a:ext cx="6397625" cy="3598863"/>
          </a:xfrm>
          <a:prstGeom prst="rect">
            <a:avLst/>
          </a:prstGeom>
          <a:noFill/>
          <a:ln w="12700">
            <a:solidFill>
              <a:prstClr val="black"/>
            </a:solidFill>
          </a:ln>
        </p:spPr>
        <p:txBody>
          <a:bodyPr vert="horz" lIns="98478" tIns="49238" rIns="98478" bIns="49238" rtlCol="0" anchor="ctr"/>
          <a:lstStyle/>
          <a:p>
            <a:endParaRPr lang="en-GB" dirty="0"/>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8478" tIns="49238" rIns="98478" bIns="4923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4143589" y="9119475"/>
            <a:ext cx="3169920" cy="480060"/>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a:pPr/>
              <a:t>‹#›</a:t>
            </a:fld>
            <a:endParaRPr lang="en-US" dirty="0"/>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1219170" rtl="0" eaLnBrk="1" latinLnBrk="0" hangingPunct="1">
      <a:defRPr sz="1600" kern="1200">
        <a:solidFill>
          <a:schemeClr val="tx1"/>
        </a:solidFill>
        <a:latin typeface="Arial" panose="020B0604020202020204" pitchFamily="34" charset="0"/>
        <a:ea typeface="+mn-ea"/>
        <a:cs typeface="+mn-cs"/>
      </a:defRPr>
    </a:lvl1pPr>
    <a:lvl2pPr marL="609585" algn="l" defTabSz="1219170" rtl="0" eaLnBrk="1" latinLnBrk="0" hangingPunct="1">
      <a:defRPr sz="1600" kern="1200">
        <a:solidFill>
          <a:schemeClr val="tx1"/>
        </a:solidFill>
        <a:latin typeface="Arial" panose="020B0604020202020204" pitchFamily="34" charset="0"/>
        <a:ea typeface="+mn-ea"/>
        <a:cs typeface="+mn-cs"/>
      </a:defRPr>
    </a:lvl2pPr>
    <a:lvl3pPr marL="1219170" algn="l" defTabSz="1219170" rtl="0" eaLnBrk="1" latinLnBrk="0" hangingPunct="1">
      <a:defRPr sz="1600" kern="1200">
        <a:solidFill>
          <a:schemeClr val="tx1"/>
        </a:solidFill>
        <a:latin typeface="Arial" panose="020B0604020202020204" pitchFamily="34" charset="0"/>
        <a:ea typeface="+mn-ea"/>
        <a:cs typeface="+mn-cs"/>
      </a:defRPr>
    </a:lvl3pPr>
    <a:lvl4pPr marL="1828754" algn="l" defTabSz="1219170" rtl="0" eaLnBrk="1" latinLnBrk="0" hangingPunct="1">
      <a:defRPr sz="1600" kern="1200">
        <a:solidFill>
          <a:schemeClr val="tx1"/>
        </a:solidFill>
        <a:latin typeface="Arial" panose="020B0604020202020204" pitchFamily="34" charset="0"/>
        <a:ea typeface="+mn-ea"/>
        <a:cs typeface="+mn-cs"/>
      </a:defRPr>
    </a:lvl4pPr>
    <a:lvl5pPr marL="2438339" algn="l" defTabSz="1219170" rtl="0" eaLnBrk="1" latinLnBrk="0" hangingPunct="1">
      <a:defRPr sz="1600" kern="1200">
        <a:solidFill>
          <a:schemeClr val="tx1"/>
        </a:solidFill>
        <a:latin typeface="Arial" panose="020B0604020202020204" pitchFamily="34"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0F4A2C8-6C88-4E71-83EE-698B9D4FE22F}" type="slidenum">
              <a:rPr lang="en-US"/>
              <a:pPr/>
              <a:t>1</a:t>
            </a:fld>
            <a:endParaRPr lang="en-US" dirty="0"/>
          </a:p>
        </p:txBody>
      </p:sp>
    </p:spTree>
    <p:extLst>
      <p:ext uri="{BB962C8B-B14F-4D97-AF65-F5344CB8AC3E}">
        <p14:creationId xmlns:p14="http://schemas.microsoft.com/office/powerpoint/2010/main" val="36871487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12</a:t>
            </a:fld>
            <a:endParaRPr lang="en-US" dirty="0"/>
          </a:p>
        </p:txBody>
      </p:sp>
    </p:spTree>
    <p:extLst>
      <p:ext uri="{BB962C8B-B14F-4D97-AF65-F5344CB8AC3E}">
        <p14:creationId xmlns:p14="http://schemas.microsoft.com/office/powerpoint/2010/main" val="39819205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0050" y="693738"/>
            <a:ext cx="6149975" cy="346075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18</a:t>
            </a:fld>
            <a:endParaRPr lang="en-US" dirty="0"/>
          </a:p>
        </p:txBody>
      </p:sp>
    </p:spTree>
    <p:extLst>
      <p:ext uri="{BB962C8B-B14F-4D97-AF65-F5344CB8AC3E}">
        <p14:creationId xmlns:p14="http://schemas.microsoft.com/office/powerpoint/2010/main" val="40675122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0050" y="693738"/>
            <a:ext cx="6149975" cy="346075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19</a:t>
            </a:fld>
            <a:endParaRPr lang="en-US" dirty="0"/>
          </a:p>
        </p:txBody>
      </p:sp>
    </p:spTree>
    <p:extLst>
      <p:ext uri="{BB962C8B-B14F-4D97-AF65-F5344CB8AC3E}">
        <p14:creationId xmlns:p14="http://schemas.microsoft.com/office/powerpoint/2010/main" val="9670692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0050" y="693738"/>
            <a:ext cx="6149975" cy="346075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20</a:t>
            </a:fld>
            <a:endParaRPr lang="en-US" dirty="0"/>
          </a:p>
        </p:txBody>
      </p:sp>
    </p:spTree>
    <p:extLst>
      <p:ext uri="{BB962C8B-B14F-4D97-AF65-F5344CB8AC3E}">
        <p14:creationId xmlns:p14="http://schemas.microsoft.com/office/powerpoint/2010/main" val="32275427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0050" y="693738"/>
            <a:ext cx="6149975" cy="346075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21</a:t>
            </a:fld>
            <a:endParaRPr lang="en-US" dirty="0"/>
          </a:p>
        </p:txBody>
      </p:sp>
    </p:spTree>
    <p:extLst>
      <p:ext uri="{BB962C8B-B14F-4D97-AF65-F5344CB8AC3E}">
        <p14:creationId xmlns:p14="http://schemas.microsoft.com/office/powerpoint/2010/main" val="20087090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0050" y="693738"/>
            <a:ext cx="6149975" cy="346075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23</a:t>
            </a:fld>
            <a:endParaRPr lang="en-US" dirty="0"/>
          </a:p>
        </p:txBody>
      </p:sp>
    </p:spTree>
    <p:extLst>
      <p:ext uri="{BB962C8B-B14F-4D97-AF65-F5344CB8AC3E}">
        <p14:creationId xmlns:p14="http://schemas.microsoft.com/office/powerpoint/2010/main" val="34465099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0050" y="693738"/>
            <a:ext cx="6149975" cy="346075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24</a:t>
            </a:fld>
            <a:endParaRPr lang="en-US" dirty="0"/>
          </a:p>
        </p:txBody>
      </p:sp>
    </p:spTree>
    <p:extLst>
      <p:ext uri="{BB962C8B-B14F-4D97-AF65-F5344CB8AC3E}">
        <p14:creationId xmlns:p14="http://schemas.microsoft.com/office/powerpoint/2010/main" val="5421280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0050" y="693738"/>
            <a:ext cx="6149975" cy="346075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26</a:t>
            </a:fld>
            <a:endParaRPr lang="en-US" dirty="0"/>
          </a:p>
        </p:txBody>
      </p:sp>
    </p:spTree>
    <p:extLst>
      <p:ext uri="{BB962C8B-B14F-4D97-AF65-F5344CB8AC3E}">
        <p14:creationId xmlns:p14="http://schemas.microsoft.com/office/powerpoint/2010/main" val="40036066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0050" y="693738"/>
            <a:ext cx="6149975" cy="346075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27</a:t>
            </a:fld>
            <a:endParaRPr lang="en-US" dirty="0"/>
          </a:p>
        </p:txBody>
      </p:sp>
    </p:spTree>
    <p:extLst>
      <p:ext uri="{BB962C8B-B14F-4D97-AF65-F5344CB8AC3E}">
        <p14:creationId xmlns:p14="http://schemas.microsoft.com/office/powerpoint/2010/main" val="3401205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0050" y="693738"/>
            <a:ext cx="6149975" cy="346075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28</a:t>
            </a:fld>
            <a:endParaRPr lang="en-US" dirty="0"/>
          </a:p>
        </p:txBody>
      </p:sp>
    </p:spTree>
    <p:extLst>
      <p:ext uri="{BB962C8B-B14F-4D97-AF65-F5344CB8AC3E}">
        <p14:creationId xmlns:p14="http://schemas.microsoft.com/office/powerpoint/2010/main" val="18411958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0050" y="693738"/>
            <a:ext cx="6149975" cy="346075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29</a:t>
            </a:fld>
            <a:endParaRPr lang="en-US" dirty="0"/>
          </a:p>
        </p:txBody>
      </p:sp>
    </p:spTree>
    <p:extLst>
      <p:ext uri="{BB962C8B-B14F-4D97-AF65-F5344CB8AC3E}">
        <p14:creationId xmlns:p14="http://schemas.microsoft.com/office/powerpoint/2010/main" val="28134036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0F4A2C8-6C88-4E71-83EE-698B9D4FE22F}" type="slidenum">
              <a:rPr lang="en-US"/>
              <a:pPr/>
              <a:t>52</a:t>
            </a:fld>
            <a:endParaRPr lang="en-US" dirty="0"/>
          </a:p>
        </p:txBody>
      </p:sp>
    </p:spTree>
    <p:extLst>
      <p:ext uri="{BB962C8B-B14F-4D97-AF65-F5344CB8AC3E}">
        <p14:creationId xmlns:p14="http://schemas.microsoft.com/office/powerpoint/2010/main" val="186457261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bin"/><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bin"/><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3.xml"/><Relationship Id="rId4" Type="http://schemas.openxmlformats.org/officeDocument/2006/relationships/image" Target="../media/image5.emf"/></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3.xml"/><Relationship Id="rId1" Type="http://schemas.openxmlformats.org/officeDocument/2006/relationships/tags" Target="../tags/tag5.xml"/><Relationship Id="rId6" Type="http://schemas.openxmlformats.org/officeDocument/2006/relationships/image" Target="../media/image7.emf"/><Relationship Id="rId5" Type="http://schemas.openxmlformats.org/officeDocument/2006/relationships/image" Target="../media/image5.emf"/><Relationship Id="rId4" Type="http://schemas.openxmlformats.org/officeDocument/2006/relationships/oleObject" Target="../embeddings/oleObject5.bin"/></Relationships>
</file>

<file path=ppt/slideLayouts/_rels/slideLayout8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3.xml"/><Relationship Id="rId1" Type="http://schemas.openxmlformats.org/officeDocument/2006/relationships/tags" Target="../tags/tag6.xml"/><Relationship Id="rId5" Type="http://schemas.openxmlformats.org/officeDocument/2006/relationships/image" Target="../media/image8.emf"/><Relationship Id="rId4" Type="http://schemas.openxmlformats.org/officeDocument/2006/relationships/image" Target="../media/image5.emf"/></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3.xml"/><Relationship Id="rId1" Type="http://schemas.openxmlformats.org/officeDocument/2006/relationships/tags" Target="../tags/tag7.xml"/><Relationship Id="rId6" Type="http://schemas.openxmlformats.org/officeDocument/2006/relationships/image" Target="../media/image7.emf"/><Relationship Id="rId5" Type="http://schemas.openxmlformats.org/officeDocument/2006/relationships/image" Target="../media/image5.emf"/><Relationship Id="rId4" Type="http://schemas.openxmlformats.org/officeDocument/2006/relationships/oleObject" Target="../embeddings/oleObject7.bin"/></Relationships>
</file>

<file path=ppt/slideLayouts/_rels/slideLayout8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3.xml"/><Relationship Id="rId1" Type="http://schemas.openxmlformats.org/officeDocument/2006/relationships/tags" Target="../tags/tag8.xml"/><Relationship Id="rId5" Type="http://schemas.openxmlformats.org/officeDocument/2006/relationships/image" Target="../media/image8.emf"/><Relationship Id="rId4" Type="http://schemas.openxmlformats.org/officeDocument/2006/relationships/image" Target="../media/image5.emf"/></Relationships>
</file>

<file path=ppt/slideLayouts/_rels/slideLayout8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3.xml"/><Relationship Id="rId1" Type="http://schemas.openxmlformats.org/officeDocument/2006/relationships/tags" Target="../tags/tag9.xml"/><Relationship Id="rId4" Type="http://schemas.openxmlformats.org/officeDocument/2006/relationships/image" Target="../media/image5.emf"/></Relationships>
</file>

<file path=ppt/slideLayouts/_rels/slideLayout8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3.xml"/><Relationship Id="rId1" Type="http://schemas.openxmlformats.org/officeDocument/2006/relationships/tags" Target="../tags/tag10.xml"/><Relationship Id="rId4" Type="http://schemas.openxmlformats.org/officeDocument/2006/relationships/image" Target="../media/image5.emf"/></Relationships>
</file>

<file path=ppt/slideLayouts/_rels/slideLayout8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3.xml"/><Relationship Id="rId1" Type="http://schemas.openxmlformats.org/officeDocument/2006/relationships/tags" Target="../tags/tag11.xml"/><Relationship Id="rId4" Type="http://schemas.openxmlformats.org/officeDocument/2006/relationships/image" Target="../media/image5.emf"/></Relationships>
</file>

<file path=ppt/slideLayouts/_rels/slideLayout86.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3.xml"/><Relationship Id="rId1" Type="http://schemas.openxmlformats.org/officeDocument/2006/relationships/tags" Target="../tags/tag12.xml"/><Relationship Id="rId4" Type="http://schemas.openxmlformats.org/officeDocument/2006/relationships/image" Target="../media/image5.emf"/></Relationships>
</file>

<file path=ppt/slideLayouts/_rels/slideLayout87.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3.xml"/><Relationship Id="rId1" Type="http://schemas.openxmlformats.org/officeDocument/2006/relationships/tags" Target="../tags/tag13.xml"/><Relationship Id="rId4" Type="http://schemas.openxmlformats.org/officeDocument/2006/relationships/image" Target="../media/image5.emf"/></Relationships>
</file>

<file path=ppt/slideLayouts/_rels/slideLayout8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3.xml"/><Relationship Id="rId1" Type="http://schemas.openxmlformats.org/officeDocument/2006/relationships/tags" Target="../tags/tag14.xml"/><Relationship Id="rId4" Type="http://schemas.openxmlformats.org/officeDocument/2006/relationships/image" Target="../media/image5.emf"/></Relationships>
</file>

<file path=ppt/slideLayouts/_rels/slideLayout89.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3.xml"/><Relationship Id="rId1" Type="http://schemas.openxmlformats.org/officeDocument/2006/relationships/tags" Target="../tags/tag15.xml"/><Relationship Id="rId4" Type="http://schemas.openxmlformats.org/officeDocument/2006/relationships/image" Target="../media/image5.emf"/></Relationships>
</file>

<file path=ppt/slideLayouts/_rels/slideLayout90.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3.xml"/><Relationship Id="rId1" Type="http://schemas.openxmlformats.org/officeDocument/2006/relationships/tags" Target="../tags/tag16.xml"/><Relationship Id="rId4" Type="http://schemas.openxmlformats.org/officeDocument/2006/relationships/image" Target="../media/image5.emf"/></Relationships>
</file>

<file path=ppt/slideLayouts/_rels/slideLayout9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3.xml"/><Relationship Id="rId1" Type="http://schemas.openxmlformats.org/officeDocument/2006/relationships/tags" Target="../tags/tag17.xml"/><Relationship Id="rId4" Type="http://schemas.openxmlformats.org/officeDocument/2006/relationships/image" Target="../media/image5.emf"/></Relationships>
</file>

<file path=ppt/slideLayouts/_rels/slideLayout92.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3.xml"/><Relationship Id="rId1" Type="http://schemas.openxmlformats.org/officeDocument/2006/relationships/tags" Target="../tags/tag18.xml"/><Relationship Id="rId4" Type="http://schemas.openxmlformats.org/officeDocument/2006/relationships/image" Target="../media/image5.emf"/></Relationships>
</file>

<file path=ppt/slideLayouts/_rels/slideLayout93.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3.xml"/><Relationship Id="rId1" Type="http://schemas.openxmlformats.org/officeDocument/2006/relationships/tags" Target="../tags/tag19.xml"/><Relationship Id="rId4" Type="http://schemas.openxmlformats.org/officeDocument/2006/relationships/image" Target="../media/image5.emf"/></Relationships>
</file>

<file path=ppt/slideLayouts/_rels/slideLayout94.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3.xml"/><Relationship Id="rId1" Type="http://schemas.openxmlformats.org/officeDocument/2006/relationships/tags" Target="../tags/tag20.xml"/><Relationship Id="rId4" Type="http://schemas.openxmlformats.org/officeDocument/2006/relationships/image" Target="../media/image5.emf"/></Relationships>
</file>

<file path=ppt/slideLayouts/_rels/slideLayout95.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3.xml"/><Relationship Id="rId1" Type="http://schemas.openxmlformats.org/officeDocument/2006/relationships/tags" Target="../tags/tag21.xml"/><Relationship Id="rId4" Type="http://schemas.openxmlformats.org/officeDocument/2006/relationships/image" Target="../media/image5.emf"/></Relationships>
</file>

<file path=ppt/slideLayouts/_rels/slideLayout96.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3.xml"/><Relationship Id="rId1" Type="http://schemas.openxmlformats.org/officeDocument/2006/relationships/tags" Target="../tags/tag22.xml"/><Relationship Id="rId4" Type="http://schemas.openxmlformats.org/officeDocument/2006/relationships/image" Target="../media/image5.emf"/></Relationships>
</file>

<file path=ppt/slideLayouts/_rels/slideLayout97.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3.xml"/><Relationship Id="rId1" Type="http://schemas.openxmlformats.org/officeDocument/2006/relationships/tags" Target="../tags/tag23.xml"/><Relationship Id="rId4" Type="http://schemas.openxmlformats.org/officeDocument/2006/relationships/image" Target="../media/image5.emf"/></Relationships>
</file>

<file path=ppt/slideLayouts/_rels/slideLayout98.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3.xml"/><Relationship Id="rId1" Type="http://schemas.openxmlformats.org/officeDocument/2006/relationships/tags" Target="../tags/tag24.xml"/><Relationship Id="rId4" Type="http://schemas.openxmlformats.org/officeDocument/2006/relationships/image" Target="../media/image5.emf"/></Relationships>
</file>

<file path=ppt/slideLayouts/_rels/slideLayout99.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3.xml"/><Relationship Id="rId1" Type="http://schemas.openxmlformats.org/officeDocument/2006/relationships/tags" Target="../tags/tag25.xml"/><Relationship Id="rId4" Type="http://schemas.openxmlformats.org/officeDocument/2006/relationships/image" Target="../media/image5.emf"/></Relationships>
</file>

<file path=ppt/slideLayouts/_rels/slideLayout100.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3.xml"/><Relationship Id="rId1" Type="http://schemas.openxmlformats.org/officeDocument/2006/relationships/tags" Target="../tags/tag26.xml"/><Relationship Id="rId4" Type="http://schemas.openxmlformats.org/officeDocument/2006/relationships/image" Target="../media/image5.emf"/></Relationships>
</file>

<file path=ppt/slideLayouts/_rels/slideLayout101.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Master" Target="../slideMasters/slideMaster3.xml"/><Relationship Id="rId1" Type="http://schemas.openxmlformats.org/officeDocument/2006/relationships/tags" Target="../tags/tag27.xml"/><Relationship Id="rId4" Type="http://schemas.openxmlformats.org/officeDocument/2006/relationships/image" Target="../media/image5.emf"/></Relationships>
</file>

<file path=ppt/slideLayouts/_rels/slideLayout102.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Master" Target="../slideMasters/slideMaster3.xml"/><Relationship Id="rId1" Type="http://schemas.openxmlformats.org/officeDocument/2006/relationships/tags" Target="../tags/tag28.xml"/><Relationship Id="rId4" Type="http://schemas.openxmlformats.org/officeDocument/2006/relationships/image" Target="../media/image5.emf"/></Relationships>
</file>

<file path=ppt/slideLayouts/_rels/slideLayout103.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Master" Target="../slideMasters/slideMaster3.xml"/><Relationship Id="rId1" Type="http://schemas.openxmlformats.org/officeDocument/2006/relationships/tags" Target="../tags/tag29.xml"/><Relationship Id="rId4" Type="http://schemas.openxmlformats.org/officeDocument/2006/relationships/image" Target="../media/image5.emf"/></Relationships>
</file>

<file path=ppt/slideLayouts/_rels/slideLayout104.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3.xml"/><Relationship Id="rId1" Type="http://schemas.openxmlformats.org/officeDocument/2006/relationships/tags" Target="../tags/tag30.xml"/><Relationship Id="rId4" Type="http://schemas.openxmlformats.org/officeDocument/2006/relationships/image" Target="../media/image5.emf"/></Relationships>
</file>

<file path=ppt/slideLayouts/_rels/slideLayout105.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3.xml"/><Relationship Id="rId1" Type="http://schemas.openxmlformats.org/officeDocument/2006/relationships/tags" Target="../tags/tag31.xml"/><Relationship Id="rId4" Type="http://schemas.openxmlformats.org/officeDocument/2006/relationships/image" Target="../media/image5.emf"/></Relationships>
</file>

<file path=ppt/slideLayouts/_rels/slideLayout106.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3.xml"/><Relationship Id="rId1" Type="http://schemas.openxmlformats.org/officeDocument/2006/relationships/tags" Target="../tags/tag32.xml"/><Relationship Id="rId4" Type="http://schemas.openxmlformats.org/officeDocument/2006/relationships/image" Target="../media/image5.emf"/></Relationships>
</file>

<file path=ppt/slideLayouts/_rels/slideLayout107.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3.xml"/><Relationship Id="rId1" Type="http://schemas.openxmlformats.org/officeDocument/2006/relationships/tags" Target="../tags/tag33.xml"/><Relationship Id="rId4" Type="http://schemas.openxmlformats.org/officeDocument/2006/relationships/image" Target="../media/image5.emf"/></Relationships>
</file>

<file path=ppt/slideLayouts/_rels/slideLayout108.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Master" Target="../slideMasters/slideMaster3.xml"/><Relationship Id="rId1" Type="http://schemas.openxmlformats.org/officeDocument/2006/relationships/tags" Target="../tags/tag34.xml"/><Relationship Id="rId4" Type="http://schemas.openxmlformats.org/officeDocument/2006/relationships/image" Target="../media/image5.emf"/></Relationships>
</file>

<file path=ppt/slideLayouts/_rels/slideLayout109.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35.xml"/><Relationship Id="rId4" Type="http://schemas.openxmlformats.org/officeDocument/2006/relationships/image" Target="../media/image5.emf"/></Relationships>
</file>

<file path=ppt/slideLayouts/_rels/slideLayout110.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Master" Target="../slideMasters/slideMaster3.xml"/><Relationship Id="rId1" Type="http://schemas.openxmlformats.org/officeDocument/2006/relationships/tags" Target="../tags/tag36.xml"/><Relationship Id="rId4" Type="http://schemas.openxmlformats.org/officeDocument/2006/relationships/image" Target="../media/image5.emf"/></Relationships>
</file>

<file path=ppt/slideLayouts/_rels/slideLayout111.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Master" Target="../slideMasters/slideMaster3.xml"/><Relationship Id="rId1" Type="http://schemas.openxmlformats.org/officeDocument/2006/relationships/tags" Target="../tags/tag37.xml"/><Relationship Id="rId4" Type="http://schemas.openxmlformats.org/officeDocument/2006/relationships/image" Target="../media/image5.emf"/></Relationships>
</file>

<file path=ppt/slideLayouts/_rels/slideLayout112.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Master" Target="../slideMasters/slideMaster3.xml"/><Relationship Id="rId1" Type="http://schemas.openxmlformats.org/officeDocument/2006/relationships/tags" Target="../tags/tag38.xml"/><Relationship Id="rId4" Type="http://schemas.openxmlformats.org/officeDocument/2006/relationships/image" Target="../media/image5.emf"/></Relationships>
</file>

<file path=ppt/slideLayouts/_rels/slideLayout113.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Master" Target="../slideMasters/slideMaster3.xml"/><Relationship Id="rId1" Type="http://schemas.openxmlformats.org/officeDocument/2006/relationships/tags" Target="../tags/tag39.xml"/><Relationship Id="rId4" Type="http://schemas.openxmlformats.org/officeDocument/2006/relationships/image" Target="../media/image5.emf"/></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Ref idx="1001">
        <a:schemeClr val="bg1"/>
      </p:bgRef>
    </p:bg>
    <p:spTree>
      <p:nvGrpSpPr>
        <p:cNvPr id="1" name=""/>
        <p:cNvGrpSpPr/>
        <p:nvPr/>
      </p:nvGrpSpPr>
      <p:grpSpPr>
        <a:xfrm>
          <a:off x="0" y="0"/>
          <a:ext cx="0" cy="0"/>
          <a:chOff x="0" y="0"/>
          <a:chExt cx="0" cy="0"/>
        </a:xfrm>
      </p:grpSpPr>
      <p:pic>
        <p:nvPicPr>
          <p:cNvPr id="20" name="Background Picture 3"/>
          <p:cNvPicPr>
            <a:picLocks/>
          </p:cNvPicPr>
          <p:nvPr userDrawn="1"/>
        </p:nvPicPr>
        <p:blipFill>
          <a:blip r:embed="rId2">
            <a:extLst>
              <a:ext uri="{28A0092B-C50C-407E-A947-70E740481C1C}">
                <a14:useLocalDpi xmlns:a14="http://schemas.microsoft.com/office/drawing/2010/main" val="0"/>
              </a:ext>
            </a:extLst>
          </a:blip>
          <a:stretch>
            <a:fillRect/>
          </a:stretch>
        </p:blipFill>
        <p:spPr>
          <a:xfrm>
            <a:off x="0" y="0"/>
            <a:ext cx="12189600" cy="6858000"/>
          </a:xfrm>
          <a:prstGeom prst="rect">
            <a:avLst/>
          </a:prstGeom>
        </p:spPr>
      </p:pic>
      <p:sp>
        <p:nvSpPr>
          <p:cNvPr id="33" name="Picture Placeholder 8"/>
          <p:cNvSpPr>
            <a:spLocks noGrp="1"/>
          </p:cNvSpPr>
          <p:nvPr>
            <p:ph type="pic" sz="quarter" idx="11"/>
          </p:nvPr>
        </p:nvSpPr>
        <p:spPr>
          <a:xfrm>
            <a:off x="3393716" y="727595"/>
            <a:ext cx="5400000" cy="5400000"/>
          </a:xfrm>
          <a:prstGeom prst="rect">
            <a:avLst/>
          </a:prstGeom>
        </p:spPr>
        <p:txBody>
          <a:bodyPr/>
          <a:lstStyle>
            <a:lvl1pPr>
              <a:defRPr>
                <a:solidFill>
                  <a:schemeClr val="tx1"/>
                </a:solidFill>
              </a:defRPr>
            </a:lvl1pPr>
          </a:lstStyle>
          <a:p>
            <a:r>
              <a:rPr lang="en-GB" noProof="0"/>
              <a:t>Click icon to add picture</a:t>
            </a:r>
            <a:endParaRPr lang="en-GB" noProof="0" dirty="0"/>
          </a:p>
        </p:txBody>
      </p:sp>
      <p:sp>
        <p:nvSpPr>
          <p:cNvPr id="2" name="Title"/>
          <p:cNvSpPr>
            <a:spLocks noGrp="1"/>
          </p:cNvSpPr>
          <p:nvPr>
            <p:ph type="ctrTitle" hasCustomPrompt="1"/>
          </p:nvPr>
        </p:nvSpPr>
        <p:spPr bwMode="gray">
          <a:xfrm>
            <a:off x="475200" y="5480578"/>
            <a:ext cx="5620800" cy="324000"/>
          </a:xfrm>
        </p:spPr>
        <p:txBody>
          <a:bodyPr anchor="b" anchorCtr="0">
            <a:noAutofit/>
          </a:bodyPr>
          <a:lstStyle>
            <a:lvl1pPr algn="l">
              <a:lnSpc>
                <a:spcPct val="100000"/>
              </a:lnSpc>
              <a:defRPr sz="1800" b="1">
                <a:solidFill>
                  <a:schemeClr val="tx1"/>
                </a:solidFill>
                <a:latin typeface="+mj-lt"/>
                <a:ea typeface="Open Sans" panose="020B0606030504020204" pitchFamily="34" charset="0"/>
                <a:cs typeface="Open Sans" panose="020B0606030504020204" pitchFamily="34" charset="0"/>
              </a:defRPr>
            </a:lvl1pPr>
          </a:lstStyle>
          <a:p>
            <a:r>
              <a:rPr lang="en-GB" dirty="0"/>
              <a:t>Presentation  title runs here</a:t>
            </a:r>
            <a:endParaRPr lang="en-GB" noProof="0" dirty="0"/>
          </a:p>
        </p:txBody>
      </p:sp>
      <p:sp>
        <p:nvSpPr>
          <p:cNvPr id="3" name="Subtitle"/>
          <p:cNvSpPr>
            <a:spLocks noGrp="1"/>
          </p:cNvSpPr>
          <p:nvPr>
            <p:ph type="subTitle" idx="1" hasCustomPrompt="1"/>
          </p:nvPr>
        </p:nvSpPr>
        <p:spPr bwMode="gray">
          <a:xfrm>
            <a:off x="475200" y="5845180"/>
            <a:ext cx="5620800" cy="505645"/>
          </a:xfrm>
          <a:prstGeom prst="rect">
            <a:avLst/>
          </a:prstGeom>
        </p:spPr>
        <p:txBody>
          <a:bodyPr lIns="0" tIns="0" rIns="0" bIns="0">
            <a:noAutofit/>
          </a:bodyPr>
          <a:lstStyle>
            <a:lvl1pPr marL="0" indent="0" algn="l">
              <a:lnSpc>
                <a:spcPct val="100000"/>
              </a:lnSpc>
              <a:spcAft>
                <a:spcPts val="0"/>
              </a:spcAft>
              <a:buNone/>
              <a:defRPr sz="16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pPr lvl="0"/>
            <a:r>
              <a:rPr lang="en-GB" dirty="0"/>
              <a:t>Subtitle here two lines max</a:t>
            </a:r>
            <a:endParaRPr lang="en-GB"/>
          </a:p>
        </p:txBody>
      </p:sp>
      <p:sp>
        <p:nvSpPr>
          <p:cNvPr id="18" name="SD_ART_Logo_White"/>
          <p:cNvSpPr/>
          <p:nvPr userDrawn="1"/>
        </p:nvSpPr>
        <p:spPr>
          <a:xfrm>
            <a:off x="475438" y="464400"/>
            <a:ext cx="2286000" cy="100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78483047" name="LogoFrontSlide"/>
          <p:cNvPicPr>
            <a:picLocks noChangeAspect="1"/>
          </p:cNvPicPr>
          <p:nvPr/>
        </p:nvPicPr>
        <p:blipFill>
          <a:blip r:embed="rId3"/>
          <a:stretch>
            <a:fillRect/>
          </a:stretch>
        </p:blipFill>
        <p:spPr>
          <a:xfrm>
            <a:off x="413999" y="503999"/>
            <a:ext cx="2790621" cy="1223201"/>
          </a:xfrm>
          <a:prstGeom prst="rect">
            <a:avLst/>
          </a:prstGeom>
        </p:spPr>
      </p:pic>
      <p:sp>
        <p:nvSpPr>
          <p:cNvPr id="4" name="Footer Placeholder 3" hidden="1"/>
          <p:cNvSpPr>
            <a:spLocks noGrp="1"/>
          </p:cNvSpPr>
          <p:nvPr>
            <p:ph type="ftr" sz="quarter" idx="12"/>
          </p:nvPr>
        </p:nvSpPr>
        <p:spPr>
          <a:xfrm>
            <a:off x="6184900" y="6476999"/>
            <a:ext cx="4536726" cy="244476"/>
          </a:xfrm>
          <a:prstGeom prst="rect">
            <a:avLst/>
          </a:prstGeom>
        </p:spPr>
        <p:txBody>
          <a:bodyPr/>
          <a:lstStyle>
            <a:lvl1pPr>
              <a:defRPr>
                <a:solidFill>
                  <a:schemeClr val="bg1"/>
                </a:solidFill>
              </a:defRPr>
            </a:lvl1pPr>
          </a:lstStyle>
          <a:p>
            <a:endParaRPr lang="en-GB" dirty="0"/>
          </a:p>
        </p:txBody>
      </p:sp>
    </p:spTree>
    <p:extLst>
      <p:ext uri="{BB962C8B-B14F-4D97-AF65-F5344CB8AC3E}">
        <p14:creationId xmlns:p14="http://schemas.microsoft.com/office/powerpoint/2010/main" val="210455783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2189600" cy="6858000"/>
          </a:xfrm>
          <a:prstGeom prst="rect">
            <a:avLst/>
          </a:prstGeom>
          <a:solidFill>
            <a:srgbClr val="86BC2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2" name="Title 1"/>
          <p:cNvSpPr>
            <a:spLocks noGrp="1"/>
          </p:cNvSpPr>
          <p:nvPr>
            <p:ph type="title"/>
          </p:nvPr>
        </p:nvSpPr>
        <p:spPr bwMode="gray">
          <a:xfrm>
            <a:off x="469900" y="1700213"/>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3" name="Text Placeholder 2"/>
          <p:cNvSpPr>
            <a:spLocks noGrp="1"/>
          </p:cNvSpPr>
          <p:nvPr>
            <p:ph type="body" idx="1"/>
          </p:nvPr>
        </p:nvSpPr>
        <p:spPr bwMode="gray">
          <a:xfrm>
            <a:off x="469899" y="3423545"/>
            <a:ext cx="10418235"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Edit Master text styles</a:t>
            </a:r>
            <a:endParaRPr lang="en-GB"/>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4" name="Footer Placeholder 3"/>
          <p:cNvSpPr>
            <a:spLocks noGrp="1"/>
          </p:cNvSpPr>
          <p:nvPr>
            <p:ph type="ftr" sz="quarter" idx="1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210457412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2189600" cy="6858000"/>
          </a:xfrm>
          <a:prstGeom prst="rect">
            <a:avLst/>
          </a:prstGeom>
          <a:solidFill>
            <a:srgbClr val="046A3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Edit Master text styles</a:t>
            </a:r>
            <a:endParaRPr lang="en-GB"/>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2" name="Footer Placeholder 1"/>
          <p:cNvSpPr>
            <a:spLocks noGrp="1"/>
          </p:cNvSpPr>
          <p:nvPr>
            <p:ph type="ftr" sz="quarter" idx="1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97648263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Ref idx="1001">
        <a:schemeClr val="bg1"/>
      </p:bgRef>
    </p:bg>
    <p:spTree>
      <p:nvGrpSpPr>
        <p:cNvPr id="1" name=""/>
        <p:cNvGrpSpPr/>
        <p:nvPr/>
      </p:nvGrpSpPr>
      <p:grpSpPr>
        <a:xfrm>
          <a:off x="0" y="0"/>
          <a:ext cx="0" cy="0"/>
          <a:chOff x="0" y="0"/>
          <a:chExt cx="0" cy="0"/>
        </a:xfrm>
      </p:grpSpPr>
      <p:sp>
        <p:nvSpPr>
          <p:cNvPr id="10" name="Colored background"/>
          <p:cNvSpPr/>
          <p:nvPr userDrawn="1"/>
        </p:nvSpPr>
        <p:spPr bwMode="gray">
          <a:xfrm>
            <a:off x="0" y="0"/>
            <a:ext cx="12189600" cy="6858000"/>
          </a:xfrm>
          <a:prstGeom prst="rect">
            <a:avLst/>
          </a:prstGeom>
          <a:solidFill>
            <a:srgbClr val="62B5E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2"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3"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Edit Master text styles</a:t>
            </a:r>
            <a:endParaRPr lang="en-GB"/>
          </a:p>
        </p:txBody>
      </p:sp>
      <p:sp>
        <p:nvSpPr>
          <p:cNvPr id="9" name="TextBox 8"/>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4" name="Footer Placeholder 3"/>
          <p:cNvSpPr>
            <a:spLocks noGrp="1"/>
          </p:cNvSpPr>
          <p:nvPr>
            <p:ph type="ftr" sz="quarter" idx="1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65402145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2189600" cy="6858000"/>
          </a:xfrm>
          <a:prstGeom prst="rect">
            <a:avLst/>
          </a:prstGeom>
          <a:solidFill>
            <a:srgbClr val="01216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Edit Master text styles</a:t>
            </a:r>
            <a:endParaRPr lang="en-GB"/>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2" name="Footer Placeholder 1"/>
          <p:cNvSpPr>
            <a:spLocks noGrp="1"/>
          </p:cNvSpPr>
          <p:nvPr>
            <p:ph type="ftr" sz="quarter" idx="1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27237144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2189600" cy="6858000"/>
          </a:xfrm>
          <a:prstGeom prst="rect">
            <a:avLst/>
          </a:prstGeom>
          <a:solidFill>
            <a:srgbClr val="0000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Edit Master text styles</a:t>
            </a:r>
            <a:endParaRPr lang="en-GB"/>
          </a:p>
        </p:txBody>
      </p:sp>
      <p:sp>
        <p:nvSpPr>
          <p:cNvPr id="22" name="TextBox 21"/>
          <p:cNvSpPr txBox="1"/>
          <p:nvPr userDrawn="1"/>
        </p:nvSpPr>
        <p:spPr>
          <a:xfrm>
            <a:off x="11414125" y="665988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2" name="Footer Placeholder 1"/>
          <p:cNvSpPr>
            <a:spLocks noGrp="1"/>
          </p:cNvSpPr>
          <p:nvPr>
            <p:ph type="ftr" sz="quarter" idx="10"/>
          </p:nvPr>
        </p:nvSpPr>
        <p:spPr>
          <a:xfrm>
            <a:off x="6184900" y="6476999"/>
            <a:ext cx="4536726" cy="244476"/>
          </a:xfrm>
          <a:prstGeom prst="rect">
            <a:avLst/>
          </a:prstGeom>
        </p:spPr>
        <p:txBody>
          <a:bodyPr/>
          <a:lstStyle/>
          <a:p>
            <a:endParaRPr lang="en-GB" dirty="0"/>
          </a:p>
        </p:txBody>
      </p:sp>
      <p:sp>
        <p:nvSpPr>
          <p:cNvPr id="8" name="TextBox 7"/>
          <p:cNvSpPr txBox="1"/>
          <p:nvPr userDrawn="1"/>
        </p:nvSpPr>
        <p:spPr>
          <a:xfrm>
            <a:off x="501649" y="6654807"/>
            <a:ext cx="5355168" cy="201260"/>
          </a:xfrm>
          <a:prstGeom prst="rect">
            <a:avLst/>
          </a:prstGeom>
          <a:noFill/>
        </p:spPr>
        <p:txBody>
          <a:bodyPr wrap="square" lIns="0" tIns="0" rIns="0" bIns="0" rtlCol="0">
            <a:noAutofit/>
          </a:bodyPr>
          <a:lstStyle/>
          <a:p>
            <a:pPr marL="0" indent="0">
              <a:spcBef>
                <a:spcPts val="717"/>
              </a:spcBef>
              <a:buSzPct val="100000"/>
              <a:buFont typeface="Arial"/>
              <a:buNone/>
            </a:pPr>
            <a:r>
              <a:rPr lang="fr-FR" sz="650" noProof="0" dirty="0">
                <a:solidFill>
                  <a:schemeClr val="tx1"/>
                </a:solidFill>
              </a:rPr>
              <a:t>© 2019 Deloitte Touche Tohmatsu India LLP</a:t>
            </a:r>
          </a:p>
        </p:txBody>
      </p:sp>
    </p:spTree>
    <p:extLst>
      <p:ext uri="{BB962C8B-B14F-4D97-AF65-F5344CB8AC3E}">
        <p14:creationId xmlns:p14="http://schemas.microsoft.com/office/powerpoint/2010/main" val="193697899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1"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3" name="Text Placeholder 2"/>
          <p:cNvSpPr>
            <a:spLocks noGrp="1"/>
          </p:cNvSpPr>
          <p:nvPr>
            <p:ph type="body" idx="1"/>
          </p:nvPr>
        </p:nvSpPr>
        <p:spPr bwMode="gray">
          <a:xfrm>
            <a:off x="469900"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Edit Master text styles</a:t>
            </a:r>
            <a:endParaRPr lang="en-GB"/>
          </a:p>
        </p:txBody>
      </p:sp>
      <p:sp>
        <p:nvSpPr>
          <p:cNvPr id="4" name="Footer Placeholder 3"/>
          <p:cNvSpPr>
            <a:spLocks noGrp="1"/>
          </p:cNvSpPr>
          <p:nvPr>
            <p:ph type="ftr" sz="quarter" idx="1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287951509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Ref idx="1001">
        <a:schemeClr val="bg1"/>
      </p:bgRef>
    </p:bg>
    <p:spTree>
      <p:nvGrpSpPr>
        <p:cNvPr id="1" name=""/>
        <p:cNvGrpSpPr/>
        <p:nvPr/>
      </p:nvGrpSpPr>
      <p:grpSpPr>
        <a:xfrm>
          <a:off x="0" y="0"/>
          <a:ext cx="0" cy="0"/>
          <a:chOff x="0" y="0"/>
          <a:chExt cx="0" cy="0"/>
        </a:xfrm>
      </p:grpSpPr>
      <p:sp>
        <p:nvSpPr>
          <p:cNvPr id="6" name="Colored background"/>
          <p:cNvSpPr/>
          <p:nvPr userDrawn="1"/>
        </p:nvSpPr>
        <p:spPr bwMode="gray">
          <a:xfrm>
            <a:off x="0" y="0"/>
            <a:ext cx="12189600" cy="6858000"/>
          </a:xfrm>
          <a:prstGeom prst="rect">
            <a:avLst/>
          </a:prstGeom>
          <a:solidFill>
            <a:srgbClr val="046A3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4" name="Text Placeholder 3"/>
          <p:cNvSpPr>
            <a:spLocks noGrp="1"/>
          </p:cNvSpPr>
          <p:nvPr>
            <p:ph type="body" sz="quarter" idx="10"/>
          </p:nvPr>
        </p:nvSpPr>
        <p:spPr>
          <a:xfrm>
            <a:off x="480484" y="1590675"/>
            <a:ext cx="9029604" cy="4708525"/>
          </a:xfrm>
          <a:prstGeom prst="rect">
            <a:avLst/>
          </a:prstGeom>
        </p:spPr>
        <p:txBody>
          <a:bodyPr>
            <a:norm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GB" noProof="0"/>
              <a:t>Edit Master text styles</a:t>
            </a:r>
            <a:endParaRPr lang="en-GB"/>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2" name="Footer Placeholder 1"/>
          <p:cNvSpPr>
            <a:spLocks noGrp="1"/>
          </p:cNvSpPr>
          <p:nvPr>
            <p:ph type="ftr" sz="quarter" idx="1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88688157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Ref idx="1001">
        <a:schemeClr val="bg1"/>
      </p:bgRef>
    </p:bg>
    <p:spTree>
      <p:nvGrpSpPr>
        <p:cNvPr id="1" name=""/>
        <p:cNvGrpSpPr/>
        <p:nvPr/>
      </p:nvGrpSpPr>
      <p:grpSpPr>
        <a:xfrm>
          <a:off x="0" y="0"/>
          <a:ext cx="0" cy="0"/>
          <a:chOff x="0" y="0"/>
          <a:chExt cx="0" cy="0"/>
        </a:xfrm>
      </p:grpSpPr>
      <p:sp>
        <p:nvSpPr>
          <p:cNvPr id="6" name="Colored background"/>
          <p:cNvSpPr/>
          <p:nvPr userDrawn="1"/>
        </p:nvSpPr>
        <p:spPr bwMode="gray">
          <a:xfrm>
            <a:off x="0" y="0"/>
            <a:ext cx="12189600" cy="6858000"/>
          </a:xfrm>
          <a:prstGeom prst="rect">
            <a:avLst/>
          </a:prstGeom>
          <a:solidFill>
            <a:srgbClr val="01216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13" name="Text Placeholder 3"/>
          <p:cNvSpPr>
            <a:spLocks noGrp="1"/>
          </p:cNvSpPr>
          <p:nvPr>
            <p:ph type="body" sz="quarter" idx="10"/>
          </p:nvPr>
        </p:nvSpPr>
        <p:spPr>
          <a:xfrm>
            <a:off x="480484" y="1590675"/>
            <a:ext cx="9029604" cy="4708525"/>
          </a:xfrm>
          <a:prstGeom prst="rect">
            <a:avLst/>
          </a:prstGeom>
        </p:spPr>
        <p:txBody>
          <a:bodyPr>
            <a:norm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GB" noProof="0"/>
              <a:t>Edit Master text styles</a:t>
            </a:r>
            <a:endParaRPr lang="en-GB"/>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2" name="Footer Placeholder 1"/>
          <p:cNvSpPr>
            <a:spLocks noGrp="1"/>
          </p:cNvSpPr>
          <p:nvPr>
            <p:ph type="ftr" sz="quarter" idx="1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83856764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Ref idx="1001">
        <a:schemeClr val="bg1"/>
      </p:bgRef>
    </p:bg>
    <p:spTree>
      <p:nvGrpSpPr>
        <p:cNvPr id="1" name=""/>
        <p:cNvGrpSpPr/>
        <p:nvPr/>
      </p:nvGrpSpPr>
      <p:grpSpPr>
        <a:xfrm>
          <a:off x="0" y="0"/>
          <a:ext cx="0" cy="0"/>
          <a:chOff x="0" y="0"/>
          <a:chExt cx="0" cy="0"/>
        </a:xfrm>
      </p:grpSpPr>
      <p:sp>
        <p:nvSpPr>
          <p:cNvPr id="6" name="Colored background"/>
          <p:cNvSpPr/>
          <p:nvPr userDrawn="1"/>
        </p:nvSpPr>
        <p:spPr bwMode="gray">
          <a:xfrm>
            <a:off x="0" y="0"/>
            <a:ext cx="12189600" cy="6858000"/>
          </a:xfrm>
          <a:prstGeom prst="rect">
            <a:avLst/>
          </a:prstGeom>
          <a:solidFill>
            <a:srgbClr val="0097A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17" name="Text Placeholder 3"/>
          <p:cNvSpPr>
            <a:spLocks noGrp="1"/>
          </p:cNvSpPr>
          <p:nvPr>
            <p:ph type="body" sz="quarter" idx="10"/>
          </p:nvPr>
        </p:nvSpPr>
        <p:spPr>
          <a:xfrm>
            <a:off x="480484" y="1590675"/>
            <a:ext cx="9029604" cy="4708525"/>
          </a:xfrm>
          <a:prstGeom prst="rect">
            <a:avLst/>
          </a:prstGeom>
        </p:spPr>
        <p:txBody>
          <a:bodyPr>
            <a:norm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GB" noProof="0"/>
              <a:t>Edit Master text styles</a:t>
            </a:r>
            <a:endParaRPr lang="en-GB"/>
          </a:p>
        </p:txBody>
      </p:sp>
      <p:sp>
        <p:nvSpPr>
          <p:cNvPr id="20" name="TextBox 19"/>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2" name="Footer Placeholder 1"/>
          <p:cNvSpPr>
            <a:spLocks noGrp="1"/>
          </p:cNvSpPr>
          <p:nvPr>
            <p:ph type="ftr" sz="quarter" idx="1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2673754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Ref idx="1001">
        <a:schemeClr val="bg1"/>
      </p:bgRef>
    </p:bg>
    <p:spTree>
      <p:nvGrpSpPr>
        <p:cNvPr id="1" name=""/>
        <p:cNvGrpSpPr/>
        <p:nvPr/>
      </p:nvGrpSpPr>
      <p:grpSpPr>
        <a:xfrm>
          <a:off x="0" y="0"/>
          <a:ext cx="0" cy="0"/>
          <a:chOff x="0" y="0"/>
          <a:chExt cx="0" cy="0"/>
        </a:xfrm>
      </p:grpSpPr>
      <p:sp>
        <p:nvSpPr>
          <p:cNvPr id="6" name="Colored background"/>
          <p:cNvSpPr/>
          <p:nvPr userDrawn="1"/>
        </p:nvSpPr>
        <p:spPr bwMode="gray">
          <a:xfrm>
            <a:off x="0" y="0"/>
            <a:ext cx="12189600" cy="6858000"/>
          </a:xfrm>
          <a:prstGeom prst="rect">
            <a:avLst/>
          </a:prstGeom>
          <a:solidFill>
            <a:srgbClr val="0000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13" name="Text Placeholder 3"/>
          <p:cNvSpPr>
            <a:spLocks noGrp="1"/>
          </p:cNvSpPr>
          <p:nvPr>
            <p:ph type="body" sz="quarter" idx="10"/>
          </p:nvPr>
        </p:nvSpPr>
        <p:spPr>
          <a:xfrm>
            <a:off x="480484" y="1590675"/>
            <a:ext cx="9029604" cy="4708525"/>
          </a:xfrm>
          <a:prstGeom prst="rect">
            <a:avLst/>
          </a:prstGeom>
        </p:spPr>
        <p:txBody>
          <a:bodyPr>
            <a:norm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GB" noProof="0"/>
              <a:t>Edit Master text styles</a:t>
            </a:r>
            <a:endParaRPr lang="en-GB"/>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2" name="Footer Placeholder 1"/>
          <p:cNvSpPr>
            <a:spLocks noGrp="1"/>
          </p:cNvSpPr>
          <p:nvPr>
            <p:ph type="ftr" sz="quarter" idx="1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252248670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7" name="Text Placeholder 3"/>
          <p:cNvSpPr>
            <a:spLocks noGrp="1"/>
          </p:cNvSpPr>
          <p:nvPr>
            <p:ph type="body" sz="quarter" idx="10"/>
          </p:nvPr>
        </p:nvSpPr>
        <p:spPr>
          <a:xfrm>
            <a:off x="469900" y="1590675"/>
            <a:ext cx="9029604" cy="4708525"/>
          </a:xfrm>
          <a:prstGeom prst="rect">
            <a:avLst/>
          </a:prstGeom>
        </p:spPr>
        <p:txBody>
          <a:bodyPr>
            <a:norm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GB" noProof="0"/>
              <a:t>Edit Master text styles</a:t>
            </a:r>
            <a:endParaRPr lang="en-GB"/>
          </a:p>
        </p:txBody>
      </p:sp>
      <p:sp>
        <p:nvSpPr>
          <p:cNvPr id="2" name="Footer Placeholder 1"/>
          <p:cNvSpPr>
            <a:spLocks noGrp="1"/>
          </p:cNvSpPr>
          <p:nvPr>
            <p:ph type="ftr" sz="quarter" idx="1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2510221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4" name="Content Placeholder 3"/>
          <p:cNvSpPr>
            <a:spLocks noGrp="1"/>
          </p:cNvSpPr>
          <p:nvPr>
            <p:ph sz="quarter" idx="10"/>
          </p:nvPr>
        </p:nvSpPr>
        <p:spPr>
          <a:xfrm>
            <a:off x="469900" y="1665291"/>
            <a:ext cx="9348787" cy="4633910"/>
          </a:xfrm>
          <a:prstGeom prst="rect">
            <a:avLst/>
          </a:prstGeom>
        </p:spPr>
        <p:txBody>
          <a:bodyPr/>
          <a:lstStyle>
            <a:lvl1pPr>
              <a:tabLst>
                <a:tab pos="8972326" algn="r"/>
              </a:tabLst>
              <a:defRPr/>
            </a:lvl1pPr>
            <a:lvl2pPr>
              <a:tabLst>
                <a:tab pos="8972326" algn="r"/>
              </a:tabLst>
              <a:defRPr/>
            </a:lvl2pPr>
            <a:lvl3pPr>
              <a:tabLst>
                <a:tab pos="8972326" algn="r"/>
              </a:tabLst>
              <a:defRPr/>
            </a:lvl3pPr>
            <a:lvl4pPr>
              <a:tabLst>
                <a:tab pos="8972326" algn="r"/>
              </a:tabLst>
              <a:defRPr/>
            </a:lvl4pPr>
            <a:lvl5pPr>
              <a:tabLst>
                <a:tab pos="6705432" algn="r"/>
              </a:tabLst>
              <a:defRPr baseline="0"/>
            </a:lvl5pPr>
            <a:lvl6pPr marL="475188" indent="0">
              <a:buNone/>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GB"/>
              <a:t>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236510875"/>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9"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5" name="Picture Placeholder 9"/>
          <p:cNvSpPr>
            <a:spLocks noGrp="1"/>
          </p:cNvSpPr>
          <p:nvPr>
            <p:ph type="pic" sz="quarter" idx="15"/>
          </p:nvPr>
        </p:nvSpPr>
        <p:spPr>
          <a:xfrm>
            <a:off x="5604867" y="1700213"/>
            <a:ext cx="6117233" cy="4598988"/>
          </a:xfrm>
        </p:spPr>
        <p:txBody>
          <a:bodyPr/>
          <a:lstStyle/>
          <a:p>
            <a:r>
              <a:rPr lang="en-GB" noProof="0"/>
              <a:t>Click icon to add picture</a:t>
            </a:r>
            <a:endParaRPr lang="en-GB" noProof="0" dirty="0"/>
          </a:p>
        </p:txBody>
      </p:sp>
      <p:sp>
        <p:nvSpPr>
          <p:cNvPr id="6" name="Content Placeholder 3"/>
          <p:cNvSpPr>
            <a:spLocks noGrp="1"/>
          </p:cNvSpPr>
          <p:nvPr>
            <p:ph sz="quarter" idx="10"/>
          </p:nvPr>
        </p:nvSpPr>
        <p:spPr>
          <a:xfrm>
            <a:off x="469900" y="1665290"/>
            <a:ext cx="4333663" cy="4633911"/>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6"/>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463979046"/>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14" name="Text Placeholder 18"/>
          <p:cNvSpPr>
            <a:spLocks noGrp="1"/>
          </p:cNvSpPr>
          <p:nvPr>
            <p:ph idx="1"/>
          </p:nvPr>
        </p:nvSpPr>
        <p:spPr>
          <a:xfrm>
            <a:off x="469900" y="1665290"/>
            <a:ext cx="11252200" cy="4633911"/>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881091110"/>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272647120"/>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69900" y="1676402"/>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412778938"/>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8" name="Text Placeholder 8"/>
          <p:cNvSpPr>
            <a:spLocks noGrp="1"/>
          </p:cNvSpPr>
          <p:nvPr>
            <p:ph type="body" sz="quarter" idx="18"/>
          </p:nvPr>
        </p:nvSpPr>
        <p:spPr>
          <a:xfrm>
            <a:off x="468000" y="1684868"/>
            <a:ext cx="11252200" cy="357187"/>
          </a:xfrm>
        </p:spPr>
        <p:txBody>
          <a:bodyPr/>
          <a:lstStyle/>
          <a:p>
            <a:pPr lvl="0"/>
            <a:r>
              <a:rPr lang="en-GB" noProof="0"/>
              <a:t>Edit Master text styles</a:t>
            </a:r>
            <a:endParaRPr lang="en-GB"/>
          </a:p>
        </p:txBody>
      </p:sp>
      <p:sp>
        <p:nvSpPr>
          <p:cNvPr id="19"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GB" noProof="0"/>
              <a:t>Edit Master text styles</a:t>
            </a:r>
            <a:endParaRPr lang="en-GB"/>
          </a:p>
        </p:txBody>
      </p:sp>
      <p:sp>
        <p:nvSpPr>
          <p:cNvPr id="17" name="Chart Placeholder 3"/>
          <p:cNvSpPr>
            <a:spLocks noGrp="1"/>
          </p:cNvSpPr>
          <p:nvPr>
            <p:ph type="chart" sz="quarter" idx="15"/>
          </p:nvPr>
        </p:nvSpPr>
        <p:spPr>
          <a:xfrm>
            <a:off x="468000" y="2036656"/>
            <a:ext cx="11252200" cy="3946134"/>
          </a:xfrm>
          <a:prstGeom prst="rect">
            <a:avLst/>
          </a:prstGeom>
        </p:spPr>
        <p:txBody>
          <a:bodyPr/>
          <a:lstStyle/>
          <a:p>
            <a:r>
              <a:rPr lang="en-GB" noProof="0"/>
              <a:t>Click icon to add chart</a:t>
            </a:r>
            <a:endParaRPr lang="en-GB" noProof="0" dirty="0"/>
          </a:p>
        </p:txBody>
      </p:sp>
      <p:sp>
        <p:nvSpPr>
          <p:cNvPr id="2" name="Footer Placeholder 1"/>
          <p:cNvSpPr>
            <a:spLocks noGrp="1"/>
          </p:cNvSpPr>
          <p:nvPr>
            <p:ph type="ftr" sz="quarter" idx="2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829702940"/>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8" name="Text Placeholder 8"/>
          <p:cNvSpPr>
            <a:spLocks noGrp="1"/>
          </p:cNvSpPr>
          <p:nvPr>
            <p:ph type="body" sz="quarter" idx="18"/>
          </p:nvPr>
        </p:nvSpPr>
        <p:spPr>
          <a:xfrm>
            <a:off x="468000" y="1665289"/>
            <a:ext cx="3600000" cy="392112"/>
          </a:xfrm>
        </p:spPr>
        <p:txBody>
          <a:bodyPr/>
          <a:lstStyle/>
          <a:p>
            <a:pPr lvl="0"/>
            <a:r>
              <a:rPr lang="en-GB" noProof="0"/>
              <a:t>Edit Master text styles</a:t>
            </a:r>
            <a:endParaRPr lang="en-GB"/>
          </a:p>
        </p:txBody>
      </p:sp>
      <p:sp>
        <p:nvSpPr>
          <p:cNvPr id="17" name="Chart Placeholder 3"/>
          <p:cNvSpPr>
            <a:spLocks noGrp="1"/>
          </p:cNvSpPr>
          <p:nvPr>
            <p:ph type="chart" sz="quarter" idx="15"/>
          </p:nvPr>
        </p:nvSpPr>
        <p:spPr>
          <a:xfrm>
            <a:off x="468000" y="2051999"/>
            <a:ext cx="3600000" cy="3930791"/>
          </a:xfrm>
          <a:prstGeom prst="rect">
            <a:avLst/>
          </a:prstGeom>
        </p:spPr>
        <p:txBody>
          <a:bodyPr/>
          <a:lstStyle/>
          <a:p>
            <a:r>
              <a:rPr lang="en-GB" noProof="0"/>
              <a:t>Click icon to add chart</a:t>
            </a:r>
            <a:endParaRPr lang="en-GB" noProof="0" dirty="0"/>
          </a:p>
        </p:txBody>
      </p:sp>
      <p:sp>
        <p:nvSpPr>
          <p:cNvPr id="7" name="Chart Placeholder 3"/>
          <p:cNvSpPr>
            <a:spLocks noGrp="1"/>
          </p:cNvSpPr>
          <p:nvPr>
            <p:ph type="chart" sz="quarter" idx="19"/>
          </p:nvPr>
        </p:nvSpPr>
        <p:spPr>
          <a:xfrm>
            <a:off x="4296000" y="2051998"/>
            <a:ext cx="3600000" cy="3930791"/>
          </a:xfrm>
          <a:prstGeom prst="rect">
            <a:avLst/>
          </a:prstGeom>
        </p:spPr>
        <p:txBody>
          <a:bodyPr/>
          <a:lstStyle/>
          <a:p>
            <a:r>
              <a:rPr lang="en-GB" noProof="0"/>
              <a:t>Click icon to add chart</a:t>
            </a:r>
            <a:endParaRPr lang="en-GB" noProof="0" dirty="0"/>
          </a:p>
        </p:txBody>
      </p:sp>
      <p:sp>
        <p:nvSpPr>
          <p:cNvPr id="8" name="Text Placeholder 8"/>
          <p:cNvSpPr>
            <a:spLocks noGrp="1"/>
          </p:cNvSpPr>
          <p:nvPr>
            <p:ph type="body" sz="quarter" idx="20"/>
          </p:nvPr>
        </p:nvSpPr>
        <p:spPr>
          <a:xfrm>
            <a:off x="4296003" y="1665288"/>
            <a:ext cx="3600000" cy="392112"/>
          </a:xfrm>
        </p:spPr>
        <p:txBody>
          <a:bodyPr/>
          <a:lstStyle/>
          <a:p>
            <a:pPr lvl="0"/>
            <a:r>
              <a:rPr lang="en-GB" noProof="0"/>
              <a:t>Edit Master text styles</a:t>
            </a:r>
            <a:endParaRPr lang="en-GB"/>
          </a:p>
        </p:txBody>
      </p:sp>
      <p:sp>
        <p:nvSpPr>
          <p:cNvPr id="9" name="Chart Placeholder 3"/>
          <p:cNvSpPr>
            <a:spLocks noGrp="1"/>
          </p:cNvSpPr>
          <p:nvPr>
            <p:ph type="chart" sz="quarter" idx="21"/>
          </p:nvPr>
        </p:nvSpPr>
        <p:spPr>
          <a:xfrm>
            <a:off x="8086960" y="2051999"/>
            <a:ext cx="3600000" cy="3930791"/>
          </a:xfrm>
          <a:prstGeom prst="rect">
            <a:avLst/>
          </a:prstGeom>
        </p:spPr>
        <p:txBody>
          <a:bodyPr/>
          <a:lstStyle/>
          <a:p>
            <a:r>
              <a:rPr lang="en-GB" noProof="0"/>
              <a:t>Click icon to add chart</a:t>
            </a:r>
            <a:endParaRPr lang="en-GB" noProof="0" dirty="0"/>
          </a:p>
        </p:txBody>
      </p:sp>
      <p:sp>
        <p:nvSpPr>
          <p:cNvPr id="10" name="Text Placeholder 8"/>
          <p:cNvSpPr>
            <a:spLocks noGrp="1"/>
          </p:cNvSpPr>
          <p:nvPr>
            <p:ph type="body" sz="quarter" idx="22"/>
          </p:nvPr>
        </p:nvSpPr>
        <p:spPr>
          <a:xfrm>
            <a:off x="8086959" y="1659145"/>
            <a:ext cx="3600000" cy="398256"/>
          </a:xfrm>
        </p:spPr>
        <p:txBody>
          <a:bodyPr/>
          <a:lstStyle/>
          <a:p>
            <a:pPr lvl="0"/>
            <a:r>
              <a:rPr lang="en-GB" noProof="0"/>
              <a:t>Edit Master text styles</a:t>
            </a:r>
            <a:endParaRPr lang="en-GB"/>
          </a:p>
        </p:txBody>
      </p:sp>
      <p:sp>
        <p:nvSpPr>
          <p:cNvPr id="11"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GB" noProof="0"/>
              <a:t>Edit Master text styles</a:t>
            </a:r>
            <a:endParaRPr lang="en-GB"/>
          </a:p>
        </p:txBody>
      </p:sp>
      <p:sp>
        <p:nvSpPr>
          <p:cNvPr id="1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3"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2215081642"/>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8000" y="1665288"/>
            <a:ext cx="5328000" cy="4622507"/>
          </a:xfrm>
          <a:prstGeom prst="rect">
            <a:avLst/>
          </a:prstGeom>
        </p:spPr>
        <p:txBody>
          <a:bodyPr/>
          <a:lstStyle>
            <a:lvl1pPr>
              <a:spcAft>
                <a:spcPts val="500"/>
              </a:spcAft>
              <a:tabLst>
                <a:tab pos="6705432" algn="r"/>
              </a:tabLst>
              <a:defRPr sz="1100"/>
            </a:lvl1pPr>
            <a:lvl2pPr>
              <a:spcAft>
                <a:spcPts val="500"/>
              </a:spcAft>
              <a:tabLst>
                <a:tab pos="6705432" algn="r"/>
              </a:tabLst>
              <a:defRPr sz="1100"/>
            </a:lvl2pPr>
            <a:lvl3pPr>
              <a:spcAft>
                <a:spcPts val="500"/>
              </a:spcAft>
              <a:tabLst>
                <a:tab pos="6705432" algn="r"/>
              </a:tabLst>
              <a:defRPr sz="1100"/>
            </a:lvl3pPr>
            <a:lvl4pPr>
              <a:spcAft>
                <a:spcPts val="500"/>
              </a:spcAft>
              <a:tabLst>
                <a:tab pos="6705432" algn="r"/>
              </a:tabLst>
              <a:defRPr sz="1100"/>
            </a:lvl4pPr>
            <a:lvl5pPr>
              <a:spcAft>
                <a:spcPts val="500"/>
              </a:spcAft>
              <a:tabLst>
                <a:tab pos="6705432" algn="r"/>
              </a:tabLst>
              <a:defRPr sz="1100" baseline="0"/>
            </a:lvl5pPr>
          </a:lstStyle>
          <a:p>
            <a:pPr lvl="0"/>
            <a:r>
              <a:rPr lang="en-GB" noProof="0" dirty="0"/>
              <a:t>Edit Master text styles</a:t>
            </a:r>
            <a:endParaRPr lang="en-GB" dirty="0"/>
          </a:p>
          <a:p>
            <a:pPr lvl="1"/>
            <a:r>
              <a:rPr lang="en-GB" noProof="0" dirty="0"/>
              <a:t>Second level</a:t>
            </a:r>
            <a:endParaRPr lang="en-GB" dirty="0"/>
          </a:p>
          <a:p>
            <a:pPr lvl="2"/>
            <a:r>
              <a:rPr lang="en-GB" noProof="0" dirty="0"/>
              <a:t>Third level</a:t>
            </a:r>
            <a:endParaRPr lang="en-GB" dirty="0"/>
          </a:p>
          <a:p>
            <a:pPr lvl="3"/>
            <a:r>
              <a:rPr lang="en-GB" noProof="0" dirty="0"/>
              <a:t>Fourth level</a:t>
            </a:r>
            <a:endParaRPr lang="en-GB" dirty="0"/>
          </a:p>
          <a:p>
            <a:pPr lvl="4"/>
            <a:r>
              <a:rPr lang="en-GB" noProof="0" dirty="0"/>
              <a:t>Fifth level</a:t>
            </a:r>
          </a:p>
        </p:txBody>
      </p:sp>
      <p:sp>
        <p:nvSpPr>
          <p:cNvPr id="15" name="Content Placeholder 3"/>
          <p:cNvSpPr>
            <a:spLocks noGrp="1"/>
          </p:cNvSpPr>
          <p:nvPr>
            <p:ph sz="quarter" idx="20"/>
          </p:nvPr>
        </p:nvSpPr>
        <p:spPr>
          <a:xfrm>
            <a:off x="6394100" y="1656000"/>
            <a:ext cx="5328000" cy="4631795"/>
          </a:xfrm>
          <a:prstGeom prst="rect">
            <a:avLst/>
          </a:prstGeom>
        </p:spPr>
        <p:txBody>
          <a:bodyPr/>
          <a:lstStyle>
            <a:lvl1pPr>
              <a:spcAft>
                <a:spcPts val="500"/>
              </a:spcAft>
              <a:tabLst>
                <a:tab pos="6705432" algn="r"/>
              </a:tabLst>
              <a:defRPr sz="1100"/>
            </a:lvl1pPr>
            <a:lvl2pPr>
              <a:spcAft>
                <a:spcPts val="500"/>
              </a:spcAft>
              <a:tabLst>
                <a:tab pos="6705432" algn="r"/>
              </a:tabLst>
              <a:defRPr sz="1100"/>
            </a:lvl2pPr>
            <a:lvl3pPr>
              <a:spcAft>
                <a:spcPts val="500"/>
              </a:spcAft>
              <a:tabLst>
                <a:tab pos="6705432" algn="r"/>
              </a:tabLst>
              <a:defRPr sz="1100"/>
            </a:lvl3pPr>
            <a:lvl4pPr>
              <a:spcAft>
                <a:spcPts val="500"/>
              </a:spcAft>
              <a:tabLst>
                <a:tab pos="6705432" algn="r"/>
              </a:tabLst>
              <a:defRPr sz="1100"/>
            </a:lvl4pPr>
            <a:lvl5pPr>
              <a:spcAft>
                <a:spcPts val="500"/>
              </a:spcAft>
              <a:tabLst>
                <a:tab pos="6705432" algn="r"/>
              </a:tabLst>
              <a:defRPr sz="1100" baseline="0"/>
            </a:lvl5pPr>
          </a:lstStyle>
          <a:p>
            <a:pPr lvl="0"/>
            <a:r>
              <a:rPr lang="en-GB" noProof="0" dirty="0"/>
              <a:t>Edit Master text styles</a:t>
            </a:r>
            <a:endParaRPr lang="en-GB" dirty="0"/>
          </a:p>
          <a:p>
            <a:pPr lvl="1"/>
            <a:r>
              <a:rPr lang="en-GB" noProof="0" dirty="0"/>
              <a:t>Second level</a:t>
            </a:r>
            <a:endParaRPr lang="en-GB" dirty="0"/>
          </a:p>
          <a:p>
            <a:pPr lvl="2"/>
            <a:r>
              <a:rPr lang="en-GB" noProof="0" dirty="0"/>
              <a:t>Third level</a:t>
            </a:r>
            <a:endParaRPr lang="en-GB" dirty="0"/>
          </a:p>
          <a:p>
            <a:pPr lvl="3"/>
            <a:r>
              <a:rPr lang="en-GB" noProof="0" dirty="0"/>
              <a:t>Fourth level</a:t>
            </a:r>
            <a:endParaRPr lang="en-GB" dirty="0"/>
          </a:p>
          <a:p>
            <a:pPr lvl="4"/>
            <a:r>
              <a:rPr lang="en-GB" noProof="0" dirty="0"/>
              <a:t>Fifth level</a:t>
            </a:r>
          </a:p>
        </p:txBody>
      </p:sp>
      <p:sp>
        <p:nvSpPr>
          <p:cNvPr id="7"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842891208"/>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4699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1000"/>
            </a:lvl6pPr>
            <a:lvl7pPr>
              <a:defRPr sz="1000"/>
            </a:lvl7pPr>
            <a:lvl8pPr>
              <a:defRPr sz="1000"/>
            </a:lvl8pPr>
            <a:lvl9pPr>
              <a:defRPr sz="1000"/>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3" name="Content Placeholder 3"/>
          <p:cNvSpPr>
            <a:spLocks noGrp="1"/>
          </p:cNvSpPr>
          <p:nvPr>
            <p:ph sz="quarter" idx="20"/>
          </p:nvPr>
        </p:nvSpPr>
        <p:spPr>
          <a:xfrm>
            <a:off x="63941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1000"/>
            </a:lvl6pPr>
            <a:lvl7pPr>
              <a:defRPr sz="1000"/>
            </a:lvl7pPr>
            <a:lvl8pPr>
              <a:defRPr sz="1000"/>
            </a:lvl8pPr>
            <a:lvl9pPr>
              <a:defRPr sz="1000"/>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9"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031036312"/>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469900" y="1665288"/>
            <a:ext cx="5480400" cy="4317502"/>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vl6pPr marL="475188" indent="0">
              <a:buNone/>
              <a:defRPr/>
            </a:lvl6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3" name="Chart Placeholder 2"/>
          <p:cNvSpPr>
            <a:spLocks noGrp="1"/>
          </p:cNvSpPr>
          <p:nvPr>
            <p:ph type="chart" sz="quarter" idx="21"/>
          </p:nvPr>
        </p:nvSpPr>
        <p:spPr>
          <a:xfrm>
            <a:off x="6239584" y="2125013"/>
            <a:ext cx="5482516" cy="3857777"/>
          </a:xfrm>
        </p:spPr>
        <p:txBody>
          <a:bodyPr>
            <a:noAutofit/>
          </a:bodyPr>
          <a:lstStyle/>
          <a:p>
            <a:r>
              <a:rPr lang="en-GB" noProof="0"/>
              <a:t>Click icon to add chart</a:t>
            </a:r>
            <a:endParaRPr lang="en-GB" noProof="0" dirty="0"/>
          </a:p>
        </p:txBody>
      </p:sp>
      <p:sp>
        <p:nvSpPr>
          <p:cNvPr id="6" name="Text Placeholder 5"/>
          <p:cNvSpPr>
            <a:spLocks noGrp="1"/>
          </p:cNvSpPr>
          <p:nvPr>
            <p:ph type="body" sz="quarter" idx="22"/>
          </p:nvPr>
        </p:nvSpPr>
        <p:spPr>
          <a:xfrm>
            <a:off x="6239584" y="1655763"/>
            <a:ext cx="5482516" cy="420687"/>
          </a:xfrm>
        </p:spPr>
        <p:txBody>
          <a:bodyPr>
            <a:noAutofit/>
          </a:bodyPr>
          <a:lstStyle/>
          <a:p>
            <a:pPr lvl="0"/>
            <a:r>
              <a:rPr lang="en-GB" noProof="0"/>
              <a:t>Edit Master text styles</a:t>
            </a:r>
            <a:endParaRPr lang="en-GB"/>
          </a:p>
        </p:txBody>
      </p:sp>
      <p:sp>
        <p:nvSpPr>
          <p:cNvPr id="9"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GB" noProof="0"/>
              <a:t>Edit Master text styles</a:t>
            </a:r>
            <a:endParaRPr lang="en-GB"/>
          </a:p>
        </p:txBody>
      </p:sp>
      <p:sp>
        <p:nvSpPr>
          <p:cNvPr id="1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2"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2179466235"/>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39584" y="2125013"/>
            <a:ext cx="5482516" cy="3857777"/>
          </a:xfrm>
        </p:spPr>
        <p:txBody>
          <a:bodyPr>
            <a:noAutofit/>
          </a:bodyPr>
          <a:lstStyle/>
          <a:p>
            <a:r>
              <a:rPr lang="en-GB" noProof="0"/>
              <a:t>Click icon to add chart</a:t>
            </a:r>
            <a:endParaRPr lang="en-GB" noProof="0" dirty="0"/>
          </a:p>
        </p:txBody>
      </p:sp>
      <p:sp>
        <p:nvSpPr>
          <p:cNvPr id="6" name="Text Placeholder 5"/>
          <p:cNvSpPr>
            <a:spLocks noGrp="1"/>
          </p:cNvSpPr>
          <p:nvPr>
            <p:ph type="body" sz="quarter" idx="22"/>
          </p:nvPr>
        </p:nvSpPr>
        <p:spPr>
          <a:xfrm>
            <a:off x="6239585" y="1654028"/>
            <a:ext cx="5482516" cy="420687"/>
          </a:xfrm>
        </p:spPr>
        <p:txBody>
          <a:bodyPr>
            <a:noAutofit/>
          </a:bodyPr>
          <a:lstStyle/>
          <a:p>
            <a:pPr lvl="0"/>
            <a:r>
              <a:rPr lang="en-GB" noProof="0"/>
              <a:t>Edit Master text styles</a:t>
            </a:r>
            <a:endParaRPr lang="en-GB"/>
          </a:p>
        </p:txBody>
      </p:sp>
      <p:sp>
        <p:nvSpPr>
          <p:cNvPr id="9" name="Chart Placeholder 2"/>
          <p:cNvSpPr>
            <a:spLocks noGrp="1"/>
          </p:cNvSpPr>
          <p:nvPr>
            <p:ph type="chart" sz="quarter" idx="24"/>
          </p:nvPr>
        </p:nvSpPr>
        <p:spPr>
          <a:xfrm>
            <a:off x="469900" y="2125013"/>
            <a:ext cx="5482517" cy="3857777"/>
          </a:xfrm>
        </p:spPr>
        <p:txBody>
          <a:bodyPr>
            <a:noAutofit/>
          </a:bodyPr>
          <a:lstStyle/>
          <a:p>
            <a:r>
              <a:rPr lang="en-GB" noProof="0"/>
              <a:t>Click icon to add chart</a:t>
            </a:r>
            <a:endParaRPr lang="en-GB" noProof="0" dirty="0"/>
          </a:p>
        </p:txBody>
      </p:sp>
      <p:sp>
        <p:nvSpPr>
          <p:cNvPr id="12" name="Text Placeholder 5"/>
          <p:cNvSpPr>
            <a:spLocks noGrp="1"/>
          </p:cNvSpPr>
          <p:nvPr>
            <p:ph type="body" sz="quarter" idx="25"/>
          </p:nvPr>
        </p:nvSpPr>
        <p:spPr>
          <a:xfrm>
            <a:off x="469898" y="1665288"/>
            <a:ext cx="5482517" cy="409427"/>
          </a:xfrm>
        </p:spPr>
        <p:txBody>
          <a:bodyPr>
            <a:noAutofit/>
          </a:bodyPr>
          <a:lstStyle/>
          <a:p>
            <a:pPr lvl="0"/>
            <a:r>
              <a:rPr lang="en-GB" noProof="0"/>
              <a:t>Edit Master text styles</a:t>
            </a:r>
            <a:endParaRPr lang="en-GB"/>
          </a:p>
        </p:txBody>
      </p:sp>
      <p:sp>
        <p:nvSpPr>
          <p:cNvPr id="14"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GB" noProof="0"/>
              <a:t>Edit Master text styles</a:t>
            </a:r>
            <a:endParaRPr lang="en-GB"/>
          </a:p>
        </p:txBody>
      </p:sp>
      <p:sp>
        <p:nvSpPr>
          <p:cNvPr id="17"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6"/>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200285679"/>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0" y="1665289"/>
            <a:ext cx="4431857" cy="4633913"/>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1"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7"/>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890274777"/>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16" y="1626099"/>
            <a:ext cx="4266983" cy="4673101"/>
          </a:xfrm>
          <a:prstGeom prst="rect">
            <a:avLst/>
          </a:prstGeom>
        </p:spPr>
        <p:txBody>
          <a:bodyPr>
            <a:noAutofit/>
          </a:bodyPr>
          <a:lstStyle>
            <a:lvl1pPr>
              <a:tabLst>
                <a:tab pos="6705432" algn="r"/>
              </a:tabLst>
              <a:defRPr sz="2400">
                <a:solidFill>
                  <a:schemeClr val="accent3"/>
                </a:solidFill>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p:txBody>
      </p:sp>
      <p:sp>
        <p:nvSpPr>
          <p:cNvPr id="8" name="Content Placeholder 3"/>
          <p:cNvSpPr>
            <a:spLocks noGrp="1"/>
          </p:cNvSpPr>
          <p:nvPr>
            <p:ph sz="quarter" idx="16"/>
          </p:nvPr>
        </p:nvSpPr>
        <p:spPr>
          <a:xfrm>
            <a:off x="469900" y="1665288"/>
            <a:ext cx="6660866" cy="4633913"/>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1"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7"/>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980198571"/>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488742" y="1700213"/>
            <a:ext cx="2664000" cy="1260000"/>
          </a:xfrm>
        </p:spPr>
        <p:txBody>
          <a:bodyPr lIns="0" tIns="0" rIns="0" bIns="0">
            <a:noAutofit/>
          </a:bodyPr>
          <a:lstStyle/>
          <a:p>
            <a:r>
              <a:rPr lang="en-GB" noProof="0"/>
              <a:t>Click icon to add picture</a:t>
            </a:r>
            <a:endParaRPr lang="en-GB" noProof="0" dirty="0"/>
          </a:p>
        </p:txBody>
      </p:sp>
      <p:sp>
        <p:nvSpPr>
          <p:cNvPr id="5" name="Picture Placeholder 6"/>
          <p:cNvSpPr>
            <a:spLocks noGrp="1"/>
          </p:cNvSpPr>
          <p:nvPr>
            <p:ph type="pic" sz="quarter" idx="14"/>
          </p:nvPr>
        </p:nvSpPr>
        <p:spPr>
          <a:xfrm>
            <a:off x="3341040" y="1700212"/>
            <a:ext cx="2664000" cy="1260000"/>
          </a:xfrm>
        </p:spPr>
        <p:txBody>
          <a:bodyPr lIns="0" tIns="0" rIns="0" bIns="0">
            <a:noAutofit/>
          </a:bodyPr>
          <a:lstStyle/>
          <a:p>
            <a:r>
              <a:rPr lang="en-GB" noProof="0"/>
              <a:t>Click icon to add picture</a:t>
            </a:r>
            <a:endParaRPr lang="en-GB" noProof="0" dirty="0"/>
          </a:p>
        </p:txBody>
      </p:sp>
      <p:sp>
        <p:nvSpPr>
          <p:cNvPr id="6" name="Picture Placeholder 6"/>
          <p:cNvSpPr>
            <a:spLocks noGrp="1"/>
          </p:cNvSpPr>
          <p:nvPr>
            <p:ph type="pic" sz="quarter" idx="15"/>
          </p:nvPr>
        </p:nvSpPr>
        <p:spPr>
          <a:xfrm>
            <a:off x="6193338" y="1700212"/>
            <a:ext cx="2664000" cy="1260000"/>
          </a:xfrm>
        </p:spPr>
        <p:txBody>
          <a:bodyPr lIns="0" tIns="0" rIns="0" bIns="0">
            <a:noAutofit/>
          </a:bodyPr>
          <a:lstStyle/>
          <a:p>
            <a:r>
              <a:rPr lang="en-GB" noProof="0"/>
              <a:t>Click icon to add picture</a:t>
            </a:r>
            <a:endParaRPr lang="en-GB" noProof="0" dirty="0"/>
          </a:p>
        </p:txBody>
      </p:sp>
      <p:sp>
        <p:nvSpPr>
          <p:cNvPr id="7" name="Picture Placeholder 6"/>
          <p:cNvSpPr>
            <a:spLocks noGrp="1"/>
          </p:cNvSpPr>
          <p:nvPr>
            <p:ph type="pic" sz="quarter" idx="16"/>
          </p:nvPr>
        </p:nvSpPr>
        <p:spPr>
          <a:xfrm>
            <a:off x="9045636" y="1700212"/>
            <a:ext cx="2664000" cy="1260000"/>
          </a:xfrm>
        </p:spPr>
        <p:txBody>
          <a:bodyPr lIns="0" tIns="0" rIns="0" bIns="0">
            <a:noAutofit/>
          </a:bodyPr>
          <a:lstStyle/>
          <a:p>
            <a:r>
              <a:rPr lang="en-GB" noProof="0"/>
              <a:t>Click icon to add picture</a:t>
            </a:r>
            <a:endParaRPr lang="en-GB" noProof="0" dirty="0"/>
          </a:p>
        </p:txBody>
      </p:sp>
      <p:sp>
        <p:nvSpPr>
          <p:cNvPr id="9" name="Text Placeholder 8"/>
          <p:cNvSpPr>
            <a:spLocks noGrp="1"/>
          </p:cNvSpPr>
          <p:nvPr>
            <p:ph type="body" sz="quarter" idx="17"/>
          </p:nvPr>
        </p:nvSpPr>
        <p:spPr>
          <a:xfrm>
            <a:off x="482363" y="3076573"/>
            <a:ext cx="2640000" cy="3222628"/>
          </a:xfrm>
        </p:spPr>
        <p:txBody>
          <a:bodyPr/>
          <a:lstStyle>
            <a:lvl1pPr>
              <a:defRPr b="1">
                <a:solidFill>
                  <a:schemeClr val="accent1"/>
                </a:solidFill>
              </a:defRPr>
            </a:lvl1pPr>
            <a:lvl2pPr>
              <a:spcAft>
                <a:spcPts val="0"/>
              </a:spcAft>
              <a:defRPr/>
            </a:lvl2pPr>
            <a:lvl3pPr marL="0" indent="0">
              <a:spcAft>
                <a:spcPts val="0"/>
              </a:spcAft>
              <a:buFont typeface="Arial" panose="020B0604020202020204" pitchFamily="34" charset="0"/>
              <a:buChar char="​"/>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240006" indent="0">
              <a:spcAft>
                <a:spcPts val="0"/>
              </a:spcAft>
              <a:buFont typeface="Verdana" panose="020B0604030504040204" pitchFamily="34" charset="0"/>
              <a:buNone/>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0" name="Text Placeholder 8"/>
          <p:cNvSpPr>
            <a:spLocks noGrp="1"/>
          </p:cNvSpPr>
          <p:nvPr>
            <p:ph type="body" sz="quarter" idx="18"/>
          </p:nvPr>
        </p:nvSpPr>
        <p:spPr>
          <a:xfrm>
            <a:off x="6207211" y="3079742"/>
            <a:ext cx="2640000" cy="3222628"/>
          </a:xfrm>
        </p:spPr>
        <p:txBody>
          <a:bodyPr/>
          <a:lstStyle>
            <a:lvl1pPr>
              <a:defRPr b="1">
                <a:solidFill>
                  <a:schemeClr val="accent1"/>
                </a:solidFill>
              </a:defRPr>
            </a:lvl1pPr>
            <a:lvl2pPr>
              <a:spcAft>
                <a:spcPts val="0"/>
              </a:spcAft>
              <a:defRPr/>
            </a:lvl2pPr>
            <a:lvl3pPr marL="0" indent="0">
              <a:spcAft>
                <a:spcPts val="0"/>
              </a:spcAft>
              <a:buFont typeface="Arial" panose="020B0604020202020204" pitchFamily="34" charset="0"/>
              <a:buChar char="​"/>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1" name="Text Placeholder 8"/>
          <p:cNvSpPr>
            <a:spLocks noGrp="1"/>
          </p:cNvSpPr>
          <p:nvPr>
            <p:ph type="body" sz="quarter" idx="19"/>
          </p:nvPr>
        </p:nvSpPr>
        <p:spPr>
          <a:xfrm>
            <a:off x="3344787" y="3076573"/>
            <a:ext cx="2640000" cy="3222628"/>
          </a:xfrm>
        </p:spPr>
        <p:txBody>
          <a:bodyPr/>
          <a:lstStyle>
            <a:lvl1pPr>
              <a:defRPr b="1">
                <a:solidFill>
                  <a:schemeClr val="accent1"/>
                </a:solidFill>
              </a:defRPr>
            </a:lvl1pPr>
            <a:lvl2pPr>
              <a:spcAft>
                <a:spcPts val="0"/>
              </a:spcAft>
              <a:defRPr/>
            </a:lvl2pPr>
            <a:lvl3pPr marL="0" indent="0">
              <a:spcAft>
                <a:spcPts val="0"/>
              </a:spcAft>
              <a:buFont typeface="Arial" panose="020B0604020202020204" pitchFamily="34" charset="0"/>
              <a:buChar char="​"/>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2" name="Text Placeholder 8"/>
          <p:cNvSpPr>
            <a:spLocks noGrp="1"/>
          </p:cNvSpPr>
          <p:nvPr>
            <p:ph type="body" sz="quarter" idx="20"/>
          </p:nvPr>
        </p:nvSpPr>
        <p:spPr>
          <a:xfrm>
            <a:off x="9069636" y="3079742"/>
            <a:ext cx="2640000" cy="3222628"/>
          </a:xfrm>
        </p:spPr>
        <p:txBody>
          <a:bodyPr/>
          <a:lstStyle>
            <a:lvl1pPr>
              <a:defRPr b="1">
                <a:solidFill>
                  <a:schemeClr val="accent1"/>
                </a:solidFill>
              </a:defRPr>
            </a:lvl1pPr>
            <a:lvl2pPr>
              <a:spcAft>
                <a:spcPts val="0"/>
              </a:spcAft>
              <a:defRPr/>
            </a:lvl2pPr>
            <a:lvl3pPr marL="0" indent="0">
              <a:spcAft>
                <a:spcPts val="0"/>
              </a:spcAft>
              <a:buFont typeface="Arial" panose="020B0604020202020204" pitchFamily="34" charset="0"/>
              <a:buChar char="​"/>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5"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4" name="Text Placeholder 8"/>
          <p:cNvSpPr>
            <a:spLocks noGrp="1"/>
          </p:cNvSpPr>
          <p:nvPr>
            <p:ph type="body" sz="quarter" idx="21"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2"/>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930325268"/>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4" name="Rectangle 3"/>
          <p:cNvSpPr/>
          <p:nvPr userDrawn="1"/>
        </p:nvSpPr>
        <p:spPr>
          <a:xfrm>
            <a:off x="47678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dirty="0">
              <a:solidFill>
                <a:schemeClr val="bg1"/>
              </a:solidFill>
            </a:endParaRPr>
          </a:p>
        </p:txBody>
      </p:sp>
      <p:sp>
        <p:nvSpPr>
          <p:cNvPr id="5" name="Rectangle 4"/>
          <p:cNvSpPr/>
          <p:nvPr userDrawn="1"/>
        </p:nvSpPr>
        <p:spPr>
          <a:xfrm>
            <a:off x="618490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dirty="0">
              <a:solidFill>
                <a:schemeClr val="bg1"/>
              </a:solidFill>
            </a:endParaRPr>
          </a:p>
        </p:txBody>
      </p:sp>
      <p:sp>
        <p:nvSpPr>
          <p:cNvPr id="6" name="Rectangle 5"/>
          <p:cNvSpPr/>
          <p:nvPr userDrawn="1"/>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dirty="0">
              <a:solidFill>
                <a:schemeClr val="bg1"/>
              </a:solidFill>
            </a:endParaRPr>
          </a:p>
        </p:txBody>
      </p:sp>
      <p:sp>
        <p:nvSpPr>
          <p:cNvPr id="7" name="Rectangle 6"/>
          <p:cNvSpPr/>
          <p:nvPr userDrawn="1"/>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dirty="0">
              <a:solidFill>
                <a:schemeClr val="bg1"/>
              </a:solidFill>
            </a:endParaRPr>
          </a:p>
        </p:txBody>
      </p:sp>
      <p:sp>
        <p:nvSpPr>
          <p:cNvPr id="8" name="Picture Placeholder 11"/>
          <p:cNvSpPr>
            <a:spLocks noGrp="1"/>
          </p:cNvSpPr>
          <p:nvPr>
            <p:ph type="pic" sz="quarter" idx="25"/>
          </p:nvPr>
        </p:nvSpPr>
        <p:spPr>
          <a:xfrm>
            <a:off x="476780" y="1880213"/>
            <a:ext cx="2116800" cy="1591200"/>
          </a:xfrm>
        </p:spPr>
        <p:txBody>
          <a:bodyPr/>
          <a:lstStyle>
            <a:lvl1pPr algn="ctr">
              <a:defRPr/>
            </a:lvl1pPr>
          </a:lstStyle>
          <a:p>
            <a:r>
              <a:rPr lang="en-GB" noProof="0"/>
              <a:t>Click icon to add picture</a:t>
            </a:r>
            <a:endParaRPr lang="en-GB" noProof="0" dirty="0"/>
          </a:p>
        </p:txBody>
      </p:sp>
      <p:sp>
        <p:nvSpPr>
          <p:cNvPr id="9" name="Picture Placeholder 11"/>
          <p:cNvSpPr>
            <a:spLocks noGrp="1"/>
          </p:cNvSpPr>
          <p:nvPr>
            <p:ph type="pic" sz="quarter" idx="27"/>
          </p:nvPr>
        </p:nvSpPr>
        <p:spPr>
          <a:xfrm>
            <a:off x="6204097" y="1880212"/>
            <a:ext cx="2116800" cy="1591200"/>
          </a:xfrm>
        </p:spPr>
        <p:txBody>
          <a:bodyPr/>
          <a:lstStyle>
            <a:lvl1pPr algn="ctr">
              <a:defRPr/>
            </a:lvl1pPr>
          </a:lstStyle>
          <a:p>
            <a:r>
              <a:rPr lang="en-GB" noProof="0"/>
              <a:t>Click icon to add picture</a:t>
            </a:r>
            <a:endParaRPr lang="en-GB" noProof="0" dirty="0"/>
          </a:p>
        </p:txBody>
      </p:sp>
      <p:sp>
        <p:nvSpPr>
          <p:cNvPr id="10" name="Picture Placeholder 11"/>
          <p:cNvSpPr>
            <a:spLocks noGrp="1"/>
          </p:cNvSpPr>
          <p:nvPr>
            <p:ph type="pic" sz="quarter" idx="29"/>
          </p:nvPr>
        </p:nvSpPr>
        <p:spPr>
          <a:xfrm>
            <a:off x="481779" y="4256211"/>
            <a:ext cx="2116800" cy="1591200"/>
          </a:xfrm>
        </p:spPr>
        <p:txBody>
          <a:bodyPr/>
          <a:lstStyle>
            <a:lvl1pPr algn="ctr">
              <a:defRPr/>
            </a:lvl1pPr>
          </a:lstStyle>
          <a:p>
            <a:r>
              <a:rPr lang="en-GB" noProof="0"/>
              <a:t>Click icon to add picture</a:t>
            </a:r>
            <a:endParaRPr lang="en-GB" noProof="0" dirty="0"/>
          </a:p>
        </p:txBody>
      </p:sp>
      <p:sp>
        <p:nvSpPr>
          <p:cNvPr id="11" name="Picture Placeholder 11"/>
          <p:cNvSpPr>
            <a:spLocks noGrp="1"/>
          </p:cNvSpPr>
          <p:nvPr>
            <p:ph type="pic" sz="quarter" idx="31"/>
          </p:nvPr>
        </p:nvSpPr>
        <p:spPr>
          <a:xfrm>
            <a:off x="6204097" y="4256211"/>
            <a:ext cx="2116800" cy="1591200"/>
          </a:xfrm>
        </p:spPr>
        <p:txBody>
          <a:bodyPr/>
          <a:lstStyle>
            <a:lvl1pPr algn="ctr">
              <a:defRPr/>
            </a:lvl1pPr>
          </a:lstStyle>
          <a:p>
            <a:r>
              <a:rPr lang="en-GB" noProof="0"/>
              <a:t>Click icon to add picture</a:t>
            </a:r>
            <a:endParaRPr lang="en-GB" noProof="0" dirty="0"/>
          </a:p>
        </p:txBody>
      </p:sp>
      <p:sp>
        <p:nvSpPr>
          <p:cNvPr id="13" name="Text Placeholder 12"/>
          <p:cNvSpPr>
            <a:spLocks noGrp="1"/>
          </p:cNvSpPr>
          <p:nvPr>
            <p:ph type="body" sz="quarter" idx="32"/>
          </p:nvPr>
        </p:nvSpPr>
        <p:spPr>
          <a:xfrm>
            <a:off x="2840780" y="1880213"/>
            <a:ext cx="3172800" cy="1944000"/>
          </a:xfrm>
        </p:spPr>
        <p:txBody>
          <a:bodyPr/>
          <a:lstStyle>
            <a:lvl1pPr>
              <a:spcAft>
                <a:spcPts val="0"/>
              </a:spcAft>
              <a:defRPr b="1"/>
            </a:lvl1pPr>
            <a:lvl2pPr>
              <a:spcAft>
                <a:spcPts val="0"/>
              </a:spcAft>
              <a:defRPr b="0"/>
            </a:lvl2pPr>
            <a:lvl3pPr marL="0" indent="0">
              <a:buNone/>
              <a:defRPr/>
            </a:lvl3pPr>
          </a:lstStyle>
          <a:p>
            <a:pPr lvl="0"/>
            <a:r>
              <a:rPr lang="en-GB" noProof="0"/>
              <a:t>Edit Master text styles</a:t>
            </a:r>
            <a:endParaRPr lang="en-GB"/>
          </a:p>
          <a:p>
            <a:pPr lvl="1"/>
            <a:r>
              <a:rPr lang="en-GB" noProof="0"/>
              <a:t>Second level</a:t>
            </a:r>
            <a:endParaRPr lang="en-GB"/>
          </a:p>
        </p:txBody>
      </p:sp>
      <p:sp>
        <p:nvSpPr>
          <p:cNvPr id="14" name="Text Placeholder 12"/>
          <p:cNvSpPr>
            <a:spLocks noGrp="1"/>
          </p:cNvSpPr>
          <p:nvPr>
            <p:ph type="body" sz="quarter" idx="33"/>
          </p:nvPr>
        </p:nvSpPr>
        <p:spPr>
          <a:xfrm>
            <a:off x="8550676" y="1880213"/>
            <a:ext cx="3171024" cy="1944000"/>
          </a:xfrm>
        </p:spPr>
        <p:txBody>
          <a:bodyPr/>
          <a:lstStyle>
            <a:lvl1pPr>
              <a:spcAft>
                <a:spcPts val="0"/>
              </a:spcAft>
              <a:defRPr b="1"/>
            </a:lvl1pPr>
            <a:lvl2pPr>
              <a:spcAft>
                <a:spcPts val="0"/>
              </a:spcAft>
              <a:defRPr b="0"/>
            </a:lvl2pPr>
          </a:lstStyle>
          <a:p>
            <a:pPr lvl="0"/>
            <a:r>
              <a:rPr lang="en-GB" noProof="0"/>
              <a:t>Edit Master text styles</a:t>
            </a:r>
            <a:endParaRPr lang="en-GB"/>
          </a:p>
          <a:p>
            <a:pPr lvl="1"/>
            <a:r>
              <a:rPr lang="en-GB" noProof="0"/>
              <a:t>Second level</a:t>
            </a:r>
            <a:endParaRPr lang="en-GB"/>
          </a:p>
        </p:txBody>
      </p:sp>
      <p:sp>
        <p:nvSpPr>
          <p:cNvPr id="15" name="Text Placeholder 12"/>
          <p:cNvSpPr>
            <a:spLocks noGrp="1"/>
          </p:cNvSpPr>
          <p:nvPr>
            <p:ph type="body" sz="quarter" idx="34"/>
          </p:nvPr>
        </p:nvSpPr>
        <p:spPr>
          <a:xfrm>
            <a:off x="2802551" y="4256213"/>
            <a:ext cx="3172800" cy="1944000"/>
          </a:xfrm>
        </p:spPr>
        <p:txBody>
          <a:bodyPr/>
          <a:lstStyle>
            <a:lvl1pPr>
              <a:spcAft>
                <a:spcPts val="0"/>
              </a:spcAft>
              <a:defRPr b="1"/>
            </a:lvl1pPr>
            <a:lvl2pPr>
              <a:spcAft>
                <a:spcPts val="0"/>
              </a:spcAft>
              <a:defRPr b="0"/>
            </a:lvl2pPr>
          </a:lstStyle>
          <a:p>
            <a:pPr lvl="0"/>
            <a:r>
              <a:rPr lang="en-GB" noProof="0"/>
              <a:t>Edit Master text styles</a:t>
            </a:r>
            <a:endParaRPr lang="en-GB"/>
          </a:p>
          <a:p>
            <a:pPr lvl="1"/>
            <a:r>
              <a:rPr lang="en-GB" noProof="0"/>
              <a:t>Second level</a:t>
            </a:r>
            <a:endParaRPr lang="en-GB"/>
          </a:p>
        </p:txBody>
      </p:sp>
      <p:sp>
        <p:nvSpPr>
          <p:cNvPr id="16" name="Text Placeholder 12"/>
          <p:cNvSpPr>
            <a:spLocks noGrp="1"/>
          </p:cNvSpPr>
          <p:nvPr>
            <p:ph type="body" sz="quarter" idx="35"/>
          </p:nvPr>
        </p:nvSpPr>
        <p:spPr>
          <a:xfrm>
            <a:off x="8548900" y="4256212"/>
            <a:ext cx="3172800" cy="1944000"/>
          </a:xfrm>
        </p:spPr>
        <p:txBody>
          <a:bodyPr/>
          <a:lstStyle>
            <a:lvl1pPr>
              <a:spcAft>
                <a:spcPts val="0"/>
              </a:spcAft>
              <a:defRPr b="1"/>
            </a:lvl1pPr>
            <a:lvl2pPr>
              <a:spcAft>
                <a:spcPts val="0"/>
              </a:spcAft>
              <a:defRPr b="0"/>
            </a:lvl2pPr>
          </a:lstStyle>
          <a:p>
            <a:pPr lvl="0"/>
            <a:r>
              <a:rPr lang="en-GB" noProof="0"/>
              <a:t>Edit Master text styles</a:t>
            </a:r>
            <a:endParaRPr lang="en-GB"/>
          </a:p>
          <a:p>
            <a:pPr lvl="1"/>
            <a:r>
              <a:rPr lang="en-GB" noProof="0"/>
              <a:t>Second level</a:t>
            </a:r>
            <a:endParaRPr lang="en-GB"/>
          </a:p>
        </p:txBody>
      </p:sp>
      <p:sp>
        <p:nvSpPr>
          <p:cNvPr id="19"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36"/>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70504324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 picture &amp;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469900" y="1700213"/>
            <a:ext cx="3627438" cy="2052830"/>
          </a:xfrm>
        </p:spPr>
        <p:txBody>
          <a:bodyPr/>
          <a:lstStyle/>
          <a:p>
            <a:r>
              <a:rPr lang="en-GB" noProof="0"/>
              <a:t>Click icon to add picture</a:t>
            </a:r>
            <a:endParaRPr lang="en-GB" noProof="0" dirty="0"/>
          </a:p>
        </p:txBody>
      </p:sp>
      <p:sp>
        <p:nvSpPr>
          <p:cNvPr id="5" name="Picture Placeholder 7"/>
          <p:cNvSpPr>
            <a:spLocks noGrp="1"/>
          </p:cNvSpPr>
          <p:nvPr>
            <p:ph type="pic" sz="quarter" idx="14"/>
          </p:nvPr>
        </p:nvSpPr>
        <p:spPr>
          <a:xfrm>
            <a:off x="8082784" y="1700213"/>
            <a:ext cx="3639316" cy="2059099"/>
          </a:xfrm>
        </p:spPr>
        <p:txBody>
          <a:bodyPr/>
          <a:lstStyle/>
          <a:p>
            <a:r>
              <a:rPr lang="en-GB" noProof="0"/>
              <a:t>Click icon to add picture</a:t>
            </a:r>
            <a:endParaRPr lang="en-GB" noProof="0" dirty="0"/>
          </a:p>
        </p:txBody>
      </p:sp>
      <p:sp>
        <p:nvSpPr>
          <p:cNvPr id="6" name="Picture Placeholder 7"/>
          <p:cNvSpPr>
            <a:spLocks noGrp="1"/>
          </p:cNvSpPr>
          <p:nvPr>
            <p:ph type="pic" sz="quarter" idx="15"/>
          </p:nvPr>
        </p:nvSpPr>
        <p:spPr>
          <a:xfrm>
            <a:off x="4284188" y="1700212"/>
            <a:ext cx="3636962" cy="2057767"/>
          </a:xfrm>
        </p:spPr>
        <p:txBody>
          <a:bodyPr/>
          <a:lstStyle/>
          <a:p>
            <a:r>
              <a:rPr lang="en-GB" noProof="0"/>
              <a:t>Click icon to add picture</a:t>
            </a:r>
            <a:endParaRPr lang="en-GB" noProof="0" dirty="0"/>
          </a:p>
        </p:txBody>
      </p:sp>
      <p:sp>
        <p:nvSpPr>
          <p:cNvPr id="9" name="Text Placeholder 18"/>
          <p:cNvSpPr>
            <a:spLocks noGrp="1"/>
          </p:cNvSpPr>
          <p:nvPr>
            <p:ph idx="1" hasCustomPrompt="1"/>
          </p:nvPr>
        </p:nvSpPr>
        <p:spPr>
          <a:xfrm>
            <a:off x="469900" y="3832225"/>
            <a:ext cx="3627438" cy="2181440"/>
          </a:xfrm>
          <a:prstGeom prst="rect">
            <a:avLst/>
          </a:prstGeom>
        </p:spPr>
        <p:txBody>
          <a:bodyPr vert="horz" lIns="0" tIns="0" rIns="0" bIns="0" rtlCol="0">
            <a:noAutofit/>
          </a:body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13" name="Text Placeholder 18"/>
          <p:cNvSpPr>
            <a:spLocks noGrp="1"/>
          </p:cNvSpPr>
          <p:nvPr>
            <p:ph idx="16" hasCustomPrompt="1"/>
          </p:nvPr>
        </p:nvSpPr>
        <p:spPr>
          <a:xfrm>
            <a:off x="4278313" y="3832224"/>
            <a:ext cx="3636962" cy="2186686"/>
          </a:xfrm>
          <a:prstGeom prst="rect">
            <a:avLst/>
          </a:prstGeom>
        </p:spPr>
        <p:txBody>
          <a:bodyPr vert="horz" lIns="0" tIns="0" rIns="0" bIns="0" rtlCol="0">
            <a:noAutofit/>
          </a:body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14" name="Text Placeholder 18"/>
          <p:cNvSpPr>
            <a:spLocks noGrp="1"/>
          </p:cNvSpPr>
          <p:nvPr>
            <p:ph idx="17" hasCustomPrompt="1"/>
          </p:nvPr>
        </p:nvSpPr>
        <p:spPr>
          <a:xfrm>
            <a:off x="8082784" y="3832224"/>
            <a:ext cx="3639316" cy="2188101"/>
          </a:xfrm>
          <a:prstGeom prst="rect">
            <a:avLst/>
          </a:prstGeom>
        </p:spPr>
        <p:txBody>
          <a:bodyPr vert="horz" lIns="0" tIns="0" rIns="0" bIns="0" rtlCol="0">
            <a:noAutofit/>
          </a:body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12"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1" name="Text Placeholder 8"/>
          <p:cNvSpPr>
            <a:spLocks noGrp="1"/>
          </p:cNvSpPr>
          <p:nvPr>
            <p:ph type="body" sz="quarter" idx="18"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9"/>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395560946"/>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428195933"/>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11"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14" name="Text Placeholder 8"/>
          <p:cNvSpPr>
            <a:spLocks noGrp="1"/>
          </p:cNvSpPr>
          <p:nvPr>
            <p:ph type="body" sz="quarter" idx="17"/>
          </p:nvPr>
        </p:nvSpPr>
        <p:spPr>
          <a:xfrm>
            <a:off x="469899" y="1857892"/>
            <a:ext cx="5544000" cy="1695451"/>
          </a:xfrm>
        </p:spPr>
        <p:txBody>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239994" indent="0">
              <a:spcAft>
                <a:spcPts val="1333"/>
              </a:spcAft>
              <a:buFont typeface="Verdana" panose="020B0604030504040204" pitchFamily="34" charset="0"/>
              <a:buNone/>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2" name="Content Placeholder 9"/>
          <p:cNvSpPr>
            <a:spLocks noGrp="1"/>
          </p:cNvSpPr>
          <p:nvPr>
            <p:ph sz="quarter" idx="22" hasCustomPrompt="1"/>
          </p:nvPr>
        </p:nvSpPr>
        <p:spPr>
          <a:xfrm>
            <a:off x="4734795" y="1857891"/>
            <a:ext cx="1270718" cy="720000"/>
          </a:xfrm>
        </p:spPr>
        <p:txBody>
          <a:bodyPr>
            <a:noAutofit/>
          </a:bodyPr>
          <a:lstStyle>
            <a:lvl1pPr algn="ctr">
              <a:defRPr sz="900" baseline="0"/>
            </a:lvl1pPr>
          </a:lstStyle>
          <a:p>
            <a:pPr lvl="0"/>
            <a:r>
              <a:rPr lang="en-GB" dirty="0"/>
              <a:t>Click here, go to INSERT tab and choose Pictures to insert Co-brand Logo</a:t>
            </a:r>
            <a:endParaRPr lang="en-GB"/>
          </a:p>
        </p:txBody>
      </p:sp>
      <p:sp>
        <p:nvSpPr>
          <p:cNvPr id="15" name="Text Placeholder 8"/>
          <p:cNvSpPr>
            <a:spLocks noGrp="1"/>
          </p:cNvSpPr>
          <p:nvPr>
            <p:ph type="body" sz="quarter" idx="21"/>
          </p:nvPr>
        </p:nvSpPr>
        <p:spPr>
          <a:xfrm>
            <a:off x="6177462" y="1857892"/>
            <a:ext cx="5544000" cy="1695451"/>
          </a:xfrm>
        </p:spPr>
        <p:txBody>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3" name="Content Placeholder 10"/>
          <p:cNvSpPr>
            <a:spLocks noGrp="1"/>
          </p:cNvSpPr>
          <p:nvPr>
            <p:ph sz="quarter" idx="23" hasCustomPrompt="1"/>
          </p:nvPr>
        </p:nvSpPr>
        <p:spPr>
          <a:xfrm>
            <a:off x="10451382" y="1857891"/>
            <a:ext cx="1270718" cy="720000"/>
          </a:xfrm>
        </p:spPr>
        <p:txBody>
          <a:bodyPr>
            <a:noAutofit/>
          </a:bodyPr>
          <a:lstStyle>
            <a:lvl1pPr algn="ctr">
              <a:defRPr sz="900" baseline="0"/>
            </a:lvl1pPr>
          </a:lstStyle>
          <a:p>
            <a:pPr lvl="0"/>
            <a:r>
              <a:rPr lang="en-GB" dirty="0"/>
              <a:t>Click here, go to INSERT tab and choose Pictures to insert Co-brand Logo</a:t>
            </a:r>
            <a:endParaRPr lang="en-GB"/>
          </a:p>
        </p:txBody>
      </p:sp>
      <p:sp>
        <p:nvSpPr>
          <p:cNvPr id="17" name="Rectangle 16"/>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GB" sz="1467" noProof="0" dirty="0">
              <a:solidFill>
                <a:schemeClr val="bg1"/>
              </a:solidFill>
            </a:endParaRPr>
          </a:p>
        </p:txBody>
      </p:sp>
      <p:sp>
        <p:nvSpPr>
          <p:cNvPr id="18" name="Rectangle 17"/>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GB" sz="1467" noProof="0" dirty="0">
              <a:solidFill>
                <a:schemeClr val="bg1"/>
              </a:solidFill>
            </a:endParaRPr>
          </a:p>
        </p:txBody>
      </p:sp>
      <p:sp>
        <p:nvSpPr>
          <p:cNvPr id="2" name="Footer Placeholder 1"/>
          <p:cNvSpPr>
            <a:spLocks noGrp="1"/>
          </p:cNvSpPr>
          <p:nvPr>
            <p:ph type="ftr" sz="quarter" idx="2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4239408974"/>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19"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ext Placeholder 8"/>
          <p:cNvSpPr>
            <a:spLocks noGrp="1"/>
          </p:cNvSpPr>
          <p:nvPr>
            <p:ph type="body" sz="quarter" idx="17"/>
          </p:nvPr>
        </p:nvSpPr>
        <p:spPr>
          <a:xfrm>
            <a:off x="469899" y="1857892"/>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6" name="Content Placeholder 9"/>
          <p:cNvSpPr>
            <a:spLocks noGrp="1"/>
          </p:cNvSpPr>
          <p:nvPr>
            <p:ph sz="quarter" idx="26" hasCustomPrompt="1"/>
          </p:nvPr>
        </p:nvSpPr>
        <p:spPr>
          <a:xfrm>
            <a:off x="4734795" y="1857891"/>
            <a:ext cx="1270718" cy="720000"/>
          </a:xfrm>
        </p:spPr>
        <p:txBody>
          <a:bodyPr>
            <a:noAutofit/>
          </a:bodyPr>
          <a:lstStyle>
            <a:lvl1pPr algn="ctr">
              <a:defRPr sz="900" baseline="0"/>
            </a:lvl1pPr>
          </a:lstStyle>
          <a:p>
            <a:pPr lvl="0"/>
            <a:r>
              <a:rPr lang="en-GB" dirty="0"/>
              <a:t>Click here, go to INSERT tab and choose Pictures to insert Co-brand Logo</a:t>
            </a:r>
            <a:endParaRPr lang="en-GB"/>
          </a:p>
        </p:txBody>
      </p:sp>
      <p:sp>
        <p:nvSpPr>
          <p:cNvPr id="9" name="Text Placeholder 8"/>
          <p:cNvSpPr>
            <a:spLocks noGrp="1"/>
          </p:cNvSpPr>
          <p:nvPr>
            <p:ph type="body" sz="quarter" idx="21"/>
          </p:nvPr>
        </p:nvSpPr>
        <p:spPr>
          <a:xfrm>
            <a:off x="6177462" y="1857892"/>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0" name="Content Placeholder 10"/>
          <p:cNvSpPr>
            <a:spLocks noGrp="1"/>
          </p:cNvSpPr>
          <p:nvPr>
            <p:ph sz="quarter" idx="27" hasCustomPrompt="1"/>
          </p:nvPr>
        </p:nvSpPr>
        <p:spPr>
          <a:xfrm>
            <a:off x="10451382" y="1857891"/>
            <a:ext cx="1270718" cy="720000"/>
          </a:xfrm>
        </p:spPr>
        <p:txBody>
          <a:bodyPr>
            <a:noAutofit/>
          </a:bodyPr>
          <a:lstStyle>
            <a:lvl1pPr algn="ctr">
              <a:defRPr sz="900" baseline="0"/>
            </a:lvl1pPr>
          </a:lstStyle>
          <a:p>
            <a:pPr lvl="0"/>
            <a:r>
              <a:rPr lang="en-GB" dirty="0"/>
              <a:t>Click here, go to INSERT tab and choose Pictures to insert Co-brand Logo</a:t>
            </a:r>
            <a:endParaRPr lang="en-GB"/>
          </a:p>
        </p:txBody>
      </p:sp>
      <p:sp>
        <p:nvSpPr>
          <p:cNvPr id="10" name="Text Placeholder 8"/>
          <p:cNvSpPr>
            <a:spLocks noGrp="1"/>
          </p:cNvSpPr>
          <p:nvPr>
            <p:ph type="body" sz="quarter" idx="22"/>
          </p:nvPr>
        </p:nvSpPr>
        <p:spPr>
          <a:xfrm>
            <a:off x="469899" y="4249681"/>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1" name="Content Placeholder 11"/>
          <p:cNvSpPr>
            <a:spLocks noGrp="1"/>
          </p:cNvSpPr>
          <p:nvPr>
            <p:ph sz="quarter" idx="28" hasCustomPrompt="1"/>
          </p:nvPr>
        </p:nvSpPr>
        <p:spPr>
          <a:xfrm>
            <a:off x="4742449" y="4248208"/>
            <a:ext cx="1270718" cy="720000"/>
          </a:xfrm>
        </p:spPr>
        <p:txBody>
          <a:bodyPr>
            <a:noAutofit/>
          </a:bodyPr>
          <a:lstStyle>
            <a:lvl1pPr algn="ctr">
              <a:defRPr sz="900" baseline="0"/>
            </a:lvl1pPr>
          </a:lstStyle>
          <a:p>
            <a:pPr lvl="0"/>
            <a:r>
              <a:rPr lang="en-GB" dirty="0"/>
              <a:t>Click here, go to INSERT tab and choose Pictures to insert Co-brand Logo</a:t>
            </a:r>
            <a:endParaRPr lang="en-GB"/>
          </a:p>
        </p:txBody>
      </p:sp>
      <p:sp>
        <p:nvSpPr>
          <p:cNvPr id="11" name="Text Placeholder 8"/>
          <p:cNvSpPr>
            <a:spLocks noGrp="1"/>
          </p:cNvSpPr>
          <p:nvPr>
            <p:ph type="body" sz="quarter" idx="23"/>
          </p:nvPr>
        </p:nvSpPr>
        <p:spPr>
          <a:xfrm>
            <a:off x="6177460" y="4249681"/>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2" name="Content Placeholder 12"/>
          <p:cNvSpPr>
            <a:spLocks noGrp="1"/>
          </p:cNvSpPr>
          <p:nvPr>
            <p:ph sz="quarter" idx="29" hasCustomPrompt="1"/>
          </p:nvPr>
        </p:nvSpPr>
        <p:spPr>
          <a:xfrm>
            <a:off x="10451382" y="4248208"/>
            <a:ext cx="1270718" cy="720000"/>
          </a:xfrm>
        </p:spPr>
        <p:txBody>
          <a:bodyPr>
            <a:noAutofit/>
          </a:bodyPr>
          <a:lstStyle>
            <a:lvl1pPr algn="ctr">
              <a:defRPr sz="900" baseline="0"/>
            </a:lvl1pPr>
          </a:lstStyle>
          <a:p>
            <a:pPr lvl="0"/>
            <a:r>
              <a:rPr lang="en-GB" dirty="0"/>
              <a:t>Click here, go to INSERT tab and choose Pictures to insert Co-brand Logo</a:t>
            </a:r>
            <a:endParaRPr lang="en-GB"/>
          </a:p>
        </p:txBody>
      </p:sp>
      <p:sp>
        <p:nvSpPr>
          <p:cNvPr id="4" name="Rectangle 3"/>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GB" sz="1467" noProof="0" dirty="0">
              <a:solidFill>
                <a:schemeClr val="bg1"/>
              </a:solidFill>
            </a:endParaRPr>
          </a:p>
        </p:txBody>
      </p:sp>
      <p:sp>
        <p:nvSpPr>
          <p:cNvPr id="5" name="Rectangle 4"/>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GB" sz="1467" noProof="0" dirty="0">
              <a:solidFill>
                <a:schemeClr val="bg1"/>
              </a:solidFill>
            </a:endParaRPr>
          </a:p>
        </p:txBody>
      </p:sp>
      <p:sp>
        <p:nvSpPr>
          <p:cNvPr id="12" name="Rectangle 11"/>
          <p:cNvSpPr/>
          <p:nvPr userDrawn="1"/>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GB" sz="1467" noProof="0" dirty="0">
              <a:solidFill>
                <a:schemeClr val="bg1"/>
              </a:solidFill>
            </a:endParaRPr>
          </a:p>
        </p:txBody>
      </p:sp>
      <p:sp>
        <p:nvSpPr>
          <p:cNvPr id="13" name="Rectangle 12"/>
          <p:cNvSpPr/>
          <p:nvPr userDrawn="1"/>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GB" sz="1467" noProof="0" dirty="0">
              <a:solidFill>
                <a:schemeClr val="bg1"/>
              </a:solidFill>
            </a:endParaRPr>
          </a:p>
        </p:txBody>
      </p:sp>
      <p:sp>
        <p:nvSpPr>
          <p:cNvPr id="2" name="Footer Placeholder 1"/>
          <p:cNvSpPr>
            <a:spLocks noGrp="1"/>
          </p:cNvSpPr>
          <p:nvPr>
            <p:ph type="ftr" sz="quarter" idx="3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897561385"/>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4" name="Rectangle 3"/>
          <p:cNvSpPr/>
          <p:nvPr userDrawn="1"/>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dirty="0">
              <a:solidFill>
                <a:schemeClr val="bg1"/>
              </a:solidFill>
            </a:endParaRPr>
          </a:p>
        </p:txBody>
      </p:sp>
      <p:sp>
        <p:nvSpPr>
          <p:cNvPr id="5" name="Rectangle 4"/>
          <p:cNvSpPr/>
          <p:nvPr userDrawn="1"/>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dirty="0">
              <a:solidFill>
                <a:schemeClr val="bg1"/>
              </a:solidFill>
            </a:endParaRPr>
          </a:p>
        </p:txBody>
      </p:sp>
      <p:sp>
        <p:nvSpPr>
          <p:cNvPr id="6" name="Rectangle 5"/>
          <p:cNvSpPr/>
          <p:nvPr userDrawn="1"/>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dirty="0">
              <a:solidFill>
                <a:schemeClr val="bg1"/>
              </a:solidFill>
            </a:endParaRPr>
          </a:p>
        </p:txBody>
      </p:sp>
      <p:sp>
        <p:nvSpPr>
          <p:cNvPr id="7" name="Text Placeholder 8"/>
          <p:cNvSpPr>
            <a:spLocks noGrp="1"/>
          </p:cNvSpPr>
          <p:nvPr>
            <p:ph type="body" sz="quarter" idx="17"/>
          </p:nvPr>
        </p:nvSpPr>
        <p:spPr>
          <a:xfrm>
            <a:off x="4278313" y="1851441"/>
            <a:ext cx="3636962" cy="3845755"/>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8" name="Text Placeholder 8"/>
          <p:cNvSpPr>
            <a:spLocks noGrp="1"/>
          </p:cNvSpPr>
          <p:nvPr>
            <p:ph type="body" sz="quarter" idx="18"/>
          </p:nvPr>
        </p:nvSpPr>
        <p:spPr>
          <a:xfrm>
            <a:off x="469900" y="1851441"/>
            <a:ext cx="3627438" cy="3845755"/>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9" name="Text Placeholder 8"/>
          <p:cNvSpPr>
            <a:spLocks noGrp="1"/>
          </p:cNvSpPr>
          <p:nvPr>
            <p:ph type="body" sz="quarter" idx="19"/>
          </p:nvPr>
        </p:nvSpPr>
        <p:spPr>
          <a:xfrm>
            <a:off x="8093075" y="1851441"/>
            <a:ext cx="3629025" cy="3845755"/>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2"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1"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735867472"/>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6" name="Text Placeholder 8"/>
          <p:cNvSpPr>
            <a:spLocks noGrp="1"/>
          </p:cNvSpPr>
          <p:nvPr>
            <p:ph type="body" sz="quarter" idx="19"/>
          </p:nvPr>
        </p:nvSpPr>
        <p:spPr>
          <a:xfrm>
            <a:off x="3356633" y="2556000"/>
            <a:ext cx="2592000" cy="3394800"/>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7" name="Text Placeholder 8"/>
          <p:cNvSpPr>
            <a:spLocks noGrp="1"/>
          </p:cNvSpPr>
          <p:nvPr>
            <p:ph type="body" sz="quarter" idx="20"/>
          </p:nvPr>
        </p:nvSpPr>
        <p:spPr>
          <a:xfrm>
            <a:off x="6243366" y="2556000"/>
            <a:ext cx="2592000" cy="3394800"/>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0"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2912430734"/>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Ref idx="1001">
        <a:schemeClr val="bg1"/>
      </p:bgRef>
    </p:bg>
    <p:spTree>
      <p:nvGrpSpPr>
        <p:cNvPr id="1" name=""/>
        <p:cNvGrpSpPr/>
        <p:nvPr/>
      </p:nvGrpSpPr>
      <p:grpSpPr>
        <a:xfrm>
          <a:off x="0" y="0"/>
          <a:ext cx="0" cy="0"/>
          <a:chOff x="0" y="0"/>
          <a:chExt cx="0" cy="0"/>
        </a:xfrm>
      </p:grpSpPr>
      <p:sp>
        <p:nvSpPr>
          <p:cNvPr id="11" name="Colored background"/>
          <p:cNvSpPr/>
          <p:nvPr userDrawn="1"/>
        </p:nvSpPr>
        <p:spPr bwMode="gray">
          <a:xfrm>
            <a:off x="0" y="0"/>
            <a:ext cx="12189600" cy="6858000"/>
          </a:xfrm>
          <a:prstGeom prst="rect">
            <a:avLst/>
          </a:prstGeom>
          <a:solidFill>
            <a:srgbClr val="046A3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4" name="Text Placeholder 8"/>
          <p:cNvSpPr>
            <a:spLocks noGrp="1"/>
          </p:cNvSpPr>
          <p:nvPr>
            <p:ph type="body" sz="quarter" idx="17"/>
          </p:nvPr>
        </p:nvSpPr>
        <p:spPr>
          <a:xfrm>
            <a:off x="469903" y="2556000"/>
            <a:ext cx="2592000" cy="3394800"/>
          </a:xfrm>
        </p:spPr>
        <p:txBody>
          <a:bodyPr/>
          <a:lstStyle>
            <a:lvl1pPr>
              <a:defRPr b="1">
                <a:solidFill>
                  <a:schemeClr val="tx1"/>
                </a:solidFill>
              </a:defRPr>
            </a:lvl1pPr>
            <a:lvl2pPr>
              <a:spcAft>
                <a:spcPts val="1333"/>
              </a:spcAft>
              <a:defRPr>
                <a:solidFill>
                  <a:schemeClr val="tx1"/>
                </a:solidFill>
              </a:defRPr>
            </a:lvl2pPr>
            <a:lvl3pPr marL="0" indent="0">
              <a:spcAft>
                <a:spcPts val="1333"/>
              </a:spcAft>
              <a:buFont typeface="Arial" panose="020B0604020202020204" pitchFamily="34" charset="0"/>
              <a:buChar char="​"/>
              <a:defRPr>
                <a:solidFill>
                  <a:schemeClr val="tx1"/>
                </a:solidFill>
              </a:defRPr>
            </a:lvl3pPr>
            <a:lvl4pPr marL="235194" indent="-235194">
              <a:spcAft>
                <a:spcPts val="1333"/>
              </a:spcAft>
              <a:buFont typeface="Arial" panose="020B0604020202020204" pitchFamily="34" charset="0"/>
              <a:buChar char="•"/>
              <a:defRPr>
                <a:solidFill>
                  <a:schemeClr val="tx1"/>
                </a:solidFill>
              </a:defRPr>
            </a:lvl4pPr>
            <a:lvl5pPr marL="475188" indent="-235194">
              <a:spcAft>
                <a:spcPts val="1333"/>
              </a:spcAft>
              <a:defRPr baseline="0">
                <a:solidFill>
                  <a:schemeClr val="tx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tx1"/>
                </a:solidFill>
              </a:defRPr>
            </a:lvl1pPr>
            <a:lvl2pPr>
              <a:spcAft>
                <a:spcPts val="1333"/>
              </a:spcAft>
              <a:defRPr>
                <a:solidFill>
                  <a:schemeClr val="tx1"/>
                </a:solidFill>
              </a:defRPr>
            </a:lvl2pPr>
            <a:lvl3pPr marL="0" indent="0">
              <a:spcAft>
                <a:spcPts val="1333"/>
              </a:spcAft>
              <a:buFont typeface="Arial" panose="020B0604020202020204" pitchFamily="34" charset="0"/>
              <a:buChar char="​"/>
              <a:defRPr>
                <a:solidFill>
                  <a:schemeClr val="tx1"/>
                </a:solidFill>
              </a:defRPr>
            </a:lvl3pPr>
            <a:lvl4pPr marL="235194" indent="-235194">
              <a:spcAft>
                <a:spcPts val="1333"/>
              </a:spcAft>
              <a:buFont typeface="Arial" panose="020B0604020202020204" pitchFamily="34" charset="0"/>
              <a:buChar char="•"/>
              <a:defRPr>
                <a:solidFill>
                  <a:schemeClr val="tx1"/>
                </a:solidFill>
              </a:defRPr>
            </a:lvl4pPr>
            <a:lvl5pPr marL="475188" indent="-235194">
              <a:spcAft>
                <a:spcPts val="1333"/>
              </a:spcAft>
              <a:defRPr baseline="0">
                <a:solidFill>
                  <a:schemeClr val="tx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6" name="Text Placeholder 8"/>
          <p:cNvSpPr>
            <a:spLocks noGrp="1"/>
          </p:cNvSpPr>
          <p:nvPr>
            <p:ph type="body" sz="quarter" idx="19"/>
          </p:nvPr>
        </p:nvSpPr>
        <p:spPr>
          <a:xfrm>
            <a:off x="3356635" y="2556000"/>
            <a:ext cx="2592000" cy="3394800"/>
          </a:xfrm>
        </p:spPr>
        <p:txBody>
          <a:bodyPr/>
          <a:lstStyle>
            <a:lvl1pPr>
              <a:defRPr b="1">
                <a:solidFill>
                  <a:schemeClr val="tx1"/>
                </a:solidFill>
              </a:defRPr>
            </a:lvl1pPr>
            <a:lvl2pPr>
              <a:spcAft>
                <a:spcPts val="1333"/>
              </a:spcAft>
              <a:defRPr>
                <a:solidFill>
                  <a:schemeClr val="tx1"/>
                </a:solidFill>
              </a:defRPr>
            </a:lvl2pPr>
            <a:lvl3pPr marL="0" indent="0">
              <a:spcAft>
                <a:spcPts val="1333"/>
              </a:spcAft>
              <a:buFont typeface="Arial" panose="020B0604020202020204" pitchFamily="34" charset="0"/>
              <a:buChar char="​"/>
              <a:defRPr>
                <a:solidFill>
                  <a:schemeClr val="tx1"/>
                </a:solidFill>
              </a:defRPr>
            </a:lvl3pPr>
            <a:lvl4pPr marL="235194" indent="-235194">
              <a:spcAft>
                <a:spcPts val="1333"/>
              </a:spcAft>
              <a:buFont typeface="Arial" panose="020B0604020202020204" pitchFamily="34" charset="0"/>
              <a:buChar char="•"/>
              <a:defRPr>
                <a:solidFill>
                  <a:schemeClr val="tx1"/>
                </a:solidFill>
              </a:defRPr>
            </a:lvl4pPr>
            <a:lvl5pPr marL="475188" indent="-235194">
              <a:spcAft>
                <a:spcPts val="1333"/>
              </a:spcAft>
              <a:defRPr baseline="0">
                <a:solidFill>
                  <a:schemeClr val="tx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7" name="Text Placeholder 8"/>
          <p:cNvSpPr>
            <a:spLocks noGrp="1"/>
          </p:cNvSpPr>
          <p:nvPr>
            <p:ph type="body" sz="quarter" idx="20"/>
          </p:nvPr>
        </p:nvSpPr>
        <p:spPr>
          <a:xfrm>
            <a:off x="6243367" y="2556000"/>
            <a:ext cx="2592000" cy="3394800"/>
          </a:xfrm>
        </p:spPr>
        <p:txBody>
          <a:bodyPr/>
          <a:lstStyle>
            <a:lvl1pPr>
              <a:defRPr b="1">
                <a:solidFill>
                  <a:schemeClr val="tx1"/>
                </a:solidFill>
              </a:defRPr>
            </a:lvl1pPr>
            <a:lvl2pPr>
              <a:spcAft>
                <a:spcPts val="1333"/>
              </a:spcAft>
              <a:defRPr>
                <a:solidFill>
                  <a:schemeClr val="tx1"/>
                </a:solidFill>
              </a:defRPr>
            </a:lvl2pPr>
            <a:lvl3pPr marL="0" indent="0">
              <a:spcAft>
                <a:spcPts val="1333"/>
              </a:spcAft>
              <a:buFont typeface="Arial" panose="020B0604020202020204" pitchFamily="34" charset="0"/>
              <a:buChar char="​"/>
              <a:defRPr>
                <a:solidFill>
                  <a:schemeClr val="tx1"/>
                </a:solidFill>
              </a:defRPr>
            </a:lvl3pPr>
            <a:lvl4pPr marL="235194" indent="-235194">
              <a:spcAft>
                <a:spcPts val="1333"/>
              </a:spcAft>
              <a:buFont typeface="Arial" panose="020B0604020202020204" pitchFamily="34" charset="0"/>
              <a:buChar char="•"/>
              <a:defRPr>
                <a:solidFill>
                  <a:schemeClr val="tx1"/>
                </a:solidFill>
              </a:defRPr>
            </a:lvl4pPr>
            <a:lvl5pPr marL="475188" indent="-235194">
              <a:spcAft>
                <a:spcPts val="1333"/>
              </a:spcAft>
              <a:defRPr baseline="0">
                <a:solidFill>
                  <a:schemeClr val="tx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5" name="TextBox 14"/>
          <p:cNvSpPr txBox="1"/>
          <p:nvPr userDrawn="1"/>
        </p:nvSpPr>
        <p:spPr>
          <a:xfrm>
            <a:off x="11382378" y="6477001"/>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17"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solidFill>
                  <a:schemeClr val="tx1"/>
                </a:solidFill>
              </a:defRPr>
            </a:lvl1pPr>
          </a:lstStyle>
          <a:p>
            <a:r>
              <a:rPr lang="en-GB" noProof="0"/>
              <a:t>Click to edit Master title style</a:t>
            </a:r>
            <a:endParaRPr lang="en-GB" noProof="0" dirty="0"/>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chemeClr val="tx1"/>
                </a:solidFill>
              </a:defRPr>
            </a:lvl1pPr>
          </a:lstStyle>
          <a:p>
            <a:pPr lvl="0"/>
            <a:r>
              <a:rPr lang="en-GB" noProof="0" dirty="0"/>
              <a:t>Click to add subtitle</a:t>
            </a:r>
            <a:endParaRPr lang="en-GB"/>
          </a:p>
        </p:txBody>
      </p:sp>
      <p:sp>
        <p:nvSpPr>
          <p:cNvPr id="2" name="Footer Placeholder 1"/>
          <p:cNvSpPr>
            <a:spLocks noGrp="1"/>
          </p:cNvSpPr>
          <p:nvPr>
            <p:ph type="ftr" sz="quarter" idx="2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404437087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467783" y="1665817"/>
            <a:ext cx="5537730" cy="4633383"/>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6"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4167089491"/>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2" name="Footer Placeholder 1"/>
          <p:cNvSpPr>
            <a:spLocks noGrp="1"/>
          </p:cNvSpPr>
          <p:nvPr>
            <p:ph type="ftr" sz="quarter" idx="1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242278702"/>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7423936"/>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3" name="Picture Placeholder 2"/>
          <p:cNvSpPr>
            <a:spLocks noGrp="1"/>
          </p:cNvSpPr>
          <p:nvPr>
            <p:ph type="pic" sz="quarter" idx="14" hasCustomPrompt="1"/>
          </p:nvPr>
        </p:nvSpPr>
        <p:spPr>
          <a:xfrm>
            <a:off x="9402597" y="4102100"/>
            <a:ext cx="2319503" cy="1725448"/>
          </a:xfrm>
        </p:spPr>
        <p:txBody>
          <a:bodyPr anchor="ctr" anchorCtr="0"/>
          <a:lstStyle>
            <a:lvl1pPr algn="ctr">
              <a:defRPr sz="1200"/>
            </a:lvl1pPr>
          </a:lstStyle>
          <a:p>
            <a:r>
              <a:rPr lang="en-GB" sz="1200" noProof="0" dirty="0"/>
              <a:t>Insert sponsorship mark here</a:t>
            </a:r>
            <a:endParaRPr lang="en-GB" noProof="0" dirty="0"/>
          </a:p>
        </p:txBody>
      </p:sp>
      <p:sp>
        <p:nvSpPr>
          <p:cNvPr id="8" name="Text Placeholder 7"/>
          <p:cNvSpPr>
            <a:spLocks noGrp="1"/>
          </p:cNvSpPr>
          <p:nvPr>
            <p:ph type="body" sz="quarter" idx="15"/>
          </p:nvPr>
        </p:nvSpPr>
        <p:spPr>
          <a:xfrm>
            <a:off x="9402598" y="5935479"/>
            <a:ext cx="2319501" cy="363723"/>
          </a:xfrm>
        </p:spPr>
        <p:txBody>
          <a:bodyPr anchor="b" anchorCtr="0"/>
          <a:lstStyle>
            <a:lvl1pPr>
              <a:lnSpc>
                <a:spcPct val="100000"/>
              </a:lnSpc>
              <a:defRPr sz="1267"/>
            </a:lvl1pPr>
          </a:lstStyle>
          <a:p>
            <a:pPr lvl="0"/>
            <a:r>
              <a:rPr lang="en-GB" noProof="0"/>
              <a:t>Edit Master text styles</a:t>
            </a:r>
            <a:endParaRPr lang="en-GB"/>
          </a:p>
        </p:txBody>
      </p:sp>
      <p:sp>
        <p:nvSpPr>
          <p:cNvPr id="20" name="SD_ART_Logo"/>
          <p:cNvSpPr/>
          <p:nvPr userDrawn="1"/>
        </p:nvSpPr>
        <p:spPr>
          <a:xfrm>
            <a:off x="475438" y="464400"/>
            <a:ext cx="2286000" cy="100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037916276" name="LogoDisclaimerPage"/>
          <p:cNvPicPr>
            <a:picLocks noChangeAspect="1"/>
          </p:cNvPicPr>
          <p:nvPr/>
        </p:nvPicPr>
        <p:blipFill>
          <a:blip r:embed="rId2"/>
          <a:stretch>
            <a:fillRect/>
          </a:stretch>
        </p:blipFill>
        <p:spPr>
          <a:xfrm>
            <a:off x="475200" y="464400"/>
            <a:ext cx="1655999" cy="725867"/>
          </a:xfrm>
          <a:prstGeom prst="rect">
            <a:avLst/>
          </a:prstGeom>
        </p:spPr>
      </p:pic>
      <p:sp>
        <p:nvSpPr>
          <p:cNvPr id="2" name="Footer Placeholder 1"/>
          <p:cNvSpPr>
            <a:spLocks noGrp="1"/>
          </p:cNvSpPr>
          <p:nvPr>
            <p:ph type="ftr" sz="quarter" idx="16"/>
          </p:nvPr>
        </p:nvSpPr>
        <p:spPr>
          <a:xfrm>
            <a:off x="6184900" y="6476999"/>
            <a:ext cx="4536726" cy="244476"/>
          </a:xfrm>
          <a:prstGeom prst="rect">
            <a:avLst/>
          </a:prstGeom>
        </p:spPr>
        <p:txBody>
          <a:bodyPr/>
          <a:lstStyle>
            <a:lvl1pPr>
              <a:defRPr>
                <a:solidFill>
                  <a:schemeClr val="bg1"/>
                </a:solidFill>
              </a:defRPr>
            </a:lvl1pPr>
          </a:lstStyle>
          <a:p>
            <a:endParaRPr lang="en-GB" dirty="0"/>
          </a:p>
        </p:txBody>
      </p:sp>
    </p:spTree>
    <p:extLst>
      <p:ext uri="{BB962C8B-B14F-4D97-AF65-F5344CB8AC3E}">
        <p14:creationId xmlns:p14="http://schemas.microsoft.com/office/powerpoint/2010/main" val="129031015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Ref idx="1001">
        <a:schemeClr val="bg1"/>
      </p:bgRef>
    </p:bg>
    <p:spTree>
      <p:nvGrpSpPr>
        <p:cNvPr id="1" name=""/>
        <p:cNvGrpSpPr/>
        <p:nvPr/>
      </p:nvGrpSpPr>
      <p:grpSpPr>
        <a:xfrm>
          <a:off x="0" y="0"/>
          <a:ext cx="0" cy="0"/>
          <a:chOff x="0" y="0"/>
          <a:chExt cx="0" cy="0"/>
        </a:xfrm>
      </p:grpSpPr>
      <p:pic>
        <p:nvPicPr>
          <p:cNvPr id="20" name="Background Picture 3"/>
          <p:cNvPicPr>
            <a:picLocks/>
          </p:cNvPicPr>
          <p:nvPr userDrawn="1"/>
        </p:nvPicPr>
        <p:blipFill>
          <a:blip r:embed="rId2">
            <a:extLst>
              <a:ext uri="{28A0092B-C50C-407E-A947-70E740481C1C}">
                <a14:useLocalDpi xmlns:a14="http://schemas.microsoft.com/office/drawing/2010/main" val="0"/>
              </a:ext>
            </a:extLst>
          </a:blip>
          <a:stretch>
            <a:fillRect/>
          </a:stretch>
        </p:blipFill>
        <p:spPr>
          <a:xfrm>
            <a:off x="0" y="0"/>
            <a:ext cx="12189600" cy="6858000"/>
          </a:xfrm>
          <a:prstGeom prst="rect">
            <a:avLst/>
          </a:prstGeom>
        </p:spPr>
      </p:pic>
      <p:sp>
        <p:nvSpPr>
          <p:cNvPr id="33" name="Picture Placeholder 8"/>
          <p:cNvSpPr>
            <a:spLocks noGrp="1"/>
          </p:cNvSpPr>
          <p:nvPr>
            <p:ph type="pic" sz="quarter" idx="11"/>
          </p:nvPr>
        </p:nvSpPr>
        <p:spPr>
          <a:xfrm>
            <a:off x="3393716" y="727595"/>
            <a:ext cx="5400000" cy="5400000"/>
          </a:xfrm>
          <a:prstGeom prst="rect">
            <a:avLst/>
          </a:prstGeom>
        </p:spPr>
        <p:txBody>
          <a:bodyPr/>
          <a:lstStyle>
            <a:lvl1pPr>
              <a:defRPr>
                <a:solidFill>
                  <a:schemeClr val="tx1"/>
                </a:solidFill>
              </a:defRPr>
            </a:lvl1pPr>
          </a:lstStyle>
          <a:p>
            <a:r>
              <a:rPr lang="en-GB" noProof="0"/>
              <a:t>Click icon to add picture</a:t>
            </a:r>
            <a:endParaRPr lang="en-GB" noProof="0" dirty="0"/>
          </a:p>
        </p:txBody>
      </p:sp>
      <p:sp>
        <p:nvSpPr>
          <p:cNvPr id="2" name="Title"/>
          <p:cNvSpPr>
            <a:spLocks noGrp="1"/>
          </p:cNvSpPr>
          <p:nvPr>
            <p:ph type="ctrTitle" hasCustomPrompt="1"/>
          </p:nvPr>
        </p:nvSpPr>
        <p:spPr bwMode="gray">
          <a:xfrm>
            <a:off x="475200" y="5480578"/>
            <a:ext cx="5620800" cy="324000"/>
          </a:xfrm>
        </p:spPr>
        <p:txBody>
          <a:bodyPr anchor="b" anchorCtr="0">
            <a:noAutofit/>
          </a:bodyPr>
          <a:lstStyle>
            <a:lvl1pPr algn="l">
              <a:lnSpc>
                <a:spcPct val="100000"/>
              </a:lnSpc>
              <a:defRPr sz="1800" b="1">
                <a:solidFill>
                  <a:schemeClr val="tx1"/>
                </a:solidFill>
                <a:latin typeface="+mj-lt"/>
                <a:ea typeface="Open Sans" panose="020B0606030504020204" pitchFamily="34" charset="0"/>
                <a:cs typeface="Open Sans" panose="020B0606030504020204" pitchFamily="34" charset="0"/>
              </a:defRPr>
            </a:lvl1pPr>
          </a:lstStyle>
          <a:p>
            <a:r>
              <a:rPr lang="en-GB" dirty="0"/>
              <a:t>Presentation  title runs here</a:t>
            </a:r>
            <a:endParaRPr lang="en-GB" noProof="0" dirty="0"/>
          </a:p>
        </p:txBody>
      </p:sp>
      <p:sp>
        <p:nvSpPr>
          <p:cNvPr id="3" name="Subtitle"/>
          <p:cNvSpPr>
            <a:spLocks noGrp="1"/>
          </p:cNvSpPr>
          <p:nvPr>
            <p:ph type="subTitle" idx="1" hasCustomPrompt="1"/>
          </p:nvPr>
        </p:nvSpPr>
        <p:spPr bwMode="gray">
          <a:xfrm>
            <a:off x="475200" y="5845180"/>
            <a:ext cx="5620800" cy="505645"/>
          </a:xfrm>
          <a:prstGeom prst="rect">
            <a:avLst/>
          </a:prstGeom>
        </p:spPr>
        <p:txBody>
          <a:bodyPr lIns="0" tIns="0" rIns="0" bIns="0">
            <a:noAutofit/>
          </a:bodyPr>
          <a:lstStyle>
            <a:lvl1pPr marL="0" indent="0" algn="l">
              <a:lnSpc>
                <a:spcPct val="100000"/>
              </a:lnSpc>
              <a:spcAft>
                <a:spcPts val="0"/>
              </a:spcAft>
              <a:buNone/>
              <a:defRPr sz="16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pPr lvl="0"/>
            <a:r>
              <a:rPr lang="en-GB" dirty="0"/>
              <a:t>Subtitle here two lines max</a:t>
            </a:r>
            <a:endParaRPr lang="en-GB"/>
          </a:p>
        </p:txBody>
      </p:sp>
      <p:sp>
        <p:nvSpPr>
          <p:cNvPr id="18" name="SD_ART_Logo_White"/>
          <p:cNvSpPr/>
          <p:nvPr userDrawn="1"/>
        </p:nvSpPr>
        <p:spPr>
          <a:xfrm>
            <a:off x="475438" y="464400"/>
            <a:ext cx="2286000" cy="100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494324979" name="LogoFrontSlide"/>
          <p:cNvPicPr>
            <a:picLocks noChangeAspect="1"/>
          </p:cNvPicPr>
          <p:nvPr/>
        </p:nvPicPr>
        <p:blipFill>
          <a:blip r:embed="rId3"/>
          <a:stretch>
            <a:fillRect/>
          </a:stretch>
        </p:blipFill>
        <p:spPr>
          <a:xfrm>
            <a:off x="413999" y="503999"/>
            <a:ext cx="1655999" cy="725867"/>
          </a:xfrm>
          <a:prstGeom prst="rect">
            <a:avLst/>
          </a:prstGeom>
        </p:spPr>
      </p:pic>
      <p:sp>
        <p:nvSpPr>
          <p:cNvPr id="4" name="Footer Placeholder 3" hidden="1"/>
          <p:cNvSpPr>
            <a:spLocks noGrp="1"/>
          </p:cNvSpPr>
          <p:nvPr>
            <p:ph type="ftr" sz="quarter" idx="12"/>
          </p:nvPr>
        </p:nvSpPr>
        <p:spPr>
          <a:xfrm>
            <a:off x="6184900" y="6476999"/>
            <a:ext cx="4536726" cy="244476"/>
          </a:xfrm>
          <a:prstGeom prst="rect">
            <a:avLst/>
          </a:prstGeom>
        </p:spPr>
        <p:txBody>
          <a:bodyPr/>
          <a:lstStyle>
            <a:lvl1pPr>
              <a:defRPr>
                <a:solidFill>
                  <a:schemeClr val="bg1"/>
                </a:solidFill>
              </a:defRPr>
            </a:lvl1pPr>
          </a:lstStyle>
          <a:p>
            <a:endParaRPr lang="en-GB" dirty="0"/>
          </a:p>
        </p:txBody>
      </p:sp>
    </p:spTree>
    <p:extLst>
      <p:ext uri="{BB962C8B-B14F-4D97-AF65-F5344CB8AC3E}">
        <p14:creationId xmlns:p14="http://schemas.microsoft.com/office/powerpoint/2010/main" val="208421444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2189600" cy="6858000"/>
          </a:xfrm>
          <a:prstGeom prst="rect">
            <a:avLst/>
          </a:prstGeom>
          <a:solidFill>
            <a:srgbClr val="86BC2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2" name="Title 1"/>
          <p:cNvSpPr>
            <a:spLocks noGrp="1"/>
          </p:cNvSpPr>
          <p:nvPr>
            <p:ph type="title"/>
          </p:nvPr>
        </p:nvSpPr>
        <p:spPr bwMode="gray">
          <a:xfrm>
            <a:off x="469900" y="1700213"/>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3" name="Text Placeholder 2"/>
          <p:cNvSpPr>
            <a:spLocks noGrp="1"/>
          </p:cNvSpPr>
          <p:nvPr>
            <p:ph type="body" idx="1"/>
          </p:nvPr>
        </p:nvSpPr>
        <p:spPr bwMode="gray">
          <a:xfrm>
            <a:off x="469899" y="3423545"/>
            <a:ext cx="10418235"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Edit Master text styles</a:t>
            </a:r>
            <a:endParaRPr lang="en-GB"/>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4" name="Footer Placeholder 3"/>
          <p:cNvSpPr>
            <a:spLocks noGrp="1"/>
          </p:cNvSpPr>
          <p:nvPr>
            <p:ph type="ftr" sz="quarter" idx="1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401887158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2189600" cy="6858000"/>
          </a:xfrm>
          <a:prstGeom prst="rect">
            <a:avLst/>
          </a:prstGeom>
          <a:solidFill>
            <a:srgbClr val="046A3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Edit Master text styles</a:t>
            </a:r>
            <a:endParaRPr lang="en-GB"/>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2" name="Footer Placeholder 1"/>
          <p:cNvSpPr>
            <a:spLocks noGrp="1"/>
          </p:cNvSpPr>
          <p:nvPr>
            <p:ph type="ftr" sz="quarter" idx="1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30361187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Ref idx="1001">
        <a:schemeClr val="bg1"/>
      </p:bgRef>
    </p:bg>
    <p:spTree>
      <p:nvGrpSpPr>
        <p:cNvPr id="1" name=""/>
        <p:cNvGrpSpPr/>
        <p:nvPr/>
      </p:nvGrpSpPr>
      <p:grpSpPr>
        <a:xfrm>
          <a:off x="0" y="0"/>
          <a:ext cx="0" cy="0"/>
          <a:chOff x="0" y="0"/>
          <a:chExt cx="0" cy="0"/>
        </a:xfrm>
      </p:grpSpPr>
      <p:sp>
        <p:nvSpPr>
          <p:cNvPr id="10" name="Colored background"/>
          <p:cNvSpPr/>
          <p:nvPr userDrawn="1"/>
        </p:nvSpPr>
        <p:spPr bwMode="gray">
          <a:xfrm>
            <a:off x="0" y="0"/>
            <a:ext cx="12189600" cy="6858000"/>
          </a:xfrm>
          <a:prstGeom prst="rect">
            <a:avLst/>
          </a:prstGeom>
          <a:solidFill>
            <a:srgbClr val="62B5E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2"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3"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Edit Master text styles</a:t>
            </a:r>
            <a:endParaRPr lang="en-GB"/>
          </a:p>
        </p:txBody>
      </p:sp>
      <p:sp>
        <p:nvSpPr>
          <p:cNvPr id="9" name="TextBox 8"/>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4" name="Footer Placeholder 3"/>
          <p:cNvSpPr>
            <a:spLocks noGrp="1"/>
          </p:cNvSpPr>
          <p:nvPr>
            <p:ph type="ftr" sz="quarter" idx="1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70951425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2189600" cy="6858000"/>
          </a:xfrm>
          <a:prstGeom prst="rect">
            <a:avLst/>
          </a:prstGeom>
          <a:solidFill>
            <a:srgbClr val="01216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Edit Master text styles</a:t>
            </a:r>
            <a:endParaRPr lang="en-GB"/>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2" name="Footer Placeholder 1"/>
          <p:cNvSpPr>
            <a:spLocks noGrp="1"/>
          </p:cNvSpPr>
          <p:nvPr>
            <p:ph type="ftr" sz="quarter" idx="1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9351239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2189600" cy="6858000"/>
          </a:xfrm>
          <a:prstGeom prst="rect">
            <a:avLst/>
          </a:prstGeom>
          <a:solidFill>
            <a:srgbClr val="0000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Edit Master text styles</a:t>
            </a:r>
            <a:endParaRPr lang="en-GB"/>
          </a:p>
        </p:txBody>
      </p:sp>
      <p:sp>
        <p:nvSpPr>
          <p:cNvPr id="22" name="TextBox 21"/>
          <p:cNvSpPr txBox="1"/>
          <p:nvPr userDrawn="1"/>
        </p:nvSpPr>
        <p:spPr>
          <a:xfrm>
            <a:off x="11414125" y="667578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2" name="Footer Placeholder 1"/>
          <p:cNvSpPr>
            <a:spLocks noGrp="1"/>
          </p:cNvSpPr>
          <p:nvPr>
            <p:ph type="ftr" sz="quarter" idx="10"/>
          </p:nvPr>
        </p:nvSpPr>
        <p:spPr>
          <a:xfrm>
            <a:off x="6184900" y="6476999"/>
            <a:ext cx="4536726" cy="244476"/>
          </a:xfrm>
          <a:prstGeom prst="rect">
            <a:avLst/>
          </a:prstGeom>
        </p:spPr>
        <p:txBody>
          <a:bodyPr/>
          <a:lstStyle/>
          <a:p>
            <a:endParaRPr lang="en-GB" dirty="0"/>
          </a:p>
        </p:txBody>
      </p:sp>
      <p:sp>
        <p:nvSpPr>
          <p:cNvPr id="8" name="TextBox 7"/>
          <p:cNvSpPr txBox="1"/>
          <p:nvPr userDrawn="1"/>
        </p:nvSpPr>
        <p:spPr>
          <a:xfrm>
            <a:off x="501649" y="6654807"/>
            <a:ext cx="5355168" cy="201260"/>
          </a:xfrm>
          <a:prstGeom prst="rect">
            <a:avLst/>
          </a:prstGeom>
          <a:noFill/>
        </p:spPr>
        <p:txBody>
          <a:bodyPr wrap="square" lIns="0" tIns="0" rIns="0" bIns="0" rtlCol="0">
            <a:noAutofit/>
          </a:bodyPr>
          <a:lstStyle/>
          <a:p>
            <a:pPr marL="0" indent="0">
              <a:spcBef>
                <a:spcPts val="717"/>
              </a:spcBef>
              <a:buSzPct val="100000"/>
              <a:buFont typeface="Arial"/>
              <a:buNone/>
            </a:pPr>
            <a:r>
              <a:rPr lang="fr-FR" sz="650" noProof="0" dirty="0">
                <a:solidFill>
                  <a:schemeClr val="tx1"/>
                </a:solidFill>
              </a:rPr>
              <a:t>© 2019 Deloitte Touche Tohmatsu India LLP</a:t>
            </a:r>
          </a:p>
        </p:txBody>
      </p:sp>
    </p:spTree>
    <p:extLst>
      <p:ext uri="{BB962C8B-B14F-4D97-AF65-F5344CB8AC3E}">
        <p14:creationId xmlns:p14="http://schemas.microsoft.com/office/powerpoint/2010/main" val="93197470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1"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3" name="Text Placeholder 2"/>
          <p:cNvSpPr>
            <a:spLocks noGrp="1"/>
          </p:cNvSpPr>
          <p:nvPr>
            <p:ph type="body" idx="1"/>
          </p:nvPr>
        </p:nvSpPr>
        <p:spPr bwMode="gray">
          <a:xfrm>
            <a:off x="469900"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Edit Master text styles</a:t>
            </a:r>
            <a:endParaRPr lang="en-GB"/>
          </a:p>
        </p:txBody>
      </p:sp>
      <p:sp>
        <p:nvSpPr>
          <p:cNvPr id="4" name="Footer Placeholder 3"/>
          <p:cNvSpPr>
            <a:spLocks noGrp="1"/>
          </p:cNvSpPr>
          <p:nvPr>
            <p:ph type="ftr" sz="quarter" idx="1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65411764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Ref idx="1001">
        <a:schemeClr val="bg1"/>
      </p:bgRef>
    </p:bg>
    <p:spTree>
      <p:nvGrpSpPr>
        <p:cNvPr id="1" name=""/>
        <p:cNvGrpSpPr/>
        <p:nvPr/>
      </p:nvGrpSpPr>
      <p:grpSpPr>
        <a:xfrm>
          <a:off x="0" y="0"/>
          <a:ext cx="0" cy="0"/>
          <a:chOff x="0" y="0"/>
          <a:chExt cx="0" cy="0"/>
        </a:xfrm>
      </p:grpSpPr>
      <p:sp>
        <p:nvSpPr>
          <p:cNvPr id="6" name="Colored background"/>
          <p:cNvSpPr/>
          <p:nvPr userDrawn="1"/>
        </p:nvSpPr>
        <p:spPr bwMode="gray">
          <a:xfrm>
            <a:off x="0" y="0"/>
            <a:ext cx="12189600" cy="6858000"/>
          </a:xfrm>
          <a:prstGeom prst="rect">
            <a:avLst/>
          </a:prstGeom>
          <a:solidFill>
            <a:srgbClr val="046A3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4" name="Text Placeholder 3"/>
          <p:cNvSpPr>
            <a:spLocks noGrp="1"/>
          </p:cNvSpPr>
          <p:nvPr>
            <p:ph type="body" sz="quarter" idx="10"/>
          </p:nvPr>
        </p:nvSpPr>
        <p:spPr>
          <a:xfrm>
            <a:off x="480484" y="1590675"/>
            <a:ext cx="9029604" cy="4708525"/>
          </a:xfrm>
          <a:prstGeom prst="rect">
            <a:avLst/>
          </a:prstGeom>
        </p:spPr>
        <p:txBody>
          <a:bodyPr>
            <a:norm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GB" noProof="0"/>
              <a:t>Edit Master text styles</a:t>
            </a:r>
            <a:endParaRPr lang="en-GB"/>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2" name="Footer Placeholder 1"/>
          <p:cNvSpPr>
            <a:spLocks noGrp="1"/>
          </p:cNvSpPr>
          <p:nvPr>
            <p:ph type="ftr" sz="quarter" idx="1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245961385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Ref idx="1001">
        <a:schemeClr val="bg1"/>
      </p:bgRef>
    </p:bg>
    <p:spTree>
      <p:nvGrpSpPr>
        <p:cNvPr id="1" name=""/>
        <p:cNvGrpSpPr/>
        <p:nvPr/>
      </p:nvGrpSpPr>
      <p:grpSpPr>
        <a:xfrm>
          <a:off x="0" y="0"/>
          <a:ext cx="0" cy="0"/>
          <a:chOff x="0" y="0"/>
          <a:chExt cx="0" cy="0"/>
        </a:xfrm>
      </p:grpSpPr>
      <p:sp>
        <p:nvSpPr>
          <p:cNvPr id="6" name="Colored background"/>
          <p:cNvSpPr/>
          <p:nvPr userDrawn="1"/>
        </p:nvSpPr>
        <p:spPr bwMode="gray">
          <a:xfrm>
            <a:off x="0" y="0"/>
            <a:ext cx="12189600" cy="6858000"/>
          </a:xfrm>
          <a:prstGeom prst="rect">
            <a:avLst/>
          </a:prstGeom>
          <a:solidFill>
            <a:srgbClr val="01216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13" name="Text Placeholder 3"/>
          <p:cNvSpPr>
            <a:spLocks noGrp="1"/>
          </p:cNvSpPr>
          <p:nvPr>
            <p:ph type="body" sz="quarter" idx="10"/>
          </p:nvPr>
        </p:nvSpPr>
        <p:spPr>
          <a:xfrm>
            <a:off x="480484" y="1590675"/>
            <a:ext cx="9029604" cy="4708525"/>
          </a:xfrm>
          <a:prstGeom prst="rect">
            <a:avLst/>
          </a:prstGeom>
        </p:spPr>
        <p:txBody>
          <a:bodyPr>
            <a:norm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GB" noProof="0"/>
              <a:t>Edit Master text styles</a:t>
            </a:r>
            <a:endParaRPr lang="en-GB"/>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2" name="Footer Placeholder 1"/>
          <p:cNvSpPr>
            <a:spLocks noGrp="1"/>
          </p:cNvSpPr>
          <p:nvPr>
            <p:ph type="ftr" sz="quarter" idx="1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80329058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Ref idx="1001">
        <a:schemeClr val="bg1"/>
      </p:bgRef>
    </p:bg>
    <p:spTree>
      <p:nvGrpSpPr>
        <p:cNvPr id="1" name=""/>
        <p:cNvGrpSpPr/>
        <p:nvPr/>
      </p:nvGrpSpPr>
      <p:grpSpPr>
        <a:xfrm>
          <a:off x="0" y="0"/>
          <a:ext cx="0" cy="0"/>
          <a:chOff x="0" y="0"/>
          <a:chExt cx="0" cy="0"/>
        </a:xfrm>
      </p:grpSpPr>
      <p:sp>
        <p:nvSpPr>
          <p:cNvPr id="6" name="Colored background"/>
          <p:cNvSpPr/>
          <p:nvPr userDrawn="1"/>
        </p:nvSpPr>
        <p:spPr bwMode="gray">
          <a:xfrm>
            <a:off x="0" y="0"/>
            <a:ext cx="12189600" cy="6858000"/>
          </a:xfrm>
          <a:prstGeom prst="rect">
            <a:avLst/>
          </a:prstGeom>
          <a:solidFill>
            <a:srgbClr val="0097A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17" name="Text Placeholder 3"/>
          <p:cNvSpPr>
            <a:spLocks noGrp="1"/>
          </p:cNvSpPr>
          <p:nvPr>
            <p:ph type="body" sz="quarter" idx="10"/>
          </p:nvPr>
        </p:nvSpPr>
        <p:spPr>
          <a:xfrm>
            <a:off x="480484" y="1590675"/>
            <a:ext cx="9029604" cy="4708525"/>
          </a:xfrm>
          <a:prstGeom prst="rect">
            <a:avLst/>
          </a:prstGeom>
        </p:spPr>
        <p:txBody>
          <a:bodyPr>
            <a:norm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GB" noProof="0"/>
              <a:t>Edit Master text styles</a:t>
            </a:r>
            <a:endParaRPr lang="en-GB"/>
          </a:p>
        </p:txBody>
      </p:sp>
      <p:sp>
        <p:nvSpPr>
          <p:cNvPr id="20" name="TextBox 19"/>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2" name="Footer Placeholder 1"/>
          <p:cNvSpPr>
            <a:spLocks noGrp="1"/>
          </p:cNvSpPr>
          <p:nvPr>
            <p:ph type="ftr" sz="quarter" idx="1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39808310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Ref idx="1001">
        <a:schemeClr val="bg1"/>
      </p:bgRef>
    </p:bg>
    <p:spTree>
      <p:nvGrpSpPr>
        <p:cNvPr id="1" name=""/>
        <p:cNvGrpSpPr/>
        <p:nvPr/>
      </p:nvGrpSpPr>
      <p:grpSpPr>
        <a:xfrm>
          <a:off x="0" y="0"/>
          <a:ext cx="0" cy="0"/>
          <a:chOff x="0" y="0"/>
          <a:chExt cx="0" cy="0"/>
        </a:xfrm>
      </p:grpSpPr>
      <p:sp>
        <p:nvSpPr>
          <p:cNvPr id="6" name="Colored background"/>
          <p:cNvSpPr/>
          <p:nvPr userDrawn="1"/>
        </p:nvSpPr>
        <p:spPr bwMode="gray">
          <a:xfrm>
            <a:off x="0" y="0"/>
            <a:ext cx="12189600" cy="6858000"/>
          </a:xfrm>
          <a:prstGeom prst="rect">
            <a:avLst/>
          </a:prstGeom>
          <a:solidFill>
            <a:srgbClr val="0000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13" name="Text Placeholder 3"/>
          <p:cNvSpPr>
            <a:spLocks noGrp="1"/>
          </p:cNvSpPr>
          <p:nvPr>
            <p:ph type="body" sz="quarter" idx="10"/>
          </p:nvPr>
        </p:nvSpPr>
        <p:spPr>
          <a:xfrm>
            <a:off x="480484" y="1590675"/>
            <a:ext cx="9029604" cy="4708525"/>
          </a:xfrm>
          <a:prstGeom prst="rect">
            <a:avLst/>
          </a:prstGeom>
        </p:spPr>
        <p:txBody>
          <a:bodyPr>
            <a:norm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GB" noProof="0"/>
              <a:t>Edit Master text styles</a:t>
            </a:r>
            <a:endParaRPr lang="en-GB"/>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2" name="Footer Placeholder 1"/>
          <p:cNvSpPr>
            <a:spLocks noGrp="1"/>
          </p:cNvSpPr>
          <p:nvPr>
            <p:ph type="ftr" sz="quarter" idx="1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30328420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7" name="Text Placeholder 3"/>
          <p:cNvSpPr>
            <a:spLocks noGrp="1"/>
          </p:cNvSpPr>
          <p:nvPr>
            <p:ph type="body" sz="quarter" idx="10"/>
          </p:nvPr>
        </p:nvSpPr>
        <p:spPr>
          <a:xfrm>
            <a:off x="469900" y="1590675"/>
            <a:ext cx="9029604" cy="4708525"/>
          </a:xfrm>
          <a:prstGeom prst="rect">
            <a:avLst/>
          </a:prstGeom>
        </p:spPr>
        <p:txBody>
          <a:bodyPr>
            <a:norm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GB" noProof="0"/>
              <a:t>Edit Master text styles</a:t>
            </a:r>
            <a:endParaRPr lang="en-GB"/>
          </a:p>
        </p:txBody>
      </p:sp>
      <p:sp>
        <p:nvSpPr>
          <p:cNvPr id="2" name="Footer Placeholder 1"/>
          <p:cNvSpPr>
            <a:spLocks noGrp="1"/>
          </p:cNvSpPr>
          <p:nvPr>
            <p:ph type="ftr" sz="quarter" idx="1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29316384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4" name="Content Placeholder 3"/>
          <p:cNvSpPr>
            <a:spLocks noGrp="1"/>
          </p:cNvSpPr>
          <p:nvPr>
            <p:ph sz="quarter" idx="10"/>
          </p:nvPr>
        </p:nvSpPr>
        <p:spPr>
          <a:xfrm>
            <a:off x="469900" y="1665291"/>
            <a:ext cx="9348787" cy="4633910"/>
          </a:xfrm>
          <a:prstGeom prst="rect">
            <a:avLst/>
          </a:prstGeom>
        </p:spPr>
        <p:txBody>
          <a:bodyPr/>
          <a:lstStyle>
            <a:lvl1pPr>
              <a:tabLst>
                <a:tab pos="8972326" algn="r"/>
              </a:tabLst>
              <a:defRPr/>
            </a:lvl1pPr>
            <a:lvl2pPr>
              <a:tabLst>
                <a:tab pos="8972326" algn="r"/>
              </a:tabLst>
              <a:defRPr/>
            </a:lvl2pPr>
            <a:lvl3pPr>
              <a:tabLst>
                <a:tab pos="8972326" algn="r"/>
              </a:tabLst>
              <a:defRPr/>
            </a:lvl3pPr>
            <a:lvl4pPr>
              <a:tabLst>
                <a:tab pos="8972326" algn="r"/>
              </a:tabLst>
              <a:defRPr/>
            </a:lvl4pPr>
            <a:lvl5pPr>
              <a:tabLst>
                <a:tab pos="6705432" algn="r"/>
              </a:tabLst>
              <a:defRPr baseline="0"/>
            </a:lvl5pPr>
            <a:lvl6pPr marL="475188" indent="0">
              <a:buNone/>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GB"/>
              <a:t>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774180570"/>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9"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5" name="Picture Placeholder 9"/>
          <p:cNvSpPr>
            <a:spLocks noGrp="1"/>
          </p:cNvSpPr>
          <p:nvPr>
            <p:ph type="pic" sz="quarter" idx="15"/>
          </p:nvPr>
        </p:nvSpPr>
        <p:spPr>
          <a:xfrm>
            <a:off x="5604867" y="1700213"/>
            <a:ext cx="6117233" cy="4598988"/>
          </a:xfrm>
        </p:spPr>
        <p:txBody>
          <a:bodyPr/>
          <a:lstStyle/>
          <a:p>
            <a:r>
              <a:rPr lang="en-GB" noProof="0"/>
              <a:t>Click icon to add picture</a:t>
            </a:r>
            <a:endParaRPr lang="en-GB" noProof="0" dirty="0"/>
          </a:p>
        </p:txBody>
      </p:sp>
      <p:sp>
        <p:nvSpPr>
          <p:cNvPr id="6" name="Content Placeholder 3"/>
          <p:cNvSpPr>
            <a:spLocks noGrp="1"/>
          </p:cNvSpPr>
          <p:nvPr>
            <p:ph sz="quarter" idx="10"/>
          </p:nvPr>
        </p:nvSpPr>
        <p:spPr>
          <a:xfrm>
            <a:off x="469900" y="1665290"/>
            <a:ext cx="4333663" cy="4633911"/>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6"/>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053864674"/>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14" name="Text Placeholder 18"/>
          <p:cNvSpPr>
            <a:spLocks noGrp="1"/>
          </p:cNvSpPr>
          <p:nvPr>
            <p:ph idx="1"/>
          </p:nvPr>
        </p:nvSpPr>
        <p:spPr>
          <a:xfrm>
            <a:off x="469900" y="1665290"/>
            <a:ext cx="11252200" cy="4633911"/>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dirty="0"/>
          </a:p>
        </p:txBody>
      </p:sp>
      <p:sp>
        <p:nvSpPr>
          <p:cNvPr id="6" name="TextBox 5"/>
          <p:cNvSpPr txBox="1"/>
          <p:nvPr userDrawn="1"/>
        </p:nvSpPr>
        <p:spPr>
          <a:xfrm>
            <a:off x="501649" y="6654807"/>
            <a:ext cx="5355168" cy="201260"/>
          </a:xfrm>
          <a:prstGeom prst="rect">
            <a:avLst/>
          </a:prstGeom>
          <a:noFill/>
        </p:spPr>
        <p:txBody>
          <a:bodyPr wrap="square" lIns="0" tIns="0" rIns="0" bIns="0" rtlCol="0">
            <a:noAutofit/>
          </a:bodyPr>
          <a:lstStyle/>
          <a:p>
            <a:pPr marL="0" indent="0">
              <a:spcBef>
                <a:spcPts val="717"/>
              </a:spcBef>
              <a:buSzPct val="100000"/>
              <a:buFont typeface="Arial"/>
              <a:buNone/>
            </a:pPr>
            <a:r>
              <a:rPr lang="fr-FR" sz="650" noProof="0" dirty="0">
                <a:solidFill>
                  <a:schemeClr val="tx1"/>
                </a:solidFill>
              </a:rPr>
              <a:t>© 2019 Deloitte Touche Tohmatsu India LLP</a:t>
            </a:r>
          </a:p>
        </p:txBody>
      </p:sp>
    </p:spTree>
    <p:extLst>
      <p:ext uri="{BB962C8B-B14F-4D97-AF65-F5344CB8AC3E}">
        <p14:creationId xmlns:p14="http://schemas.microsoft.com/office/powerpoint/2010/main" val="633421752"/>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dirty="0"/>
          </a:p>
        </p:txBody>
      </p:sp>
      <p:sp>
        <p:nvSpPr>
          <p:cNvPr id="6" name="TextBox 5"/>
          <p:cNvSpPr txBox="1"/>
          <p:nvPr userDrawn="1"/>
        </p:nvSpPr>
        <p:spPr>
          <a:xfrm>
            <a:off x="501649" y="6654807"/>
            <a:ext cx="5355168" cy="201260"/>
          </a:xfrm>
          <a:prstGeom prst="rect">
            <a:avLst/>
          </a:prstGeom>
          <a:noFill/>
        </p:spPr>
        <p:txBody>
          <a:bodyPr wrap="square" lIns="0" tIns="0" rIns="0" bIns="0" rtlCol="0">
            <a:noAutofit/>
          </a:bodyPr>
          <a:lstStyle/>
          <a:p>
            <a:pPr marL="0" indent="0">
              <a:spcBef>
                <a:spcPts val="717"/>
              </a:spcBef>
              <a:buSzPct val="100000"/>
              <a:buFont typeface="Arial"/>
              <a:buNone/>
            </a:pPr>
            <a:r>
              <a:rPr lang="fr-FR" sz="650" noProof="0" dirty="0">
                <a:solidFill>
                  <a:schemeClr val="tx1"/>
                </a:solidFill>
              </a:rPr>
              <a:t>© 2019 Deloitte Touche Tohmatsu India LLP</a:t>
            </a:r>
          </a:p>
        </p:txBody>
      </p:sp>
    </p:spTree>
    <p:extLst>
      <p:ext uri="{BB962C8B-B14F-4D97-AF65-F5344CB8AC3E}">
        <p14:creationId xmlns:p14="http://schemas.microsoft.com/office/powerpoint/2010/main" val="2369877222"/>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69900" y="1676402"/>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754295757"/>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8" name="Text Placeholder 8"/>
          <p:cNvSpPr>
            <a:spLocks noGrp="1"/>
          </p:cNvSpPr>
          <p:nvPr>
            <p:ph type="body" sz="quarter" idx="18"/>
          </p:nvPr>
        </p:nvSpPr>
        <p:spPr>
          <a:xfrm>
            <a:off x="468000" y="1684868"/>
            <a:ext cx="11252200" cy="357187"/>
          </a:xfrm>
        </p:spPr>
        <p:txBody>
          <a:bodyPr/>
          <a:lstStyle/>
          <a:p>
            <a:pPr lvl="0"/>
            <a:r>
              <a:rPr lang="en-GB" noProof="0"/>
              <a:t>Edit Master text styles</a:t>
            </a:r>
            <a:endParaRPr lang="en-GB"/>
          </a:p>
        </p:txBody>
      </p:sp>
      <p:sp>
        <p:nvSpPr>
          <p:cNvPr id="19"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GB" noProof="0"/>
              <a:t>Edit Master text styles</a:t>
            </a:r>
            <a:endParaRPr lang="en-GB"/>
          </a:p>
        </p:txBody>
      </p:sp>
      <p:sp>
        <p:nvSpPr>
          <p:cNvPr id="17" name="Chart Placeholder 3"/>
          <p:cNvSpPr>
            <a:spLocks noGrp="1"/>
          </p:cNvSpPr>
          <p:nvPr>
            <p:ph type="chart" sz="quarter" idx="15"/>
          </p:nvPr>
        </p:nvSpPr>
        <p:spPr>
          <a:xfrm>
            <a:off x="468000" y="2036656"/>
            <a:ext cx="11252200" cy="3946134"/>
          </a:xfrm>
          <a:prstGeom prst="rect">
            <a:avLst/>
          </a:prstGeom>
        </p:spPr>
        <p:txBody>
          <a:bodyPr/>
          <a:lstStyle/>
          <a:p>
            <a:r>
              <a:rPr lang="en-GB" noProof="0"/>
              <a:t>Click icon to add chart</a:t>
            </a:r>
            <a:endParaRPr lang="en-GB" noProof="0" dirty="0"/>
          </a:p>
        </p:txBody>
      </p:sp>
      <p:sp>
        <p:nvSpPr>
          <p:cNvPr id="2" name="Footer Placeholder 1"/>
          <p:cNvSpPr>
            <a:spLocks noGrp="1"/>
          </p:cNvSpPr>
          <p:nvPr>
            <p:ph type="ftr" sz="quarter" idx="2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083177760"/>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8" name="Text Placeholder 8"/>
          <p:cNvSpPr>
            <a:spLocks noGrp="1"/>
          </p:cNvSpPr>
          <p:nvPr>
            <p:ph type="body" sz="quarter" idx="18"/>
          </p:nvPr>
        </p:nvSpPr>
        <p:spPr>
          <a:xfrm>
            <a:off x="468000" y="1665289"/>
            <a:ext cx="3600000" cy="392112"/>
          </a:xfrm>
        </p:spPr>
        <p:txBody>
          <a:bodyPr/>
          <a:lstStyle/>
          <a:p>
            <a:pPr lvl="0"/>
            <a:r>
              <a:rPr lang="en-GB" noProof="0"/>
              <a:t>Edit Master text styles</a:t>
            </a:r>
            <a:endParaRPr lang="en-GB"/>
          </a:p>
        </p:txBody>
      </p:sp>
      <p:sp>
        <p:nvSpPr>
          <p:cNvPr id="17" name="Chart Placeholder 3"/>
          <p:cNvSpPr>
            <a:spLocks noGrp="1"/>
          </p:cNvSpPr>
          <p:nvPr>
            <p:ph type="chart" sz="quarter" idx="15"/>
          </p:nvPr>
        </p:nvSpPr>
        <p:spPr>
          <a:xfrm>
            <a:off x="468000" y="2051999"/>
            <a:ext cx="3600000" cy="3930791"/>
          </a:xfrm>
          <a:prstGeom prst="rect">
            <a:avLst/>
          </a:prstGeom>
        </p:spPr>
        <p:txBody>
          <a:bodyPr/>
          <a:lstStyle/>
          <a:p>
            <a:r>
              <a:rPr lang="en-GB" noProof="0"/>
              <a:t>Click icon to add chart</a:t>
            </a:r>
            <a:endParaRPr lang="en-GB" noProof="0" dirty="0"/>
          </a:p>
        </p:txBody>
      </p:sp>
      <p:sp>
        <p:nvSpPr>
          <p:cNvPr id="7" name="Chart Placeholder 3"/>
          <p:cNvSpPr>
            <a:spLocks noGrp="1"/>
          </p:cNvSpPr>
          <p:nvPr>
            <p:ph type="chart" sz="quarter" idx="19"/>
          </p:nvPr>
        </p:nvSpPr>
        <p:spPr>
          <a:xfrm>
            <a:off x="4296000" y="2051998"/>
            <a:ext cx="3600000" cy="3930791"/>
          </a:xfrm>
          <a:prstGeom prst="rect">
            <a:avLst/>
          </a:prstGeom>
        </p:spPr>
        <p:txBody>
          <a:bodyPr/>
          <a:lstStyle/>
          <a:p>
            <a:r>
              <a:rPr lang="en-GB" noProof="0"/>
              <a:t>Click icon to add chart</a:t>
            </a:r>
            <a:endParaRPr lang="en-GB" noProof="0" dirty="0"/>
          </a:p>
        </p:txBody>
      </p:sp>
      <p:sp>
        <p:nvSpPr>
          <p:cNvPr id="8" name="Text Placeholder 8"/>
          <p:cNvSpPr>
            <a:spLocks noGrp="1"/>
          </p:cNvSpPr>
          <p:nvPr>
            <p:ph type="body" sz="quarter" idx="20"/>
          </p:nvPr>
        </p:nvSpPr>
        <p:spPr>
          <a:xfrm>
            <a:off x="4296003" y="1665288"/>
            <a:ext cx="3600000" cy="392112"/>
          </a:xfrm>
        </p:spPr>
        <p:txBody>
          <a:bodyPr/>
          <a:lstStyle/>
          <a:p>
            <a:pPr lvl="0"/>
            <a:r>
              <a:rPr lang="en-GB" noProof="0"/>
              <a:t>Edit Master text styles</a:t>
            </a:r>
            <a:endParaRPr lang="en-GB"/>
          </a:p>
        </p:txBody>
      </p:sp>
      <p:sp>
        <p:nvSpPr>
          <p:cNvPr id="9" name="Chart Placeholder 3"/>
          <p:cNvSpPr>
            <a:spLocks noGrp="1"/>
          </p:cNvSpPr>
          <p:nvPr>
            <p:ph type="chart" sz="quarter" idx="21"/>
          </p:nvPr>
        </p:nvSpPr>
        <p:spPr>
          <a:xfrm>
            <a:off x="8086960" y="2051999"/>
            <a:ext cx="3600000" cy="3930791"/>
          </a:xfrm>
          <a:prstGeom prst="rect">
            <a:avLst/>
          </a:prstGeom>
        </p:spPr>
        <p:txBody>
          <a:bodyPr/>
          <a:lstStyle/>
          <a:p>
            <a:r>
              <a:rPr lang="en-GB" noProof="0"/>
              <a:t>Click icon to add chart</a:t>
            </a:r>
            <a:endParaRPr lang="en-GB" noProof="0" dirty="0"/>
          </a:p>
        </p:txBody>
      </p:sp>
      <p:sp>
        <p:nvSpPr>
          <p:cNvPr id="10" name="Text Placeholder 8"/>
          <p:cNvSpPr>
            <a:spLocks noGrp="1"/>
          </p:cNvSpPr>
          <p:nvPr>
            <p:ph type="body" sz="quarter" idx="22"/>
          </p:nvPr>
        </p:nvSpPr>
        <p:spPr>
          <a:xfrm>
            <a:off x="8086959" y="1659145"/>
            <a:ext cx="3600000" cy="398256"/>
          </a:xfrm>
        </p:spPr>
        <p:txBody>
          <a:bodyPr/>
          <a:lstStyle/>
          <a:p>
            <a:pPr lvl="0"/>
            <a:r>
              <a:rPr lang="en-GB" noProof="0"/>
              <a:t>Edit Master text styles</a:t>
            </a:r>
            <a:endParaRPr lang="en-GB"/>
          </a:p>
        </p:txBody>
      </p:sp>
      <p:sp>
        <p:nvSpPr>
          <p:cNvPr id="11"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GB" noProof="0"/>
              <a:t>Edit Master text styles</a:t>
            </a:r>
            <a:endParaRPr lang="en-GB"/>
          </a:p>
        </p:txBody>
      </p:sp>
      <p:sp>
        <p:nvSpPr>
          <p:cNvPr id="1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3"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188859610"/>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8000" y="1665288"/>
            <a:ext cx="5328000" cy="4622507"/>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5" name="Content Placeholder 3"/>
          <p:cNvSpPr>
            <a:spLocks noGrp="1"/>
          </p:cNvSpPr>
          <p:nvPr>
            <p:ph sz="quarter" idx="20"/>
          </p:nvPr>
        </p:nvSpPr>
        <p:spPr>
          <a:xfrm>
            <a:off x="6394100" y="1656000"/>
            <a:ext cx="5328000" cy="4631795"/>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7"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322844707"/>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4699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1000"/>
            </a:lvl6pPr>
            <a:lvl7pPr>
              <a:defRPr sz="1000"/>
            </a:lvl7pPr>
            <a:lvl8pPr>
              <a:defRPr sz="1000"/>
            </a:lvl8pPr>
            <a:lvl9pPr>
              <a:defRPr sz="1000"/>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3" name="Content Placeholder 3"/>
          <p:cNvSpPr>
            <a:spLocks noGrp="1"/>
          </p:cNvSpPr>
          <p:nvPr>
            <p:ph sz="quarter" idx="20"/>
          </p:nvPr>
        </p:nvSpPr>
        <p:spPr>
          <a:xfrm>
            <a:off x="63941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1000"/>
            </a:lvl6pPr>
            <a:lvl7pPr>
              <a:defRPr sz="1000"/>
            </a:lvl7pPr>
            <a:lvl8pPr>
              <a:defRPr sz="1000"/>
            </a:lvl8pPr>
            <a:lvl9pPr>
              <a:defRPr sz="1000"/>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9"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962572367"/>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469900" y="1665288"/>
            <a:ext cx="5480400" cy="4317502"/>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vl6pPr marL="475188" indent="0">
              <a:buNone/>
              <a:defRPr/>
            </a:lvl6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3" name="Chart Placeholder 2"/>
          <p:cNvSpPr>
            <a:spLocks noGrp="1"/>
          </p:cNvSpPr>
          <p:nvPr>
            <p:ph type="chart" sz="quarter" idx="21"/>
          </p:nvPr>
        </p:nvSpPr>
        <p:spPr>
          <a:xfrm>
            <a:off x="6239584" y="2125013"/>
            <a:ext cx="5482516" cy="3857777"/>
          </a:xfrm>
        </p:spPr>
        <p:txBody>
          <a:bodyPr>
            <a:noAutofit/>
          </a:bodyPr>
          <a:lstStyle/>
          <a:p>
            <a:r>
              <a:rPr lang="en-GB" noProof="0"/>
              <a:t>Click icon to add chart</a:t>
            </a:r>
            <a:endParaRPr lang="en-GB" noProof="0" dirty="0"/>
          </a:p>
        </p:txBody>
      </p:sp>
      <p:sp>
        <p:nvSpPr>
          <p:cNvPr id="6" name="Text Placeholder 5"/>
          <p:cNvSpPr>
            <a:spLocks noGrp="1"/>
          </p:cNvSpPr>
          <p:nvPr>
            <p:ph type="body" sz="quarter" idx="22"/>
          </p:nvPr>
        </p:nvSpPr>
        <p:spPr>
          <a:xfrm>
            <a:off x="6239584" y="1655763"/>
            <a:ext cx="5482516" cy="420687"/>
          </a:xfrm>
        </p:spPr>
        <p:txBody>
          <a:bodyPr>
            <a:noAutofit/>
          </a:bodyPr>
          <a:lstStyle/>
          <a:p>
            <a:pPr lvl="0"/>
            <a:r>
              <a:rPr lang="en-GB" noProof="0"/>
              <a:t>Edit Master text styles</a:t>
            </a:r>
            <a:endParaRPr lang="en-GB"/>
          </a:p>
        </p:txBody>
      </p:sp>
      <p:sp>
        <p:nvSpPr>
          <p:cNvPr id="9"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GB" noProof="0"/>
              <a:t>Edit Master text styles</a:t>
            </a:r>
            <a:endParaRPr lang="en-GB"/>
          </a:p>
        </p:txBody>
      </p:sp>
      <p:sp>
        <p:nvSpPr>
          <p:cNvPr id="1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2"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2737999996"/>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39584" y="2125013"/>
            <a:ext cx="5482516" cy="3857777"/>
          </a:xfrm>
        </p:spPr>
        <p:txBody>
          <a:bodyPr>
            <a:noAutofit/>
          </a:bodyPr>
          <a:lstStyle/>
          <a:p>
            <a:r>
              <a:rPr lang="en-GB" noProof="0"/>
              <a:t>Click icon to add chart</a:t>
            </a:r>
            <a:endParaRPr lang="en-GB" noProof="0" dirty="0"/>
          </a:p>
        </p:txBody>
      </p:sp>
      <p:sp>
        <p:nvSpPr>
          <p:cNvPr id="6" name="Text Placeholder 5"/>
          <p:cNvSpPr>
            <a:spLocks noGrp="1"/>
          </p:cNvSpPr>
          <p:nvPr>
            <p:ph type="body" sz="quarter" idx="22"/>
          </p:nvPr>
        </p:nvSpPr>
        <p:spPr>
          <a:xfrm>
            <a:off x="6239585" y="1654028"/>
            <a:ext cx="5482516" cy="420687"/>
          </a:xfrm>
        </p:spPr>
        <p:txBody>
          <a:bodyPr>
            <a:noAutofit/>
          </a:bodyPr>
          <a:lstStyle/>
          <a:p>
            <a:pPr lvl="0"/>
            <a:r>
              <a:rPr lang="en-GB" noProof="0"/>
              <a:t>Edit Master text styles</a:t>
            </a:r>
            <a:endParaRPr lang="en-GB"/>
          </a:p>
        </p:txBody>
      </p:sp>
      <p:sp>
        <p:nvSpPr>
          <p:cNvPr id="9" name="Chart Placeholder 2"/>
          <p:cNvSpPr>
            <a:spLocks noGrp="1"/>
          </p:cNvSpPr>
          <p:nvPr>
            <p:ph type="chart" sz="quarter" idx="24"/>
          </p:nvPr>
        </p:nvSpPr>
        <p:spPr>
          <a:xfrm>
            <a:off x="469900" y="2125013"/>
            <a:ext cx="5482517" cy="3857777"/>
          </a:xfrm>
        </p:spPr>
        <p:txBody>
          <a:bodyPr>
            <a:noAutofit/>
          </a:bodyPr>
          <a:lstStyle/>
          <a:p>
            <a:r>
              <a:rPr lang="en-GB" noProof="0"/>
              <a:t>Click icon to add chart</a:t>
            </a:r>
            <a:endParaRPr lang="en-GB" noProof="0" dirty="0"/>
          </a:p>
        </p:txBody>
      </p:sp>
      <p:sp>
        <p:nvSpPr>
          <p:cNvPr id="12" name="Text Placeholder 5"/>
          <p:cNvSpPr>
            <a:spLocks noGrp="1"/>
          </p:cNvSpPr>
          <p:nvPr>
            <p:ph type="body" sz="quarter" idx="25"/>
          </p:nvPr>
        </p:nvSpPr>
        <p:spPr>
          <a:xfrm>
            <a:off x="469898" y="1665288"/>
            <a:ext cx="5482517" cy="409427"/>
          </a:xfrm>
        </p:spPr>
        <p:txBody>
          <a:bodyPr>
            <a:noAutofit/>
          </a:bodyPr>
          <a:lstStyle/>
          <a:p>
            <a:pPr lvl="0"/>
            <a:r>
              <a:rPr lang="en-GB" noProof="0"/>
              <a:t>Edit Master text styles</a:t>
            </a:r>
            <a:endParaRPr lang="en-GB"/>
          </a:p>
        </p:txBody>
      </p:sp>
      <p:sp>
        <p:nvSpPr>
          <p:cNvPr id="14"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GB" noProof="0"/>
              <a:t>Edit Master text styles</a:t>
            </a:r>
            <a:endParaRPr lang="en-GB"/>
          </a:p>
        </p:txBody>
      </p:sp>
      <p:sp>
        <p:nvSpPr>
          <p:cNvPr id="17"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6"/>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5885153"/>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0" y="1665289"/>
            <a:ext cx="4431857" cy="4633913"/>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1"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7"/>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142727965"/>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16" y="1626099"/>
            <a:ext cx="4266983" cy="4673101"/>
          </a:xfrm>
          <a:prstGeom prst="rect">
            <a:avLst/>
          </a:prstGeom>
        </p:spPr>
        <p:txBody>
          <a:bodyPr>
            <a:noAutofit/>
          </a:bodyPr>
          <a:lstStyle>
            <a:lvl1pPr>
              <a:tabLst>
                <a:tab pos="6705432" algn="r"/>
              </a:tabLst>
              <a:defRPr sz="2400">
                <a:solidFill>
                  <a:schemeClr val="accent3"/>
                </a:solidFill>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p:txBody>
      </p:sp>
      <p:sp>
        <p:nvSpPr>
          <p:cNvPr id="8" name="Content Placeholder 3"/>
          <p:cNvSpPr>
            <a:spLocks noGrp="1"/>
          </p:cNvSpPr>
          <p:nvPr>
            <p:ph sz="quarter" idx="16"/>
          </p:nvPr>
        </p:nvSpPr>
        <p:spPr>
          <a:xfrm>
            <a:off x="469900" y="1665288"/>
            <a:ext cx="6660866" cy="4633913"/>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1"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7"/>
          </p:nvPr>
        </p:nvSpPr>
        <p:spPr>
          <a:xfrm>
            <a:off x="6184900" y="6476999"/>
            <a:ext cx="4536726" cy="244476"/>
          </a:xfrm>
          <a:prstGeom prst="rect">
            <a:avLst/>
          </a:prstGeom>
        </p:spPr>
        <p:txBody>
          <a:bodyPr/>
          <a:lstStyle/>
          <a:p>
            <a:endParaRPr lang="en-GB" dirty="0"/>
          </a:p>
        </p:txBody>
      </p:sp>
      <p:sp>
        <p:nvSpPr>
          <p:cNvPr id="7" name="TextBox 6"/>
          <p:cNvSpPr txBox="1"/>
          <p:nvPr userDrawn="1"/>
        </p:nvSpPr>
        <p:spPr>
          <a:xfrm>
            <a:off x="501649" y="6654807"/>
            <a:ext cx="5355168" cy="201260"/>
          </a:xfrm>
          <a:prstGeom prst="rect">
            <a:avLst/>
          </a:prstGeom>
          <a:noFill/>
        </p:spPr>
        <p:txBody>
          <a:bodyPr wrap="square" lIns="0" tIns="0" rIns="0" bIns="0" rtlCol="0">
            <a:noAutofit/>
          </a:bodyPr>
          <a:lstStyle/>
          <a:p>
            <a:pPr marL="0" indent="0">
              <a:spcBef>
                <a:spcPts val="717"/>
              </a:spcBef>
              <a:buSzPct val="100000"/>
              <a:buFont typeface="Arial"/>
              <a:buNone/>
            </a:pPr>
            <a:r>
              <a:rPr lang="fr-FR" sz="650" noProof="0" dirty="0">
                <a:solidFill>
                  <a:schemeClr val="tx1"/>
                </a:solidFill>
              </a:rPr>
              <a:t>© 2019 Deloitte Touche Tohmatsu India LLP</a:t>
            </a:r>
          </a:p>
        </p:txBody>
      </p:sp>
    </p:spTree>
    <p:extLst>
      <p:ext uri="{BB962C8B-B14F-4D97-AF65-F5344CB8AC3E}">
        <p14:creationId xmlns:p14="http://schemas.microsoft.com/office/powerpoint/2010/main" val="1088588832"/>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488742" y="1700213"/>
            <a:ext cx="2664000" cy="1260000"/>
          </a:xfrm>
        </p:spPr>
        <p:txBody>
          <a:bodyPr lIns="0" tIns="0" rIns="0" bIns="0">
            <a:noAutofit/>
          </a:bodyPr>
          <a:lstStyle/>
          <a:p>
            <a:r>
              <a:rPr lang="en-GB" noProof="0"/>
              <a:t>Click icon to add picture</a:t>
            </a:r>
            <a:endParaRPr lang="en-GB" noProof="0" dirty="0"/>
          </a:p>
        </p:txBody>
      </p:sp>
      <p:sp>
        <p:nvSpPr>
          <p:cNvPr id="5" name="Picture Placeholder 6"/>
          <p:cNvSpPr>
            <a:spLocks noGrp="1"/>
          </p:cNvSpPr>
          <p:nvPr>
            <p:ph type="pic" sz="quarter" idx="14"/>
          </p:nvPr>
        </p:nvSpPr>
        <p:spPr>
          <a:xfrm>
            <a:off x="3341040" y="1700212"/>
            <a:ext cx="2664000" cy="1260000"/>
          </a:xfrm>
        </p:spPr>
        <p:txBody>
          <a:bodyPr lIns="0" tIns="0" rIns="0" bIns="0">
            <a:noAutofit/>
          </a:bodyPr>
          <a:lstStyle/>
          <a:p>
            <a:r>
              <a:rPr lang="en-GB" noProof="0"/>
              <a:t>Click icon to add picture</a:t>
            </a:r>
            <a:endParaRPr lang="en-GB" noProof="0" dirty="0"/>
          </a:p>
        </p:txBody>
      </p:sp>
      <p:sp>
        <p:nvSpPr>
          <p:cNvPr id="6" name="Picture Placeholder 6"/>
          <p:cNvSpPr>
            <a:spLocks noGrp="1"/>
          </p:cNvSpPr>
          <p:nvPr>
            <p:ph type="pic" sz="quarter" idx="15"/>
          </p:nvPr>
        </p:nvSpPr>
        <p:spPr>
          <a:xfrm>
            <a:off x="6193338" y="1700212"/>
            <a:ext cx="2664000" cy="1260000"/>
          </a:xfrm>
        </p:spPr>
        <p:txBody>
          <a:bodyPr lIns="0" tIns="0" rIns="0" bIns="0">
            <a:noAutofit/>
          </a:bodyPr>
          <a:lstStyle/>
          <a:p>
            <a:r>
              <a:rPr lang="en-GB" noProof="0"/>
              <a:t>Click icon to add picture</a:t>
            </a:r>
            <a:endParaRPr lang="en-GB" noProof="0" dirty="0"/>
          </a:p>
        </p:txBody>
      </p:sp>
      <p:sp>
        <p:nvSpPr>
          <p:cNvPr id="7" name="Picture Placeholder 6"/>
          <p:cNvSpPr>
            <a:spLocks noGrp="1"/>
          </p:cNvSpPr>
          <p:nvPr>
            <p:ph type="pic" sz="quarter" idx="16"/>
          </p:nvPr>
        </p:nvSpPr>
        <p:spPr>
          <a:xfrm>
            <a:off x="9045636" y="1700212"/>
            <a:ext cx="2664000" cy="1260000"/>
          </a:xfrm>
        </p:spPr>
        <p:txBody>
          <a:bodyPr lIns="0" tIns="0" rIns="0" bIns="0">
            <a:noAutofit/>
          </a:bodyPr>
          <a:lstStyle/>
          <a:p>
            <a:r>
              <a:rPr lang="en-GB" noProof="0"/>
              <a:t>Click icon to add picture</a:t>
            </a:r>
            <a:endParaRPr lang="en-GB" noProof="0" dirty="0"/>
          </a:p>
        </p:txBody>
      </p:sp>
      <p:sp>
        <p:nvSpPr>
          <p:cNvPr id="9" name="Text Placeholder 8"/>
          <p:cNvSpPr>
            <a:spLocks noGrp="1"/>
          </p:cNvSpPr>
          <p:nvPr>
            <p:ph type="body" sz="quarter" idx="17"/>
          </p:nvPr>
        </p:nvSpPr>
        <p:spPr>
          <a:xfrm>
            <a:off x="482363" y="3076573"/>
            <a:ext cx="2640000" cy="3222628"/>
          </a:xfrm>
        </p:spPr>
        <p:txBody>
          <a:bodyPr/>
          <a:lstStyle>
            <a:lvl1pPr>
              <a:defRPr b="1">
                <a:solidFill>
                  <a:schemeClr val="accent1"/>
                </a:solidFill>
              </a:defRPr>
            </a:lvl1pPr>
            <a:lvl2pPr>
              <a:spcAft>
                <a:spcPts val="0"/>
              </a:spcAft>
              <a:defRPr/>
            </a:lvl2pPr>
            <a:lvl3pPr marL="0" indent="0">
              <a:spcAft>
                <a:spcPts val="0"/>
              </a:spcAft>
              <a:buFont typeface="Arial" panose="020B0604020202020204" pitchFamily="34" charset="0"/>
              <a:buChar char="​"/>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240006" indent="0">
              <a:spcAft>
                <a:spcPts val="0"/>
              </a:spcAft>
              <a:buFont typeface="Verdana" panose="020B0604030504040204" pitchFamily="34" charset="0"/>
              <a:buNone/>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0" name="Text Placeholder 8"/>
          <p:cNvSpPr>
            <a:spLocks noGrp="1"/>
          </p:cNvSpPr>
          <p:nvPr>
            <p:ph type="body" sz="quarter" idx="18"/>
          </p:nvPr>
        </p:nvSpPr>
        <p:spPr>
          <a:xfrm>
            <a:off x="6207211" y="3079742"/>
            <a:ext cx="2640000" cy="3222628"/>
          </a:xfrm>
        </p:spPr>
        <p:txBody>
          <a:bodyPr/>
          <a:lstStyle>
            <a:lvl1pPr>
              <a:defRPr b="1">
                <a:solidFill>
                  <a:schemeClr val="accent1"/>
                </a:solidFill>
              </a:defRPr>
            </a:lvl1pPr>
            <a:lvl2pPr>
              <a:spcAft>
                <a:spcPts val="0"/>
              </a:spcAft>
              <a:defRPr/>
            </a:lvl2pPr>
            <a:lvl3pPr marL="0" indent="0">
              <a:spcAft>
                <a:spcPts val="0"/>
              </a:spcAft>
              <a:buFont typeface="Arial" panose="020B0604020202020204" pitchFamily="34" charset="0"/>
              <a:buChar char="​"/>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1" name="Text Placeholder 8"/>
          <p:cNvSpPr>
            <a:spLocks noGrp="1"/>
          </p:cNvSpPr>
          <p:nvPr>
            <p:ph type="body" sz="quarter" idx="19"/>
          </p:nvPr>
        </p:nvSpPr>
        <p:spPr>
          <a:xfrm>
            <a:off x="3344787" y="3076573"/>
            <a:ext cx="2640000" cy="3222628"/>
          </a:xfrm>
        </p:spPr>
        <p:txBody>
          <a:bodyPr/>
          <a:lstStyle>
            <a:lvl1pPr>
              <a:defRPr b="1">
                <a:solidFill>
                  <a:schemeClr val="accent1"/>
                </a:solidFill>
              </a:defRPr>
            </a:lvl1pPr>
            <a:lvl2pPr>
              <a:spcAft>
                <a:spcPts val="0"/>
              </a:spcAft>
              <a:defRPr/>
            </a:lvl2pPr>
            <a:lvl3pPr marL="0" indent="0">
              <a:spcAft>
                <a:spcPts val="0"/>
              </a:spcAft>
              <a:buFont typeface="Arial" panose="020B0604020202020204" pitchFamily="34" charset="0"/>
              <a:buChar char="​"/>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2" name="Text Placeholder 8"/>
          <p:cNvSpPr>
            <a:spLocks noGrp="1"/>
          </p:cNvSpPr>
          <p:nvPr>
            <p:ph type="body" sz="quarter" idx="20"/>
          </p:nvPr>
        </p:nvSpPr>
        <p:spPr>
          <a:xfrm>
            <a:off x="9069636" y="3079742"/>
            <a:ext cx="2640000" cy="3222628"/>
          </a:xfrm>
        </p:spPr>
        <p:txBody>
          <a:bodyPr/>
          <a:lstStyle>
            <a:lvl1pPr>
              <a:defRPr b="1">
                <a:solidFill>
                  <a:schemeClr val="accent1"/>
                </a:solidFill>
              </a:defRPr>
            </a:lvl1pPr>
            <a:lvl2pPr>
              <a:spcAft>
                <a:spcPts val="0"/>
              </a:spcAft>
              <a:defRPr/>
            </a:lvl2pPr>
            <a:lvl3pPr marL="0" indent="0">
              <a:spcAft>
                <a:spcPts val="0"/>
              </a:spcAft>
              <a:buFont typeface="Arial" panose="020B0604020202020204" pitchFamily="34" charset="0"/>
              <a:buChar char="​"/>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5"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4" name="Text Placeholder 8"/>
          <p:cNvSpPr>
            <a:spLocks noGrp="1"/>
          </p:cNvSpPr>
          <p:nvPr>
            <p:ph type="body" sz="quarter" idx="21"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2"/>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2944207275"/>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4" name="Rectangle 3"/>
          <p:cNvSpPr/>
          <p:nvPr userDrawn="1"/>
        </p:nvSpPr>
        <p:spPr>
          <a:xfrm>
            <a:off x="47678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dirty="0">
              <a:solidFill>
                <a:schemeClr val="bg1"/>
              </a:solidFill>
            </a:endParaRPr>
          </a:p>
        </p:txBody>
      </p:sp>
      <p:sp>
        <p:nvSpPr>
          <p:cNvPr id="5" name="Rectangle 4"/>
          <p:cNvSpPr/>
          <p:nvPr userDrawn="1"/>
        </p:nvSpPr>
        <p:spPr>
          <a:xfrm>
            <a:off x="618490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dirty="0">
              <a:solidFill>
                <a:schemeClr val="bg1"/>
              </a:solidFill>
            </a:endParaRPr>
          </a:p>
        </p:txBody>
      </p:sp>
      <p:sp>
        <p:nvSpPr>
          <p:cNvPr id="6" name="Rectangle 5"/>
          <p:cNvSpPr/>
          <p:nvPr userDrawn="1"/>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dirty="0">
              <a:solidFill>
                <a:schemeClr val="bg1"/>
              </a:solidFill>
            </a:endParaRPr>
          </a:p>
        </p:txBody>
      </p:sp>
      <p:sp>
        <p:nvSpPr>
          <p:cNvPr id="7" name="Rectangle 6"/>
          <p:cNvSpPr/>
          <p:nvPr userDrawn="1"/>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dirty="0">
              <a:solidFill>
                <a:schemeClr val="bg1"/>
              </a:solidFill>
            </a:endParaRPr>
          </a:p>
        </p:txBody>
      </p:sp>
      <p:sp>
        <p:nvSpPr>
          <p:cNvPr id="8" name="Picture Placeholder 11"/>
          <p:cNvSpPr>
            <a:spLocks noGrp="1"/>
          </p:cNvSpPr>
          <p:nvPr>
            <p:ph type="pic" sz="quarter" idx="25"/>
          </p:nvPr>
        </p:nvSpPr>
        <p:spPr>
          <a:xfrm>
            <a:off x="476780" y="1880213"/>
            <a:ext cx="2116800" cy="1591200"/>
          </a:xfrm>
        </p:spPr>
        <p:txBody>
          <a:bodyPr/>
          <a:lstStyle>
            <a:lvl1pPr algn="ctr">
              <a:defRPr/>
            </a:lvl1pPr>
          </a:lstStyle>
          <a:p>
            <a:r>
              <a:rPr lang="en-GB" noProof="0"/>
              <a:t>Click icon to add picture</a:t>
            </a:r>
            <a:endParaRPr lang="en-GB" noProof="0" dirty="0"/>
          </a:p>
        </p:txBody>
      </p:sp>
      <p:sp>
        <p:nvSpPr>
          <p:cNvPr id="9" name="Picture Placeholder 11"/>
          <p:cNvSpPr>
            <a:spLocks noGrp="1"/>
          </p:cNvSpPr>
          <p:nvPr>
            <p:ph type="pic" sz="quarter" idx="27"/>
          </p:nvPr>
        </p:nvSpPr>
        <p:spPr>
          <a:xfrm>
            <a:off x="6204097" y="1880212"/>
            <a:ext cx="2116800" cy="1591200"/>
          </a:xfrm>
        </p:spPr>
        <p:txBody>
          <a:bodyPr/>
          <a:lstStyle>
            <a:lvl1pPr algn="ctr">
              <a:defRPr/>
            </a:lvl1pPr>
          </a:lstStyle>
          <a:p>
            <a:r>
              <a:rPr lang="en-GB" noProof="0"/>
              <a:t>Click icon to add picture</a:t>
            </a:r>
            <a:endParaRPr lang="en-GB" noProof="0" dirty="0"/>
          </a:p>
        </p:txBody>
      </p:sp>
      <p:sp>
        <p:nvSpPr>
          <p:cNvPr id="10" name="Picture Placeholder 11"/>
          <p:cNvSpPr>
            <a:spLocks noGrp="1"/>
          </p:cNvSpPr>
          <p:nvPr>
            <p:ph type="pic" sz="quarter" idx="29"/>
          </p:nvPr>
        </p:nvSpPr>
        <p:spPr>
          <a:xfrm>
            <a:off x="481779" y="4256211"/>
            <a:ext cx="2116800" cy="1591200"/>
          </a:xfrm>
        </p:spPr>
        <p:txBody>
          <a:bodyPr/>
          <a:lstStyle>
            <a:lvl1pPr algn="ctr">
              <a:defRPr/>
            </a:lvl1pPr>
          </a:lstStyle>
          <a:p>
            <a:r>
              <a:rPr lang="en-GB" noProof="0"/>
              <a:t>Click icon to add picture</a:t>
            </a:r>
            <a:endParaRPr lang="en-GB" noProof="0" dirty="0"/>
          </a:p>
        </p:txBody>
      </p:sp>
      <p:sp>
        <p:nvSpPr>
          <p:cNvPr id="11" name="Picture Placeholder 11"/>
          <p:cNvSpPr>
            <a:spLocks noGrp="1"/>
          </p:cNvSpPr>
          <p:nvPr>
            <p:ph type="pic" sz="quarter" idx="31"/>
          </p:nvPr>
        </p:nvSpPr>
        <p:spPr>
          <a:xfrm>
            <a:off x="6204097" y="4256211"/>
            <a:ext cx="2116800" cy="1591200"/>
          </a:xfrm>
        </p:spPr>
        <p:txBody>
          <a:bodyPr/>
          <a:lstStyle>
            <a:lvl1pPr algn="ctr">
              <a:defRPr/>
            </a:lvl1pPr>
          </a:lstStyle>
          <a:p>
            <a:r>
              <a:rPr lang="en-GB" noProof="0"/>
              <a:t>Click icon to add picture</a:t>
            </a:r>
            <a:endParaRPr lang="en-GB" noProof="0" dirty="0"/>
          </a:p>
        </p:txBody>
      </p:sp>
      <p:sp>
        <p:nvSpPr>
          <p:cNvPr id="13" name="Text Placeholder 12"/>
          <p:cNvSpPr>
            <a:spLocks noGrp="1"/>
          </p:cNvSpPr>
          <p:nvPr>
            <p:ph type="body" sz="quarter" idx="32"/>
          </p:nvPr>
        </p:nvSpPr>
        <p:spPr>
          <a:xfrm>
            <a:off x="2840780" y="1880213"/>
            <a:ext cx="3172800" cy="1944000"/>
          </a:xfrm>
        </p:spPr>
        <p:txBody>
          <a:bodyPr/>
          <a:lstStyle>
            <a:lvl1pPr>
              <a:spcAft>
                <a:spcPts val="0"/>
              </a:spcAft>
              <a:defRPr b="1"/>
            </a:lvl1pPr>
            <a:lvl2pPr>
              <a:spcAft>
                <a:spcPts val="0"/>
              </a:spcAft>
              <a:defRPr b="0"/>
            </a:lvl2pPr>
            <a:lvl3pPr marL="0" indent="0">
              <a:buNone/>
              <a:defRPr/>
            </a:lvl3pPr>
          </a:lstStyle>
          <a:p>
            <a:pPr lvl="0"/>
            <a:r>
              <a:rPr lang="en-GB" noProof="0"/>
              <a:t>Edit Master text styles</a:t>
            </a:r>
            <a:endParaRPr lang="en-GB"/>
          </a:p>
          <a:p>
            <a:pPr lvl="1"/>
            <a:r>
              <a:rPr lang="en-GB" noProof="0"/>
              <a:t>Second level</a:t>
            </a:r>
            <a:endParaRPr lang="en-GB"/>
          </a:p>
        </p:txBody>
      </p:sp>
      <p:sp>
        <p:nvSpPr>
          <p:cNvPr id="14" name="Text Placeholder 12"/>
          <p:cNvSpPr>
            <a:spLocks noGrp="1"/>
          </p:cNvSpPr>
          <p:nvPr>
            <p:ph type="body" sz="quarter" idx="33"/>
          </p:nvPr>
        </p:nvSpPr>
        <p:spPr>
          <a:xfrm>
            <a:off x="8550676" y="1880213"/>
            <a:ext cx="3171024" cy="1944000"/>
          </a:xfrm>
        </p:spPr>
        <p:txBody>
          <a:bodyPr/>
          <a:lstStyle>
            <a:lvl1pPr>
              <a:spcAft>
                <a:spcPts val="0"/>
              </a:spcAft>
              <a:defRPr b="1"/>
            </a:lvl1pPr>
            <a:lvl2pPr>
              <a:spcAft>
                <a:spcPts val="0"/>
              </a:spcAft>
              <a:defRPr b="0"/>
            </a:lvl2pPr>
          </a:lstStyle>
          <a:p>
            <a:pPr lvl="0"/>
            <a:r>
              <a:rPr lang="en-GB" noProof="0"/>
              <a:t>Edit Master text styles</a:t>
            </a:r>
            <a:endParaRPr lang="en-GB"/>
          </a:p>
          <a:p>
            <a:pPr lvl="1"/>
            <a:r>
              <a:rPr lang="en-GB" noProof="0"/>
              <a:t>Second level</a:t>
            </a:r>
            <a:endParaRPr lang="en-GB"/>
          </a:p>
        </p:txBody>
      </p:sp>
      <p:sp>
        <p:nvSpPr>
          <p:cNvPr id="15" name="Text Placeholder 12"/>
          <p:cNvSpPr>
            <a:spLocks noGrp="1"/>
          </p:cNvSpPr>
          <p:nvPr>
            <p:ph type="body" sz="quarter" idx="34"/>
          </p:nvPr>
        </p:nvSpPr>
        <p:spPr>
          <a:xfrm>
            <a:off x="2802551" y="4256213"/>
            <a:ext cx="3172800" cy="1944000"/>
          </a:xfrm>
        </p:spPr>
        <p:txBody>
          <a:bodyPr/>
          <a:lstStyle>
            <a:lvl1pPr>
              <a:spcAft>
                <a:spcPts val="0"/>
              </a:spcAft>
              <a:defRPr b="1"/>
            </a:lvl1pPr>
            <a:lvl2pPr>
              <a:spcAft>
                <a:spcPts val="0"/>
              </a:spcAft>
              <a:defRPr b="0"/>
            </a:lvl2pPr>
          </a:lstStyle>
          <a:p>
            <a:pPr lvl="0"/>
            <a:r>
              <a:rPr lang="en-GB" noProof="0"/>
              <a:t>Edit Master text styles</a:t>
            </a:r>
            <a:endParaRPr lang="en-GB"/>
          </a:p>
          <a:p>
            <a:pPr lvl="1"/>
            <a:r>
              <a:rPr lang="en-GB" noProof="0"/>
              <a:t>Second level</a:t>
            </a:r>
            <a:endParaRPr lang="en-GB"/>
          </a:p>
        </p:txBody>
      </p:sp>
      <p:sp>
        <p:nvSpPr>
          <p:cNvPr id="16" name="Text Placeholder 12"/>
          <p:cNvSpPr>
            <a:spLocks noGrp="1"/>
          </p:cNvSpPr>
          <p:nvPr>
            <p:ph type="body" sz="quarter" idx="35"/>
          </p:nvPr>
        </p:nvSpPr>
        <p:spPr>
          <a:xfrm>
            <a:off x="8548900" y="4256212"/>
            <a:ext cx="3172800" cy="1944000"/>
          </a:xfrm>
        </p:spPr>
        <p:txBody>
          <a:bodyPr/>
          <a:lstStyle>
            <a:lvl1pPr>
              <a:spcAft>
                <a:spcPts val="0"/>
              </a:spcAft>
              <a:defRPr b="1"/>
            </a:lvl1pPr>
            <a:lvl2pPr>
              <a:spcAft>
                <a:spcPts val="0"/>
              </a:spcAft>
              <a:defRPr b="0"/>
            </a:lvl2pPr>
          </a:lstStyle>
          <a:p>
            <a:pPr lvl="0"/>
            <a:r>
              <a:rPr lang="en-GB" noProof="0"/>
              <a:t>Edit Master text styles</a:t>
            </a:r>
            <a:endParaRPr lang="en-GB"/>
          </a:p>
          <a:p>
            <a:pPr lvl="1"/>
            <a:r>
              <a:rPr lang="en-GB" noProof="0"/>
              <a:t>Second level</a:t>
            </a:r>
            <a:endParaRPr lang="en-GB"/>
          </a:p>
        </p:txBody>
      </p:sp>
      <p:sp>
        <p:nvSpPr>
          <p:cNvPr id="19"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36"/>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57071976"/>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3 picture &amp;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469900" y="1700213"/>
            <a:ext cx="3627438" cy="2052830"/>
          </a:xfrm>
        </p:spPr>
        <p:txBody>
          <a:bodyPr/>
          <a:lstStyle/>
          <a:p>
            <a:r>
              <a:rPr lang="en-GB" noProof="0"/>
              <a:t>Click icon to add picture</a:t>
            </a:r>
            <a:endParaRPr lang="en-GB" noProof="0" dirty="0"/>
          </a:p>
        </p:txBody>
      </p:sp>
      <p:sp>
        <p:nvSpPr>
          <p:cNvPr id="5" name="Picture Placeholder 7"/>
          <p:cNvSpPr>
            <a:spLocks noGrp="1"/>
          </p:cNvSpPr>
          <p:nvPr>
            <p:ph type="pic" sz="quarter" idx="14"/>
          </p:nvPr>
        </p:nvSpPr>
        <p:spPr>
          <a:xfrm>
            <a:off x="8082784" y="1700213"/>
            <a:ext cx="3639316" cy="2059099"/>
          </a:xfrm>
        </p:spPr>
        <p:txBody>
          <a:bodyPr/>
          <a:lstStyle/>
          <a:p>
            <a:r>
              <a:rPr lang="en-GB" noProof="0"/>
              <a:t>Click icon to add picture</a:t>
            </a:r>
            <a:endParaRPr lang="en-GB" noProof="0" dirty="0"/>
          </a:p>
        </p:txBody>
      </p:sp>
      <p:sp>
        <p:nvSpPr>
          <p:cNvPr id="6" name="Picture Placeholder 7"/>
          <p:cNvSpPr>
            <a:spLocks noGrp="1"/>
          </p:cNvSpPr>
          <p:nvPr>
            <p:ph type="pic" sz="quarter" idx="15"/>
          </p:nvPr>
        </p:nvSpPr>
        <p:spPr>
          <a:xfrm>
            <a:off x="4284188" y="1700212"/>
            <a:ext cx="3636962" cy="2057767"/>
          </a:xfrm>
        </p:spPr>
        <p:txBody>
          <a:bodyPr/>
          <a:lstStyle/>
          <a:p>
            <a:r>
              <a:rPr lang="en-GB" noProof="0"/>
              <a:t>Click icon to add picture</a:t>
            </a:r>
            <a:endParaRPr lang="en-GB" noProof="0" dirty="0"/>
          </a:p>
        </p:txBody>
      </p:sp>
      <p:sp>
        <p:nvSpPr>
          <p:cNvPr id="9" name="Text Placeholder 18"/>
          <p:cNvSpPr>
            <a:spLocks noGrp="1"/>
          </p:cNvSpPr>
          <p:nvPr>
            <p:ph idx="1" hasCustomPrompt="1"/>
          </p:nvPr>
        </p:nvSpPr>
        <p:spPr>
          <a:xfrm>
            <a:off x="469900" y="3832225"/>
            <a:ext cx="3627438" cy="2181440"/>
          </a:xfrm>
          <a:prstGeom prst="rect">
            <a:avLst/>
          </a:prstGeom>
        </p:spPr>
        <p:txBody>
          <a:bodyPr vert="horz" lIns="0" tIns="0" rIns="0" bIns="0" rtlCol="0">
            <a:noAutofit/>
          </a:body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13" name="Text Placeholder 18"/>
          <p:cNvSpPr>
            <a:spLocks noGrp="1"/>
          </p:cNvSpPr>
          <p:nvPr>
            <p:ph idx="16" hasCustomPrompt="1"/>
          </p:nvPr>
        </p:nvSpPr>
        <p:spPr>
          <a:xfrm>
            <a:off x="4278313" y="3832224"/>
            <a:ext cx="3636962" cy="2186686"/>
          </a:xfrm>
          <a:prstGeom prst="rect">
            <a:avLst/>
          </a:prstGeom>
        </p:spPr>
        <p:txBody>
          <a:bodyPr vert="horz" lIns="0" tIns="0" rIns="0" bIns="0" rtlCol="0">
            <a:noAutofit/>
          </a:body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14" name="Text Placeholder 18"/>
          <p:cNvSpPr>
            <a:spLocks noGrp="1"/>
          </p:cNvSpPr>
          <p:nvPr>
            <p:ph idx="17" hasCustomPrompt="1"/>
          </p:nvPr>
        </p:nvSpPr>
        <p:spPr>
          <a:xfrm>
            <a:off x="8082784" y="3832224"/>
            <a:ext cx="3639316" cy="2188101"/>
          </a:xfrm>
          <a:prstGeom prst="rect">
            <a:avLst/>
          </a:prstGeom>
        </p:spPr>
        <p:txBody>
          <a:bodyPr vert="horz" lIns="0" tIns="0" rIns="0" bIns="0" rtlCol="0">
            <a:noAutofit/>
          </a:body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12"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1" name="Text Placeholder 8"/>
          <p:cNvSpPr>
            <a:spLocks noGrp="1"/>
          </p:cNvSpPr>
          <p:nvPr>
            <p:ph type="body" sz="quarter" idx="18"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9"/>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069359335"/>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4034416547"/>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11"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14" name="Text Placeholder 8"/>
          <p:cNvSpPr>
            <a:spLocks noGrp="1"/>
          </p:cNvSpPr>
          <p:nvPr>
            <p:ph type="body" sz="quarter" idx="17"/>
          </p:nvPr>
        </p:nvSpPr>
        <p:spPr>
          <a:xfrm>
            <a:off x="469899" y="1857892"/>
            <a:ext cx="5544000" cy="1695451"/>
          </a:xfrm>
        </p:spPr>
        <p:txBody>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239994" indent="0">
              <a:spcAft>
                <a:spcPts val="1333"/>
              </a:spcAft>
              <a:buFont typeface="Verdana" panose="020B0604030504040204" pitchFamily="34" charset="0"/>
              <a:buNone/>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2" name="Content Placeholder 9"/>
          <p:cNvSpPr>
            <a:spLocks noGrp="1"/>
          </p:cNvSpPr>
          <p:nvPr>
            <p:ph sz="quarter" idx="22" hasCustomPrompt="1"/>
          </p:nvPr>
        </p:nvSpPr>
        <p:spPr>
          <a:xfrm>
            <a:off x="4734795" y="1857891"/>
            <a:ext cx="1270718" cy="720000"/>
          </a:xfrm>
        </p:spPr>
        <p:txBody>
          <a:bodyPr>
            <a:noAutofit/>
          </a:bodyPr>
          <a:lstStyle>
            <a:lvl1pPr algn="ctr">
              <a:defRPr sz="900" baseline="0"/>
            </a:lvl1pPr>
          </a:lstStyle>
          <a:p>
            <a:pPr lvl="0"/>
            <a:r>
              <a:rPr lang="en-GB" dirty="0"/>
              <a:t>Click here, go to INSERT tab and choose Pictures to insert Co-brand Logo</a:t>
            </a:r>
            <a:endParaRPr lang="en-GB"/>
          </a:p>
        </p:txBody>
      </p:sp>
      <p:sp>
        <p:nvSpPr>
          <p:cNvPr id="15" name="Text Placeholder 8"/>
          <p:cNvSpPr>
            <a:spLocks noGrp="1"/>
          </p:cNvSpPr>
          <p:nvPr>
            <p:ph type="body" sz="quarter" idx="21"/>
          </p:nvPr>
        </p:nvSpPr>
        <p:spPr>
          <a:xfrm>
            <a:off x="6177462" y="1857892"/>
            <a:ext cx="5544000" cy="1695451"/>
          </a:xfrm>
        </p:spPr>
        <p:txBody>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3" name="Content Placeholder 10"/>
          <p:cNvSpPr>
            <a:spLocks noGrp="1"/>
          </p:cNvSpPr>
          <p:nvPr>
            <p:ph sz="quarter" idx="23" hasCustomPrompt="1"/>
          </p:nvPr>
        </p:nvSpPr>
        <p:spPr>
          <a:xfrm>
            <a:off x="10451382" y="1857891"/>
            <a:ext cx="1270718" cy="720000"/>
          </a:xfrm>
        </p:spPr>
        <p:txBody>
          <a:bodyPr>
            <a:noAutofit/>
          </a:bodyPr>
          <a:lstStyle>
            <a:lvl1pPr algn="ctr">
              <a:defRPr sz="900" baseline="0"/>
            </a:lvl1pPr>
          </a:lstStyle>
          <a:p>
            <a:pPr lvl="0"/>
            <a:r>
              <a:rPr lang="en-GB" dirty="0"/>
              <a:t>Click here, go to INSERT tab and choose Pictures to insert Co-brand Logo</a:t>
            </a:r>
            <a:endParaRPr lang="en-GB"/>
          </a:p>
        </p:txBody>
      </p:sp>
      <p:sp>
        <p:nvSpPr>
          <p:cNvPr id="17" name="Rectangle 16"/>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GB" sz="1467" noProof="0" dirty="0">
              <a:solidFill>
                <a:schemeClr val="bg1"/>
              </a:solidFill>
            </a:endParaRPr>
          </a:p>
        </p:txBody>
      </p:sp>
      <p:sp>
        <p:nvSpPr>
          <p:cNvPr id="18" name="Rectangle 17"/>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GB" sz="1467" noProof="0" dirty="0">
              <a:solidFill>
                <a:schemeClr val="bg1"/>
              </a:solidFill>
            </a:endParaRPr>
          </a:p>
        </p:txBody>
      </p:sp>
      <p:sp>
        <p:nvSpPr>
          <p:cNvPr id="2" name="Footer Placeholder 1"/>
          <p:cNvSpPr>
            <a:spLocks noGrp="1"/>
          </p:cNvSpPr>
          <p:nvPr>
            <p:ph type="ftr" sz="quarter" idx="2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671904553"/>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19"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ext Placeholder 8"/>
          <p:cNvSpPr>
            <a:spLocks noGrp="1"/>
          </p:cNvSpPr>
          <p:nvPr>
            <p:ph type="body" sz="quarter" idx="17"/>
          </p:nvPr>
        </p:nvSpPr>
        <p:spPr>
          <a:xfrm>
            <a:off x="469899" y="1857892"/>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6" name="Content Placeholder 9"/>
          <p:cNvSpPr>
            <a:spLocks noGrp="1"/>
          </p:cNvSpPr>
          <p:nvPr>
            <p:ph sz="quarter" idx="26" hasCustomPrompt="1"/>
          </p:nvPr>
        </p:nvSpPr>
        <p:spPr>
          <a:xfrm>
            <a:off x="4734795" y="1857891"/>
            <a:ext cx="1270718" cy="720000"/>
          </a:xfrm>
        </p:spPr>
        <p:txBody>
          <a:bodyPr>
            <a:noAutofit/>
          </a:bodyPr>
          <a:lstStyle>
            <a:lvl1pPr algn="ctr">
              <a:defRPr sz="900" baseline="0"/>
            </a:lvl1pPr>
          </a:lstStyle>
          <a:p>
            <a:pPr lvl="0"/>
            <a:r>
              <a:rPr lang="en-GB" dirty="0"/>
              <a:t>Click here, go to INSERT tab and choose Pictures to insert Co-brand Logo</a:t>
            </a:r>
            <a:endParaRPr lang="en-GB"/>
          </a:p>
        </p:txBody>
      </p:sp>
      <p:sp>
        <p:nvSpPr>
          <p:cNvPr id="9" name="Text Placeholder 8"/>
          <p:cNvSpPr>
            <a:spLocks noGrp="1"/>
          </p:cNvSpPr>
          <p:nvPr>
            <p:ph type="body" sz="quarter" idx="21"/>
          </p:nvPr>
        </p:nvSpPr>
        <p:spPr>
          <a:xfrm>
            <a:off x="6177462" y="1857892"/>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0" name="Content Placeholder 10"/>
          <p:cNvSpPr>
            <a:spLocks noGrp="1"/>
          </p:cNvSpPr>
          <p:nvPr>
            <p:ph sz="quarter" idx="27" hasCustomPrompt="1"/>
          </p:nvPr>
        </p:nvSpPr>
        <p:spPr>
          <a:xfrm>
            <a:off x="10451382" y="1857891"/>
            <a:ext cx="1270718" cy="720000"/>
          </a:xfrm>
        </p:spPr>
        <p:txBody>
          <a:bodyPr>
            <a:noAutofit/>
          </a:bodyPr>
          <a:lstStyle>
            <a:lvl1pPr algn="ctr">
              <a:defRPr sz="900" baseline="0"/>
            </a:lvl1pPr>
          </a:lstStyle>
          <a:p>
            <a:pPr lvl="0"/>
            <a:r>
              <a:rPr lang="en-GB" dirty="0"/>
              <a:t>Click here, go to INSERT tab and choose Pictures to insert Co-brand Logo</a:t>
            </a:r>
            <a:endParaRPr lang="en-GB"/>
          </a:p>
        </p:txBody>
      </p:sp>
      <p:sp>
        <p:nvSpPr>
          <p:cNvPr id="10" name="Text Placeholder 8"/>
          <p:cNvSpPr>
            <a:spLocks noGrp="1"/>
          </p:cNvSpPr>
          <p:nvPr>
            <p:ph type="body" sz="quarter" idx="22"/>
          </p:nvPr>
        </p:nvSpPr>
        <p:spPr>
          <a:xfrm>
            <a:off x="469899" y="4249681"/>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1" name="Content Placeholder 11"/>
          <p:cNvSpPr>
            <a:spLocks noGrp="1"/>
          </p:cNvSpPr>
          <p:nvPr>
            <p:ph sz="quarter" idx="28" hasCustomPrompt="1"/>
          </p:nvPr>
        </p:nvSpPr>
        <p:spPr>
          <a:xfrm>
            <a:off x="4742449" y="4248208"/>
            <a:ext cx="1270718" cy="720000"/>
          </a:xfrm>
        </p:spPr>
        <p:txBody>
          <a:bodyPr>
            <a:noAutofit/>
          </a:bodyPr>
          <a:lstStyle>
            <a:lvl1pPr algn="ctr">
              <a:defRPr sz="900" baseline="0"/>
            </a:lvl1pPr>
          </a:lstStyle>
          <a:p>
            <a:pPr lvl="0"/>
            <a:r>
              <a:rPr lang="en-GB" dirty="0"/>
              <a:t>Click here, go to INSERT tab and choose Pictures to insert Co-brand Logo</a:t>
            </a:r>
            <a:endParaRPr lang="en-GB"/>
          </a:p>
        </p:txBody>
      </p:sp>
      <p:sp>
        <p:nvSpPr>
          <p:cNvPr id="11" name="Text Placeholder 8"/>
          <p:cNvSpPr>
            <a:spLocks noGrp="1"/>
          </p:cNvSpPr>
          <p:nvPr>
            <p:ph type="body" sz="quarter" idx="23"/>
          </p:nvPr>
        </p:nvSpPr>
        <p:spPr>
          <a:xfrm>
            <a:off x="6177460" y="4249681"/>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2" name="Content Placeholder 12"/>
          <p:cNvSpPr>
            <a:spLocks noGrp="1"/>
          </p:cNvSpPr>
          <p:nvPr>
            <p:ph sz="quarter" idx="29" hasCustomPrompt="1"/>
          </p:nvPr>
        </p:nvSpPr>
        <p:spPr>
          <a:xfrm>
            <a:off x="10451382" y="4248208"/>
            <a:ext cx="1270718" cy="720000"/>
          </a:xfrm>
        </p:spPr>
        <p:txBody>
          <a:bodyPr>
            <a:noAutofit/>
          </a:bodyPr>
          <a:lstStyle>
            <a:lvl1pPr algn="ctr">
              <a:defRPr sz="900" baseline="0"/>
            </a:lvl1pPr>
          </a:lstStyle>
          <a:p>
            <a:pPr lvl="0"/>
            <a:r>
              <a:rPr lang="en-GB" dirty="0"/>
              <a:t>Click here, go to INSERT tab and choose Pictures to insert Co-brand Logo</a:t>
            </a:r>
            <a:endParaRPr lang="en-GB"/>
          </a:p>
        </p:txBody>
      </p:sp>
      <p:sp>
        <p:nvSpPr>
          <p:cNvPr id="4" name="Rectangle 3"/>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GB" sz="1467" noProof="0" dirty="0">
              <a:solidFill>
                <a:schemeClr val="bg1"/>
              </a:solidFill>
            </a:endParaRPr>
          </a:p>
        </p:txBody>
      </p:sp>
      <p:sp>
        <p:nvSpPr>
          <p:cNvPr id="5" name="Rectangle 4"/>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GB" sz="1467" noProof="0" dirty="0">
              <a:solidFill>
                <a:schemeClr val="bg1"/>
              </a:solidFill>
            </a:endParaRPr>
          </a:p>
        </p:txBody>
      </p:sp>
      <p:sp>
        <p:nvSpPr>
          <p:cNvPr id="12" name="Rectangle 11"/>
          <p:cNvSpPr/>
          <p:nvPr userDrawn="1"/>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GB" sz="1467" noProof="0" dirty="0">
              <a:solidFill>
                <a:schemeClr val="bg1"/>
              </a:solidFill>
            </a:endParaRPr>
          </a:p>
        </p:txBody>
      </p:sp>
      <p:sp>
        <p:nvSpPr>
          <p:cNvPr id="13" name="Rectangle 12"/>
          <p:cNvSpPr/>
          <p:nvPr userDrawn="1"/>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GB" sz="1467" noProof="0" dirty="0">
              <a:solidFill>
                <a:schemeClr val="bg1"/>
              </a:solidFill>
            </a:endParaRPr>
          </a:p>
        </p:txBody>
      </p:sp>
      <p:sp>
        <p:nvSpPr>
          <p:cNvPr id="2" name="Footer Placeholder 1"/>
          <p:cNvSpPr>
            <a:spLocks noGrp="1"/>
          </p:cNvSpPr>
          <p:nvPr>
            <p:ph type="ftr" sz="quarter" idx="3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2017046779"/>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4" name="Rectangle 3"/>
          <p:cNvSpPr/>
          <p:nvPr userDrawn="1"/>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dirty="0">
              <a:solidFill>
                <a:schemeClr val="bg1"/>
              </a:solidFill>
            </a:endParaRPr>
          </a:p>
        </p:txBody>
      </p:sp>
      <p:sp>
        <p:nvSpPr>
          <p:cNvPr id="5" name="Rectangle 4"/>
          <p:cNvSpPr/>
          <p:nvPr userDrawn="1"/>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dirty="0">
              <a:solidFill>
                <a:schemeClr val="bg1"/>
              </a:solidFill>
            </a:endParaRPr>
          </a:p>
        </p:txBody>
      </p:sp>
      <p:sp>
        <p:nvSpPr>
          <p:cNvPr id="6" name="Rectangle 5"/>
          <p:cNvSpPr/>
          <p:nvPr userDrawn="1"/>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dirty="0">
              <a:solidFill>
                <a:schemeClr val="bg1"/>
              </a:solidFill>
            </a:endParaRPr>
          </a:p>
        </p:txBody>
      </p:sp>
      <p:sp>
        <p:nvSpPr>
          <p:cNvPr id="7" name="Text Placeholder 8"/>
          <p:cNvSpPr>
            <a:spLocks noGrp="1"/>
          </p:cNvSpPr>
          <p:nvPr>
            <p:ph type="body" sz="quarter" idx="17"/>
          </p:nvPr>
        </p:nvSpPr>
        <p:spPr>
          <a:xfrm>
            <a:off x="4278313" y="1851441"/>
            <a:ext cx="3636962" cy="3845755"/>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8" name="Text Placeholder 8"/>
          <p:cNvSpPr>
            <a:spLocks noGrp="1"/>
          </p:cNvSpPr>
          <p:nvPr>
            <p:ph type="body" sz="quarter" idx="18"/>
          </p:nvPr>
        </p:nvSpPr>
        <p:spPr>
          <a:xfrm>
            <a:off x="469900" y="1851441"/>
            <a:ext cx="3627438" cy="3845755"/>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9" name="Text Placeholder 8"/>
          <p:cNvSpPr>
            <a:spLocks noGrp="1"/>
          </p:cNvSpPr>
          <p:nvPr>
            <p:ph type="body" sz="quarter" idx="19"/>
          </p:nvPr>
        </p:nvSpPr>
        <p:spPr>
          <a:xfrm>
            <a:off x="8093075" y="1851441"/>
            <a:ext cx="3629025" cy="3845755"/>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2"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1"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4085975428"/>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6" name="Text Placeholder 8"/>
          <p:cNvSpPr>
            <a:spLocks noGrp="1"/>
          </p:cNvSpPr>
          <p:nvPr>
            <p:ph type="body" sz="quarter" idx="19"/>
          </p:nvPr>
        </p:nvSpPr>
        <p:spPr>
          <a:xfrm>
            <a:off x="3356633" y="2556000"/>
            <a:ext cx="2592000" cy="3394800"/>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7" name="Text Placeholder 8"/>
          <p:cNvSpPr>
            <a:spLocks noGrp="1"/>
          </p:cNvSpPr>
          <p:nvPr>
            <p:ph type="body" sz="quarter" idx="20"/>
          </p:nvPr>
        </p:nvSpPr>
        <p:spPr>
          <a:xfrm>
            <a:off x="6243366" y="2556000"/>
            <a:ext cx="2592000" cy="3394800"/>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0"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963816865"/>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Ref idx="1001">
        <a:schemeClr val="bg1"/>
      </p:bgRef>
    </p:bg>
    <p:spTree>
      <p:nvGrpSpPr>
        <p:cNvPr id="1" name=""/>
        <p:cNvGrpSpPr/>
        <p:nvPr/>
      </p:nvGrpSpPr>
      <p:grpSpPr>
        <a:xfrm>
          <a:off x="0" y="0"/>
          <a:ext cx="0" cy="0"/>
          <a:chOff x="0" y="0"/>
          <a:chExt cx="0" cy="0"/>
        </a:xfrm>
      </p:grpSpPr>
      <p:sp>
        <p:nvSpPr>
          <p:cNvPr id="11" name="Colored background"/>
          <p:cNvSpPr/>
          <p:nvPr userDrawn="1"/>
        </p:nvSpPr>
        <p:spPr bwMode="gray">
          <a:xfrm>
            <a:off x="0" y="0"/>
            <a:ext cx="12189600" cy="6858000"/>
          </a:xfrm>
          <a:prstGeom prst="rect">
            <a:avLst/>
          </a:prstGeom>
          <a:solidFill>
            <a:srgbClr val="046A3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4" name="Text Placeholder 8"/>
          <p:cNvSpPr>
            <a:spLocks noGrp="1"/>
          </p:cNvSpPr>
          <p:nvPr>
            <p:ph type="body" sz="quarter" idx="17"/>
          </p:nvPr>
        </p:nvSpPr>
        <p:spPr>
          <a:xfrm>
            <a:off x="469903" y="2556000"/>
            <a:ext cx="2592000" cy="3394800"/>
          </a:xfrm>
        </p:spPr>
        <p:txBody>
          <a:bodyPr/>
          <a:lstStyle>
            <a:lvl1pPr>
              <a:defRPr b="1">
                <a:solidFill>
                  <a:schemeClr val="tx1"/>
                </a:solidFill>
              </a:defRPr>
            </a:lvl1pPr>
            <a:lvl2pPr>
              <a:spcAft>
                <a:spcPts val="1333"/>
              </a:spcAft>
              <a:defRPr>
                <a:solidFill>
                  <a:schemeClr val="tx1"/>
                </a:solidFill>
              </a:defRPr>
            </a:lvl2pPr>
            <a:lvl3pPr marL="0" indent="0">
              <a:spcAft>
                <a:spcPts val="1333"/>
              </a:spcAft>
              <a:buFont typeface="Arial" panose="020B0604020202020204" pitchFamily="34" charset="0"/>
              <a:buChar char="​"/>
              <a:defRPr>
                <a:solidFill>
                  <a:schemeClr val="tx1"/>
                </a:solidFill>
              </a:defRPr>
            </a:lvl3pPr>
            <a:lvl4pPr marL="235194" indent="-235194">
              <a:spcAft>
                <a:spcPts val="1333"/>
              </a:spcAft>
              <a:buFont typeface="Arial" panose="020B0604020202020204" pitchFamily="34" charset="0"/>
              <a:buChar char="•"/>
              <a:defRPr>
                <a:solidFill>
                  <a:schemeClr val="tx1"/>
                </a:solidFill>
              </a:defRPr>
            </a:lvl4pPr>
            <a:lvl5pPr marL="475188" indent="-235194">
              <a:spcAft>
                <a:spcPts val="1333"/>
              </a:spcAft>
              <a:defRPr baseline="0">
                <a:solidFill>
                  <a:schemeClr val="tx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tx1"/>
                </a:solidFill>
              </a:defRPr>
            </a:lvl1pPr>
            <a:lvl2pPr>
              <a:spcAft>
                <a:spcPts val="1333"/>
              </a:spcAft>
              <a:defRPr>
                <a:solidFill>
                  <a:schemeClr val="tx1"/>
                </a:solidFill>
              </a:defRPr>
            </a:lvl2pPr>
            <a:lvl3pPr marL="0" indent="0">
              <a:spcAft>
                <a:spcPts val="1333"/>
              </a:spcAft>
              <a:buFont typeface="Arial" panose="020B0604020202020204" pitchFamily="34" charset="0"/>
              <a:buChar char="​"/>
              <a:defRPr>
                <a:solidFill>
                  <a:schemeClr val="tx1"/>
                </a:solidFill>
              </a:defRPr>
            </a:lvl3pPr>
            <a:lvl4pPr marL="235194" indent="-235194">
              <a:spcAft>
                <a:spcPts val="1333"/>
              </a:spcAft>
              <a:buFont typeface="Arial" panose="020B0604020202020204" pitchFamily="34" charset="0"/>
              <a:buChar char="•"/>
              <a:defRPr>
                <a:solidFill>
                  <a:schemeClr val="tx1"/>
                </a:solidFill>
              </a:defRPr>
            </a:lvl4pPr>
            <a:lvl5pPr marL="475188" indent="-235194">
              <a:spcAft>
                <a:spcPts val="1333"/>
              </a:spcAft>
              <a:defRPr baseline="0">
                <a:solidFill>
                  <a:schemeClr val="tx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6" name="Text Placeholder 8"/>
          <p:cNvSpPr>
            <a:spLocks noGrp="1"/>
          </p:cNvSpPr>
          <p:nvPr>
            <p:ph type="body" sz="quarter" idx="19"/>
          </p:nvPr>
        </p:nvSpPr>
        <p:spPr>
          <a:xfrm>
            <a:off x="3356635" y="2556000"/>
            <a:ext cx="2592000" cy="3394800"/>
          </a:xfrm>
        </p:spPr>
        <p:txBody>
          <a:bodyPr/>
          <a:lstStyle>
            <a:lvl1pPr>
              <a:defRPr b="1">
                <a:solidFill>
                  <a:schemeClr val="tx1"/>
                </a:solidFill>
              </a:defRPr>
            </a:lvl1pPr>
            <a:lvl2pPr>
              <a:spcAft>
                <a:spcPts val="1333"/>
              </a:spcAft>
              <a:defRPr>
                <a:solidFill>
                  <a:schemeClr val="tx1"/>
                </a:solidFill>
              </a:defRPr>
            </a:lvl2pPr>
            <a:lvl3pPr marL="0" indent="0">
              <a:spcAft>
                <a:spcPts val="1333"/>
              </a:spcAft>
              <a:buFont typeface="Arial" panose="020B0604020202020204" pitchFamily="34" charset="0"/>
              <a:buChar char="​"/>
              <a:defRPr>
                <a:solidFill>
                  <a:schemeClr val="tx1"/>
                </a:solidFill>
              </a:defRPr>
            </a:lvl3pPr>
            <a:lvl4pPr marL="235194" indent="-235194">
              <a:spcAft>
                <a:spcPts val="1333"/>
              </a:spcAft>
              <a:buFont typeface="Arial" panose="020B0604020202020204" pitchFamily="34" charset="0"/>
              <a:buChar char="•"/>
              <a:defRPr>
                <a:solidFill>
                  <a:schemeClr val="tx1"/>
                </a:solidFill>
              </a:defRPr>
            </a:lvl4pPr>
            <a:lvl5pPr marL="475188" indent="-235194">
              <a:spcAft>
                <a:spcPts val="1333"/>
              </a:spcAft>
              <a:defRPr baseline="0">
                <a:solidFill>
                  <a:schemeClr val="tx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7" name="Text Placeholder 8"/>
          <p:cNvSpPr>
            <a:spLocks noGrp="1"/>
          </p:cNvSpPr>
          <p:nvPr>
            <p:ph type="body" sz="quarter" idx="20"/>
          </p:nvPr>
        </p:nvSpPr>
        <p:spPr>
          <a:xfrm>
            <a:off x="6243367" y="2556000"/>
            <a:ext cx="2592000" cy="3394800"/>
          </a:xfrm>
        </p:spPr>
        <p:txBody>
          <a:bodyPr/>
          <a:lstStyle>
            <a:lvl1pPr>
              <a:defRPr b="1">
                <a:solidFill>
                  <a:schemeClr val="tx1"/>
                </a:solidFill>
              </a:defRPr>
            </a:lvl1pPr>
            <a:lvl2pPr>
              <a:spcAft>
                <a:spcPts val="1333"/>
              </a:spcAft>
              <a:defRPr>
                <a:solidFill>
                  <a:schemeClr val="tx1"/>
                </a:solidFill>
              </a:defRPr>
            </a:lvl2pPr>
            <a:lvl3pPr marL="0" indent="0">
              <a:spcAft>
                <a:spcPts val="1333"/>
              </a:spcAft>
              <a:buFont typeface="Arial" panose="020B0604020202020204" pitchFamily="34" charset="0"/>
              <a:buChar char="​"/>
              <a:defRPr>
                <a:solidFill>
                  <a:schemeClr val="tx1"/>
                </a:solidFill>
              </a:defRPr>
            </a:lvl3pPr>
            <a:lvl4pPr marL="235194" indent="-235194">
              <a:spcAft>
                <a:spcPts val="1333"/>
              </a:spcAft>
              <a:buFont typeface="Arial" panose="020B0604020202020204" pitchFamily="34" charset="0"/>
              <a:buChar char="•"/>
              <a:defRPr>
                <a:solidFill>
                  <a:schemeClr val="tx1"/>
                </a:solidFill>
              </a:defRPr>
            </a:lvl4pPr>
            <a:lvl5pPr marL="475188" indent="-235194">
              <a:spcAft>
                <a:spcPts val="1333"/>
              </a:spcAft>
              <a:defRPr baseline="0">
                <a:solidFill>
                  <a:schemeClr val="tx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5" name="TextBox 14"/>
          <p:cNvSpPr txBox="1"/>
          <p:nvPr userDrawn="1"/>
        </p:nvSpPr>
        <p:spPr>
          <a:xfrm>
            <a:off x="11382378" y="6477001"/>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17"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solidFill>
                  <a:schemeClr val="tx1"/>
                </a:solidFill>
              </a:defRPr>
            </a:lvl1pPr>
          </a:lstStyle>
          <a:p>
            <a:r>
              <a:rPr lang="en-GB" noProof="0"/>
              <a:t>Click to edit Master title style</a:t>
            </a:r>
            <a:endParaRPr lang="en-GB" noProof="0" dirty="0"/>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chemeClr val="tx1"/>
                </a:solidFill>
              </a:defRPr>
            </a:lvl1pPr>
          </a:lstStyle>
          <a:p>
            <a:pPr lvl="0"/>
            <a:r>
              <a:rPr lang="en-GB" noProof="0" dirty="0"/>
              <a:t>Click to add subtitle</a:t>
            </a:r>
            <a:endParaRPr lang="en-GB"/>
          </a:p>
        </p:txBody>
      </p:sp>
      <p:sp>
        <p:nvSpPr>
          <p:cNvPr id="2" name="Footer Placeholder 1"/>
          <p:cNvSpPr>
            <a:spLocks noGrp="1"/>
          </p:cNvSpPr>
          <p:nvPr>
            <p:ph type="ftr" sz="quarter" idx="2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41383348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467783" y="1665817"/>
            <a:ext cx="5537730" cy="4633383"/>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6"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603432535"/>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2" name="Footer Placeholder 1"/>
          <p:cNvSpPr>
            <a:spLocks noGrp="1"/>
          </p:cNvSpPr>
          <p:nvPr>
            <p:ph type="ftr" sz="quarter" idx="1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204173928"/>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619261684"/>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3" name="Picture Placeholder 2"/>
          <p:cNvSpPr>
            <a:spLocks noGrp="1"/>
          </p:cNvSpPr>
          <p:nvPr>
            <p:ph type="pic" sz="quarter" idx="14" hasCustomPrompt="1"/>
          </p:nvPr>
        </p:nvSpPr>
        <p:spPr>
          <a:xfrm>
            <a:off x="9402597" y="4102100"/>
            <a:ext cx="2319503" cy="1725448"/>
          </a:xfrm>
        </p:spPr>
        <p:txBody>
          <a:bodyPr anchor="ctr" anchorCtr="0"/>
          <a:lstStyle>
            <a:lvl1pPr algn="ctr">
              <a:defRPr sz="1200"/>
            </a:lvl1pPr>
          </a:lstStyle>
          <a:p>
            <a:r>
              <a:rPr lang="en-GB" sz="1200" noProof="0" dirty="0"/>
              <a:t>Insert sponsorship mark here</a:t>
            </a:r>
            <a:endParaRPr lang="en-GB" noProof="0" dirty="0"/>
          </a:p>
        </p:txBody>
      </p:sp>
      <p:sp>
        <p:nvSpPr>
          <p:cNvPr id="22" name="LEG_DisclaimerPowerPoint"/>
          <p:cNvSpPr>
            <a:spLocks/>
          </p:cNvSpPr>
          <p:nvPr userDrawn="1"/>
        </p:nvSpPr>
        <p:spPr bwMode="auto">
          <a:xfrm>
            <a:off x="474358" y="3429000"/>
            <a:ext cx="8556230" cy="2870201"/>
          </a:xfrm>
          <a:prstGeom prst="rect">
            <a:avLst/>
          </a:prstGeom>
          <a:noFill/>
          <a:ln w="9525">
            <a:noFill/>
            <a:miter lim="800000"/>
            <a:headEnd/>
            <a:tailEnd/>
          </a:ln>
        </p:spPr>
        <p:txBody>
          <a:bodyPr lIns="0" tIns="0" rIns="0" bIns="0" anchor="b"/>
          <a:lstStyle/>
          <a:p>
            <a:pPr defTabSz="1019175">
              <a:spcAft>
                <a:spcPts val="0"/>
              </a:spcAft>
              <a:buClr>
                <a:schemeClr val="tx1"/>
              </a:buClr>
              <a:buSzPct val="80000"/>
              <a:buFont typeface="Wingdings" pitchFamily="2" charset="2"/>
              <a:buNone/>
            </a:pPr>
            <a:r>
              <a:rPr lang="en-GB" sz="900" noProof="1">
                <a:solidFill>
                  <a:schemeClr val="tx1"/>
                </a:solidFill>
              </a:rPr>
              <a:t>Regd. Office: 12, Dr. Annie Besant Road, Opp. Shiv Sagar Estate, Worli, Mumbai - 400 018, India
Deloitte Touche Tohmatsu India Private Limited (U74140MH1995PTC093339), a private company limited by shares, was converted 
into Deloitte Touche Tohmatsu India LLP (LLP Identification No. AAE-8458), a limited liability partnership, with effect from October 1, 2015.</a:t>
            </a:r>
          </a:p>
        </p:txBody>
      </p:sp>
      <p:sp>
        <p:nvSpPr>
          <p:cNvPr id="8" name="Text Placeholder 7"/>
          <p:cNvSpPr>
            <a:spLocks noGrp="1"/>
          </p:cNvSpPr>
          <p:nvPr>
            <p:ph type="body" sz="quarter" idx="15"/>
          </p:nvPr>
        </p:nvSpPr>
        <p:spPr>
          <a:xfrm>
            <a:off x="9402598" y="5935479"/>
            <a:ext cx="2319501" cy="363723"/>
          </a:xfrm>
        </p:spPr>
        <p:txBody>
          <a:bodyPr anchor="b" anchorCtr="0"/>
          <a:lstStyle>
            <a:lvl1pPr>
              <a:lnSpc>
                <a:spcPct val="100000"/>
              </a:lnSpc>
              <a:defRPr sz="1267"/>
            </a:lvl1pPr>
          </a:lstStyle>
          <a:p>
            <a:pPr lvl="0"/>
            <a:r>
              <a:rPr lang="en-GB" noProof="0"/>
              <a:t>Edit Master text styles</a:t>
            </a:r>
            <a:endParaRPr lang="en-GB"/>
          </a:p>
        </p:txBody>
      </p:sp>
      <p:sp>
        <p:nvSpPr>
          <p:cNvPr id="20" name="SD_ART_Logo"/>
          <p:cNvSpPr/>
          <p:nvPr userDrawn="1"/>
        </p:nvSpPr>
        <p:spPr>
          <a:xfrm>
            <a:off x="475438" y="464400"/>
            <a:ext cx="2286000" cy="100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793251660" name="LogoDisclaimerPage"/>
          <p:cNvPicPr>
            <a:picLocks noChangeAspect="1"/>
          </p:cNvPicPr>
          <p:nvPr/>
        </p:nvPicPr>
        <p:blipFill>
          <a:blip r:embed="rId2"/>
          <a:stretch>
            <a:fillRect/>
          </a:stretch>
        </p:blipFill>
        <p:spPr>
          <a:xfrm>
            <a:off x="475200" y="464400"/>
            <a:ext cx="1655999" cy="725867"/>
          </a:xfrm>
          <a:prstGeom prst="rect">
            <a:avLst/>
          </a:prstGeom>
        </p:spPr>
      </p:pic>
      <p:sp>
        <p:nvSpPr>
          <p:cNvPr id="2" name="Footer Placeholder 1"/>
          <p:cNvSpPr>
            <a:spLocks noGrp="1"/>
          </p:cNvSpPr>
          <p:nvPr>
            <p:ph type="ftr" sz="quarter" idx="16"/>
          </p:nvPr>
        </p:nvSpPr>
        <p:spPr>
          <a:xfrm>
            <a:off x="6184900" y="6476999"/>
            <a:ext cx="4536726" cy="244476"/>
          </a:xfrm>
          <a:prstGeom prst="rect">
            <a:avLst/>
          </a:prstGeom>
        </p:spPr>
        <p:txBody>
          <a:bodyPr/>
          <a:lstStyle>
            <a:lvl1pPr>
              <a:defRPr>
                <a:solidFill>
                  <a:schemeClr val="bg1"/>
                </a:solidFill>
              </a:defRPr>
            </a:lvl1pPr>
          </a:lstStyle>
          <a:p>
            <a:endParaRPr lang="en-GB" dirty="0"/>
          </a:p>
        </p:txBody>
      </p:sp>
    </p:spTree>
    <p:extLst>
      <p:ext uri="{BB962C8B-B14F-4D97-AF65-F5344CB8AC3E}">
        <p14:creationId xmlns:p14="http://schemas.microsoft.com/office/powerpoint/2010/main" val="141743932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userDrawn="1">
  <p:cSld name="2_Divider - Deloitte black">
    <p:bg bwMode="gray">
      <p:bgPr>
        <a:solidFill>
          <a:schemeClr val="tx1">
            <a:lumMod val="65000"/>
            <a:lumOff val="35000"/>
          </a:schemeClr>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4" name="Object 3"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2" name="Title 1"/>
          <p:cNvSpPr>
            <a:spLocks noGrp="1"/>
          </p:cNvSpPr>
          <p:nvPr>
            <p:ph type="title"/>
          </p:nvPr>
        </p:nvSpPr>
        <p:spPr bwMode="gray">
          <a:xfrm>
            <a:off x="501651" y="1705671"/>
            <a:ext cx="10541001"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0"/>
            <a:ext cx="10541001" cy="1566532"/>
          </a:xfrm>
        </p:spPr>
        <p:txBody>
          <a:bodyPr lIns="0" tIns="0" rIns="0" bIns="0">
            <a:noAutofit/>
          </a:bodyPr>
          <a:lstStyle>
            <a:lvl1pPr marL="0" indent="0">
              <a:lnSpc>
                <a:spcPct val="95000"/>
              </a:lnSpc>
              <a:spcAft>
                <a:spcPts val="0"/>
              </a:spcAft>
              <a:buNone/>
              <a:defRPr sz="3850">
                <a:solidFill>
                  <a:schemeClr val="bg1"/>
                </a:solidFill>
              </a:defRPr>
            </a:lvl1pPr>
            <a:lvl2pPr marL="495285" indent="0">
              <a:buNone/>
              <a:defRPr sz="2167">
                <a:solidFill>
                  <a:schemeClr val="tx1">
                    <a:tint val="75000"/>
                  </a:schemeClr>
                </a:solidFill>
              </a:defRPr>
            </a:lvl2pPr>
            <a:lvl3pPr marL="990570" indent="0">
              <a:buNone/>
              <a:defRPr sz="1950">
                <a:solidFill>
                  <a:schemeClr val="tx1">
                    <a:tint val="75000"/>
                  </a:schemeClr>
                </a:solidFill>
              </a:defRPr>
            </a:lvl3pPr>
            <a:lvl4pPr marL="1485854" indent="0">
              <a:buNone/>
              <a:defRPr sz="1733">
                <a:solidFill>
                  <a:schemeClr val="tx1">
                    <a:tint val="75000"/>
                  </a:schemeClr>
                </a:solidFill>
              </a:defRPr>
            </a:lvl4pPr>
            <a:lvl5pPr marL="1981139" indent="0">
              <a:buNone/>
              <a:defRPr sz="1733">
                <a:solidFill>
                  <a:schemeClr val="tx1">
                    <a:tint val="75000"/>
                  </a:schemeClr>
                </a:solidFill>
              </a:defRPr>
            </a:lvl5pPr>
            <a:lvl6pPr marL="2476424" indent="0">
              <a:buNone/>
              <a:defRPr sz="1733">
                <a:solidFill>
                  <a:schemeClr val="tx1">
                    <a:tint val="75000"/>
                  </a:schemeClr>
                </a:solidFill>
              </a:defRPr>
            </a:lvl6pPr>
            <a:lvl7pPr marL="2971709" indent="0">
              <a:buNone/>
              <a:defRPr sz="1733">
                <a:solidFill>
                  <a:schemeClr val="tx1">
                    <a:tint val="75000"/>
                  </a:schemeClr>
                </a:solidFill>
              </a:defRPr>
            </a:lvl7pPr>
            <a:lvl8pPr marL="3466993" indent="0">
              <a:buNone/>
              <a:defRPr sz="1733">
                <a:solidFill>
                  <a:schemeClr val="tx1">
                    <a:tint val="75000"/>
                  </a:schemeClr>
                </a:solidFill>
              </a:defRPr>
            </a:lvl8pPr>
            <a:lvl9pPr marL="3962278" indent="0">
              <a:buNone/>
              <a:defRPr sz="1733">
                <a:solidFill>
                  <a:schemeClr val="tx1">
                    <a:tint val="75000"/>
                  </a:schemeClr>
                </a:solidFill>
              </a:defRPr>
            </a:lvl9pPr>
          </a:lstStyle>
          <a:p>
            <a:pPr lvl="0"/>
            <a:r>
              <a:rPr lang="en-US" noProof="0"/>
              <a:t>Click to edit Master text styles</a:t>
            </a:r>
          </a:p>
        </p:txBody>
      </p:sp>
      <p:sp>
        <p:nvSpPr>
          <p:cNvPr id="9" name="TextBox 8"/>
          <p:cNvSpPr txBox="1"/>
          <p:nvPr userDrawn="1"/>
        </p:nvSpPr>
        <p:spPr>
          <a:xfrm>
            <a:off x="11382377" y="6705604"/>
            <a:ext cx="307974" cy="100027"/>
          </a:xfrm>
          <a:prstGeom prst="rect">
            <a:avLst/>
          </a:prstGeom>
          <a:noFill/>
        </p:spPr>
        <p:txBody>
          <a:bodyPr wrap="square" lIns="0" tIns="0" rIns="0" bIns="0" rtlCol="0">
            <a:noAutofit/>
          </a:bodyPr>
          <a:lstStyle/>
          <a:p>
            <a:pPr marL="0" indent="0" algn="r">
              <a:spcBef>
                <a:spcPts val="650"/>
              </a:spcBef>
              <a:buSzPct val="100000"/>
              <a:buFont typeface="Arial"/>
              <a:buNone/>
            </a:pPr>
            <a:fld id="{C58DF478-B544-4ED8-9ED4-6A2648E2D233}" type="slidenum">
              <a:rPr lang="en-US" sz="704" noProof="0" smtClean="0">
                <a:solidFill>
                  <a:schemeClr val="bg1"/>
                </a:solidFill>
              </a:rPr>
              <a:pPr marL="0" indent="0" algn="r">
                <a:spcBef>
                  <a:spcPts val="650"/>
                </a:spcBef>
                <a:buSzPct val="100000"/>
                <a:buFont typeface="Arial"/>
                <a:buNone/>
              </a:pPr>
              <a:t>‹#›</a:t>
            </a:fld>
            <a:endParaRPr lang="en-US" sz="704" noProof="0" dirty="0">
              <a:solidFill>
                <a:schemeClr val="bg1"/>
              </a:solidFill>
            </a:endParaRPr>
          </a:p>
        </p:txBody>
      </p:sp>
      <p:sp>
        <p:nvSpPr>
          <p:cNvPr id="12" name="TextBox 11"/>
          <p:cNvSpPr txBox="1"/>
          <p:nvPr userDrawn="1"/>
        </p:nvSpPr>
        <p:spPr>
          <a:xfrm>
            <a:off x="501649" y="6654807"/>
            <a:ext cx="5355168" cy="201260"/>
          </a:xfrm>
          <a:prstGeom prst="rect">
            <a:avLst/>
          </a:prstGeom>
          <a:noFill/>
        </p:spPr>
        <p:txBody>
          <a:bodyPr wrap="square" lIns="0" tIns="0" rIns="0" bIns="0" rtlCol="0">
            <a:noAutofit/>
          </a:bodyPr>
          <a:lstStyle/>
          <a:p>
            <a:pPr marL="0" indent="0">
              <a:spcBef>
                <a:spcPts val="717"/>
              </a:spcBef>
              <a:buSzPct val="100000"/>
              <a:buFont typeface="Arial"/>
              <a:buNone/>
            </a:pPr>
            <a:r>
              <a:rPr lang="fr-FR" sz="650" noProof="0" dirty="0">
                <a:solidFill>
                  <a:schemeClr val="bg1"/>
                </a:solidFill>
              </a:rPr>
              <a:t>© 2019 Deloitte Touche Tohmatsu India LLP</a:t>
            </a:r>
          </a:p>
        </p:txBody>
      </p:sp>
    </p:spTree>
    <p:extLst>
      <p:ext uri="{BB962C8B-B14F-4D97-AF65-F5344CB8AC3E}">
        <p14:creationId xmlns:p14="http://schemas.microsoft.com/office/powerpoint/2010/main" val="252713777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71B85-5BB5-433D-A56B-D800F5D3B1E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51996E8-3308-42D5-AF34-F651D54681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FC7277-694C-45DD-A391-D4B1334705B9}"/>
              </a:ext>
            </a:extLst>
          </p:cNvPr>
          <p:cNvSpPr>
            <a:spLocks noGrp="1"/>
          </p:cNvSpPr>
          <p:nvPr>
            <p:ph type="dt" sz="half" idx="10"/>
          </p:nvPr>
        </p:nvSpPr>
        <p:spPr/>
        <p:txBody>
          <a:bodyPr/>
          <a:lstStyle/>
          <a:p>
            <a:fld id="{D04A9CBC-9484-48E7-9AB7-8CE7AE80B291}" type="datetimeFigureOut">
              <a:rPr lang="en-IN" smtClean="0"/>
              <a:t>20-03-2023</a:t>
            </a:fld>
            <a:endParaRPr lang="en-IN"/>
          </a:p>
        </p:txBody>
      </p:sp>
      <p:sp>
        <p:nvSpPr>
          <p:cNvPr id="5" name="Footer Placeholder 4">
            <a:extLst>
              <a:ext uri="{FF2B5EF4-FFF2-40B4-BE49-F238E27FC236}">
                <a16:creationId xmlns:a16="http://schemas.microsoft.com/office/drawing/2014/main" id="{D8858C05-6C87-48A1-9D56-7538244640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F6870E-C7A1-4D3E-8D05-DB47CC3EDBC7}"/>
              </a:ext>
            </a:extLst>
          </p:cNvPr>
          <p:cNvSpPr>
            <a:spLocks noGrp="1"/>
          </p:cNvSpPr>
          <p:nvPr>
            <p:ph type="sldNum" sz="quarter" idx="12"/>
          </p:nvPr>
        </p:nvSpPr>
        <p:spPr/>
        <p:txBody>
          <a:bodyPr/>
          <a:lstStyle/>
          <a:p>
            <a:fld id="{FE129A47-AFA3-4BCA-9F56-707F816FDABA}" type="slidenum">
              <a:rPr lang="en-IN" smtClean="0"/>
              <a:t>‹#›</a:t>
            </a:fld>
            <a:endParaRPr lang="en-IN"/>
          </a:p>
        </p:txBody>
      </p:sp>
    </p:spTree>
    <p:extLst>
      <p:ext uri="{BB962C8B-B14F-4D97-AF65-F5344CB8AC3E}">
        <p14:creationId xmlns:p14="http://schemas.microsoft.com/office/powerpoint/2010/main" val="47604277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3"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2119" y="1590"/>
          <a:ext cx="2116" cy="1587"/>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2" name="Object 1" hidden="1"/>
                      <p:cNvPicPr/>
                      <p:nvPr/>
                    </p:nvPicPr>
                    <p:blipFill>
                      <a:blip r:embed="rId5"/>
                      <a:stretch>
                        <a:fillRect/>
                      </a:stretch>
                    </p:blipFill>
                    <p:spPr>
                      <a:xfrm>
                        <a:off x="2119" y="1590"/>
                        <a:ext cx="2116" cy="1587"/>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0" y="5864231"/>
            <a:ext cx="5592011" cy="505645"/>
          </a:xfrm>
          <a:prstGeom prst="rect">
            <a:avLst/>
          </a:prstGeom>
        </p:spPr>
        <p:txBody>
          <a:bodyPr lIns="0" tIns="0" rIns="0" bIns="0" anchor="b" anchorCtr="0">
            <a:noAutofit/>
          </a:bodyPr>
          <a:lstStyle>
            <a:lvl1pPr marL="0" indent="0" algn="l">
              <a:lnSpc>
                <a:spcPct val="100000"/>
              </a:lnSpc>
              <a:spcAft>
                <a:spcPts val="0"/>
              </a:spcAft>
              <a:buNone/>
              <a:defRPr sz="1950" b="1">
                <a:solidFill>
                  <a:schemeClr val="bg1"/>
                </a:solidFill>
              </a:defRPr>
            </a:lvl1pPr>
            <a:lvl2pPr marL="0" marR="0" indent="0" algn="l" defTabSz="990570" rtl="0" eaLnBrk="1" fontAlgn="auto" latinLnBrk="0" hangingPunct="1">
              <a:lnSpc>
                <a:spcPct val="100000"/>
              </a:lnSpc>
              <a:spcBef>
                <a:spcPts val="0"/>
              </a:spcBef>
              <a:spcAft>
                <a:spcPts val="0"/>
              </a:spcAft>
              <a:buClrTx/>
              <a:buSzPct val="100000"/>
              <a:buFont typeface="Arial"/>
              <a:buNone/>
              <a:tabLst/>
              <a:defRPr sz="1733" b="0">
                <a:solidFill>
                  <a:schemeClr val="bg1"/>
                </a:solidFill>
              </a:defRPr>
            </a:lvl2pPr>
            <a:lvl3pPr marL="0" indent="0" algn="l">
              <a:spcAft>
                <a:spcPts val="0"/>
              </a:spcAft>
              <a:buNone/>
              <a:defRPr sz="1733">
                <a:solidFill>
                  <a:schemeClr val="bg1"/>
                </a:solidFill>
              </a:defRPr>
            </a:lvl3pPr>
            <a:lvl4pPr marL="1485854" indent="0" algn="ctr">
              <a:buNone/>
              <a:defRPr sz="1733"/>
            </a:lvl4pPr>
            <a:lvl5pPr marL="1981139" indent="0" algn="ctr">
              <a:buNone/>
              <a:defRPr sz="1733"/>
            </a:lvl5pPr>
            <a:lvl6pPr marL="2476424" indent="0" algn="ctr">
              <a:buNone/>
              <a:defRPr sz="1733"/>
            </a:lvl6pPr>
            <a:lvl7pPr marL="2971709" indent="0" algn="ctr">
              <a:buNone/>
              <a:defRPr sz="1733"/>
            </a:lvl7pPr>
            <a:lvl8pPr marL="3466993" indent="0" algn="ctr">
              <a:buNone/>
              <a:defRPr sz="1733"/>
            </a:lvl8pPr>
            <a:lvl9pPr marL="3962278" indent="0" algn="ctr">
              <a:buNone/>
              <a:defRPr sz="1733"/>
            </a:lvl9pPr>
          </a:lstStyle>
          <a:p>
            <a:r>
              <a:rPr lang="en-US" noProof="0" dirty="0"/>
              <a:t>Click to edit Master title style</a:t>
            </a:r>
          </a:p>
          <a:p>
            <a:pPr marL="0" marR="0" lvl="1" indent="0" algn="l" defTabSz="990570"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1" y="6381750"/>
            <a:ext cx="5594350" cy="298450"/>
          </a:xfrm>
          <a:prstGeom prst="rect">
            <a:avLst/>
          </a:prstGeom>
        </p:spPr>
        <p:txBody>
          <a:bodyPr/>
          <a:lstStyle>
            <a:lvl1pPr>
              <a:spcAft>
                <a:spcPts val="0"/>
              </a:spcAft>
              <a:defRPr sz="1083">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1" name="Group 20"/>
          <p:cNvGrpSpPr/>
          <p:nvPr userDrawn="1"/>
        </p:nvGrpSpPr>
        <p:grpSpPr>
          <a:xfrm>
            <a:off x="503988" y="378000"/>
            <a:ext cx="2160000" cy="307976"/>
            <a:chOff x="398463" y="404813"/>
            <a:chExt cx="1627187" cy="307976"/>
          </a:xfrm>
          <a:solidFill>
            <a:schemeClr val="bg1"/>
          </a:solidFill>
        </p:grpSpPr>
        <p:sp>
          <p:nvSpPr>
            <p:cNvPr id="1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950" noProof="0" dirty="0">
                <a:solidFill>
                  <a:schemeClr val="bg1"/>
                </a:solidFill>
              </a:endParaRPr>
            </a:p>
          </p:txBody>
        </p:sp>
        <p:sp>
          <p:nvSpPr>
            <p:cNvPr id="1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950" noProof="0" dirty="0">
                <a:solidFill>
                  <a:schemeClr val="bg1"/>
                </a:solidFill>
              </a:endParaRPr>
            </a:p>
          </p:txBody>
        </p:sp>
        <p:sp>
          <p:nvSpPr>
            <p:cNvPr id="1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950" noProof="0" dirty="0">
                <a:solidFill>
                  <a:schemeClr val="bg1"/>
                </a:solidFill>
              </a:endParaRPr>
            </a:p>
          </p:txBody>
        </p:sp>
        <p:sp>
          <p:nvSpPr>
            <p:cNvPr id="1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950" noProof="0" dirty="0">
                <a:solidFill>
                  <a:schemeClr val="bg1"/>
                </a:solidFill>
              </a:endParaRPr>
            </a:p>
          </p:txBody>
        </p:sp>
        <p:sp>
          <p:nvSpPr>
            <p:cNvPr id="1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950" noProof="0" dirty="0">
                <a:solidFill>
                  <a:schemeClr val="bg1"/>
                </a:solidFill>
              </a:endParaRPr>
            </a:p>
          </p:txBody>
        </p:sp>
        <p:sp>
          <p:nvSpPr>
            <p:cNvPr id="1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950" noProof="0" dirty="0">
                <a:solidFill>
                  <a:schemeClr val="bg1"/>
                </a:solidFill>
              </a:endParaRPr>
            </a:p>
          </p:txBody>
        </p:sp>
        <p:sp>
          <p:nvSpPr>
            <p:cNvPr id="1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950" noProof="0" dirty="0">
                <a:solidFill>
                  <a:schemeClr val="bg1"/>
                </a:solidFill>
              </a:endParaRPr>
            </a:p>
          </p:txBody>
        </p:sp>
        <p:sp>
          <p:nvSpPr>
            <p:cNvPr id="1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950" noProof="0" dirty="0">
                <a:solidFill>
                  <a:schemeClr val="bg1"/>
                </a:solidFill>
              </a:endParaRPr>
            </a:p>
          </p:txBody>
        </p:sp>
        <p:sp>
          <p:nvSpPr>
            <p:cNvPr id="1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950" noProof="0" dirty="0">
                <a:solidFill>
                  <a:schemeClr val="bg1"/>
                </a:solidFill>
              </a:endParaRPr>
            </a:p>
          </p:txBody>
        </p:sp>
        <p:sp>
          <p:nvSpPr>
            <p:cNvPr id="2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950" noProof="0" dirty="0">
                <a:solidFill>
                  <a:schemeClr val="bg1"/>
                </a:solidFill>
              </a:endParaRPr>
            </a:p>
          </p:txBody>
        </p:sp>
      </p:grpSp>
      <p:pic>
        <p:nvPicPr>
          <p:cNvPr id="22" name="Picture 21"/>
          <p:cNvPicPr>
            <a:picLocks noChangeAspect="1"/>
          </p:cNvPicPr>
          <p:nvPr userDrawn="1"/>
        </p:nvPicPr>
        <p:blipFill>
          <a:blip r:embed="rId6">
            <a:extLst>
              <a:ext uri="{28A0092B-C50C-407E-A947-70E740481C1C}">
                <a14:useLocalDpi xmlns:a14="http://schemas.microsoft.com/office/drawing/2010/main"/>
              </a:ext>
            </a:extLst>
          </a:blip>
          <a:stretch>
            <a:fillRect/>
          </a:stretch>
        </p:blipFill>
        <p:spPr>
          <a:xfrm>
            <a:off x="9875941" y="6344060"/>
            <a:ext cx="1791126" cy="221256"/>
          </a:xfrm>
          <a:prstGeom prst="rect">
            <a:avLst/>
          </a:prstGeom>
        </p:spPr>
      </p:pic>
    </p:spTree>
    <p:extLst>
      <p:ext uri="{BB962C8B-B14F-4D97-AF65-F5344CB8AC3E}">
        <p14:creationId xmlns:p14="http://schemas.microsoft.com/office/powerpoint/2010/main" val="366097090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a:xfrm>
            <a:off x="2489813" y="727200"/>
            <a:ext cx="7200000" cy="5400000"/>
          </a:xfrm>
          <a:prstGeom prst="rect">
            <a:avLst/>
          </a:prstGeom>
        </p:spPr>
        <p:txBody>
          <a:bodyPr/>
          <a:lstStyle/>
          <a:p>
            <a:r>
              <a:rPr lang="en-US" noProof="0" dirty="0"/>
              <a:t>Click icon to add picture</a:t>
            </a:r>
          </a:p>
        </p:txBody>
      </p:sp>
      <p:sp>
        <p:nvSpPr>
          <p:cNvPr id="3" name="Subtitle 2"/>
          <p:cNvSpPr>
            <a:spLocks noGrp="1"/>
          </p:cNvSpPr>
          <p:nvPr>
            <p:ph type="subTitle" idx="1" hasCustomPrompt="1"/>
          </p:nvPr>
        </p:nvSpPr>
        <p:spPr bwMode="gray">
          <a:xfrm>
            <a:off x="501652" y="5864231"/>
            <a:ext cx="5594348" cy="505645"/>
          </a:xfrm>
          <a:prstGeom prst="rect">
            <a:avLst/>
          </a:prstGeom>
        </p:spPr>
        <p:txBody>
          <a:bodyPr lIns="0" tIns="0" rIns="0" bIns="0" anchor="b" anchorCtr="0">
            <a:noAutofit/>
          </a:bodyPr>
          <a:lstStyle>
            <a:lvl1pPr marL="0" indent="0" algn="l">
              <a:lnSpc>
                <a:spcPct val="100000"/>
              </a:lnSpc>
              <a:spcAft>
                <a:spcPts val="0"/>
              </a:spcAft>
              <a:buNone/>
              <a:defRPr sz="1950" b="1">
                <a:solidFill>
                  <a:schemeClr val="tx1"/>
                </a:solidFill>
              </a:defRPr>
            </a:lvl1pPr>
            <a:lvl2pPr marL="0" indent="0" algn="l">
              <a:buNone/>
              <a:defRPr sz="1733" b="0"/>
            </a:lvl2pPr>
            <a:lvl3pPr marL="990570" indent="0" algn="ctr">
              <a:buNone/>
              <a:defRPr sz="1950"/>
            </a:lvl3pPr>
            <a:lvl4pPr marL="1485854" indent="0" algn="ctr">
              <a:buNone/>
              <a:defRPr sz="1733"/>
            </a:lvl4pPr>
            <a:lvl5pPr marL="1981139" indent="0" algn="ctr">
              <a:buNone/>
              <a:defRPr sz="1733"/>
            </a:lvl5pPr>
            <a:lvl6pPr marL="2476424" indent="0" algn="ctr">
              <a:buNone/>
              <a:defRPr sz="1733"/>
            </a:lvl6pPr>
            <a:lvl7pPr marL="2971709" indent="0" algn="ctr">
              <a:buNone/>
              <a:defRPr sz="1733"/>
            </a:lvl7pPr>
            <a:lvl8pPr marL="3466993" indent="0" algn="ctr">
              <a:buNone/>
              <a:defRPr sz="1733"/>
            </a:lvl8pPr>
            <a:lvl9pPr marL="3962278" indent="0" algn="ctr">
              <a:buNone/>
              <a:defRPr sz="17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501651" y="6381750"/>
            <a:ext cx="5594350" cy="298450"/>
          </a:xfrm>
          <a:prstGeom prst="rect">
            <a:avLst/>
          </a:prstGeom>
        </p:spPr>
        <p:txBody>
          <a:bodyPr/>
          <a:lstStyle>
            <a:lvl1pPr>
              <a:spcAft>
                <a:spcPts val="0"/>
              </a:spcAft>
              <a:defRPr sz="108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7" name="Group 6"/>
          <p:cNvGrpSpPr/>
          <p:nvPr userDrawn="1"/>
        </p:nvGrpSpPr>
        <p:grpSpPr>
          <a:xfrm>
            <a:off x="503988" y="378000"/>
            <a:ext cx="2160000" cy="307976"/>
            <a:chOff x="398463" y="404813"/>
            <a:chExt cx="1627187" cy="307976"/>
          </a:xfrm>
          <a:solidFill>
            <a:schemeClr val="tx1"/>
          </a:solidFill>
        </p:grpSpPr>
        <p:sp>
          <p:nvSpPr>
            <p:cNvPr id="8"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950" noProof="0" dirty="0">
                <a:solidFill>
                  <a:schemeClr val="bg1"/>
                </a:solidFill>
              </a:endParaRPr>
            </a:p>
          </p:txBody>
        </p:sp>
        <p:sp>
          <p:nvSpPr>
            <p:cNvPr id="10"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950" noProof="0" dirty="0">
                <a:solidFill>
                  <a:schemeClr val="bg1"/>
                </a:solidFill>
              </a:endParaRPr>
            </a:p>
          </p:txBody>
        </p:sp>
        <p:sp>
          <p:nvSpPr>
            <p:cNvPr id="11"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950" noProof="0" dirty="0">
                <a:solidFill>
                  <a:schemeClr val="bg1"/>
                </a:solidFill>
              </a:endParaRPr>
            </a:p>
          </p:txBody>
        </p:sp>
        <p:sp>
          <p:nvSpPr>
            <p:cNvPr id="12"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950" noProof="0" dirty="0">
                <a:solidFill>
                  <a:schemeClr val="bg1"/>
                </a:solidFill>
              </a:endParaRPr>
            </a:p>
          </p:txBody>
        </p:sp>
        <p:sp>
          <p:nvSpPr>
            <p:cNvPr id="13"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950" noProof="0" dirty="0">
                <a:solidFill>
                  <a:schemeClr val="bg1"/>
                </a:solidFill>
              </a:endParaRPr>
            </a:p>
          </p:txBody>
        </p:sp>
        <p:sp>
          <p:nvSpPr>
            <p:cNvPr id="14"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950" noProof="0" dirty="0">
                <a:solidFill>
                  <a:schemeClr val="bg1"/>
                </a:solidFill>
              </a:endParaRPr>
            </a:p>
          </p:txBody>
        </p:sp>
        <p:sp>
          <p:nvSpPr>
            <p:cNvPr id="15"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950" noProof="0" dirty="0">
                <a:solidFill>
                  <a:schemeClr val="bg1"/>
                </a:solidFill>
              </a:endParaRPr>
            </a:p>
          </p:txBody>
        </p:sp>
        <p:sp>
          <p:nvSpPr>
            <p:cNvPr id="16"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950" noProof="0" dirty="0">
                <a:solidFill>
                  <a:schemeClr val="bg1"/>
                </a:solidFill>
              </a:endParaRPr>
            </a:p>
          </p:txBody>
        </p:sp>
        <p:sp>
          <p:nvSpPr>
            <p:cNvPr id="17"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950" noProof="0" dirty="0">
                <a:solidFill>
                  <a:schemeClr val="bg1"/>
                </a:solidFill>
              </a:endParaRPr>
            </a:p>
          </p:txBody>
        </p:sp>
        <p:sp>
          <p:nvSpPr>
            <p:cNvPr id="18"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950" noProof="0" dirty="0">
                <a:solidFill>
                  <a:schemeClr val="bg1"/>
                </a:solidFill>
              </a:endParaRPr>
            </a:p>
          </p:txBody>
        </p:sp>
      </p:grpSp>
      <p:pic>
        <p:nvPicPr>
          <p:cNvPr id="19" name="Picture 18"/>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9875943" y="6344060"/>
            <a:ext cx="1791120" cy="221256"/>
          </a:xfrm>
          <a:prstGeom prst="rect">
            <a:avLst/>
          </a:prstGeom>
        </p:spPr>
      </p:pic>
    </p:spTree>
    <p:extLst>
      <p:ext uri="{BB962C8B-B14F-4D97-AF65-F5344CB8AC3E}">
        <p14:creationId xmlns:p14="http://schemas.microsoft.com/office/powerpoint/2010/main" val="4099778481"/>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3"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4" name="Object 3"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4550"/>
              </a:lnSpc>
              <a:defRPr sz="39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3990" y="5864231"/>
            <a:ext cx="5592011" cy="505645"/>
          </a:xfrm>
          <a:prstGeom prst="rect">
            <a:avLst/>
          </a:prstGeom>
        </p:spPr>
        <p:txBody>
          <a:bodyPr lIns="0" tIns="0" rIns="0" bIns="0" anchor="b" anchorCtr="0">
            <a:noAutofit/>
          </a:bodyPr>
          <a:lstStyle>
            <a:lvl1pPr marL="0" indent="0" algn="l">
              <a:lnSpc>
                <a:spcPct val="100000"/>
              </a:lnSpc>
              <a:spcAft>
                <a:spcPts val="0"/>
              </a:spcAft>
              <a:buNone/>
              <a:defRPr sz="1733">
                <a:solidFill>
                  <a:schemeClr val="bg1"/>
                </a:solidFill>
              </a:defRPr>
            </a:lvl1pPr>
            <a:lvl2pPr marL="495285" indent="0" algn="ctr">
              <a:buNone/>
              <a:defRPr sz="2167"/>
            </a:lvl2pPr>
            <a:lvl3pPr marL="990570" indent="0" algn="ctr">
              <a:buNone/>
              <a:defRPr sz="1950"/>
            </a:lvl3pPr>
            <a:lvl4pPr marL="1485854" indent="0" algn="ctr">
              <a:buNone/>
              <a:defRPr sz="1733"/>
            </a:lvl4pPr>
            <a:lvl5pPr marL="1981139" indent="0" algn="ctr">
              <a:buNone/>
              <a:defRPr sz="1733"/>
            </a:lvl5pPr>
            <a:lvl6pPr marL="2476424" indent="0" algn="ctr">
              <a:buNone/>
              <a:defRPr sz="1733"/>
            </a:lvl6pPr>
            <a:lvl7pPr marL="2971709" indent="0" algn="ctr">
              <a:buNone/>
              <a:defRPr sz="1733"/>
            </a:lvl7pPr>
            <a:lvl8pPr marL="3466993" indent="0" algn="ctr">
              <a:buNone/>
              <a:defRPr sz="1733"/>
            </a:lvl8pPr>
            <a:lvl9pPr marL="3962278" indent="0" algn="ctr">
              <a:buNone/>
              <a:defRPr sz="17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1" y="6381750"/>
            <a:ext cx="5594350" cy="298450"/>
          </a:xfrm>
          <a:prstGeom prst="rect">
            <a:avLst/>
          </a:prstGeom>
        </p:spPr>
        <p:txBody>
          <a:bodyPr/>
          <a:lstStyle>
            <a:lvl1pPr>
              <a:spcAft>
                <a:spcPts val="0"/>
              </a:spcAft>
              <a:defRPr sz="1083">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1" name="Group 20"/>
          <p:cNvGrpSpPr/>
          <p:nvPr userDrawn="1"/>
        </p:nvGrpSpPr>
        <p:grpSpPr>
          <a:xfrm>
            <a:off x="503988" y="378000"/>
            <a:ext cx="2160000" cy="307976"/>
            <a:chOff x="398463" y="404813"/>
            <a:chExt cx="1627187" cy="307976"/>
          </a:xfrm>
          <a:solidFill>
            <a:schemeClr val="bg1"/>
          </a:solidFill>
        </p:grpSpPr>
        <p:sp>
          <p:nvSpPr>
            <p:cNvPr id="1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950" noProof="0" dirty="0">
                <a:solidFill>
                  <a:schemeClr val="bg1"/>
                </a:solidFill>
              </a:endParaRPr>
            </a:p>
          </p:txBody>
        </p:sp>
        <p:sp>
          <p:nvSpPr>
            <p:cNvPr id="1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950" noProof="0" dirty="0">
                <a:solidFill>
                  <a:schemeClr val="bg1"/>
                </a:solidFill>
              </a:endParaRPr>
            </a:p>
          </p:txBody>
        </p:sp>
        <p:sp>
          <p:nvSpPr>
            <p:cNvPr id="1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950" noProof="0" dirty="0">
                <a:solidFill>
                  <a:schemeClr val="bg1"/>
                </a:solidFill>
              </a:endParaRPr>
            </a:p>
          </p:txBody>
        </p:sp>
        <p:sp>
          <p:nvSpPr>
            <p:cNvPr id="1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950" noProof="0" dirty="0">
                <a:solidFill>
                  <a:schemeClr val="bg1"/>
                </a:solidFill>
              </a:endParaRPr>
            </a:p>
          </p:txBody>
        </p:sp>
        <p:sp>
          <p:nvSpPr>
            <p:cNvPr id="1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950" noProof="0" dirty="0">
                <a:solidFill>
                  <a:schemeClr val="bg1"/>
                </a:solidFill>
              </a:endParaRPr>
            </a:p>
          </p:txBody>
        </p:sp>
        <p:sp>
          <p:nvSpPr>
            <p:cNvPr id="1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950" noProof="0" dirty="0">
                <a:solidFill>
                  <a:schemeClr val="bg1"/>
                </a:solidFill>
              </a:endParaRPr>
            </a:p>
          </p:txBody>
        </p:sp>
        <p:sp>
          <p:nvSpPr>
            <p:cNvPr id="1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950" noProof="0" dirty="0">
                <a:solidFill>
                  <a:schemeClr val="bg1"/>
                </a:solidFill>
              </a:endParaRPr>
            </a:p>
          </p:txBody>
        </p:sp>
        <p:sp>
          <p:nvSpPr>
            <p:cNvPr id="1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950" noProof="0" dirty="0">
                <a:solidFill>
                  <a:schemeClr val="bg1"/>
                </a:solidFill>
              </a:endParaRPr>
            </a:p>
          </p:txBody>
        </p:sp>
        <p:sp>
          <p:nvSpPr>
            <p:cNvPr id="1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950" noProof="0" dirty="0">
                <a:solidFill>
                  <a:schemeClr val="bg1"/>
                </a:solidFill>
              </a:endParaRPr>
            </a:p>
          </p:txBody>
        </p:sp>
        <p:sp>
          <p:nvSpPr>
            <p:cNvPr id="2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950" noProof="0" dirty="0">
                <a:solidFill>
                  <a:schemeClr val="bg1"/>
                </a:solidFill>
              </a:endParaRPr>
            </a:p>
          </p:txBody>
        </p:sp>
      </p:grpSp>
      <p:pic>
        <p:nvPicPr>
          <p:cNvPr id="22" name="Picture 21"/>
          <p:cNvPicPr>
            <a:picLocks noChangeAspect="1"/>
          </p:cNvPicPr>
          <p:nvPr userDrawn="1"/>
        </p:nvPicPr>
        <p:blipFill>
          <a:blip r:embed="rId6">
            <a:extLst>
              <a:ext uri="{28A0092B-C50C-407E-A947-70E740481C1C}">
                <a14:useLocalDpi xmlns:a14="http://schemas.microsoft.com/office/drawing/2010/main"/>
              </a:ext>
            </a:extLst>
          </a:blip>
          <a:stretch>
            <a:fillRect/>
          </a:stretch>
        </p:blipFill>
        <p:spPr>
          <a:xfrm>
            <a:off x="9875941" y="6344060"/>
            <a:ext cx="1791126" cy="221256"/>
          </a:xfrm>
          <a:prstGeom prst="rect">
            <a:avLst/>
          </a:prstGeom>
        </p:spPr>
      </p:pic>
    </p:spTree>
    <p:extLst>
      <p:ext uri="{BB962C8B-B14F-4D97-AF65-F5344CB8AC3E}">
        <p14:creationId xmlns:p14="http://schemas.microsoft.com/office/powerpoint/2010/main" val="337966942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4" name="Object 3"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4550"/>
              </a:lnSpc>
              <a:defRPr sz="3900" b="0">
                <a:solidFill>
                  <a:schemeClr val="tx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Subtitle 2"/>
          <p:cNvSpPr>
            <a:spLocks noGrp="1"/>
          </p:cNvSpPr>
          <p:nvPr>
            <p:ph type="subTitle" idx="1"/>
          </p:nvPr>
        </p:nvSpPr>
        <p:spPr bwMode="gray">
          <a:xfrm>
            <a:off x="501652" y="5864231"/>
            <a:ext cx="5594348" cy="505645"/>
          </a:xfrm>
          <a:prstGeom prst="rect">
            <a:avLst/>
          </a:prstGeom>
        </p:spPr>
        <p:txBody>
          <a:bodyPr lIns="0" tIns="0" rIns="0" bIns="0" anchor="b" anchorCtr="0">
            <a:noAutofit/>
          </a:bodyPr>
          <a:lstStyle>
            <a:lvl1pPr marL="0" indent="0" algn="l">
              <a:lnSpc>
                <a:spcPct val="100000"/>
              </a:lnSpc>
              <a:spcAft>
                <a:spcPts val="0"/>
              </a:spcAft>
              <a:buNone/>
              <a:defRPr sz="1733">
                <a:solidFill>
                  <a:schemeClr val="tx1"/>
                </a:solidFill>
              </a:defRPr>
            </a:lvl1pPr>
            <a:lvl2pPr marL="495285" indent="0" algn="ctr">
              <a:buNone/>
              <a:defRPr sz="2167"/>
            </a:lvl2pPr>
            <a:lvl3pPr marL="990570" indent="0" algn="ctr">
              <a:buNone/>
              <a:defRPr sz="1950"/>
            </a:lvl3pPr>
            <a:lvl4pPr marL="1485854" indent="0" algn="ctr">
              <a:buNone/>
              <a:defRPr sz="1733"/>
            </a:lvl4pPr>
            <a:lvl5pPr marL="1981139" indent="0" algn="ctr">
              <a:buNone/>
              <a:defRPr sz="1733"/>
            </a:lvl5pPr>
            <a:lvl6pPr marL="2476424" indent="0" algn="ctr">
              <a:buNone/>
              <a:defRPr sz="1733"/>
            </a:lvl6pPr>
            <a:lvl7pPr marL="2971709" indent="0" algn="ctr">
              <a:buNone/>
              <a:defRPr sz="1733"/>
            </a:lvl7pPr>
            <a:lvl8pPr marL="3466993" indent="0" algn="ctr">
              <a:buNone/>
              <a:defRPr sz="1733"/>
            </a:lvl8pPr>
            <a:lvl9pPr marL="3962278" indent="0" algn="ctr">
              <a:buNone/>
              <a:defRPr sz="17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1" y="6381750"/>
            <a:ext cx="5594350" cy="298450"/>
          </a:xfrm>
          <a:prstGeom prst="rect">
            <a:avLst/>
          </a:prstGeom>
        </p:spPr>
        <p:txBody>
          <a:bodyPr/>
          <a:lstStyle>
            <a:lvl1pPr>
              <a:spcAft>
                <a:spcPts val="0"/>
              </a:spcAft>
              <a:defRPr sz="108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7" name="Group 6"/>
          <p:cNvGrpSpPr/>
          <p:nvPr userDrawn="1"/>
        </p:nvGrpSpPr>
        <p:grpSpPr>
          <a:xfrm>
            <a:off x="503988" y="378000"/>
            <a:ext cx="2160000" cy="307976"/>
            <a:chOff x="398463" y="404813"/>
            <a:chExt cx="1627187" cy="307976"/>
          </a:xfrm>
          <a:solidFill>
            <a:schemeClr val="tx1"/>
          </a:solidFill>
        </p:grpSpPr>
        <p:sp>
          <p:nvSpPr>
            <p:cNvPr id="8"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950" noProof="0" dirty="0">
                <a:solidFill>
                  <a:schemeClr val="bg1"/>
                </a:solidFill>
              </a:endParaRPr>
            </a:p>
          </p:txBody>
        </p:sp>
        <p:sp>
          <p:nvSpPr>
            <p:cNvPr id="10"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950" noProof="0" dirty="0">
                <a:solidFill>
                  <a:schemeClr val="bg1"/>
                </a:solidFill>
              </a:endParaRPr>
            </a:p>
          </p:txBody>
        </p:sp>
        <p:sp>
          <p:nvSpPr>
            <p:cNvPr id="11"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950" noProof="0" dirty="0">
                <a:solidFill>
                  <a:schemeClr val="bg1"/>
                </a:solidFill>
              </a:endParaRPr>
            </a:p>
          </p:txBody>
        </p:sp>
        <p:sp>
          <p:nvSpPr>
            <p:cNvPr id="12"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950" noProof="0" dirty="0">
                <a:solidFill>
                  <a:schemeClr val="bg1"/>
                </a:solidFill>
              </a:endParaRPr>
            </a:p>
          </p:txBody>
        </p:sp>
        <p:sp>
          <p:nvSpPr>
            <p:cNvPr id="13"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950" noProof="0" dirty="0">
                <a:solidFill>
                  <a:schemeClr val="bg1"/>
                </a:solidFill>
              </a:endParaRPr>
            </a:p>
          </p:txBody>
        </p:sp>
        <p:sp>
          <p:nvSpPr>
            <p:cNvPr id="14"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950" noProof="0" dirty="0">
                <a:solidFill>
                  <a:schemeClr val="bg1"/>
                </a:solidFill>
              </a:endParaRPr>
            </a:p>
          </p:txBody>
        </p:sp>
        <p:sp>
          <p:nvSpPr>
            <p:cNvPr id="15"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950" noProof="0" dirty="0">
                <a:solidFill>
                  <a:schemeClr val="bg1"/>
                </a:solidFill>
              </a:endParaRPr>
            </a:p>
          </p:txBody>
        </p:sp>
        <p:sp>
          <p:nvSpPr>
            <p:cNvPr id="16"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950" noProof="0" dirty="0">
                <a:solidFill>
                  <a:schemeClr val="bg1"/>
                </a:solidFill>
              </a:endParaRPr>
            </a:p>
          </p:txBody>
        </p:sp>
        <p:sp>
          <p:nvSpPr>
            <p:cNvPr id="17"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950" noProof="0" dirty="0">
                <a:solidFill>
                  <a:schemeClr val="bg1"/>
                </a:solidFill>
              </a:endParaRPr>
            </a:p>
          </p:txBody>
        </p:sp>
        <p:sp>
          <p:nvSpPr>
            <p:cNvPr id="18"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950" noProof="0" dirty="0">
                <a:solidFill>
                  <a:schemeClr val="bg1"/>
                </a:solidFill>
              </a:endParaRPr>
            </a:p>
          </p:txBody>
        </p:sp>
      </p:grpSp>
      <p:pic>
        <p:nvPicPr>
          <p:cNvPr id="19" name="Picture 18"/>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9875943" y="6344060"/>
            <a:ext cx="1791120" cy="221256"/>
          </a:xfrm>
          <a:prstGeom prst="rect">
            <a:avLst/>
          </a:prstGeom>
        </p:spPr>
      </p:pic>
    </p:spTree>
    <p:extLst>
      <p:ext uri="{BB962C8B-B14F-4D97-AF65-F5344CB8AC3E}">
        <p14:creationId xmlns:p14="http://schemas.microsoft.com/office/powerpoint/2010/main" val="4068120162"/>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4" name="Object 3"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2" name="Title 1"/>
          <p:cNvSpPr>
            <a:spLocks noGrp="1"/>
          </p:cNvSpPr>
          <p:nvPr>
            <p:ph type="title"/>
          </p:nvPr>
        </p:nvSpPr>
        <p:spPr bwMode="gray">
          <a:xfrm>
            <a:off x="501651" y="1705671"/>
            <a:ext cx="10541001"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501651" y="3429000"/>
            <a:ext cx="10541001" cy="1566532"/>
          </a:xfrm>
        </p:spPr>
        <p:txBody>
          <a:bodyPr lIns="0" tIns="0" rIns="0" bIns="0">
            <a:noAutofit/>
          </a:bodyPr>
          <a:lstStyle>
            <a:lvl1pPr marL="0" indent="0">
              <a:lnSpc>
                <a:spcPct val="95000"/>
              </a:lnSpc>
              <a:spcAft>
                <a:spcPts val="0"/>
              </a:spcAft>
              <a:buNone/>
              <a:defRPr sz="3850">
                <a:solidFill>
                  <a:schemeClr val="bg1"/>
                </a:solidFill>
              </a:defRPr>
            </a:lvl1pPr>
            <a:lvl2pPr marL="495285" indent="0">
              <a:buNone/>
              <a:defRPr sz="2167">
                <a:solidFill>
                  <a:schemeClr val="tx1">
                    <a:tint val="75000"/>
                  </a:schemeClr>
                </a:solidFill>
              </a:defRPr>
            </a:lvl2pPr>
            <a:lvl3pPr marL="990570" indent="0">
              <a:buNone/>
              <a:defRPr sz="1950">
                <a:solidFill>
                  <a:schemeClr val="tx1">
                    <a:tint val="75000"/>
                  </a:schemeClr>
                </a:solidFill>
              </a:defRPr>
            </a:lvl3pPr>
            <a:lvl4pPr marL="1485854" indent="0">
              <a:buNone/>
              <a:defRPr sz="1733">
                <a:solidFill>
                  <a:schemeClr val="tx1">
                    <a:tint val="75000"/>
                  </a:schemeClr>
                </a:solidFill>
              </a:defRPr>
            </a:lvl4pPr>
            <a:lvl5pPr marL="1981139" indent="0">
              <a:buNone/>
              <a:defRPr sz="1733">
                <a:solidFill>
                  <a:schemeClr val="tx1">
                    <a:tint val="75000"/>
                  </a:schemeClr>
                </a:solidFill>
              </a:defRPr>
            </a:lvl5pPr>
            <a:lvl6pPr marL="2476424" indent="0">
              <a:buNone/>
              <a:defRPr sz="1733">
                <a:solidFill>
                  <a:schemeClr val="tx1">
                    <a:tint val="75000"/>
                  </a:schemeClr>
                </a:solidFill>
              </a:defRPr>
            </a:lvl6pPr>
            <a:lvl7pPr marL="2971709" indent="0">
              <a:buNone/>
              <a:defRPr sz="1733">
                <a:solidFill>
                  <a:schemeClr val="tx1">
                    <a:tint val="75000"/>
                  </a:schemeClr>
                </a:solidFill>
              </a:defRPr>
            </a:lvl7pPr>
            <a:lvl8pPr marL="3466993" indent="0">
              <a:buNone/>
              <a:defRPr sz="1733">
                <a:solidFill>
                  <a:schemeClr val="tx1">
                    <a:tint val="75000"/>
                  </a:schemeClr>
                </a:solidFill>
              </a:defRPr>
            </a:lvl8pPr>
            <a:lvl9pPr marL="3962278" indent="0">
              <a:buNone/>
              <a:defRPr sz="1733">
                <a:solidFill>
                  <a:schemeClr val="tx1">
                    <a:tint val="75000"/>
                  </a:schemeClr>
                </a:solidFill>
              </a:defRPr>
            </a:lvl9pPr>
          </a:lstStyle>
          <a:p>
            <a:pPr lvl="0"/>
            <a:r>
              <a:rPr lang="en-US" noProof="0"/>
              <a:t>Click to edit Master text styles</a:t>
            </a:r>
          </a:p>
        </p:txBody>
      </p:sp>
      <p:sp>
        <p:nvSpPr>
          <p:cNvPr id="10" name="TextBox 9"/>
          <p:cNvSpPr txBox="1"/>
          <p:nvPr userDrawn="1"/>
        </p:nvSpPr>
        <p:spPr>
          <a:xfrm>
            <a:off x="501649" y="6654807"/>
            <a:ext cx="5355168" cy="201260"/>
          </a:xfrm>
          <a:prstGeom prst="rect">
            <a:avLst/>
          </a:prstGeom>
          <a:noFill/>
        </p:spPr>
        <p:txBody>
          <a:bodyPr wrap="square" lIns="0" tIns="0" rIns="0" bIns="0" rtlCol="0">
            <a:noAutofit/>
          </a:bodyPr>
          <a:lstStyle/>
          <a:p>
            <a:pPr marL="0" indent="0">
              <a:spcBef>
                <a:spcPts val="717"/>
              </a:spcBef>
              <a:buSzPct val="100000"/>
              <a:buFont typeface="Arial"/>
              <a:buNone/>
            </a:pPr>
            <a:r>
              <a:rPr lang="fr-FR" sz="650" noProof="0" dirty="0">
                <a:solidFill>
                  <a:schemeClr val="bg1"/>
                </a:solidFill>
              </a:rPr>
              <a:t>© 2018 Deloitte Touche Tohmatsu India LLP</a:t>
            </a:r>
          </a:p>
        </p:txBody>
      </p:sp>
      <p:sp>
        <p:nvSpPr>
          <p:cNvPr id="11" name="TextBox 10"/>
          <p:cNvSpPr txBox="1"/>
          <p:nvPr userDrawn="1"/>
        </p:nvSpPr>
        <p:spPr>
          <a:xfrm>
            <a:off x="11382377" y="6705604"/>
            <a:ext cx="307974" cy="100027"/>
          </a:xfrm>
          <a:prstGeom prst="rect">
            <a:avLst/>
          </a:prstGeom>
          <a:noFill/>
        </p:spPr>
        <p:txBody>
          <a:bodyPr wrap="square" lIns="0" tIns="0" rIns="0" bIns="0" rtlCol="0">
            <a:noAutofit/>
          </a:bodyPr>
          <a:lstStyle/>
          <a:p>
            <a:pPr marL="0" indent="0" algn="r">
              <a:spcBef>
                <a:spcPts val="650"/>
              </a:spcBef>
              <a:buSzPct val="100000"/>
              <a:buFont typeface="Arial"/>
              <a:buNone/>
            </a:pPr>
            <a:fld id="{C58DF478-B544-4ED8-9ED4-6A2648E2D233}" type="slidenum">
              <a:rPr lang="en-US" sz="704" noProof="0" smtClean="0">
                <a:solidFill>
                  <a:schemeClr val="bg1"/>
                </a:solidFill>
              </a:rPr>
              <a:pPr marL="0" indent="0" algn="r">
                <a:spcBef>
                  <a:spcPts val="650"/>
                </a:spcBef>
                <a:buSzPct val="100000"/>
                <a:buFont typeface="Arial"/>
                <a:buNone/>
              </a:pPr>
              <a:t>‹#›</a:t>
            </a:fld>
            <a:endParaRPr lang="en-US" sz="704" noProof="0" dirty="0">
              <a:solidFill>
                <a:schemeClr val="bg1"/>
              </a:solidFill>
            </a:endParaRPr>
          </a:p>
        </p:txBody>
      </p:sp>
    </p:spTree>
    <p:extLst>
      <p:ext uri="{BB962C8B-B14F-4D97-AF65-F5344CB8AC3E}">
        <p14:creationId xmlns:p14="http://schemas.microsoft.com/office/powerpoint/2010/main" val="363269262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4" name="Object 3"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2" name="Title 1"/>
          <p:cNvSpPr>
            <a:spLocks noGrp="1"/>
          </p:cNvSpPr>
          <p:nvPr>
            <p:ph type="title"/>
          </p:nvPr>
        </p:nvSpPr>
        <p:spPr bwMode="gray">
          <a:xfrm>
            <a:off x="501651" y="1705671"/>
            <a:ext cx="10541001"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0"/>
            <a:ext cx="10544066" cy="1566532"/>
          </a:xfrm>
        </p:spPr>
        <p:txBody>
          <a:bodyPr lIns="0" tIns="0" rIns="0" bIns="0">
            <a:noAutofit/>
          </a:bodyPr>
          <a:lstStyle>
            <a:lvl1pPr marL="0" indent="0">
              <a:lnSpc>
                <a:spcPct val="95000"/>
              </a:lnSpc>
              <a:spcAft>
                <a:spcPts val="0"/>
              </a:spcAft>
              <a:buNone/>
              <a:defRPr sz="3850">
                <a:solidFill>
                  <a:schemeClr val="bg1"/>
                </a:solidFill>
              </a:defRPr>
            </a:lvl1pPr>
            <a:lvl2pPr marL="495285" indent="0">
              <a:buNone/>
              <a:defRPr sz="2167">
                <a:solidFill>
                  <a:schemeClr val="tx1">
                    <a:tint val="75000"/>
                  </a:schemeClr>
                </a:solidFill>
              </a:defRPr>
            </a:lvl2pPr>
            <a:lvl3pPr marL="990570" indent="0">
              <a:buNone/>
              <a:defRPr sz="1950">
                <a:solidFill>
                  <a:schemeClr val="tx1">
                    <a:tint val="75000"/>
                  </a:schemeClr>
                </a:solidFill>
              </a:defRPr>
            </a:lvl3pPr>
            <a:lvl4pPr marL="1485854" indent="0">
              <a:buNone/>
              <a:defRPr sz="1733">
                <a:solidFill>
                  <a:schemeClr val="tx1">
                    <a:tint val="75000"/>
                  </a:schemeClr>
                </a:solidFill>
              </a:defRPr>
            </a:lvl4pPr>
            <a:lvl5pPr marL="1981139" indent="0">
              <a:buNone/>
              <a:defRPr sz="1733">
                <a:solidFill>
                  <a:schemeClr val="tx1">
                    <a:tint val="75000"/>
                  </a:schemeClr>
                </a:solidFill>
              </a:defRPr>
            </a:lvl5pPr>
            <a:lvl6pPr marL="2476424" indent="0">
              <a:buNone/>
              <a:defRPr sz="1733">
                <a:solidFill>
                  <a:schemeClr val="tx1">
                    <a:tint val="75000"/>
                  </a:schemeClr>
                </a:solidFill>
              </a:defRPr>
            </a:lvl6pPr>
            <a:lvl7pPr marL="2971709" indent="0">
              <a:buNone/>
              <a:defRPr sz="1733">
                <a:solidFill>
                  <a:schemeClr val="tx1">
                    <a:tint val="75000"/>
                  </a:schemeClr>
                </a:solidFill>
              </a:defRPr>
            </a:lvl7pPr>
            <a:lvl8pPr marL="3466993" indent="0">
              <a:buNone/>
              <a:defRPr sz="1733">
                <a:solidFill>
                  <a:schemeClr val="tx1">
                    <a:tint val="75000"/>
                  </a:schemeClr>
                </a:solidFill>
              </a:defRPr>
            </a:lvl8pPr>
            <a:lvl9pPr marL="3962278" indent="0">
              <a:buNone/>
              <a:defRPr sz="1733">
                <a:solidFill>
                  <a:schemeClr val="tx1">
                    <a:tint val="75000"/>
                  </a:schemeClr>
                </a:solidFill>
              </a:defRPr>
            </a:lvl9pPr>
          </a:lstStyle>
          <a:p>
            <a:pPr lvl="0"/>
            <a:r>
              <a:rPr lang="en-US" noProof="0"/>
              <a:t>Click to edit Master text styles</a:t>
            </a:r>
          </a:p>
        </p:txBody>
      </p:sp>
      <p:sp>
        <p:nvSpPr>
          <p:cNvPr id="10" name="TextBox 9"/>
          <p:cNvSpPr txBox="1"/>
          <p:nvPr userDrawn="1"/>
        </p:nvSpPr>
        <p:spPr>
          <a:xfrm>
            <a:off x="501649" y="6654807"/>
            <a:ext cx="5355168" cy="201260"/>
          </a:xfrm>
          <a:prstGeom prst="rect">
            <a:avLst/>
          </a:prstGeom>
          <a:noFill/>
        </p:spPr>
        <p:txBody>
          <a:bodyPr wrap="square" lIns="0" tIns="0" rIns="0" bIns="0" rtlCol="0">
            <a:noAutofit/>
          </a:bodyPr>
          <a:lstStyle/>
          <a:p>
            <a:pPr marL="0" indent="0">
              <a:spcBef>
                <a:spcPts val="717"/>
              </a:spcBef>
              <a:buSzPct val="100000"/>
              <a:buFont typeface="Arial"/>
              <a:buNone/>
            </a:pPr>
            <a:r>
              <a:rPr lang="fr-FR" sz="650" noProof="0" dirty="0">
                <a:solidFill>
                  <a:schemeClr val="bg1"/>
                </a:solidFill>
              </a:rPr>
              <a:t>© 2018 Deloitte Touche Tohmatsu India LLP</a:t>
            </a:r>
          </a:p>
        </p:txBody>
      </p:sp>
      <p:sp>
        <p:nvSpPr>
          <p:cNvPr id="11" name="TextBox 10"/>
          <p:cNvSpPr txBox="1"/>
          <p:nvPr userDrawn="1"/>
        </p:nvSpPr>
        <p:spPr>
          <a:xfrm>
            <a:off x="11382377" y="6705604"/>
            <a:ext cx="307974" cy="100027"/>
          </a:xfrm>
          <a:prstGeom prst="rect">
            <a:avLst/>
          </a:prstGeom>
          <a:noFill/>
        </p:spPr>
        <p:txBody>
          <a:bodyPr wrap="square" lIns="0" tIns="0" rIns="0" bIns="0" rtlCol="0">
            <a:noAutofit/>
          </a:bodyPr>
          <a:lstStyle/>
          <a:p>
            <a:pPr marL="0" indent="0" algn="r">
              <a:spcBef>
                <a:spcPts val="650"/>
              </a:spcBef>
              <a:buSzPct val="100000"/>
              <a:buFont typeface="Arial"/>
              <a:buNone/>
            </a:pPr>
            <a:fld id="{C58DF478-B544-4ED8-9ED4-6A2648E2D233}" type="slidenum">
              <a:rPr lang="en-US" sz="704" noProof="0" smtClean="0">
                <a:solidFill>
                  <a:schemeClr val="bg1"/>
                </a:solidFill>
              </a:rPr>
              <a:pPr marL="0" indent="0" algn="r">
                <a:spcBef>
                  <a:spcPts val="650"/>
                </a:spcBef>
                <a:buSzPct val="100000"/>
                <a:buFont typeface="Arial"/>
                <a:buNone/>
              </a:pPr>
              <a:t>‹#›</a:t>
            </a:fld>
            <a:endParaRPr lang="en-US" sz="704" noProof="0" dirty="0">
              <a:solidFill>
                <a:schemeClr val="bg1"/>
              </a:solidFill>
            </a:endParaRPr>
          </a:p>
        </p:txBody>
      </p:sp>
    </p:spTree>
    <p:extLst>
      <p:ext uri="{BB962C8B-B14F-4D97-AF65-F5344CB8AC3E}">
        <p14:creationId xmlns:p14="http://schemas.microsoft.com/office/powerpoint/2010/main" val="42465550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4" name="Object 3"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2" name="Title 1"/>
          <p:cNvSpPr>
            <a:spLocks noGrp="1"/>
          </p:cNvSpPr>
          <p:nvPr>
            <p:ph type="title"/>
          </p:nvPr>
        </p:nvSpPr>
        <p:spPr bwMode="gray">
          <a:xfrm>
            <a:off x="501651" y="1705671"/>
            <a:ext cx="10541001"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0"/>
            <a:ext cx="10541001" cy="1566532"/>
          </a:xfrm>
        </p:spPr>
        <p:txBody>
          <a:bodyPr lIns="0" tIns="0" rIns="0" bIns="0">
            <a:noAutofit/>
          </a:bodyPr>
          <a:lstStyle>
            <a:lvl1pPr marL="0" indent="0">
              <a:lnSpc>
                <a:spcPct val="95000"/>
              </a:lnSpc>
              <a:spcAft>
                <a:spcPts val="0"/>
              </a:spcAft>
              <a:buNone/>
              <a:defRPr sz="3850">
                <a:solidFill>
                  <a:schemeClr val="bg1"/>
                </a:solidFill>
              </a:defRPr>
            </a:lvl1pPr>
            <a:lvl2pPr marL="495285" indent="0">
              <a:buNone/>
              <a:defRPr sz="2167">
                <a:solidFill>
                  <a:schemeClr val="tx1">
                    <a:tint val="75000"/>
                  </a:schemeClr>
                </a:solidFill>
              </a:defRPr>
            </a:lvl2pPr>
            <a:lvl3pPr marL="990570" indent="0">
              <a:buNone/>
              <a:defRPr sz="1950">
                <a:solidFill>
                  <a:schemeClr val="tx1">
                    <a:tint val="75000"/>
                  </a:schemeClr>
                </a:solidFill>
              </a:defRPr>
            </a:lvl3pPr>
            <a:lvl4pPr marL="1485854" indent="0">
              <a:buNone/>
              <a:defRPr sz="1733">
                <a:solidFill>
                  <a:schemeClr val="tx1">
                    <a:tint val="75000"/>
                  </a:schemeClr>
                </a:solidFill>
              </a:defRPr>
            </a:lvl4pPr>
            <a:lvl5pPr marL="1981139" indent="0">
              <a:buNone/>
              <a:defRPr sz="1733">
                <a:solidFill>
                  <a:schemeClr val="tx1">
                    <a:tint val="75000"/>
                  </a:schemeClr>
                </a:solidFill>
              </a:defRPr>
            </a:lvl5pPr>
            <a:lvl6pPr marL="2476424" indent="0">
              <a:buNone/>
              <a:defRPr sz="1733">
                <a:solidFill>
                  <a:schemeClr val="tx1">
                    <a:tint val="75000"/>
                  </a:schemeClr>
                </a:solidFill>
              </a:defRPr>
            </a:lvl6pPr>
            <a:lvl7pPr marL="2971709" indent="0">
              <a:buNone/>
              <a:defRPr sz="1733">
                <a:solidFill>
                  <a:schemeClr val="tx1">
                    <a:tint val="75000"/>
                  </a:schemeClr>
                </a:solidFill>
              </a:defRPr>
            </a:lvl7pPr>
            <a:lvl8pPr marL="3466993" indent="0">
              <a:buNone/>
              <a:defRPr sz="1733">
                <a:solidFill>
                  <a:schemeClr val="tx1">
                    <a:tint val="75000"/>
                  </a:schemeClr>
                </a:solidFill>
              </a:defRPr>
            </a:lvl8pPr>
            <a:lvl9pPr marL="3962278" indent="0">
              <a:buNone/>
              <a:defRPr sz="1733">
                <a:solidFill>
                  <a:schemeClr val="tx1">
                    <a:tint val="75000"/>
                  </a:schemeClr>
                </a:solidFill>
              </a:defRPr>
            </a:lvl9pPr>
          </a:lstStyle>
          <a:p>
            <a:pPr lvl="0"/>
            <a:r>
              <a:rPr lang="en-US" noProof="0"/>
              <a:t>Click to edit Master text styles</a:t>
            </a:r>
          </a:p>
        </p:txBody>
      </p:sp>
      <p:sp>
        <p:nvSpPr>
          <p:cNvPr id="10" name="TextBox 9"/>
          <p:cNvSpPr txBox="1"/>
          <p:nvPr userDrawn="1"/>
        </p:nvSpPr>
        <p:spPr>
          <a:xfrm>
            <a:off x="501649" y="6654807"/>
            <a:ext cx="5355168" cy="201260"/>
          </a:xfrm>
          <a:prstGeom prst="rect">
            <a:avLst/>
          </a:prstGeom>
          <a:noFill/>
        </p:spPr>
        <p:txBody>
          <a:bodyPr wrap="square" lIns="0" tIns="0" rIns="0" bIns="0" rtlCol="0">
            <a:noAutofit/>
          </a:bodyPr>
          <a:lstStyle/>
          <a:p>
            <a:pPr marL="0" indent="0">
              <a:spcBef>
                <a:spcPts val="717"/>
              </a:spcBef>
              <a:buSzPct val="100000"/>
              <a:buFont typeface="Arial"/>
              <a:buNone/>
            </a:pPr>
            <a:r>
              <a:rPr lang="fr-FR" sz="650" noProof="0" dirty="0">
                <a:solidFill>
                  <a:schemeClr val="bg1"/>
                </a:solidFill>
              </a:rPr>
              <a:t>© 2018 Deloitte Touche Tohmatsu India LLP</a:t>
            </a:r>
          </a:p>
        </p:txBody>
      </p:sp>
      <p:sp>
        <p:nvSpPr>
          <p:cNvPr id="13" name="TextBox 12"/>
          <p:cNvSpPr txBox="1"/>
          <p:nvPr userDrawn="1"/>
        </p:nvSpPr>
        <p:spPr>
          <a:xfrm>
            <a:off x="11382377" y="6705604"/>
            <a:ext cx="307974" cy="100027"/>
          </a:xfrm>
          <a:prstGeom prst="rect">
            <a:avLst/>
          </a:prstGeom>
          <a:noFill/>
        </p:spPr>
        <p:txBody>
          <a:bodyPr wrap="square" lIns="0" tIns="0" rIns="0" bIns="0" rtlCol="0">
            <a:noAutofit/>
          </a:bodyPr>
          <a:lstStyle/>
          <a:p>
            <a:pPr marL="0" indent="0" algn="r">
              <a:spcBef>
                <a:spcPts val="650"/>
              </a:spcBef>
              <a:buSzPct val="100000"/>
              <a:buFont typeface="Arial"/>
              <a:buNone/>
            </a:pPr>
            <a:fld id="{C58DF478-B544-4ED8-9ED4-6A2648E2D233}" type="slidenum">
              <a:rPr lang="en-US" sz="704" noProof="0" smtClean="0">
                <a:solidFill>
                  <a:schemeClr val="bg1"/>
                </a:solidFill>
              </a:rPr>
              <a:pPr marL="0" indent="0" algn="r">
                <a:spcBef>
                  <a:spcPts val="650"/>
                </a:spcBef>
                <a:buSzPct val="100000"/>
                <a:buFont typeface="Arial"/>
                <a:buNone/>
              </a:pPr>
              <a:t>‹#›</a:t>
            </a:fld>
            <a:endParaRPr lang="en-US" sz="704" noProof="0" dirty="0">
              <a:solidFill>
                <a:schemeClr val="bg1"/>
              </a:solidFill>
            </a:endParaRPr>
          </a:p>
        </p:txBody>
      </p:sp>
    </p:spTree>
    <p:extLst>
      <p:ext uri="{BB962C8B-B14F-4D97-AF65-F5344CB8AC3E}">
        <p14:creationId xmlns:p14="http://schemas.microsoft.com/office/powerpoint/2010/main" val="159429661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4" name="Object 3"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2" name="Title 1"/>
          <p:cNvSpPr>
            <a:spLocks noGrp="1"/>
          </p:cNvSpPr>
          <p:nvPr>
            <p:ph type="title"/>
          </p:nvPr>
        </p:nvSpPr>
        <p:spPr bwMode="gray">
          <a:xfrm>
            <a:off x="501651" y="1705671"/>
            <a:ext cx="10541001"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0"/>
            <a:ext cx="10541001" cy="1566532"/>
          </a:xfrm>
        </p:spPr>
        <p:txBody>
          <a:bodyPr lIns="0" tIns="0" rIns="0" bIns="0">
            <a:noAutofit/>
          </a:bodyPr>
          <a:lstStyle>
            <a:lvl1pPr marL="0" indent="0">
              <a:lnSpc>
                <a:spcPct val="95000"/>
              </a:lnSpc>
              <a:spcAft>
                <a:spcPts val="0"/>
              </a:spcAft>
              <a:buNone/>
              <a:defRPr sz="3850">
                <a:solidFill>
                  <a:schemeClr val="bg1"/>
                </a:solidFill>
              </a:defRPr>
            </a:lvl1pPr>
            <a:lvl2pPr marL="495285" indent="0">
              <a:buNone/>
              <a:defRPr sz="2167">
                <a:solidFill>
                  <a:schemeClr val="tx1">
                    <a:tint val="75000"/>
                  </a:schemeClr>
                </a:solidFill>
              </a:defRPr>
            </a:lvl2pPr>
            <a:lvl3pPr marL="990570" indent="0">
              <a:buNone/>
              <a:defRPr sz="1950">
                <a:solidFill>
                  <a:schemeClr val="tx1">
                    <a:tint val="75000"/>
                  </a:schemeClr>
                </a:solidFill>
              </a:defRPr>
            </a:lvl3pPr>
            <a:lvl4pPr marL="1485854" indent="0">
              <a:buNone/>
              <a:defRPr sz="1733">
                <a:solidFill>
                  <a:schemeClr val="tx1">
                    <a:tint val="75000"/>
                  </a:schemeClr>
                </a:solidFill>
              </a:defRPr>
            </a:lvl4pPr>
            <a:lvl5pPr marL="1981139" indent="0">
              <a:buNone/>
              <a:defRPr sz="1733">
                <a:solidFill>
                  <a:schemeClr val="tx1">
                    <a:tint val="75000"/>
                  </a:schemeClr>
                </a:solidFill>
              </a:defRPr>
            </a:lvl5pPr>
            <a:lvl6pPr marL="2476424" indent="0">
              <a:buNone/>
              <a:defRPr sz="1733">
                <a:solidFill>
                  <a:schemeClr val="tx1">
                    <a:tint val="75000"/>
                  </a:schemeClr>
                </a:solidFill>
              </a:defRPr>
            </a:lvl6pPr>
            <a:lvl7pPr marL="2971709" indent="0">
              <a:buNone/>
              <a:defRPr sz="1733">
                <a:solidFill>
                  <a:schemeClr val="tx1">
                    <a:tint val="75000"/>
                  </a:schemeClr>
                </a:solidFill>
              </a:defRPr>
            </a:lvl7pPr>
            <a:lvl8pPr marL="3466993" indent="0">
              <a:buNone/>
              <a:defRPr sz="1733">
                <a:solidFill>
                  <a:schemeClr val="tx1">
                    <a:tint val="75000"/>
                  </a:schemeClr>
                </a:solidFill>
              </a:defRPr>
            </a:lvl8pPr>
            <a:lvl9pPr marL="3962278" indent="0">
              <a:buNone/>
              <a:defRPr sz="1733">
                <a:solidFill>
                  <a:schemeClr val="tx1">
                    <a:tint val="75000"/>
                  </a:schemeClr>
                </a:solidFill>
              </a:defRPr>
            </a:lvl9pPr>
          </a:lstStyle>
          <a:p>
            <a:pPr lvl="0"/>
            <a:r>
              <a:rPr lang="en-US" noProof="0"/>
              <a:t>Click to edit Master text styles</a:t>
            </a:r>
          </a:p>
        </p:txBody>
      </p:sp>
      <p:sp>
        <p:nvSpPr>
          <p:cNvPr id="10" name="TextBox 9"/>
          <p:cNvSpPr txBox="1"/>
          <p:nvPr userDrawn="1"/>
        </p:nvSpPr>
        <p:spPr>
          <a:xfrm>
            <a:off x="501649" y="6654807"/>
            <a:ext cx="5355168" cy="201260"/>
          </a:xfrm>
          <a:prstGeom prst="rect">
            <a:avLst/>
          </a:prstGeom>
          <a:noFill/>
        </p:spPr>
        <p:txBody>
          <a:bodyPr wrap="square" lIns="0" tIns="0" rIns="0" bIns="0" rtlCol="0">
            <a:noAutofit/>
          </a:bodyPr>
          <a:lstStyle/>
          <a:p>
            <a:pPr marL="0" indent="0">
              <a:spcBef>
                <a:spcPts val="717"/>
              </a:spcBef>
              <a:buSzPct val="100000"/>
              <a:buFont typeface="Arial"/>
              <a:buNone/>
            </a:pPr>
            <a:r>
              <a:rPr lang="fr-FR" sz="650" noProof="0" dirty="0">
                <a:solidFill>
                  <a:schemeClr val="bg1"/>
                </a:solidFill>
              </a:rPr>
              <a:t>© 2018 Deloitte Touche Tohmatsu India LLP</a:t>
            </a:r>
          </a:p>
        </p:txBody>
      </p:sp>
      <p:sp>
        <p:nvSpPr>
          <p:cNvPr id="13" name="TextBox 12"/>
          <p:cNvSpPr txBox="1"/>
          <p:nvPr userDrawn="1"/>
        </p:nvSpPr>
        <p:spPr>
          <a:xfrm>
            <a:off x="11382377" y="6705604"/>
            <a:ext cx="307974" cy="100027"/>
          </a:xfrm>
          <a:prstGeom prst="rect">
            <a:avLst/>
          </a:prstGeom>
          <a:noFill/>
        </p:spPr>
        <p:txBody>
          <a:bodyPr wrap="square" lIns="0" tIns="0" rIns="0" bIns="0" rtlCol="0">
            <a:noAutofit/>
          </a:bodyPr>
          <a:lstStyle/>
          <a:p>
            <a:pPr marL="0" indent="0" algn="r">
              <a:spcBef>
                <a:spcPts val="650"/>
              </a:spcBef>
              <a:buSzPct val="100000"/>
              <a:buFont typeface="Arial"/>
              <a:buNone/>
            </a:pPr>
            <a:fld id="{C58DF478-B544-4ED8-9ED4-6A2648E2D233}" type="slidenum">
              <a:rPr lang="en-US" sz="704" noProof="0" smtClean="0">
                <a:solidFill>
                  <a:schemeClr val="bg1"/>
                </a:solidFill>
              </a:rPr>
              <a:pPr marL="0" indent="0" algn="r">
                <a:spcBef>
                  <a:spcPts val="650"/>
                </a:spcBef>
                <a:buSzPct val="100000"/>
                <a:buFont typeface="Arial"/>
                <a:buNone/>
              </a:pPr>
              <a:t>‹#›</a:t>
            </a:fld>
            <a:endParaRPr lang="en-US" sz="704" noProof="0" dirty="0">
              <a:solidFill>
                <a:schemeClr val="bg1"/>
              </a:solidFill>
            </a:endParaRPr>
          </a:p>
        </p:txBody>
      </p:sp>
    </p:spTree>
    <p:extLst>
      <p:ext uri="{BB962C8B-B14F-4D97-AF65-F5344CB8AC3E}">
        <p14:creationId xmlns:p14="http://schemas.microsoft.com/office/powerpoint/2010/main" val="265859344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4" name="Object 3"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2" name="Title 1"/>
          <p:cNvSpPr>
            <a:spLocks noGrp="1"/>
          </p:cNvSpPr>
          <p:nvPr>
            <p:ph type="title"/>
          </p:nvPr>
        </p:nvSpPr>
        <p:spPr bwMode="gray">
          <a:xfrm>
            <a:off x="501651" y="1705671"/>
            <a:ext cx="10541001"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0"/>
            <a:ext cx="10541001" cy="1566532"/>
          </a:xfrm>
        </p:spPr>
        <p:txBody>
          <a:bodyPr lIns="0" tIns="0" rIns="0" bIns="0">
            <a:noAutofit/>
          </a:bodyPr>
          <a:lstStyle>
            <a:lvl1pPr marL="0" indent="0">
              <a:lnSpc>
                <a:spcPct val="95000"/>
              </a:lnSpc>
              <a:spcAft>
                <a:spcPts val="0"/>
              </a:spcAft>
              <a:buNone/>
              <a:defRPr sz="3850">
                <a:solidFill>
                  <a:schemeClr val="bg1"/>
                </a:solidFill>
              </a:defRPr>
            </a:lvl1pPr>
            <a:lvl2pPr marL="495285" indent="0">
              <a:buNone/>
              <a:defRPr sz="2167">
                <a:solidFill>
                  <a:schemeClr val="tx1">
                    <a:tint val="75000"/>
                  </a:schemeClr>
                </a:solidFill>
              </a:defRPr>
            </a:lvl2pPr>
            <a:lvl3pPr marL="990570" indent="0">
              <a:buNone/>
              <a:defRPr sz="1950">
                <a:solidFill>
                  <a:schemeClr val="tx1">
                    <a:tint val="75000"/>
                  </a:schemeClr>
                </a:solidFill>
              </a:defRPr>
            </a:lvl3pPr>
            <a:lvl4pPr marL="1485854" indent="0">
              <a:buNone/>
              <a:defRPr sz="1733">
                <a:solidFill>
                  <a:schemeClr val="tx1">
                    <a:tint val="75000"/>
                  </a:schemeClr>
                </a:solidFill>
              </a:defRPr>
            </a:lvl4pPr>
            <a:lvl5pPr marL="1981139" indent="0">
              <a:buNone/>
              <a:defRPr sz="1733">
                <a:solidFill>
                  <a:schemeClr val="tx1">
                    <a:tint val="75000"/>
                  </a:schemeClr>
                </a:solidFill>
              </a:defRPr>
            </a:lvl5pPr>
            <a:lvl6pPr marL="2476424" indent="0">
              <a:buNone/>
              <a:defRPr sz="1733">
                <a:solidFill>
                  <a:schemeClr val="tx1">
                    <a:tint val="75000"/>
                  </a:schemeClr>
                </a:solidFill>
              </a:defRPr>
            </a:lvl6pPr>
            <a:lvl7pPr marL="2971709" indent="0">
              <a:buNone/>
              <a:defRPr sz="1733">
                <a:solidFill>
                  <a:schemeClr val="tx1">
                    <a:tint val="75000"/>
                  </a:schemeClr>
                </a:solidFill>
              </a:defRPr>
            </a:lvl7pPr>
            <a:lvl8pPr marL="3466993" indent="0">
              <a:buNone/>
              <a:defRPr sz="1733">
                <a:solidFill>
                  <a:schemeClr val="tx1">
                    <a:tint val="75000"/>
                  </a:schemeClr>
                </a:solidFill>
              </a:defRPr>
            </a:lvl8pPr>
            <a:lvl9pPr marL="3962278" indent="0">
              <a:buNone/>
              <a:defRPr sz="1733">
                <a:solidFill>
                  <a:schemeClr val="tx1">
                    <a:tint val="75000"/>
                  </a:schemeClr>
                </a:solidFill>
              </a:defRPr>
            </a:lvl9pPr>
          </a:lstStyle>
          <a:p>
            <a:pPr lvl="0"/>
            <a:r>
              <a:rPr lang="en-US" noProof="0"/>
              <a:t>Click to edit Master text styles</a:t>
            </a:r>
          </a:p>
        </p:txBody>
      </p:sp>
      <p:sp>
        <p:nvSpPr>
          <p:cNvPr id="9" name="TextBox 8"/>
          <p:cNvSpPr txBox="1"/>
          <p:nvPr userDrawn="1"/>
        </p:nvSpPr>
        <p:spPr>
          <a:xfrm>
            <a:off x="11382377" y="6685284"/>
            <a:ext cx="307974" cy="100027"/>
          </a:xfrm>
          <a:prstGeom prst="rect">
            <a:avLst/>
          </a:prstGeom>
          <a:noFill/>
        </p:spPr>
        <p:txBody>
          <a:bodyPr wrap="square" lIns="0" tIns="0" rIns="0" bIns="0" rtlCol="0">
            <a:noAutofit/>
          </a:bodyPr>
          <a:lstStyle/>
          <a:p>
            <a:pPr marL="0" indent="0" algn="r">
              <a:spcBef>
                <a:spcPts val="650"/>
              </a:spcBef>
              <a:buSzPct val="100000"/>
              <a:buFont typeface="Arial"/>
              <a:buNone/>
            </a:pPr>
            <a:fld id="{C58DF478-B544-4ED8-9ED4-6A2648E2D233}" type="slidenum">
              <a:rPr lang="en-US" sz="704" noProof="0" smtClean="0">
                <a:solidFill>
                  <a:schemeClr val="bg1"/>
                </a:solidFill>
              </a:rPr>
              <a:pPr marL="0" indent="0" algn="r">
                <a:spcBef>
                  <a:spcPts val="650"/>
                </a:spcBef>
                <a:buSzPct val="100000"/>
                <a:buFont typeface="Arial"/>
                <a:buNone/>
              </a:pPr>
              <a:t>‹#›</a:t>
            </a:fld>
            <a:endParaRPr lang="en-US" sz="704" noProof="0" dirty="0">
              <a:solidFill>
                <a:schemeClr val="bg1"/>
              </a:solidFill>
            </a:endParaRPr>
          </a:p>
        </p:txBody>
      </p:sp>
      <p:sp>
        <p:nvSpPr>
          <p:cNvPr id="12" name="TextBox 11"/>
          <p:cNvSpPr txBox="1"/>
          <p:nvPr userDrawn="1"/>
        </p:nvSpPr>
        <p:spPr>
          <a:xfrm>
            <a:off x="501649" y="6654807"/>
            <a:ext cx="5355168" cy="201260"/>
          </a:xfrm>
          <a:prstGeom prst="rect">
            <a:avLst/>
          </a:prstGeom>
          <a:noFill/>
        </p:spPr>
        <p:txBody>
          <a:bodyPr wrap="square" lIns="0" tIns="0" rIns="0" bIns="0" rtlCol="0">
            <a:noAutofit/>
          </a:bodyPr>
          <a:lstStyle/>
          <a:p>
            <a:pPr marL="0" indent="0">
              <a:spcBef>
                <a:spcPts val="717"/>
              </a:spcBef>
              <a:buSzPct val="100000"/>
              <a:buFont typeface="Arial"/>
              <a:buNone/>
            </a:pPr>
            <a:r>
              <a:rPr lang="fr-FR" sz="650" noProof="0" dirty="0">
                <a:solidFill>
                  <a:schemeClr val="bg1"/>
                </a:solidFill>
              </a:rPr>
              <a:t>© 2019 Deloitte Touche Tohmatsu India LLP</a:t>
            </a:r>
          </a:p>
        </p:txBody>
      </p:sp>
    </p:spTree>
    <p:extLst>
      <p:ext uri="{BB962C8B-B14F-4D97-AF65-F5344CB8AC3E}">
        <p14:creationId xmlns:p14="http://schemas.microsoft.com/office/powerpoint/2010/main" val="178894367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black">
    <p:bg bwMode="gray">
      <p:bgPr>
        <a:solidFill>
          <a:schemeClr val="tx1">
            <a:lumMod val="65000"/>
            <a:lumOff val="35000"/>
          </a:schemeClr>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4" name="Object 3"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2" name="Title 1"/>
          <p:cNvSpPr>
            <a:spLocks noGrp="1"/>
          </p:cNvSpPr>
          <p:nvPr>
            <p:ph type="title"/>
          </p:nvPr>
        </p:nvSpPr>
        <p:spPr bwMode="gray">
          <a:xfrm>
            <a:off x="501651" y="1705671"/>
            <a:ext cx="10541001"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0"/>
            <a:ext cx="10541001" cy="1566532"/>
          </a:xfrm>
        </p:spPr>
        <p:txBody>
          <a:bodyPr lIns="0" tIns="0" rIns="0" bIns="0">
            <a:noAutofit/>
          </a:bodyPr>
          <a:lstStyle>
            <a:lvl1pPr marL="0" indent="0">
              <a:lnSpc>
                <a:spcPct val="95000"/>
              </a:lnSpc>
              <a:spcAft>
                <a:spcPts val="0"/>
              </a:spcAft>
              <a:buNone/>
              <a:defRPr sz="3850">
                <a:solidFill>
                  <a:schemeClr val="bg1"/>
                </a:solidFill>
              </a:defRPr>
            </a:lvl1pPr>
            <a:lvl2pPr marL="495285" indent="0">
              <a:buNone/>
              <a:defRPr sz="2167">
                <a:solidFill>
                  <a:schemeClr val="tx1">
                    <a:tint val="75000"/>
                  </a:schemeClr>
                </a:solidFill>
              </a:defRPr>
            </a:lvl2pPr>
            <a:lvl3pPr marL="990570" indent="0">
              <a:buNone/>
              <a:defRPr sz="1950">
                <a:solidFill>
                  <a:schemeClr val="tx1">
                    <a:tint val="75000"/>
                  </a:schemeClr>
                </a:solidFill>
              </a:defRPr>
            </a:lvl3pPr>
            <a:lvl4pPr marL="1485854" indent="0">
              <a:buNone/>
              <a:defRPr sz="1733">
                <a:solidFill>
                  <a:schemeClr val="tx1">
                    <a:tint val="75000"/>
                  </a:schemeClr>
                </a:solidFill>
              </a:defRPr>
            </a:lvl4pPr>
            <a:lvl5pPr marL="1981139" indent="0">
              <a:buNone/>
              <a:defRPr sz="1733">
                <a:solidFill>
                  <a:schemeClr val="tx1">
                    <a:tint val="75000"/>
                  </a:schemeClr>
                </a:solidFill>
              </a:defRPr>
            </a:lvl5pPr>
            <a:lvl6pPr marL="2476424" indent="0">
              <a:buNone/>
              <a:defRPr sz="1733">
                <a:solidFill>
                  <a:schemeClr val="tx1">
                    <a:tint val="75000"/>
                  </a:schemeClr>
                </a:solidFill>
              </a:defRPr>
            </a:lvl6pPr>
            <a:lvl7pPr marL="2971709" indent="0">
              <a:buNone/>
              <a:defRPr sz="1733">
                <a:solidFill>
                  <a:schemeClr val="tx1">
                    <a:tint val="75000"/>
                  </a:schemeClr>
                </a:solidFill>
              </a:defRPr>
            </a:lvl7pPr>
            <a:lvl8pPr marL="3466993" indent="0">
              <a:buNone/>
              <a:defRPr sz="1733">
                <a:solidFill>
                  <a:schemeClr val="tx1">
                    <a:tint val="75000"/>
                  </a:schemeClr>
                </a:solidFill>
              </a:defRPr>
            </a:lvl8pPr>
            <a:lvl9pPr marL="3962278" indent="0">
              <a:buNone/>
              <a:defRPr sz="1733">
                <a:solidFill>
                  <a:schemeClr val="tx1">
                    <a:tint val="75000"/>
                  </a:schemeClr>
                </a:solidFill>
              </a:defRPr>
            </a:lvl9pPr>
          </a:lstStyle>
          <a:p>
            <a:pPr lvl="0"/>
            <a:r>
              <a:rPr lang="en-US" noProof="0"/>
              <a:t>Click to edit Master text styles</a:t>
            </a:r>
          </a:p>
        </p:txBody>
      </p:sp>
      <p:sp>
        <p:nvSpPr>
          <p:cNvPr id="9" name="TextBox 8"/>
          <p:cNvSpPr txBox="1"/>
          <p:nvPr userDrawn="1"/>
        </p:nvSpPr>
        <p:spPr>
          <a:xfrm>
            <a:off x="11382377" y="6705604"/>
            <a:ext cx="307974" cy="100027"/>
          </a:xfrm>
          <a:prstGeom prst="rect">
            <a:avLst/>
          </a:prstGeom>
          <a:noFill/>
        </p:spPr>
        <p:txBody>
          <a:bodyPr wrap="square" lIns="0" tIns="0" rIns="0" bIns="0" rtlCol="0">
            <a:noAutofit/>
          </a:bodyPr>
          <a:lstStyle/>
          <a:p>
            <a:pPr marL="0" indent="0" algn="r">
              <a:spcBef>
                <a:spcPts val="650"/>
              </a:spcBef>
              <a:buSzPct val="100000"/>
              <a:buFont typeface="Arial"/>
              <a:buNone/>
            </a:pPr>
            <a:fld id="{C58DF478-B544-4ED8-9ED4-6A2648E2D233}" type="slidenum">
              <a:rPr lang="en-US" sz="704" noProof="0" smtClean="0">
                <a:solidFill>
                  <a:schemeClr val="bg1"/>
                </a:solidFill>
              </a:rPr>
              <a:pPr marL="0" indent="0" algn="r">
                <a:spcBef>
                  <a:spcPts val="650"/>
                </a:spcBef>
                <a:buSzPct val="100000"/>
                <a:buFont typeface="Arial"/>
                <a:buNone/>
              </a:pPr>
              <a:t>‹#›</a:t>
            </a:fld>
            <a:endParaRPr lang="en-US" sz="704" noProof="0" dirty="0">
              <a:solidFill>
                <a:schemeClr val="bg1"/>
              </a:solidFill>
            </a:endParaRPr>
          </a:p>
        </p:txBody>
      </p:sp>
      <p:sp>
        <p:nvSpPr>
          <p:cNvPr id="12" name="TextBox 11"/>
          <p:cNvSpPr txBox="1"/>
          <p:nvPr userDrawn="1"/>
        </p:nvSpPr>
        <p:spPr>
          <a:xfrm>
            <a:off x="501649" y="6654807"/>
            <a:ext cx="5355168" cy="201260"/>
          </a:xfrm>
          <a:prstGeom prst="rect">
            <a:avLst/>
          </a:prstGeom>
          <a:noFill/>
        </p:spPr>
        <p:txBody>
          <a:bodyPr wrap="square" lIns="0" tIns="0" rIns="0" bIns="0" rtlCol="0">
            <a:noAutofit/>
          </a:bodyPr>
          <a:lstStyle/>
          <a:p>
            <a:pPr marL="0" indent="0">
              <a:spcBef>
                <a:spcPts val="717"/>
              </a:spcBef>
              <a:buSzPct val="100000"/>
              <a:buFont typeface="Arial"/>
              <a:buNone/>
            </a:pPr>
            <a:r>
              <a:rPr lang="fr-FR" sz="650" noProof="0" dirty="0">
                <a:solidFill>
                  <a:schemeClr val="bg1"/>
                </a:solidFill>
              </a:rPr>
              <a:t>© 2019 Deloitte Touche Tohmatsu India LLP</a:t>
            </a:r>
          </a:p>
        </p:txBody>
      </p:sp>
    </p:spTree>
    <p:extLst>
      <p:ext uri="{BB962C8B-B14F-4D97-AF65-F5344CB8AC3E}">
        <p14:creationId xmlns:p14="http://schemas.microsoft.com/office/powerpoint/2010/main" val="373158784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4" name="Object 3"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2" name="Title 1"/>
          <p:cNvSpPr>
            <a:spLocks noGrp="1"/>
          </p:cNvSpPr>
          <p:nvPr>
            <p:ph type="title"/>
          </p:nvPr>
        </p:nvSpPr>
        <p:spPr bwMode="gray">
          <a:xfrm>
            <a:off x="501651" y="1705671"/>
            <a:ext cx="10541001"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0"/>
            <a:ext cx="10541001" cy="1566532"/>
          </a:xfrm>
        </p:spPr>
        <p:txBody>
          <a:bodyPr lIns="0" tIns="0" rIns="0" bIns="0">
            <a:noAutofit/>
          </a:bodyPr>
          <a:lstStyle>
            <a:lvl1pPr marL="0" indent="0">
              <a:lnSpc>
                <a:spcPct val="95000"/>
              </a:lnSpc>
              <a:spcAft>
                <a:spcPts val="0"/>
              </a:spcAft>
              <a:buNone/>
              <a:defRPr sz="3850">
                <a:solidFill>
                  <a:schemeClr val="tx1"/>
                </a:solidFill>
              </a:defRPr>
            </a:lvl1pPr>
            <a:lvl2pPr marL="495285" indent="0">
              <a:buNone/>
              <a:defRPr sz="2167">
                <a:solidFill>
                  <a:schemeClr val="tx1">
                    <a:tint val="75000"/>
                  </a:schemeClr>
                </a:solidFill>
              </a:defRPr>
            </a:lvl2pPr>
            <a:lvl3pPr marL="990570" indent="0">
              <a:buNone/>
              <a:defRPr sz="1950">
                <a:solidFill>
                  <a:schemeClr val="tx1">
                    <a:tint val="75000"/>
                  </a:schemeClr>
                </a:solidFill>
              </a:defRPr>
            </a:lvl3pPr>
            <a:lvl4pPr marL="1485854" indent="0">
              <a:buNone/>
              <a:defRPr sz="1733">
                <a:solidFill>
                  <a:schemeClr val="tx1">
                    <a:tint val="75000"/>
                  </a:schemeClr>
                </a:solidFill>
              </a:defRPr>
            </a:lvl4pPr>
            <a:lvl5pPr marL="1981139" indent="0">
              <a:buNone/>
              <a:defRPr sz="1733">
                <a:solidFill>
                  <a:schemeClr val="tx1">
                    <a:tint val="75000"/>
                  </a:schemeClr>
                </a:solidFill>
              </a:defRPr>
            </a:lvl5pPr>
            <a:lvl6pPr marL="2476424" indent="0">
              <a:buNone/>
              <a:defRPr sz="1733">
                <a:solidFill>
                  <a:schemeClr val="tx1">
                    <a:tint val="75000"/>
                  </a:schemeClr>
                </a:solidFill>
              </a:defRPr>
            </a:lvl6pPr>
            <a:lvl7pPr marL="2971709" indent="0">
              <a:buNone/>
              <a:defRPr sz="1733">
                <a:solidFill>
                  <a:schemeClr val="tx1">
                    <a:tint val="75000"/>
                  </a:schemeClr>
                </a:solidFill>
              </a:defRPr>
            </a:lvl7pPr>
            <a:lvl8pPr marL="3466993" indent="0">
              <a:buNone/>
              <a:defRPr sz="1733">
                <a:solidFill>
                  <a:schemeClr val="tx1">
                    <a:tint val="75000"/>
                  </a:schemeClr>
                </a:solidFill>
              </a:defRPr>
            </a:lvl8pPr>
            <a:lvl9pPr marL="3962278" indent="0">
              <a:buNone/>
              <a:defRPr sz="1733">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57009927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4" name="Text Placeholder 3"/>
          <p:cNvSpPr>
            <a:spLocks noGrp="1"/>
          </p:cNvSpPr>
          <p:nvPr>
            <p:ph type="body" sz="quarter" idx="10"/>
          </p:nvPr>
        </p:nvSpPr>
        <p:spPr>
          <a:xfrm>
            <a:off x="501652" y="1628776"/>
            <a:ext cx="9152369" cy="4752975"/>
          </a:xfrm>
          <a:prstGeom prst="rect">
            <a:avLst/>
          </a:prstGeom>
        </p:spPr>
        <p:txBody>
          <a:bodyPr>
            <a:noAutofit/>
          </a:bodyPr>
          <a:lstStyle>
            <a:lvl1pPr>
              <a:spcBef>
                <a:spcPts val="3900"/>
              </a:spcBef>
              <a:defRPr sz="3033">
                <a:solidFill>
                  <a:schemeClr val="bg1"/>
                </a:solidFill>
              </a:defRPr>
            </a:lvl1pPr>
            <a:lvl2pPr marL="495285" indent="-495285">
              <a:defRPr sz="3250">
                <a:solidFill>
                  <a:schemeClr val="bg2"/>
                </a:solidFill>
              </a:defRPr>
            </a:lvl2pPr>
            <a:lvl3pPr>
              <a:defRPr sz="3250">
                <a:solidFill>
                  <a:schemeClr val="bg2"/>
                </a:solidFill>
              </a:defRPr>
            </a:lvl3pPr>
            <a:lvl4pPr>
              <a:defRPr sz="3250">
                <a:solidFill>
                  <a:schemeClr val="bg2"/>
                </a:solidFill>
              </a:defRPr>
            </a:lvl4pPr>
            <a:lvl5pPr>
              <a:defRPr sz="3250">
                <a:solidFill>
                  <a:schemeClr val="bg2"/>
                </a:solidFill>
              </a:defRPr>
            </a:lvl5pPr>
          </a:lstStyle>
          <a:p>
            <a:pPr lvl="0"/>
            <a:r>
              <a:rPr lang="en-US" noProof="0"/>
              <a:t>Click to edit Master text styles</a:t>
            </a:r>
          </a:p>
        </p:txBody>
      </p:sp>
      <p:sp>
        <p:nvSpPr>
          <p:cNvPr id="9" name="TextBox 8"/>
          <p:cNvSpPr txBox="1"/>
          <p:nvPr userDrawn="1"/>
        </p:nvSpPr>
        <p:spPr>
          <a:xfrm>
            <a:off x="501649" y="6654807"/>
            <a:ext cx="5355168" cy="201260"/>
          </a:xfrm>
          <a:prstGeom prst="rect">
            <a:avLst/>
          </a:prstGeom>
          <a:noFill/>
        </p:spPr>
        <p:txBody>
          <a:bodyPr wrap="square" lIns="0" tIns="0" rIns="0" bIns="0" rtlCol="0">
            <a:noAutofit/>
          </a:bodyPr>
          <a:lstStyle/>
          <a:p>
            <a:pPr marL="0" indent="0">
              <a:spcBef>
                <a:spcPts val="717"/>
              </a:spcBef>
              <a:buSzPct val="100000"/>
              <a:buFont typeface="Arial"/>
              <a:buNone/>
            </a:pPr>
            <a:r>
              <a:rPr lang="fr-FR" sz="650" noProof="0" dirty="0">
                <a:solidFill>
                  <a:schemeClr val="bg1"/>
                </a:solidFill>
              </a:rPr>
              <a:t>© 2018 Deloitte Touche Tohmatsu India LLP</a:t>
            </a:r>
          </a:p>
        </p:txBody>
      </p:sp>
      <p:sp>
        <p:nvSpPr>
          <p:cNvPr id="10" name="TextBox 9"/>
          <p:cNvSpPr txBox="1"/>
          <p:nvPr userDrawn="1"/>
        </p:nvSpPr>
        <p:spPr>
          <a:xfrm>
            <a:off x="11382377" y="6705604"/>
            <a:ext cx="307974" cy="100027"/>
          </a:xfrm>
          <a:prstGeom prst="rect">
            <a:avLst/>
          </a:prstGeom>
          <a:noFill/>
        </p:spPr>
        <p:txBody>
          <a:bodyPr wrap="square" lIns="0" tIns="0" rIns="0" bIns="0" rtlCol="0">
            <a:noAutofit/>
          </a:bodyPr>
          <a:lstStyle/>
          <a:p>
            <a:pPr marL="0" indent="0" algn="r">
              <a:spcBef>
                <a:spcPts val="650"/>
              </a:spcBef>
              <a:buSzPct val="100000"/>
              <a:buFont typeface="Arial"/>
              <a:buNone/>
            </a:pPr>
            <a:fld id="{C58DF478-B544-4ED8-9ED4-6A2648E2D233}" type="slidenum">
              <a:rPr lang="en-US" sz="704" noProof="0" smtClean="0">
                <a:solidFill>
                  <a:schemeClr val="bg1"/>
                </a:solidFill>
              </a:rPr>
              <a:pPr marL="0" indent="0" algn="r">
                <a:spcBef>
                  <a:spcPts val="650"/>
                </a:spcBef>
                <a:buSzPct val="100000"/>
                <a:buFont typeface="Arial"/>
                <a:buNone/>
              </a:pPr>
              <a:t>‹#›</a:t>
            </a:fld>
            <a:endParaRPr lang="en-US" sz="704" noProof="0" dirty="0">
              <a:solidFill>
                <a:schemeClr val="bg1"/>
              </a:solidFill>
            </a:endParaRPr>
          </a:p>
        </p:txBody>
      </p:sp>
    </p:spTree>
    <p:extLst>
      <p:ext uri="{BB962C8B-B14F-4D97-AF65-F5344CB8AC3E}">
        <p14:creationId xmlns:p14="http://schemas.microsoft.com/office/powerpoint/2010/main" val="3254083920"/>
      </p:ext>
    </p:extLst>
  </p:cSld>
  <p:clrMapOvr>
    <a:masterClrMapping/>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4" name="Text Placeholder 3"/>
          <p:cNvSpPr>
            <a:spLocks noGrp="1"/>
          </p:cNvSpPr>
          <p:nvPr>
            <p:ph type="body" sz="quarter" idx="10"/>
          </p:nvPr>
        </p:nvSpPr>
        <p:spPr>
          <a:xfrm>
            <a:off x="501650" y="1627200"/>
            <a:ext cx="9277349" cy="4759584"/>
          </a:xfrm>
          <a:prstGeom prst="rect">
            <a:avLst/>
          </a:prstGeom>
        </p:spPr>
        <p:txBody>
          <a:bodyPr>
            <a:noAutofit/>
          </a:bodyPr>
          <a:lstStyle>
            <a:lvl1pPr>
              <a:spcBef>
                <a:spcPts val="3900"/>
              </a:spcBef>
              <a:defRPr sz="3033">
                <a:solidFill>
                  <a:schemeClr val="bg1"/>
                </a:solidFill>
              </a:defRPr>
            </a:lvl1pPr>
            <a:lvl2pPr marL="495285" indent="-495285">
              <a:defRPr sz="3250">
                <a:solidFill>
                  <a:schemeClr val="bg2"/>
                </a:solidFill>
              </a:defRPr>
            </a:lvl2pPr>
            <a:lvl3pPr>
              <a:defRPr sz="3250">
                <a:solidFill>
                  <a:schemeClr val="bg2"/>
                </a:solidFill>
              </a:defRPr>
            </a:lvl3pPr>
            <a:lvl4pPr>
              <a:defRPr sz="3250">
                <a:solidFill>
                  <a:schemeClr val="bg2"/>
                </a:solidFill>
              </a:defRPr>
            </a:lvl4pPr>
            <a:lvl5pPr>
              <a:defRPr sz="3250">
                <a:solidFill>
                  <a:schemeClr val="bg2"/>
                </a:solidFill>
              </a:defRPr>
            </a:lvl5pPr>
          </a:lstStyle>
          <a:p>
            <a:pPr lvl="0"/>
            <a:r>
              <a:rPr lang="en-US" noProof="0"/>
              <a:t>Click to edit Master text styles</a:t>
            </a:r>
          </a:p>
        </p:txBody>
      </p:sp>
      <p:sp>
        <p:nvSpPr>
          <p:cNvPr id="9" name="TextBox 8"/>
          <p:cNvSpPr txBox="1"/>
          <p:nvPr userDrawn="1"/>
        </p:nvSpPr>
        <p:spPr>
          <a:xfrm>
            <a:off x="501649" y="6654807"/>
            <a:ext cx="5355168" cy="201260"/>
          </a:xfrm>
          <a:prstGeom prst="rect">
            <a:avLst/>
          </a:prstGeom>
          <a:noFill/>
        </p:spPr>
        <p:txBody>
          <a:bodyPr wrap="square" lIns="0" tIns="0" rIns="0" bIns="0" rtlCol="0">
            <a:noAutofit/>
          </a:bodyPr>
          <a:lstStyle/>
          <a:p>
            <a:pPr marL="0" indent="0">
              <a:spcBef>
                <a:spcPts val="717"/>
              </a:spcBef>
              <a:buSzPct val="100000"/>
              <a:buFont typeface="Arial"/>
              <a:buNone/>
            </a:pPr>
            <a:r>
              <a:rPr lang="fr-FR" sz="650" noProof="0" dirty="0">
                <a:solidFill>
                  <a:schemeClr val="bg1"/>
                </a:solidFill>
              </a:rPr>
              <a:t>© 2018 Deloitte Touche Tohmatsu India LLP</a:t>
            </a:r>
          </a:p>
        </p:txBody>
      </p:sp>
      <p:sp>
        <p:nvSpPr>
          <p:cNvPr id="10" name="TextBox 9"/>
          <p:cNvSpPr txBox="1"/>
          <p:nvPr userDrawn="1"/>
        </p:nvSpPr>
        <p:spPr>
          <a:xfrm>
            <a:off x="11382377" y="6705604"/>
            <a:ext cx="307974" cy="100027"/>
          </a:xfrm>
          <a:prstGeom prst="rect">
            <a:avLst/>
          </a:prstGeom>
          <a:noFill/>
        </p:spPr>
        <p:txBody>
          <a:bodyPr wrap="square" lIns="0" tIns="0" rIns="0" bIns="0" rtlCol="0">
            <a:noAutofit/>
          </a:bodyPr>
          <a:lstStyle/>
          <a:p>
            <a:pPr marL="0" indent="0" algn="r">
              <a:spcBef>
                <a:spcPts val="650"/>
              </a:spcBef>
              <a:buSzPct val="100000"/>
              <a:buFont typeface="Arial"/>
              <a:buNone/>
            </a:pPr>
            <a:fld id="{C58DF478-B544-4ED8-9ED4-6A2648E2D233}" type="slidenum">
              <a:rPr lang="en-US" sz="704" noProof="0" smtClean="0">
                <a:solidFill>
                  <a:schemeClr val="bg1"/>
                </a:solidFill>
              </a:rPr>
              <a:pPr marL="0" indent="0" algn="r">
                <a:spcBef>
                  <a:spcPts val="650"/>
                </a:spcBef>
                <a:buSzPct val="100000"/>
                <a:buFont typeface="Arial"/>
                <a:buNone/>
              </a:pPr>
              <a:t>‹#›</a:t>
            </a:fld>
            <a:endParaRPr lang="en-US" sz="704" noProof="0" dirty="0">
              <a:solidFill>
                <a:schemeClr val="bg1"/>
              </a:solidFill>
            </a:endParaRPr>
          </a:p>
        </p:txBody>
      </p:sp>
    </p:spTree>
    <p:extLst>
      <p:ext uri="{BB962C8B-B14F-4D97-AF65-F5344CB8AC3E}">
        <p14:creationId xmlns:p14="http://schemas.microsoft.com/office/powerpoint/2010/main" val="107698605"/>
      </p:ext>
    </p:extLst>
  </p:cSld>
  <p:clrMapOvr>
    <a:masterClrMapping/>
  </p:clrMapOvr>
  <p:transition>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4" name="Text Placeholder 3"/>
          <p:cNvSpPr>
            <a:spLocks noGrp="1"/>
          </p:cNvSpPr>
          <p:nvPr>
            <p:ph type="body" sz="quarter" idx="10"/>
          </p:nvPr>
        </p:nvSpPr>
        <p:spPr>
          <a:xfrm>
            <a:off x="501650" y="1628776"/>
            <a:ext cx="9277349" cy="4752975"/>
          </a:xfrm>
          <a:prstGeom prst="rect">
            <a:avLst/>
          </a:prstGeom>
        </p:spPr>
        <p:txBody>
          <a:bodyPr>
            <a:noAutofit/>
          </a:bodyPr>
          <a:lstStyle>
            <a:lvl1pPr>
              <a:spcBef>
                <a:spcPts val="3900"/>
              </a:spcBef>
              <a:defRPr sz="3033">
                <a:solidFill>
                  <a:schemeClr val="bg1"/>
                </a:solidFill>
              </a:defRPr>
            </a:lvl1pPr>
            <a:lvl2pPr marL="495285" indent="-495285">
              <a:defRPr sz="3250">
                <a:solidFill>
                  <a:schemeClr val="bg2"/>
                </a:solidFill>
              </a:defRPr>
            </a:lvl2pPr>
            <a:lvl3pPr>
              <a:defRPr sz="3250">
                <a:solidFill>
                  <a:schemeClr val="bg2"/>
                </a:solidFill>
              </a:defRPr>
            </a:lvl3pPr>
            <a:lvl4pPr>
              <a:defRPr sz="3250">
                <a:solidFill>
                  <a:schemeClr val="bg2"/>
                </a:solidFill>
              </a:defRPr>
            </a:lvl4pPr>
            <a:lvl5pPr>
              <a:defRPr sz="3250">
                <a:solidFill>
                  <a:schemeClr val="bg2"/>
                </a:solidFill>
              </a:defRPr>
            </a:lvl5pPr>
          </a:lstStyle>
          <a:p>
            <a:pPr lvl="0"/>
            <a:r>
              <a:rPr lang="en-US" noProof="0"/>
              <a:t>Click to edit Master text styles</a:t>
            </a:r>
          </a:p>
        </p:txBody>
      </p:sp>
      <p:sp>
        <p:nvSpPr>
          <p:cNvPr id="9" name="TextBox 8"/>
          <p:cNvSpPr txBox="1"/>
          <p:nvPr userDrawn="1"/>
        </p:nvSpPr>
        <p:spPr>
          <a:xfrm>
            <a:off x="501649" y="6654807"/>
            <a:ext cx="5355168" cy="201260"/>
          </a:xfrm>
          <a:prstGeom prst="rect">
            <a:avLst/>
          </a:prstGeom>
          <a:noFill/>
        </p:spPr>
        <p:txBody>
          <a:bodyPr wrap="square" lIns="0" tIns="0" rIns="0" bIns="0" rtlCol="0">
            <a:noAutofit/>
          </a:bodyPr>
          <a:lstStyle/>
          <a:p>
            <a:pPr marL="0" indent="0">
              <a:spcBef>
                <a:spcPts val="717"/>
              </a:spcBef>
              <a:buSzPct val="100000"/>
              <a:buFont typeface="Arial"/>
              <a:buNone/>
            </a:pPr>
            <a:r>
              <a:rPr lang="fr-FR" sz="650" noProof="0" dirty="0">
                <a:solidFill>
                  <a:schemeClr val="bg1"/>
                </a:solidFill>
              </a:rPr>
              <a:t>© 2018 Deloitte Touche Tohmatsu India LLP</a:t>
            </a:r>
          </a:p>
        </p:txBody>
      </p:sp>
      <p:sp>
        <p:nvSpPr>
          <p:cNvPr id="10" name="TextBox 9"/>
          <p:cNvSpPr txBox="1"/>
          <p:nvPr userDrawn="1"/>
        </p:nvSpPr>
        <p:spPr>
          <a:xfrm>
            <a:off x="11382377" y="6705604"/>
            <a:ext cx="307974" cy="100027"/>
          </a:xfrm>
          <a:prstGeom prst="rect">
            <a:avLst/>
          </a:prstGeom>
          <a:noFill/>
        </p:spPr>
        <p:txBody>
          <a:bodyPr wrap="square" lIns="0" tIns="0" rIns="0" bIns="0" rtlCol="0">
            <a:noAutofit/>
          </a:bodyPr>
          <a:lstStyle/>
          <a:p>
            <a:pPr marL="0" indent="0" algn="r">
              <a:spcBef>
                <a:spcPts val="650"/>
              </a:spcBef>
              <a:buSzPct val="100000"/>
              <a:buFont typeface="Arial"/>
              <a:buNone/>
            </a:pPr>
            <a:fld id="{C58DF478-B544-4ED8-9ED4-6A2648E2D233}" type="slidenum">
              <a:rPr lang="en-US" sz="704" noProof="0" smtClean="0">
                <a:solidFill>
                  <a:schemeClr val="bg1"/>
                </a:solidFill>
              </a:rPr>
              <a:pPr marL="0" indent="0" algn="r">
                <a:spcBef>
                  <a:spcPts val="650"/>
                </a:spcBef>
                <a:buSzPct val="100000"/>
                <a:buFont typeface="Arial"/>
                <a:buNone/>
              </a:pPr>
              <a:t>‹#›</a:t>
            </a:fld>
            <a:endParaRPr lang="en-US" sz="704" noProof="0" dirty="0">
              <a:solidFill>
                <a:schemeClr val="bg1"/>
              </a:solidFill>
            </a:endParaRPr>
          </a:p>
        </p:txBody>
      </p:sp>
    </p:spTree>
    <p:extLst>
      <p:ext uri="{BB962C8B-B14F-4D97-AF65-F5344CB8AC3E}">
        <p14:creationId xmlns:p14="http://schemas.microsoft.com/office/powerpoint/2010/main" val="249555956"/>
      </p:ext>
    </p:extLst>
  </p:cSld>
  <p:clrMapOvr>
    <a:masterClrMapping/>
  </p:clrMapOvr>
  <p:transition>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4" name="Text Placeholder 3"/>
          <p:cNvSpPr>
            <a:spLocks noGrp="1"/>
          </p:cNvSpPr>
          <p:nvPr>
            <p:ph type="body" sz="quarter" idx="10"/>
          </p:nvPr>
        </p:nvSpPr>
        <p:spPr>
          <a:xfrm>
            <a:off x="501650" y="1628776"/>
            <a:ext cx="9277349" cy="4752975"/>
          </a:xfrm>
          <a:prstGeom prst="rect">
            <a:avLst/>
          </a:prstGeom>
        </p:spPr>
        <p:txBody>
          <a:bodyPr>
            <a:noAutofit/>
          </a:bodyPr>
          <a:lstStyle>
            <a:lvl1pPr>
              <a:spcBef>
                <a:spcPts val="3900"/>
              </a:spcBef>
              <a:defRPr sz="3033">
                <a:solidFill>
                  <a:schemeClr val="bg1"/>
                </a:solidFill>
              </a:defRPr>
            </a:lvl1pPr>
            <a:lvl2pPr marL="495285" indent="-495285">
              <a:defRPr sz="3250">
                <a:solidFill>
                  <a:schemeClr val="bg2"/>
                </a:solidFill>
              </a:defRPr>
            </a:lvl2pPr>
            <a:lvl3pPr>
              <a:defRPr sz="3250">
                <a:solidFill>
                  <a:schemeClr val="bg2"/>
                </a:solidFill>
              </a:defRPr>
            </a:lvl3pPr>
            <a:lvl4pPr>
              <a:defRPr sz="3250">
                <a:solidFill>
                  <a:schemeClr val="bg2"/>
                </a:solidFill>
              </a:defRPr>
            </a:lvl4pPr>
            <a:lvl5pPr>
              <a:defRPr sz="3250">
                <a:solidFill>
                  <a:schemeClr val="bg2"/>
                </a:solidFill>
              </a:defRPr>
            </a:lvl5pPr>
          </a:lstStyle>
          <a:p>
            <a:pPr lvl="0"/>
            <a:r>
              <a:rPr lang="en-US" noProof="0"/>
              <a:t>Click to edit Master text styles</a:t>
            </a:r>
          </a:p>
        </p:txBody>
      </p:sp>
      <p:sp>
        <p:nvSpPr>
          <p:cNvPr id="9" name="TextBox 8"/>
          <p:cNvSpPr txBox="1"/>
          <p:nvPr userDrawn="1"/>
        </p:nvSpPr>
        <p:spPr>
          <a:xfrm>
            <a:off x="501649" y="6654807"/>
            <a:ext cx="5355168" cy="201260"/>
          </a:xfrm>
          <a:prstGeom prst="rect">
            <a:avLst/>
          </a:prstGeom>
          <a:noFill/>
        </p:spPr>
        <p:txBody>
          <a:bodyPr wrap="square" lIns="0" tIns="0" rIns="0" bIns="0" rtlCol="0">
            <a:noAutofit/>
          </a:bodyPr>
          <a:lstStyle/>
          <a:p>
            <a:pPr marL="0" indent="0">
              <a:spcBef>
                <a:spcPts val="717"/>
              </a:spcBef>
              <a:buSzPct val="100000"/>
              <a:buFont typeface="Arial"/>
              <a:buNone/>
            </a:pPr>
            <a:r>
              <a:rPr lang="fr-FR" sz="650" noProof="0" dirty="0">
                <a:solidFill>
                  <a:schemeClr val="bg1"/>
                </a:solidFill>
              </a:rPr>
              <a:t>© 2018 Deloitte Touche Tohmatsu India LLP</a:t>
            </a:r>
          </a:p>
        </p:txBody>
      </p:sp>
      <p:sp>
        <p:nvSpPr>
          <p:cNvPr id="10" name="TextBox 9"/>
          <p:cNvSpPr txBox="1"/>
          <p:nvPr userDrawn="1"/>
        </p:nvSpPr>
        <p:spPr>
          <a:xfrm>
            <a:off x="11382377" y="6705604"/>
            <a:ext cx="307974" cy="100027"/>
          </a:xfrm>
          <a:prstGeom prst="rect">
            <a:avLst/>
          </a:prstGeom>
          <a:noFill/>
        </p:spPr>
        <p:txBody>
          <a:bodyPr wrap="square" lIns="0" tIns="0" rIns="0" bIns="0" rtlCol="0">
            <a:noAutofit/>
          </a:bodyPr>
          <a:lstStyle/>
          <a:p>
            <a:pPr marL="0" indent="0" algn="r">
              <a:spcBef>
                <a:spcPts val="650"/>
              </a:spcBef>
              <a:buSzPct val="100000"/>
              <a:buFont typeface="Arial"/>
              <a:buNone/>
            </a:pPr>
            <a:fld id="{C58DF478-B544-4ED8-9ED4-6A2648E2D233}" type="slidenum">
              <a:rPr lang="en-US" sz="704" noProof="0" smtClean="0">
                <a:solidFill>
                  <a:schemeClr val="bg1"/>
                </a:solidFill>
              </a:rPr>
              <a:pPr marL="0" indent="0" algn="r">
                <a:spcBef>
                  <a:spcPts val="650"/>
                </a:spcBef>
                <a:buSzPct val="100000"/>
                <a:buFont typeface="Arial"/>
                <a:buNone/>
              </a:pPr>
              <a:t>‹#›</a:t>
            </a:fld>
            <a:endParaRPr lang="en-US" sz="704" noProof="0" dirty="0">
              <a:solidFill>
                <a:schemeClr val="bg1"/>
              </a:solidFill>
            </a:endParaRPr>
          </a:p>
        </p:txBody>
      </p:sp>
    </p:spTree>
    <p:extLst>
      <p:ext uri="{BB962C8B-B14F-4D97-AF65-F5344CB8AC3E}">
        <p14:creationId xmlns:p14="http://schemas.microsoft.com/office/powerpoint/2010/main" val="2053433633"/>
      </p:ext>
    </p:extLst>
  </p:cSld>
  <p:clrMapOvr>
    <a:masterClrMapping/>
  </p:clrMapOvr>
  <p:transition>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4" name="Text Placeholder 3"/>
          <p:cNvSpPr>
            <a:spLocks noGrp="1"/>
          </p:cNvSpPr>
          <p:nvPr>
            <p:ph type="body" sz="quarter" idx="10"/>
          </p:nvPr>
        </p:nvSpPr>
        <p:spPr>
          <a:xfrm>
            <a:off x="501650" y="1628776"/>
            <a:ext cx="9277349" cy="4752975"/>
          </a:xfrm>
          <a:prstGeom prst="rect">
            <a:avLst/>
          </a:prstGeom>
        </p:spPr>
        <p:txBody>
          <a:bodyPr>
            <a:noAutofit/>
          </a:bodyPr>
          <a:lstStyle>
            <a:lvl1pPr>
              <a:spcBef>
                <a:spcPts val="3900"/>
              </a:spcBef>
              <a:defRPr sz="3033">
                <a:solidFill>
                  <a:schemeClr val="tx1"/>
                </a:solidFill>
              </a:defRPr>
            </a:lvl1pPr>
            <a:lvl2pPr marL="495285" indent="-495285">
              <a:defRPr sz="3250">
                <a:solidFill>
                  <a:schemeClr val="bg2"/>
                </a:solidFill>
              </a:defRPr>
            </a:lvl2pPr>
            <a:lvl3pPr>
              <a:defRPr sz="3250">
                <a:solidFill>
                  <a:schemeClr val="bg2"/>
                </a:solidFill>
              </a:defRPr>
            </a:lvl3pPr>
            <a:lvl4pPr>
              <a:defRPr sz="3250">
                <a:solidFill>
                  <a:schemeClr val="bg2"/>
                </a:solidFill>
              </a:defRPr>
            </a:lvl4pPr>
            <a:lvl5pPr>
              <a:defRPr sz="3250">
                <a:solidFill>
                  <a:schemeClr val="bg2"/>
                </a:solidFill>
              </a:defRPr>
            </a:lvl5pPr>
          </a:lstStyle>
          <a:p>
            <a:pPr lvl="0"/>
            <a:r>
              <a:rPr lang="en-US" noProof="0"/>
              <a:t>Click to edit Master text styles</a:t>
            </a:r>
          </a:p>
        </p:txBody>
      </p:sp>
    </p:spTree>
    <p:extLst>
      <p:ext uri="{BB962C8B-B14F-4D97-AF65-F5344CB8AC3E}">
        <p14:creationId xmlns:p14="http://schemas.microsoft.com/office/powerpoint/2010/main" val="126572621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4" name="Content Placeholder 3"/>
          <p:cNvSpPr>
            <a:spLocks noGrp="1"/>
          </p:cNvSpPr>
          <p:nvPr>
            <p:ph sz="quarter" idx="10"/>
          </p:nvPr>
        </p:nvSpPr>
        <p:spPr>
          <a:xfrm>
            <a:off x="501650" y="1665289"/>
            <a:ext cx="9277349" cy="4716463"/>
          </a:xfrm>
          <a:prstGeom prst="rect">
            <a:avLst/>
          </a:prstGeom>
        </p:spPr>
        <p:txBody>
          <a:bodyPr/>
          <a:lstStyle>
            <a:lvl1pPr>
              <a:tabLst>
                <a:tab pos="7289973" algn="r"/>
              </a:tabLst>
              <a:defRPr/>
            </a:lvl1pPr>
            <a:lvl2pPr>
              <a:tabLst>
                <a:tab pos="7289973" algn="r"/>
              </a:tabLst>
              <a:defRPr/>
            </a:lvl2pPr>
            <a:lvl3pPr>
              <a:tabLst>
                <a:tab pos="7289973" algn="r"/>
              </a:tabLst>
              <a:defRPr/>
            </a:lvl3pPr>
            <a:lvl4pPr>
              <a:tabLst>
                <a:tab pos="7289973" algn="r"/>
              </a:tabLst>
              <a:defRPr/>
            </a:lvl4pPr>
            <a:lvl5pPr>
              <a:tabLst>
                <a:tab pos="5448132" algn="r"/>
              </a:tabLst>
              <a:defRPr baseline="0"/>
            </a:lvl5pPr>
            <a:lvl6pPr>
              <a:tabLst>
                <a:tab pos="7289973" algn="r"/>
              </a:tabLst>
              <a:defRPr/>
            </a:lvl6pPr>
            <a:lvl7pPr>
              <a:tabLst>
                <a:tab pos="7289973" algn="r"/>
              </a:tabLst>
              <a:defRPr/>
            </a:lvl7pPr>
            <a:lvl8pPr>
              <a:tabLst>
                <a:tab pos="7289973" algn="r"/>
              </a:tabLst>
              <a:defRPr/>
            </a:lvl8pPr>
            <a:lvl9pPr>
              <a:tabLst>
                <a:tab pos="7289973"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hasCustomPrompt="1"/>
          </p:nvPr>
        </p:nvSpPr>
        <p:spPr>
          <a:xfrm>
            <a:off x="501652" y="317501"/>
            <a:ext cx="11180233"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1529904015"/>
      </p:ext>
    </p:extLst>
  </p:cSld>
  <p:clrMapOvr>
    <a:masterClrMapping/>
  </p:clrMapOvr>
  <p:transition>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7" name="Title Placeholder 1"/>
          <p:cNvSpPr>
            <a:spLocks noGrp="1"/>
          </p:cNvSpPr>
          <p:nvPr>
            <p:ph type="title" hasCustomPrompt="1"/>
          </p:nvPr>
        </p:nvSpPr>
        <p:spPr>
          <a:xfrm>
            <a:off x="501652" y="317501"/>
            <a:ext cx="11188700"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1" y="1701801"/>
            <a:ext cx="6240000" cy="4679950"/>
          </a:xfrm>
        </p:spPr>
        <p:txBody>
          <a:bodyPr/>
          <a:lstStyle/>
          <a:p>
            <a:r>
              <a:rPr lang="en-US" noProof="0" dirty="0"/>
              <a:t>Click icon to add picture</a:t>
            </a:r>
          </a:p>
        </p:txBody>
      </p:sp>
      <p:sp>
        <p:nvSpPr>
          <p:cNvPr id="6" name="Content Placeholder 3"/>
          <p:cNvSpPr>
            <a:spLocks noGrp="1"/>
          </p:cNvSpPr>
          <p:nvPr>
            <p:ph sz="quarter" idx="10"/>
          </p:nvPr>
        </p:nvSpPr>
        <p:spPr>
          <a:xfrm>
            <a:off x="501651" y="1665289"/>
            <a:ext cx="4456430" cy="4716463"/>
          </a:xfrm>
          <a:prstGeom prst="rect">
            <a:avLst/>
          </a:prstGeom>
        </p:spPr>
        <p:txBody>
          <a:bodyPr/>
          <a:lstStyle>
            <a:lvl1pPr>
              <a:tabLst>
                <a:tab pos="5448132" algn="r"/>
              </a:tabLst>
              <a:defRPr/>
            </a:lvl1pPr>
            <a:lvl2pPr>
              <a:tabLst>
                <a:tab pos="5448132" algn="r"/>
              </a:tabLst>
              <a:defRPr/>
            </a:lvl2pPr>
            <a:lvl3pPr>
              <a:tabLst>
                <a:tab pos="5448132" algn="r"/>
              </a:tabLst>
              <a:defRPr/>
            </a:lvl3pPr>
            <a:lvl4pPr>
              <a:tabLst>
                <a:tab pos="5448132" algn="r"/>
              </a:tabLst>
              <a:defRPr/>
            </a:lvl4pPr>
            <a:lvl5pPr>
              <a:tabLst>
                <a:tab pos="54481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596724852"/>
      </p:ext>
    </p:extLst>
  </p:cSld>
  <p:clrMapOvr>
    <a:masterClrMapping/>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3" name="Object 2"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2" name="Title 1"/>
          <p:cNvSpPr>
            <a:spLocks noGrp="1"/>
          </p:cNvSpPr>
          <p:nvPr>
            <p:ph type="title"/>
          </p:nvPr>
        </p:nvSpPr>
        <p:spPr>
          <a:xfrm>
            <a:off x="501652" y="317501"/>
            <a:ext cx="11188700" cy="698500"/>
          </a:xfrm>
        </p:spPr>
        <p:txBody>
          <a:bodyPr/>
          <a:lstStyle/>
          <a:p>
            <a:r>
              <a:rPr lang="en-US" noProof="0" dirty="0"/>
              <a:t>Click to edit Master title style</a:t>
            </a:r>
          </a:p>
        </p:txBody>
      </p:sp>
      <p:sp>
        <p:nvSpPr>
          <p:cNvPr id="14" name="Text Placeholder 18"/>
          <p:cNvSpPr>
            <a:spLocks noGrp="1"/>
          </p:cNvSpPr>
          <p:nvPr>
            <p:ph idx="1"/>
          </p:nvPr>
        </p:nvSpPr>
        <p:spPr>
          <a:xfrm>
            <a:off x="501651" y="1665289"/>
            <a:ext cx="11165417" cy="471646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593323883"/>
      </p:ext>
    </p:extLst>
  </p:cSld>
  <p:clrMapOvr>
    <a:masterClrMapping/>
  </p:clrMapOvr>
  <p:transition>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14" name="Title Placeholder 1"/>
          <p:cNvSpPr>
            <a:spLocks noGrp="1"/>
          </p:cNvSpPr>
          <p:nvPr>
            <p:ph type="title" hasCustomPrompt="1"/>
          </p:nvPr>
        </p:nvSpPr>
        <p:spPr>
          <a:xfrm>
            <a:off x="501651" y="317501"/>
            <a:ext cx="11202670" cy="334101"/>
          </a:xfrm>
          <a:prstGeom prst="rect">
            <a:avLst/>
          </a:prstGeom>
        </p:spPr>
        <p:txBody>
          <a:bodyPr vert="horz" lIns="0" tIns="0" rIns="0" bIns="0" rtlCol="0" anchor="t" anchorCtr="0">
            <a:noAutofit/>
          </a:bodyPr>
          <a:lstStyle>
            <a:lvl1pPr>
              <a:defRPr b="1"/>
            </a:lvl1pPr>
          </a:lstStyle>
          <a:p>
            <a:r>
              <a:rPr lang="en-US" noProof="0" dirty="0"/>
              <a:t>Click to add title</a:t>
            </a:r>
          </a:p>
        </p:txBody>
      </p:sp>
      <p:sp>
        <p:nvSpPr>
          <p:cNvPr id="9" name="Text Placeholder 8"/>
          <p:cNvSpPr>
            <a:spLocks noGrp="1"/>
          </p:cNvSpPr>
          <p:nvPr>
            <p:ph type="body" sz="quarter" idx="13" hasCustomPrompt="1"/>
          </p:nvPr>
        </p:nvSpPr>
        <p:spPr>
          <a:xfrm>
            <a:off x="501651" y="651600"/>
            <a:ext cx="11202670" cy="757255"/>
          </a:xfrm>
          <a:prstGeom prst="rect">
            <a:avLst/>
          </a:prstGeom>
        </p:spPr>
        <p:txBody>
          <a:bodyPr lIns="0" tIns="0" rIns="0" bIns="0">
            <a:noAutofit/>
          </a:bodyPr>
          <a:lstStyle>
            <a:lvl1pPr marL="0" indent="0">
              <a:buNone/>
              <a:defRPr sz="1600" b="1">
                <a:solidFill>
                  <a:srgbClr val="575757"/>
                </a:solidFill>
              </a:defRPr>
            </a:lvl1pPr>
          </a:lstStyle>
          <a:p>
            <a:pPr lvl="0"/>
            <a:r>
              <a:rPr lang="en-US" noProof="0" dirty="0"/>
              <a:t>Click to add subtitle</a:t>
            </a:r>
          </a:p>
        </p:txBody>
      </p:sp>
      <p:sp>
        <p:nvSpPr>
          <p:cNvPr id="13" name="Content Placeholder 3"/>
          <p:cNvSpPr>
            <a:spLocks noGrp="1"/>
          </p:cNvSpPr>
          <p:nvPr>
            <p:ph sz="quarter" idx="10"/>
          </p:nvPr>
        </p:nvSpPr>
        <p:spPr>
          <a:xfrm>
            <a:off x="501651" y="1665290"/>
            <a:ext cx="5305579" cy="4716461"/>
          </a:xfrm>
          <a:prstGeom prst="rect">
            <a:avLst/>
          </a:prstGeom>
        </p:spPr>
        <p:txBody>
          <a:bodyPr/>
          <a:lstStyle>
            <a:lvl1pPr>
              <a:tabLst>
                <a:tab pos="5448132" algn="r"/>
              </a:tabLst>
              <a:defRPr/>
            </a:lvl1pPr>
            <a:lvl2pPr>
              <a:tabLst>
                <a:tab pos="5448132" algn="r"/>
              </a:tabLst>
              <a:defRPr/>
            </a:lvl2pPr>
            <a:lvl3pPr>
              <a:tabLst>
                <a:tab pos="5448132" algn="r"/>
              </a:tabLst>
              <a:defRPr/>
            </a:lvl3pPr>
            <a:lvl4pPr>
              <a:tabLst>
                <a:tab pos="5448132" algn="r"/>
              </a:tabLst>
              <a:defRPr/>
            </a:lvl4pPr>
            <a:lvl5pPr>
              <a:tabLst>
                <a:tab pos="54481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81538" y="1665290"/>
            <a:ext cx="5322782" cy="4716461"/>
          </a:xfrm>
          <a:prstGeom prst="rect">
            <a:avLst/>
          </a:prstGeom>
        </p:spPr>
        <p:txBody>
          <a:bodyPr/>
          <a:lstStyle>
            <a:lvl1pPr>
              <a:tabLst>
                <a:tab pos="5448132" algn="r"/>
              </a:tabLst>
              <a:defRPr/>
            </a:lvl1pPr>
            <a:lvl2pPr>
              <a:tabLst>
                <a:tab pos="5448132" algn="r"/>
              </a:tabLst>
              <a:defRPr/>
            </a:lvl2pPr>
            <a:lvl3pPr>
              <a:tabLst>
                <a:tab pos="5448132" algn="r"/>
              </a:tabLst>
              <a:defRPr/>
            </a:lvl3pPr>
            <a:lvl4pPr>
              <a:tabLst>
                <a:tab pos="5448132" algn="r"/>
              </a:tabLst>
              <a:defRPr/>
            </a:lvl4pPr>
            <a:lvl5pPr>
              <a:tabLst>
                <a:tab pos="54481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060228279"/>
      </p:ext>
    </p:extLst>
  </p:cSld>
  <p:clrMapOvr>
    <a:masterClrMapping/>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7" name="Text Placeholder 8"/>
          <p:cNvSpPr>
            <a:spLocks noGrp="1"/>
          </p:cNvSpPr>
          <p:nvPr>
            <p:ph type="body" sz="quarter" idx="13" hasCustomPrompt="1"/>
          </p:nvPr>
        </p:nvSpPr>
        <p:spPr>
          <a:xfrm>
            <a:off x="501651" y="651600"/>
            <a:ext cx="1118870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dirty="0"/>
              <a:t>Click to add subtitle</a:t>
            </a:r>
          </a:p>
        </p:txBody>
      </p:sp>
      <p:sp>
        <p:nvSpPr>
          <p:cNvPr id="8" name="Title Placeholder 1"/>
          <p:cNvSpPr>
            <a:spLocks noGrp="1"/>
          </p:cNvSpPr>
          <p:nvPr>
            <p:ph type="title" hasCustomPrompt="1"/>
          </p:nvPr>
        </p:nvSpPr>
        <p:spPr>
          <a:xfrm>
            <a:off x="501651" y="317500"/>
            <a:ext cx="11188700" cy="3341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1" name="Content Placeholder 3"/>
          <p:cNvSpPr>
            <a:spLocks noGrp="1"/>
          </p:cNvSpPr>
          <p:nvPr>
            <p:ph sz="quarter" idx="10"/>
          </p:nvPr>
        </p:nvSpPr>
        <p:spPr>
          <a:xfrm>
            <a:off x="501651" y="1665290"/>
            <a:ext cx="5305580" cy="4716461"/>
          </a:xfrm>
          <a:prstGeom prst="rect">
            <a:avLst/>
          </a:prstGeom>
        </p:spPr>
        <p:txBody>
          <a:bodyPr>
            <a:noAutofit/>
          </a:bodyPr>
          <a:lstStyle>
            <a:lvl1pPr>
              <a:tabLst>
                <a:tab pos="5448132" algn="r"/>
              </a:tabLst>
              <a:defRPr sz="1733"/>
            </a:lvl1pPr>
            <a:lvl2pPr>
              <a:tabLst>
                <a:tab pos="5448132" algn="r"/>
              </a:tabLst>
              <a:defRPr sz="1733"/>
            </a:lvl2pPr>
            <a:lvl3pPr>
              <a:tabLst>
                <a:tab pos="5448132" algn="r"/>
              </a:tabLst>
              <a:defRPr sz="1733"/>
            </a:lvl3pPr>
            <a:lvl4pPr>
              <a:tabLst>
                <a:tab pos="5448132" algn="r"/>
              </a:tabLst>
              <a:defRPr sz="1733"/>
            </a:lvl4pPr>
            <a:lvl5pPr>
              <a:tabLst>
                <a:tab pos="5448132" algn="r"/>
              </a:tabLst>
              <a:defRPr baseline="0"/>
            </a:lvl5pPr>
            <a:lvl6pPr>
              <a:defRPr sz="1733"/>
            </a:lvl6pPr>
            <a:lvl7pPr>
              <a:defRPr sz="1733"/>
            </a:lvl7pPr>
            <a:lvl8pPr>
              <a:defRPr sz="1733"/>
            </a:lvl8pPr>
            <a:lvl9pPr>
              <a:defRPr sz="1733"/>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83999" y="1665290"/>
            <a:ext cx="5306351" cy="4716461"/>
          </a:xfrm>
          <a:prstGeom prst="rect">
            <a:avLst/>
          </a:prstGeom>
        </p:spPr>
        <p:txBody>
          <a:bodyPr>
            <a:noAutofit/>
          </a:bodyPr>
          <a:lstStyle>
            <a:lvl1pPr>
              <a:tabLst>
                <a:tab pos="5448132" algn="r"/>
              </a:tabLst>
              <a:defRPr sz="1733"/>
            </a:lvl1pPr>
            <a:lvl2pPr>
              <a:tabLst>
                <a:tab pos="5448132" algn="r"/>
              </a:tabLst>
              <a:defRPr sz="1733"/>
            </a:lvl2pPr>
            <a:lvl3pPr>
              <a:tabLst>
                <a:tab pos="5448132" algn="r"/>
              </a:tabLst>
              <a:defRPr sz="1733"/>
            </a:lvl3pPr>
            <a:lvl4pPr>
              <a:tabLst>
                <a:tab pos="5448132" algn="r"/>
              </a:tabLst>
              <a:defRPr sz="1733"/>
            </a:lvl4pPr>
            <a:lvl5pPr>
              <a:tabLst>
                <a:tab pos="5448132" algn="r"/>
              </a:tabLst>
              <a:defRPr baseline="0"/>
            </a:lvl5pPr>
            <a:lvl6pPr>
              <a:defRPr sz="1733"/>
            </a:lvl6pPr>
            <a:lvl7pPr>
              <a:defRPr sz="1733"/>
            </a:lvl7pPr>
            <a:lvl8pPr>
              <a:defRPr sz="1733"/>
            </a:lvl8pPr>
            <a:lvl9pPr>
              <a:defRPr sz="1733"/>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081092752"/>
      </p:ext>
    </p:extLst>
  </p:cSld>
  <p:clrMapOvr>
    <a:masterClrMapping/>
  </p:clrMapOvr>
  <p:transition>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10" name="Content Placeholder 3"/>
          <p:cNvSpPr>
            <a:spLocks noGrp="1"/>
          </p:cNvSpPr>
          <p:nvPr>
            <p:ph sz="quarter" idx="10"/>
          </p:nvPr>
        </p:nvSpPr>
        <p:spPr>
          <a:xfrm>
            <a:off x="501651" y="1665290"/>
            <a:ext cx="5355166" cy="4455725"/>
          </a:xfrm>
          <a:prstGeom prst="rect">
            <a:avLst/>
          </a:prstGeom>
        </p:spPr>
        <p:txBody>
          <a:bodyPr/>
          <a:lstStyle>
            <a:lvl1pPr>
              <a:tabLst>
                <a:tab pos="5448132" algn="r"/>
              </a:tabLst>
              <a:defRPr/>
            </a:lvl1pPr>
            <a:lvl2pPr>
              <a:tabLst>
                <a:tab pos="5448132" algn="r"/>
              </a:tabLst>
              <a:defRPr/>
            </a:lvl2pPr>
            <a:lvl3pPr>
              <a:tabLst>
                <a:tab pos="5448132" algn="r"/>
              </a:tabLst>
              <a:defRPr/>
            </a:lvl3pPr>
            <a:lvl4pPr>
              <a:tabLst>
                <a:tab pos="5448132" algn="r"/>
              </a:tabLst>
              <a:defRPr/>
            </a:lvl4pPr>
            <a:lvl5pPr>
              <a:tabLst>
                <a:tab pos="54481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6341223" y="2125013"/>
            <a:ext cx="5349129" cy="3996000"/>
          </a:xfrm>
        </p:spPr>
        <p:txBody>
          <a:bodyPr/>
          <a:lstStyle/>
          <a:p>
            <a:r>
              <a:rPr lang="en-US" noProof="0" dirty="0"/>
              <a:t>Click icon to add chart</a:t>
            </a:r>
          </a:p>
        </p:txBody>
      </p:sp>
      <p:sp>
        <p:nvSpPr>
          <p:cNvPr id="6" name="Text Placeholder 5"/>
          <p:cNvSpPr>
            <a:spLocks noGrp="1"/>
          </p:cNvSpPr>
          <p:nvPr>
            <p:ph type="body" sz="quarter" idx="22"/>
          </p:nvPr>
        </p:nvSpPr>
        <p:spPr>
          <a:xfrm>
            <a:off x="6341223" y="1665288"/>
            <a:ext cx="5349129" cy="420687"/>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501651" y="651600"/>
            <a:ext cx="1118870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501651" y="317501"/>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501651" y="6121015"/>
            <a:ext cx="11188700" cy="260737"/>
          </a:xfrm>
        </p:spPr>
        <p:txBody>
          <a:bodyPr>
            <a:normAutofit/>
          </a:bodyPr>
          <a:lstStyle>
            <a:lvl1pPr>
              <a:spcAft>
                <a:spcPts val="0"/>
              </a:spcAft>
              <a:defRPr sz="975"/>
            </a:lvl1pPr>
          </a:lstStyle>
          <a:p>
            <a:pPr lvl="0"/>
            <a:r>
              <a:rPr lang="en-US" noProof="0"/>
              <a:t>Click to edit Master text styles</a:t>
            </a:r>
          </a:p>
        </p:txBody>
      </p:sp>
    </p:spTree>
    <p:extLst>
      <p:ext uri="{BB962C8B-B14F-4D97-AF65-F5344CB8AC3E}">
        <p14:creationId xmlns:p14="http://schemas.microsoft.com/office/powerpoint/2010/main" val="2297269832"/>
      </p:ext>
    </p:extLst>
  </p:cSld>
  <p:clrMapOvr>
    <a:masterClrMapping/>
  </p:clrMapOvr>
  <p:transition>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3" name="Chart Placeholder 2"/>
          <p:cNvSpPr>
            <a:spLocks noGrp="1"/>
          </p:cNvSpPr>
          <p:nvPr>
            <p:ph type="chart" sz="quarter" idx="21"/>
          </p:nvPr>
        </p:nvSpPr>
        <p:spPr>
          <a:xfrm>
            <a:off x="6341221" y="2125013"/>
            <a:ext cx="5349130" cy="3996000"/>
          </a:xfrm>
        </p:spPr>
        <p:txBody>
          <a:bodyPr/>
          <a:lstStyle/>
          <a:p>
            <a:r>
              <a:rPr lang="en-US" noProof="0" dirty="0"/>
              <a:t>Click icon to add chart</a:t>
            </a:r>
          </a:p>
        </p:txBody>
      </p:sp>
      <p:sp>
        <p:nvSpPr>
          <p:cNvPr id="6" name="Text Placeholder 5"/>
          <p:cNvSpPr>
            <a:spLocks noGrp="1"/>
          </p:cNvSpPr>
          <p:nvPr>
            <p:ph type="body" sz="quarter" idx="22"/>
          </p:nvPr>
        </p:nvSpPr>
        <p:spPr>
          <a:xfrm>
            <a:off x="6341222" y="1665288"/>
            <a:ext cx="5349130" cy="420687"/>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501651" y="651600"/>
            <a:ext cx="1118870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501651" y="317501"/>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501650" y="6121015"/>
            <a:ext cx="11165419" cy="260737"/>
          </a:xfrm>
        </p:spPr>
        <p:txBody>
          <a:bodyPr>
            <a:normAutofit/>
          </a:bodyPr>
          <a:lstStyle>
            <a:lvl1pPr>
              <a:spcAft>
                <a:spcPts val="0"/>
              </a:spcAft>
              <a:defRPr sz="975"/>
            </a:lvl1pPr>
          </a:lstStyle>
          <a:p>
            <a:pPr lvl="0"/>
            <a:r>
              <a:rPr lang="en-US" noProof="0"/>
              <a:t>Click to edit Master text styles</a:t>
            </a:r>
          </a:p>
        </p:txBody>
      </p:sp>
      <p:sp>
        <p:nvSpPr>
          <p:cNvPr id="9" name="Chart Placeholder 2"/>
          <p:cNvSpPr>
            <a:spLocks noGrp="1"/>
          </p:cNvSpPr>
          <p:nvPr>
            <p:ph type="chart" sz="quarter" idx="24"/>
          </p:nvPr>
        </p:nvSpPr>
        <p:spPr>
          <a:xfrm>
            <a:off x="501652" y="2125013"/>
            <a:ext cx="5339062" cy="3996000"/>
          </a:xfrm>
        </p:spPr>
        <p:txBody>
          <a:bodyPr/>
          <a:lstStyle/>
          <a:p>
            <a:r>
              <a:rPr lang="en-US" noProof="0" dirty="0"/>
              <a:t>Click icon to add chart</a:t>
            </a:r>
          </a:p>
        </p:txBody>
      </p:sp>
      <p:sp>
        <p:nvSpPr>
          <p:cNvPr id="12" name="Text Placeholder 5"/>
          <p:cNvSpPr>
            <a:spLocks noGrp="1"/>
          </p:cNvSpPr>
          <p:nvPr>
            <p:ph type="body" sz="quarter" idx="25"/>
          </p:nvPr>
        </p:nvSpPr>
        <p:spPr>
          <a:xfrm>
            <a:off x="501649" y="1665288"/>
            <a:ext cx="5339065" cy="420687"/>
          </a:xfrm>
        </p:spPr>
        <p:txBody>
          <a:bodyPr/>
          <a:lstStyle/>
          <a:p>
            <a:pPr lvl="0"/>
            <a:r>
              <a:rPr lang="en-US" noProof="0"/>
              <a:t>Click to edit Master text styles</a:t>
            </a:r>
          </a:p>
        </p:txBody>
      </p:sp>
    </p:spTree>
    <p:extLst>
      <p:ext uri="{BB962C8B-B14F-4D97-AF65-F5344CB8AC3E}">
        <p14:creationId xmlns:p14="http://schemas.microsoft.com/office/powerpoint/2010/main" val="3305210863"/>
      </p:ext>
    </p:extLst>
  </p:cSld>
  <p:clrMapOvr>
    <a:masterClrMapping/>
  </p:clrMapOvr>
  <p:transition>
    <p:fad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7" name="Title Placeholder 1"/>
          <p:cNvSpPr>
            <a:spLocks noGrp="1"/>
          </p:cNvSpPr>
          <p:nvPr>
            <p:ph type="title" hasCustomPrompt="1"/>
          </p:nvPr>
        </p:nvSpPr>
        <p:spPr>
          <a:xfrm>
            <a:off x="501652" y="317501"/>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501651" y="1665289"/>
            <a:ext cx="4431857" cy="4716463"/>
          </a:xfrm>
          <a:prstGeom prst="rect">
            <a:avLst/>
          </a:prstGeom>
        </p:spPr>
        <p:txBody>
          <a:bodyPr/>
          <a:lstStyle>
            <a:lvl1pPr>
              <a:tabLst>
                <a:tab pos="5448132" algn="r"/>
              </a:tabLst>
              <a:defRPr/>
            </a:lvl1pPr>
            <a:lvl2pPr>
              <a:tabLst>
                <a:tab pos="5448132" algn="r"/>
              </a:tabLst>
              <a:defRPr/>
            </a:lvl2pPr>
            <a:lvl3pPr>
              <a:tabLst>
                <a:tab pos="5448132" algn="r"/>
              </a:tabLst>
              <a:defRPr/>
            </a:lvl3pPr>
            <a:lvl4pPr>
              <a:tabLst>
                <a:tab pos="5448132" algn="r"/>
              </a:tabLst>
              <a:defRPr/>
            </a:lvl4pPr>
            <a:lvl5pPr>
              <a:tabLst>
                <a:tab pos="54481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50350" y="1700215"/>
            <a:ext cx="6240000" cy="4681537"/>
          </a:xfrm>
          <a:prstGeom prst="rect">
            <a:avLst/>
          </a:prstGeom>
        </p:spPr>
        <p:txBody>
          <a:bodyPr/>
          <a:lstStyle>
            <a:lvl1pPr>
              <a:tabLst>
                <a:tab pos="5448132" algn="r"/>
              </a:tabLst>
              <a:defRPr/>
            </a:lvl1pPr>
            <a:lvl2pPr>
              <a:tabLst>
                <a:tab pos="5448132" algn="r"/>
              </a:tabLst>
              <a:defRPr/>
            </a:lvl2pPr>
            <a:lvl3pPr>
              <a:tabLst>
                <a:tab pos="5448132" algn="r"/>
              </a:tabLst>
              <a:defRPr/>
            </a:lvl3pPr>
            <a:lvl4pPr>
              <a:tabLst>
                <a:tab pos="5448132" algn="r"/>
              </a:tabLst>
              <a:defRPr/>
            </a:lvl4pPr>
            <a:lvl5pPr>
              <a:tabLst>
                <a:tab pos="54481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501651" y="651600"/>
            <a:ext cx="1118870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4166672943"/>
      </p:ext>
    </p:extLst>
  </p:cSld>
  <p:clrMapOvr>
    <a:masterClrMapping/>
  </p:clrMapOvr>
  <p:transition>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7" name="Title Placeholder 1"/>
          <p:cNvSpPr>
            <a:spLocks noGrp="1"/>
          </p:cNvSpPr>
          <p:nvPr>
            <p:ph type="title" hasCustomPrompt="1"/>
          </p:nvPr>
        </p:nvSpPr>
        <p:spPr>
          <a:xfrm>
            <a:off x="501652" y="317500"/>
            <a:ext cx="11188700" cy="334100"/>
          </a:xfrm>
          <a:prstGeom prst="rect">
            <a:avLst/>
          </a:prstGeom>
        </p:spPr>
        <p:txBody>
          <a:bodyPr vert="horz" lIns="0" tIns="0" rIns="0" bIns="0" rtlCol="0" anchor="t" anchorCtr="0">
            <a:noAutofit/>
          </a:bodyPr>
          <a:lstStyle>
            <a:lvl1pPr>
              <a:defRPr b="1"/>
            </a:lvl1pPr>
          </a:lstStyle>
          <a:p>
            <a:r>
              <a:rPr lang="en-US" noProof="0" dirty="0"/>
              <a:t>Click to add title</a:t>
            </a:r>
          </a:p>
        </p:txBody>
      </p:sp>
      <p:sp>
        <p:nvSpPr>
          <p:cNvPr id="6" name="Content Placeholder 3"/>
          <p:cNvSpPr>
            <a:spLocks noGrp="1"/>
          </p:cNvSpPr>
          <p:nvPr>
            <p:ph sz="quarter" idx="10"/>
          </p:nvPr>
        </p:nvSpPr>
        <p:spPr>
          <a:xfrm>
            <a:off x="7577882" y="1658680"/>
            <a:ext cx="4112468" cy="4723072"/>
          </a:xfrm>
          <a:prstGeom prst="rect">
            <a:avLst/>
          </a:prstGeom>
        </p:spPr>
        <p:txBody>
          <a:bodyPr>
            <a:noAutofit/>
          </a:bodyPr>
          <a:lstStyle>
            <a:lvl1pPr>
              <a:tabLst>
                <a:tab pos="5448132" algn="r"/>
              </a:tabLst>
              <a:defRPr sz="2600">
                <a:solidFill>
                  <a:schemeClr val="accent3"/>
                </a:solidFill>
              </a:defRPr>
            </a:lvl1pPr>
            <a:lvl2pPr>
              <a:tabLst>
                <a:tab pos="5448132" algn="r"/>
              </a:tabLst>
              <a:defRPr/>
            </a:lvl2pPr>
            <a:lvl3pPr>
              <a:tabLst>
                <a:tab pos="5448132" algn="r"/>
              </a:tabLst>
              <a:defRPr/>
            </a:lvl3pPr>
            <a:lvl4pPr>
              <a:tabLst>
                <a:tab pos="5448132" algn="r"/>
              </a:tabLst>
              <a:defRPr/>
            </a:lvl4pPr>
            <a:lvl5pPr>
              <a:tabLst>
                <a:tab pos="5448132"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501652" y="1665288"/>
            <a:ext cx="6506348" cy="4716462"/>
          </a:xfrm>
          <a:prstGeom prst="rect">
            <a:avLst/>
          </a:prstGeom>
        </p:spPr>
        <p:txBody>
          <a:bodyPr/>
          <a:lstStyle>
            <a:lvl1pPr>
              <a:tabLst>
                <a:tab pos="5448132" algn="r"/>
              </a:tabLst>
              <a:defRPr/>
            </a:lvl1pPr>
            <a:lvl2pPr>
              <a:tabLst>
                <a:tab pos="5448132" algn="r"/>
              </a:tabLst>
              <a:defRPr/>
            </a:lvl2pPr>
            <a:lvl3pPr>
              <a:tabLst>
                <a:tab pos="5448132" algn="r"/>
              </a:tabLst>
              <a:defRPr/>
            </a:lvl3pPr>
            <a:lvl4pPr>
              <a:tabLst>
                <a:tab pos="5448132" algn="r"/>
              </a:tabLst>
              <a:defRPr/>
            </a:lvl4pPr>
            <a:lvl5pPr>
              <a:tabLst>
                <a:tab pos="54481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501652" y="651600"/>
            <a:ext cx="11188699" cy="757255"/>
          </a:xfrm>
          <a:prstGeom prst="rect">
            <a:avLst/>
          </a:prstGeom>
        </p:spPr>
        <p:txBody>
          <a:bodyPr lIns="0" tIns="0" rIns="0" bIns="0">
            <a:noAutofit/>
          </a:bodyPr>
          <a:lstStyle>
            <a:lvl1pPr marL="0" indent="0">
              <a:buNone/>
              <a:defRPr sz="1600" b="1">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638359515"/>
      </p:ext>
    </p:extLst>
  </p:cSld>
  <p:clrMapOvr>
    <a:masterClrMapping/>
  </p:clrMapOvr>
  <p:transition>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3" name="Object 2"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2" name="Title 1"/>
          <p:cNvSpPr>
            <a:spLocks noGrp="1"/>
          </p:cNvSpPr>
          <p:nvPr>
            <p:ph type="title"/>
          </p:nvPr>
        </p:nvSpPr>
        <p:spPr>
          <a:xfrm>
            <a:off x="501652" y="317500"/>
            <a:ext cx="11188700" cy="334100"/>
          </a:xfrm>
        </p:spPr>
        <p:txBody>
          <a:bodyPr/>
          <a:lstStyle/>
          <a:p>
            <a:r>
              <a:rPr lang="en-US" noProof="0"/>
              <a:t>Click to edit Master title style</a:t>
            </a:r>
            <a:endParaRPr lang="en-US" noProof="0" dirty="0"/>
          </a:p>
        </p:txBody>
      </p:sp>
      <p:sp>
        <p:nvSpPr>
          <p:cNvPr id="4" name="Picture Placeholder 6"/>
          <p:cNvSpPr>
            <a:spLocks noGrp="1"/>
          </p:cNvSpPr>
          <p:nvPr>
            <p:ph type="pic" sz="quarter" idx="13"/>
          </p:nvPr>
        </p:nvSpPr>
        <p:spPr>
          <a:xfrm>
            <a:off x="501649" y="1700213"/>
            <a:ext cx="2712000" cy="1260000"/>
          </a:xfrm>
        </p:spPr>
        <p:txBody>
          <a:bodyPr lIns="0" tIns="0" rIns="0" bIns="0">
            <a:noAutofit/>
          </a:bodyPr>
          <a:lstStyle/>
          <a:p>
            <a:r>
              <a:rPr lang="en-US" noProof="0" dirty="0"/>
              <a:t>Click icon to add picture</a:t>
            </a:r>
          </a:p>
        </p:txBody>
      </p:sp>
      <p:sp>
        <p:nvSpPr>
          <p:cNvPr id="5" name="Picture Placeholder 6"/>
          <p:cNvSpPr>
            <a:spLocks noGrp="1"/>
          </p:cNvSpPr>
          <p:nvPr>
            <p:ph type="pic" sz="quarter" idx="14"/>
          </p:nvPr>
        </p:nvSpPr>
        <p:spPr>
          <a:xfrm>
            <a:off x="3327216" y="1700213"/>
            <a:ext cx="2712000" cy="1260000"/>
          </a:xfrm>
        </p:spPr>
        <p:txBody>
          <a:bodyPr lIns="0" tIns="0" rIns="0" bIns="0">
            <a:noAutofit/>
          </a:bodyPr>
          <a:lstStyle/>
          <a:p>
            <a:r>
              <a:rPr lang="en-US" noProof="0" dirty="0"/>
              <a:t>Click icon to add picture</a:t>
            </a:r>
          </a:p>
        </p:txBody>
      </p:sp>
      <p:sp>
        <p:nvSpPr>
          <p:cNvPr id="6" name="Picture Placeholder 6"/>
          <p:cNvSpPr>
            <a:spLocks noGrp="1"/>
          </p:cNvSpPr>
          <p:nvPr>
            <p:ph type="pic" sz="quarter" idx="15"/>
          </p:nvPr>
        </p:nvSpPr>
        <p:spPr>
          <a:xfrm>
            <a:off x="6152783" y="1700213"/>
            <a:ext cx="2712000" cy="1260000"/>
          </a:xfrm>
        </p:spPr>
        <p:txBody>
          <a:bodyPr lIns="0" tIns="0" rIns="0" bIns="0">
            <a:noAutofit/>
          </a:bodyPr>
          <a:lstStyle/>
          <a:p>
            <a:r>
              <a:rPr lang="en-US" noProof="0" dirty="0"/>
              <a:t>Click icon to add picture</a:t>
            </a:r>
          </a:p>
        </p:txBody>
      </p:sp>
      <p:sp>
        <p:nvSpPr>
          <p:cNvPr id="7" name="Picture Placeholder 6"/>
          <p:cNvSpPr>
            <a:spLocks noGrp="1"/>
          </p:cNvSpPr>
          <p:nvPr>
            <p:ph type="pic" sz="quarter" idx="16"/>
          </p:nvPr>
        </p:nvSpPr>
        <p:spPr>
          <a:xfrm>
            <a:off x="8978351" y="1700213"/>
            <a:ext cx="2712000" cy="1260000"/>
          </a:xfrm>
        </p:spPr>
        <p:txBody>
          <a:bodyPr lIns="0" tIns="0" rIns="0" bIns="0">
            <a:noAutofit/>
          </a:bodyPr>
          <a:lstStyle/>
          <a:p>
            <a:r>
              <a:rPr lang="en-US" noProof="0" dirty="0"/>
              <a:t>Click icon to add picture</a:t>
            </a:r>
          </a:p>
        </p:txBody>
      </p:sp>
      <p:sp>
        <p:nvSpPr>
          <p:cNvPr id="9" name="Text Placeholder 8"/>
          <p:cNvSpPr>
            <a:spLocks noGrp="1"/>
          </p:cNvSpPr>
          <p:nvPr>
            <p:ph type="body" sz="quarter" idx="17"/>
          </p:nvPr>
        </p:nvSpPr>
        <p:spPr>
          <a:xfrm>
            <a:off x="501650"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191094" indent="-191094">
              <a:spcAft>
                <a:spcPts val="0"/>
              </a:spcAft>
              <a:buFont typeface="Arial" panose="020B0604020202020204" pitchFamily="34" charset="0"/>
              <a:buChar char="•"/>
              <a:defRPr/>
            </a:lvl4pPr>
            <a:lvl5pPr marL="386088" indent="-191094">
              <a:spcAft>
                <a:spcPts val="0"/>
              </a:spcAft>
              <a:defRPr baseline="0"/>
            </a:lvl5pPr>
            <a:lvl6pPr marL="386088" indent="-191094">
              <a:spcAft>
                <a:spcPts val="0"/>
              </a:spcAft>
              <a:buFont typeface="Verdana" panose="020B0604030504040204" pitchFamily="34" charset="0"/>
              <a:buChar char="−"/>
              <a:defRPr/>
            </a:lvl6pPr>
            <a:lvl7pPr marL="386088" indent="-191094">
              <a:spcAft>
                <a:spcPts val="0"/>
              </a:spcAft>
              <a:defRPr/>
            </a:lvl7pPr>
            <a:lvl8pPr marL="386088" indent="-191094">
              <a:spcAft>
                <a:spcPts val="0"/>
              </a:spcAft>
              <a:defRPr/>
            </a:lvl8pPr>
            <a:lvl9pPr marL="386088" indent="-1910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6149963" y="3120552"/>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191094" indent="-191094">
              <a:spcAft>
                <a:spcPts val="0"/>
              </a:spcAft>
              <a:buFont typeface="Arial" panose="020B0604020202020204" pitchFamily="34" charset="0"/>
              <a:buChar char="•"/>
              <a:defRPr/>
            </a:lvl4pPr>
            <a:lvl5pPr marL="386088" indent="-191094">
              <a:spcAft>
                <a:spcPts val="0"/>
              </a:spcAft>
              <a:defRPr baseline="0"/>
            </a:lvl5pPr>
            <a:lvl6pPr marL="386088" indent="-191094">
              <a:spcAft>
                <a:spcPts val="0"/>
              </a:spcAft>
              <a:buFont typeface="Verdana" panose="020B0604030504040204" pitchFamily="34" charset="0"/>
              <a:buChar char="−"/>
              <a:defRPr/>
            </a:lvl6pPr>
            <a:lvl7pPr marL="386088" indent="-191094">
              <a:spcAft>
                <a:spcPts val="0"/>
              </a:spcAft>
              <a:defRPr/>
            </a:lvl7pPr>
            <a:lvl8pPr marL="386088" indent="-191094">
              <a:spcAft>
                <a:spcPts val="0"/>
              </a:spcAft>
              <a:defRPr/>
            </a:lvl8pPr>
            <a:lvl9pPr marL="386088" indent="-1910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3330041" y="3124201"/>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191094" indent="-191094">
              <a:spcAft>
                <a:spcPts val="0"/>
              </a:spcAft>
              <a:buFont typeface="Arial" panose="020B0604020202020204" pitchFamily="34" charset="0"/>
              <a:buChar char="•"/>
              <a:defRPr/>
            </a:lvl4pPr>
            <a:lvl5pPr marL="386088" indent="-191094">
              <a:spcAft>
                <a:spcPts val="0"/>
              </a:spcAft>
              <a:defRPr baseline="0"/>
            </a:lvl5pPr>
            <a:lvl6pPr marL="386088" indent="-191094">
              <a:spcAft>
                <a:spcPts val="0"/>
              </a:spcAft>
              <a:buFont typeface="Verdana" panose="020B0604030504040204" pitchFamily="34" charset="0"/>
              <a:buChar char="−"/>
              <a:defRPr/>
            </a:lvl6pPr>
            <a:lvl7pPr marL="386088" indent="-191094">
              <a:spcAft>
                <a:spcPts val="0"/>
              </a:spcAft>
              <a:defRPr/>
            </a:lvl7pPr>
            <a:lvl8pPr marL="386088" indent="-191094">
              <a:spcAft>
                <a:spcPts val="0"/>
              </a:spcAft>
              <a:defRPr/>
            </a:lvl8pPr>
            <a:lvl9pPr marL="386088" indent="-1910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8993170" y="3108508"/>
            <a:ext cx="2697183" cy="3273240"/>
          </a:xfrm>
        </p:spPr>
        <p:txBody>
          <a:bodyPr/>
          <a:lstStyle>
            <a:lvl1pPr>
              <a:defRPr b="1">
                <a:solidFill>
                  <a:schemeClr val="accent1"/>
                </a:solidFill>
              </a:defRPr>
            </a:lvl1pPr>
            <a:lvl2pPr>
              <a:spcAft>
                <a:spcPts val="0"/>
              </a:spcAft>
              <a:defRPr/>
            </a:lvl2pPr>
            <a:lvl3pPr marL="0" indent="0">
              <a:spcAft>
                <a:spcPts val="0"/>
              </a:spcAft>
              <a:buNone/>
              <a:defRPr/>
            </a:lvl3pPr>
            <a:lvl4pPr marL="191094" indent="-191094">
              <a:spcAft>
                <a:spcPts val="0"/>
              </a:spcAft>
              <a:buFont typeface="Arial" panose="020B0604020202020204" pitchFamily="34" charset="0"/>
              <a:buChar char="•"/>
              <a:defRPr/>
            </a:lvl4pPr>
            <a:lvl5pPr marL="386088" indent="-191094">
              <a:spcAft>
                <a:spcPts val="0"/>
              </a:spcAft>
              <a:defRPr baseline="0"/>
            </a:lvl5pPr>
            <a:lvl6pPr marL="386088" indent="-191094">
              <a:spcAft>
                <a:spcPts val="0"/>
              </a:spcAft>
              <a:buFont typeface="Verdana" panose="020B0604030504040204" pitchFamily="34" charset="0"/>
              <a:buChar char="−"/>
              <a:defRPr/>
            </a:lvl6pPr>
            <a:lvl7pPr marL="386088" indent="-191094">
              <a:spcAft>
                <a:spcPts val="0"/>
              </a:spcAft>
              <a:defRPr/>
            </a:lvl7pPr>
            <a:lvl8pPr marL="386088" indent="-191094">
              <a:spcAft>
                <a:spcPts val="0"/>
              </a:spcAft>
              <a:defRPr/>
            </a:lvl8pPr>
            <a:lvl9pPr marL="386088" indent="-1910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 Placeholder 8"/>
          <p:cNvSpPr>
            <a:spLocks noGrp="1"/>
          </p:cNvSpPr>
          <p:nvPr>
            <p:ph type="body" sz="quarter" idx="21" hasCustomPrompt="1"/>
          </p:nvPr>
        </p:nvSpPr>
        <p:spPr>
          <a:xfrm>
            <a:off x="501649" y="651600"/>
            <a:ext cx="11188702"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052302432"/>
      </p:ext>
    </p:extLst>
  </p:cSld>
  <p:clrMapOvr>
    <a:masterClrMapping/>
  </p:clrMapOvr>
  <p:transition>
    <p:fade/>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3" name="Object 2"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2" name="Title 1"/>
          <p:cNvSpPr>
            <a:spLocks noGrp="1"/>
          </p:cNvSpPr>
          <p:nvPr>
            <p:ph type="title"/>
          </p:nvPr>
        </p:nvSpPr>
        <p:spPr>
          <a:xfrm>
            <a:off x="501652" y="317500"/>
            <a:ext cx="11188700" cy="334100"/>
          </a:xfrm>
        </p:spPr>
        <p:txBody>
          <a:bodyPr/>
          <a:lstStyle/>
          <a:p>
            <a:r>
              <a:rPr lang="en-US" noProof="0"/>
              <a:t>Click to edit Master title style</a:t>
            </a:r>
            <a:endParaRPr lang="en-US" noProof="0" dirty="0"/>
          </a:p>
        </p:txBody>
      </p:sp>
      <p:sp>
        <p:nvSpPr>
          <p:cNvPr id="4" name="Rectangle 3"/>
          <p:cNvSpPr/>
          <p:nvPr userDrawn="1"/>
        </p:nvSpPr>
        <p:spPr>
          <a:xfrm>
            <a:off x="504000"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92" noProof="0" dirty="0">
              <a:solidFill>
                <a:schemeClr val="bg1"/>
              </a:solidFill>
            </a:endParaRPr>
          </a:p>
        </p:txBody>
      </p:sp>
      <p:sp>
        <p:nvSpPr>
          <p:cNvPr id="5" name="Rectangle 4"/>
          <p:cNvSpPr/>
          <p:nvPr userDrawn="1"/>
        </p:nvSpPr>
        <p:spPr>
          <a:xfrm>
            <a:off x="6224085" y="1700213"/>
            <a:ext cx="5475067"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92" noProof="0" dirty="0">
              <a:solidFill>
                <a:schemeClr val="bg1"/>
              </a:solidFill>
            </a:endParaRPr>
          </a:p>
        </p:txBody>
      </p:sp>
      <p:sp>
        <p:nvSpPr>
          <p:cNvPr id="6" name="Rectangle 5"/>
          <p:cNvSpPr/>
          <p:nvPr userDrawn="1"/>
        </p:nvSpPr>
        <p:spPr>
          <a:xfrm>
            <a:off x="504000"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92" noProof="0" dirty="0">
              <a:solidFill>
                <a:schemeClr val="bg1"/>
              </a:solidFill>
            </a:endParaRPr>
          </a:p>
        </p:txBody>
      </p:sp>
      <p:sp>
        <p:nvSpPr>
          <p:cNvPr id="7" name="Rectangle 6"/>
          <p:cNvSpPr/>
          <p:nvPr userDrawn="1"/>
        </p:nvSpPr>
        <p:spPr>
          <a:xfrm>
            <a:off x="6224085" y="4065173"/>
            <a:ext cx="547506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92" noProof="0" dirty="0">
              <a:solidFill>
                <a:schemeClr val="bg1"/>
              </a:solidFill>
            </a:endParaRPr>
          </a:p>
        </p:txBody>
      </p:sp>
      <p:sp>
        <p:nvSpPr>
          <p:cNvPr id="8" name="Picture Placeholder 11"/>
          <p:cNvSpPr>
            <a:spLocks noGrp="1"/>
          </p:cNvSpPr>
          <p:nvPr>
            <p:ph type="pic" sz="quarter" idx="25"/>
          </p:nvPr>
        </p:nvSpPr>
        <p:spPr>
          <a:xfrm>
            <a:off x="504000" y="1880213"/>
            <a:ext cx="1968000" cy="1476000"/>
          </a:xfrm>
        </p:spPr>
        <p:txBody>
          <a:bodyPr/>
          <a:lstStyle>
            <a:lvl1pPr algn="ctr">
              <a:defRPr/>
            </a:lvl1pPr>
          </a:lstStyle>
          <a:p>
            <a:r>
              <a:rPr lang="en-US" noProof="0" dirty="0"/>
              <a:t>Click icon to add picture</a:t>
            </a:r>
          </a:p>
        </p:txBody>
      </p:sp>
      <p:sp>
        <p:nvSpPr>
          <p:cNvPr id="9" name="Picture Placeholder 11"/>
          <p:cNvSpPr>
            <a:spLocks noGrp="1"/>
          </p:cNvSpPr>
          <p:nvPr>
            <p:ph type="pic" sz="quarter" idx="27"/>
          </p:nvPr>
        </p:nvSpPr>
        <p:spPr>
          <a:xfrm>
            <a:off x="6224085" y="1880213"/>
            <a:ext cx="1968000" cy="1476000"/>
          </a:xfrm>
        </p:spPr>
        <p:txBody>
          <a:bodyPr/>
          <a:lstStyle>
            <a:lvl1pPr algn="ctr">
              <a:defRPr/>
            </a:lvl1pPr>
          </a:lstStyle>
          <a:p>
            <a:r>
              <a:rPr lang="en-US" noProof="0" dirty="0"/>
              <a:t>Click icon to add picture</a:t>
            </a:r>
          </a:p>
        </p:txBody>
      </p:sp>
      <p:sp>
        <p:nvSpPr>
          <p:cNvPr id="10" name="Picture Placeholder 11"/>
          <p:cNvSpPr>
            <a:spLocks noGrp="1"/>
          </p:cNvSpPr>
          <p:nvPr>
            <p:ph type="pic" sz="quarter" idx="29"/>
          </p:nvPr>
        </p:nvSpPr>
        <p:spPr>
          <a:xfrm>
            <a:off x="504000" y="4256213"/>
            <a:ext cx="1968000" cy="1476000"/>
          </a:xfrm>
        </p:spPr>
        <p:txBody>
          <a:bodyPr/>
          <a:lstStyle>
            <a:lvl1pPr algn="ctr">
              <a:defRPr/>
            </a:lvl1pPr>
          </a:lstStyle>
          <a:p>
            <a:r>
              <a:rPr lang="en-US" noProof="0" dirty="0"/>
              <a:t>Click icon to add picture</a:t>
            </a:r>
          </a:p>
        </p:txBody>
      </p:sp>
      <p:sp>
        <p:nvSpPr>
          <p:cNvPr id="11" name="Picture Placeholder 11"/>
          <p:cNvSpPr>
            <a:spLocks noGrp="1"/>
          </p:cNvSpPr>
          <p:nvPr>
            <p:ph type="pic" sz="quarter" idx="31"/>
          </p:nvPr>
        </p:nvSpPr>
        <p:spPr>
          <a:xfrm>
            <a:off x="6224085" y="4256213"/>
            <a:ext cx="1968000" cy="1476000"/>
          </a:xfrm>
        </p:spPr>
        <p:txBody>
          <a:bodyPr/>
          <a:lstStyle>
            <a:lvl1pPr algn="ctr">
              <a:defRPr/>
            </a:lvl1pPr>
          </a:lstStyle>
          <a:p>
            <a:r>
              <a:rPr lang="en-US" noProof="0" dirty="0"/>
              <a:t>Click icon to add picture</a:t>
            </a:r>
          </a:p>
        </p:txBody>
      </p:sp>
      <p:sp>
        <p:nvSpPr>
          <p:cNvPr id="13" name="Text Placeholder 12"/>
          <p:cNvSpPr>
            <a:spLocks noGrp="1"/>
          </p:cNvSpPr>
          <p:nvPr>
            <p:ph type="body" sz="quarter" idx="32"/>
          </p:nvPr>
        </p:nvSpPr>
        <p:spPr>
          <a:xfrm>
            <a:off x="2683483" y="1880213"/>
            <a:ext cx="32880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4" name="Text Placeholder 12"/>
          <p:cNvSpPr>
            <a:spLocks noGrp="1"/>
          </p:cNvSpPr>
          <p:nvPr>
            <p:ph type="body" sz="quarter" idx="33"/>
          </p:nvPr>
        </p:nvSpPr>
        <p:spPr>
          <a:xfrm>
            <a:off x="8396560" y="1880213"/>
            <a:ext cx="3302592"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5" name="Text Placeholder 12"/>
          <p:cNvSpPr>
            <a:spLocks noGrp="1"/>
          </p:cNvSpPr>
          <p:nvPr>
            <p:ph type="body" sz="quarter" idx="34"/>
          </p:nvPr>
        </p:nvSpPr>
        <p:spPr>
          <a:xfrm>
            <a:off x="2683483" y="4256213"/>
            <a:ext cx="32880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6" name="Text Placeholder 12"/>
          <p:cNvSpPr>
            <a:spLocks noGrp="1"/>
          </p:cNvSpPr>
          <p:nvPr>
            <p:ph type="body" sz="quarter" idx="35"/>
          </p:nvPr>
        </p:nvSpPr>
        <p:spPr>
          <a:xfrm>
            <a:off x="8396560" y="4256213"/>
            <a:ext cx="3302592"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7" name="Text Placeholder 8"/>
          <p:cNvSpPr>
            <a:spLocks noGrp="1"/>
          </p:cNvSpPr>
          <p:nvPr>
            <p:ph type="body" sz="quarter" idx="13" hasCustomPrompt="1"/>
          </p:nvPr>
        </p:nvSpPr>
        <p:spPr>
          <a:xfrm>
            <a:off x="501651" y="651600"/>
            <a:ext cx="1116235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845868431"/>
      </p:ext>
    </p:extLst>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3" name="Object 2"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2" name="Title 1"/>
          <p:cNvSpPr>
            <a:spLocks noGrp="1"/>
          </p:cNvSpPr>
          <p:nvPr>
            <p:ph type="title"/>
          </p:nvPr>
        </p:nvSpPr>
        <p:spPr>
          <a:xfrm>
            <a:off x="501652" y="317503"/>
            <a:ext cx="11188700" cy="334099"/>
          </a:xfrm>
        </p:spPr>
        <p:txBody>
          <a:bodyPr/>
          <a:lstStyle/>
          <a:p>
            <a:r>
              <a:rPr lang="en-US" noProof="0"/>
              <a:t>Click to edit Master title style</a:t>
            </a:r>
            <a:endParaRPr lang="en-US" noProof="0" dirty="0"/>
          </a:p>
        </p:txBody>
      </p:sp>
      <p:sp>
        <p:nvSpPr>
          <p:cNvPr id="4" name="Picture Placeholder 7"/>
          <p:cNvSpPr>
            <a:spLocks noGrp="1"/>
          </p:cNvSpPr>
          <p:nvPr>
            <p:ph type="pic" sz="quarter" idx="13"/>
          </p:nvPr>
        </p:nvSpPr>
        <p:spPr>
          <a:xfrm>
            <a:off x="501652" y="1700215"/>
            <a:ext cx="3695700" cy="1971675"/>
          </a:xfrm>
        </p:spPr>
        <p:txBody>
          <a:bodyPr/>
          <a:lstStyle/>
          <a:p>
            <a:r>
              <a:rPr lang="en-US" noProof="0" dirty="0"/>
              <a:t>Click icon to add picture</a:t>
            </a:r>
          </a:p>
        </p:txBody>
      </p:sp>
      <p:sp>
        <p:nvSpPr>
          <p:cNvPr id="5" name="Picture Placeholder 7"/>
          <p:cNvSpPr>
            <a:spLocks noGrp="1"/>
          </p:cNvSpPr>
          <p:nvPr>
            <p:ph type="pic" sz="quarter" idx="14"/>
          </p:nvPr>
        </p:nvSpPr>
        <p:spPr>
          <a:xfrm>
            <a:off x="8006398" y="1700215"/>
            <a:ext cx="3683953" cy="1971675"/>
          </a:xfrm>
        </p:spPr>
        <p:txBody>
          <a:bodyPr/>
          <a:lstStyle/>
          <a:p>
            <a:r>
              <a:rPr lang="en-US" noProof="0" dirty="0"/>
              <a:t>Click icon to add picture</a:t>
            </a:r>
          </a:p>
        </p:txBody>
      </p:sp>
      <p:sp>
        <p:nvSpPr>
          <p:cNvPr id="6" name="Picture Placeholder 7"/>
          <p:cNvSpPr>
            <a:spLocks noGrp="1"/>
          </p:cNvSpPr>
          <p:nvPr>
            <p:ph type="pic" sz="quarter" idx="15"/>
          </p:nvPr>
        </p:nvSpPr>
        <p:spPr>
          <a:xfrm>
            <a:off x="4273074" y="1700215"/>
            <a:ext cx="3657600" cy="1971675"/>
          </a:xfrm>
        </p:spPr>
        <p:txBody>
          <a:bodyPr/>
          <a:lstStyle/>
          <a:p>
            <a:r>
              <a:rPr lang="en-US" noProof="0" dirty="0"/>
              <a:t>Click icon to add picture</a:t>
            </a:r>
          </a:p>
        </p:txBody>
      </p:sp>
      <p:sp>
        <p:nvSpPr>
          <p:cNvPr id="9" name="Text Placeholder 18"/>
          <p:cNvSpPr>
            <a:spLocks noGrp="1"/>
          </p:cNvSpPr>
          <p:nvPr>
            <p:ph idx="1" hasCustomPrompt="1"/>
          </p:nvPr>
        </p:nvSpPr>
        <p:spPr>
          <a:xfrm>
            <a:off x="501651" y="3832225"/>
            <a:ext cx="3683950"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4267200" y="3832225"/>
            <a:ext cx="3657600"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8006398" y="3832225"/>
            <a:ext cx="3683953"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Text Placeholder 8"/>
          <p:cNvSpPr>
            <a:spLocks noGrp="1"/>
          </p:cNvSpPr>
          <p:nvPr>
            <p:ph type="body" sz="quarter" idx="18" hasCustomPrompt="1"/>
          </p:nvPr>
        </p:nvSpPr>
        <p:spPr>
          <a:xfrm>
            <a:off x="501651" y="651600"/>
            <a:ext cx="1116235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142577145"/>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10" name="Text Placeholder 8"/>
          <p:cNvSpPr>
            <a:spLocks noGrp="1"/>
          </p:cNvSpPr>
          <p:nvPr>
            <p:ph type="body" sz="quarter" idx="13" hasCustomPrompt="1"/>
          </p:nvPr>
        </p:nvSpPr>
        <p:spPr>
          <a:xfrm>
            <a:off x="501651" y="651600"/>
            <a:ext cx="11188700" cy="757255"/>
          </a:xfrm>
          <a:prstGeom prst="rect">
            <a:avLst/>
          </a:prstGeom>
        </p:spPr>
        <p:txBody>
          <a:bodyPr lIns="0" tIns="0" rIns="0" bIns="0">
            <a:noAutofit/>
          </a:bodyPr>
          <a:lstStyle>
            <a:lvl1pPr marL="0" indent="0">
              <a:buNone/>
              <a:defRPr sz="1600" b="1">
                <a:solidFill>
                  <a:srgbClr val="575757"/>
                </a:solidFill>
              </a:defRPr>
            </a:lvl1pPr>
          </a:lstStyle>
          <a:p>
            <a:pPr lvl="0"/>
            <a:r>
              <a:rPr lang="en-US" noProof="0" dirty="0"/>
              <a:t>Click to add subtitle</a:t>
            </a:r>
          </a:p>
        </p:txBody>
      </p:sp>
      <p:sp>
        <p:nvSpPr>
          <p:cNvPr id="11" name="Title Placeholder 1"/>
          <p:cNvSpPr>
            <a:spLocks noGrp="1"/>
          </p:cNvSpPr>
          <p:nvPr>
            <p:ph type="title" hasCustomPrompt="1"/>
          </p:nvPr>
        </p:nvSpPr>
        <p:spPr>
          <a:xfrm>
            <a:off x="501651" y="317501"/>
            <a:ext cx="11188700" cy="334101"/>
          </a:xfrm>
          <a:prstGeom prst="rect">
            <a:avLst/>
          </a:prstGeom>
        </p:spPr>
        <p:txBody>
          <a:bodyPr vert="horz" lIns="0" tIns="0" rIns="0" bIns="0" rtlCol="0" anchor="t" anchorCtr="0">
            <a:noAutofit/>
          </a:bodyPr>
          <a:lstStyle>
            <a:lvl1pPr>
              <a:defRPr b="1"/>
            </a:lvl1pPr>
          </a:lstStyle>
          <a:p>
            <a:r>
              <a:rPr lang="en-US" noProof="0" dirty="0"/>
              <a:t>Click to add title</a:t>
            </a:r>
          </a:p>
        </p:txBody>
      </p:sp>
    </p:spTree>
    <p:extLst>
      <p:ext uri="{BB962C8B-B14F-4D97-AF65-F5344CB8AC3E}">
        <p14:creationId xmlns:p14="http://schemas.microsoft.com/office/powerpoint/2010/main" val="2470763856"/>
      </p:ext>
    </p:extLst>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3" name="Object 2"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8" name="Text Placeholder 8"/>
          <p:cNvSpPr>
            <a:spLocks noGrp="1"/>
          </p:cNvSpPr>
          <p:nvPr>
            <p:ph type="body" sz="quarter" idx="17"/>
          </p:nvPr>
        </p:nvSpPr>
        <p:spPr>
          <a:xfrm>
            <a:off x="504000" y="1857892"/>
            <a:ext cx="5466825" cy="1695450"/>
          </a:xfrm>
        </p:spPr>
        <p:txBody>
          <a:bodyPr/>
          <a:lstStyle>
            <a:lvl1pPr>
              <a:spcAft>
                <a:spcPts val="1083"/>
              </a:spcAft>
              <a:defRPr b="1">
                <a:solidFill>
                  <a:schemeClr val="accent1"/>
                </a:solidFill>
              </a:defRPr>
            </a:lvl1pPr>
            <a:lvl2pPr>
              <a:spcAft>
                <a:spcPts val="1083"/>
              </a:spcAft>
              <a:defRPr/>
            </a:lvl2pPr>
            <a:lvl3pPr marL="0" indent="0">
              <a:spcAft>
                <a:spcPts val="1083"/>
              </a:spcAft>
              <a:buNone/>
              <a:defRPr/>
            </a:lvl3pPr>
            <a:lvl4pPr marL="191094" indent="-191094">
              <a:spcAft>
                <a:spcPts val="1083"/>
              </a:spcAft>
              <a:buFont typeface="Arial" panose="020B0604020202020204" pitchFamily="34" charset="0"/>
              <a:buChar char="•"/>
              <a:defRPr/>
            </a:lvl4pPr>
            <a:lvl5pPr marL="386088" indent="-191094">
              <a:spcAft>
                <a:spcPts val="1083"/>
              </a:spcAft>
              <a:defRPr baseline="0"/>
            </a:lvl5pPr>
            <a:lvl6pPr marL="386088" indent="-191094">
              <a:spcAft>
                <a:spcPts val="1083"/>
              </a:spcAft>
              <a:buFont typeface="Verdana" panose="020B0604030504040204" pitchFamily="34" charset="0"/>
              <a:buChar char="−"/>
              <a:defRPr/>
            </a:lvl6pPr>
            <a:lvl7pPr marL="386088" indent="-191094">
              <a:spcAft>
                <a:spcPts val="1083"/>
              </a:spcAft>
              <a:defRPr/>
            </a:lvl7pPr>
            <a:lvl8pPr marL="386088" indent="-191094">
              <a:spcAft>
                <a:spcPts val="1083"/>
              </a:spcAft>
              <a:defRPr/>
            </a:lvl8pPr>
            <a:lvl9pPr marL="386088" indent="-191094">
              <a:spcAft>
                <a:spcPts val="108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6" y="1857892"/>
            <a:ext cx="5444156" cy="1695450"/>
          </a:xfrm>
        </p:spPr>
        <p:txBody>
          <a:bodyPr/>
          <a:lstStyle>
            <a:lvl1pPr>
              <a:spcAft>
                <a:spcPts val="1083"/>
              </a:spcAft>
              <a:defRPr b="1">
                <a:solidFill>
                  <a:schemeClr val="accent1"/>
                </a:solidFill>
              </a:defRPr>
            </a:lvl1pPr>
            <a:lvl2pPr>
              <a:spcAft>
                <a:spcPts val="1083"/>
              </a:spcAft>
              <a:defRPr/>
            </a:lvl2pPr>
            <a:lvl3pPr marL="0" indent="0">
              <a:spcAft>
                <a:spcPts val="1083"/>
              </a:spcAft>
              <a:buNone/>
              <a:defRPr/>
            </a:lvl3pPr>
            <a:lvl4pPr marL="191094" indent="-191094">
              <a:spcAft>
                <a:spcPts val="1083"/>
              </a:spcAft>
              <a:buFont typeface="Arial" panose="020B0604020202020204" pitchFamily="34" charset="0"/>
              <a:buChar char="•"/>
              <a:defRPr/>
            </a:lvl4pPr>
            <a:lvl5pPr marL="386088" indent="-191094">
              <a:spcAft>
                <a:spcPts val="1083"/>
              </a:spcAft>
              <a:defRPr baseline="0"/>
            </a:lvl5pPr>
            <a:lvl6pPr marL="386088" indent="-191094">
              <a:spcAft>
                <a:spcPts val="1083"/>
              </a:spcAft>
              <a:buFont typeface="Verdana" panose="020B0604030504040204" pitchFamily="34" charset="0"/>
              <a:buChar char="−"/>
              <a:defRPr/>
            </a:lvl6pPr>
            <a:lvl7pPr marL="386088" indent="-191094">
              <a:spcAft>
                <a:spcPts val="1083"/>
              </a:spcAft>
              <a:defRPr/>
            </a:lvl7pPr>
            <a:lvl8pPr marL="386088" indent="-191094">
              <a:spcAft>
                <a:spcPts val="1083"/>
              </a:spcAft>
              <a:defRPr/>
            </a:lvl8pPr>
            <a:lvl9pPr marL="386088" indent="-191094">
              <a:spcAft>
                <a:spcPts val="108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01652" y="317503"/>
            <a:ext cx="11188700" cy="334099"/>
          </a:xfrm>
        </p:spPr>
        <p:txBody>
          <a:bodyPr/>
          <a:lstStyle/>
          <a:p>
            <a:r>
              <a:rPr lang="en-US" noProof="0"/>
              <a:t>Click to edit Master title style</a:t>
            </a:r>
            <a:endParaRPr lang="en-US" noProof="0" dirty="0"/>
          </a:p>
        </p:txBody>
      </p:sp>
      <p:sp>
        <p:nvSpPr>
          <p:cNvPr id="4" name="Rectangle 3"/>
          <p:cNvSpPr/>
          <p:nvPr userDrawn="1"/>
        </p:nvSpPr>
        <p:spPr>
          <a:xfrm>
            <a:off x="504000" y="1705378"/>
            <a:ext cx="5466825"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83"/>
              </a:spcAft>
            </a:pPr>
            <a:endParaRPr lang="en-US" sz="1192" noProof="0" dirty="0">
              <a:solidFill>
                <a:schemeClr val="bg1"/>
              </a:solidFill>
            </a:endParaRPr>
          </a:p>
        </p:txBody>
      </p:sp>
      <p:sp>
        <p:nvSpPr>
          <p:cNvPr id="5" name="Rectangle 4"/>
          <p:cNvSpPr/>
          <p:nvPr userDrawn="1"/>
        </p:nvSpPr>
        <p:spPr>
          <a:xfrm>
            <a:off x="6246194"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83"/>
              </a:spcAft>
            </a:pPr>
            <a:endParaRPr lang="en-US" sz="1192" noProof="0" dirty="0">
              <a:solidFill>
                <a:schemeClr val="bg1"/>
              </a:solidFill>
            </a:endParaRPr>
          </a:p>
        </p:txBody>
      </p:sp>
      <p:sp>
        <p:nvSpPr>
          <p:cNvPr id="6" name="Picture Placeholder 29"/>
          <p:cNvSpPr>
            <a:spLocks noGrp="1"/>
          </p:cNvSpPr>
          <p:nvPr>
            <p:ph type="pic" sz="quarter" idx="19" hasCustomPrompt="1"/>
          </p:nvPr>
        </p:nvSpPr>
        <p:spPr>
          <a:xfrm>
            <a:off x="4769492" y="1863918"/>
            <a:ext cx="1210207" cy="549275"/>
          </a:xfrm>
        </p:spPr>
        <p:txBody>
          <a:bodyPr/>
          <a:lstStyle>
            <a:lvl1pPr marL="0" marR="0" indent="0" algn="l" defTabSz="990570" rtl="0" eaLnBrk="1" fontAlgn="auto" latinLnBrk="0" hangingPunct="1">
              <a:lnSpc>
                <a:spcPct val="100000"/>
              </a:lnSpc>
              <a:spcBef>
                <a:spcPts val="0"/>
              </a:spcBef>
              <a:spcAft>
                <a:spcPts val="1083"/>
              </a:spcAft>
              <a:buClrTx/>
              <a:buSzTx/>
              <a:buFont typeface="Arial" panose="020B0604020202020204" pitchFamily="34" charset="0"/>
              <a:buNone/>
              <a:tabLst/>
              <a:defRPr sz="975"/>
            </a:lvl1pPr>
          </a:lstStyle>
          <a:p>
            <a:pPr>
              <a:spcBef>
                <a:spcPct val="0"/>
              </a:spcBef>
            </a:pPr>
            <a:r>
              <a:rPr lang="en-US" sz="1300" noProof="0" dirty="0">
                <a:solidFill>
                  <a:schemeClr val="bg1"/>
                </a:solidFill>
              </a:rPr>
              <a:t>Co-brand</a:t>
            </a:r>
            <a:br>
              <a:rPr lang="en-US" sz="1300" noProof="0" dirty="0">
                <a:solidFill>
                  <a:schemeClr val="bg1"/>
                </a:solidFill>
              </a:rPr>
            </a:br>
            <a:r>
              <a:rPr lang="en-US" sz="1300"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10424617" y="1857894"/>
            <a:ext cx="1244161" cy="549275"/>
          </a:xfrm>
        </p:spPr>
        <p:txBody>
          <a:bodyPr/>
          <a:lstStyle>
            <a:lvl1pPr marL="0" marR="0" indent="0" algn="l" defTabSz="990570" rtl="0" eaLnBrk="1" fontAlgn="auto" latinLnBrk="0" hangingPunct="1">
              <a:lnSpc>
                <a:spcPct val="100000"/>
              </a:lnSpc>
              <a:spcBef>
                <a:spcPts val="0"/>
              </a:spcBef>
              <a:spcAft>
                <a:spcPts val="1083"/>
              </a:spcAft>
              <a:buClrTx/>
              <a:buSzTx/>
              <a:buFont typeface="Arial" panose="020B0604020202020204" pitchFamily="34" charset="0"/>
              <a:buNone/>
              <a:tabLst/>
              <a:defRPr sz="975"/>
            </a:lvl1pPr>
          </a:lstStyle>
          <a:p>
            <a:pPr>
              <a:spcBef>
                <a:spcPct val="0"/>
              </a:spcBef>
            </a:pPr>
            <a:r>
              <a:rPr lang="en-US" sz="1300" noProof="0" dirty="0">
                <a:solidFill>
                  <a:schemeClr val="bg1"/>
                </a:solidFill>
              </a:rPr>
              <a:t>Co-brand</a:t>
            </a:r>
            <a:br>
              <a:rPr lang="en-US" sz="1300" noProof="0" dirty="0">
                <a:solidFill>
                  <a:schemeClr val="bg1"/>
                </a:solidFill>
              </a:rPr>
            </a:br>
            <a:r>
              <a:rPr lang="en-US" sz="1300"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1" y="651600"/>
            <a:ext cx="1118870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766211407"/>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3" name="Object 2"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8" name="Text Placeholder 8"/>
          <p:cNvSpPr>
            <a:spLocks noGrp="1"/>
          </p:cNvSpPr>
          <p:nvPr>
            <p:ph type="body" sz="quarter" idx="17"/>
          </p:nvPr>
        </p:nvSpPr>
        <p:spPr>
          <a:xfrm>
            <a:off x="504000" y="1857892"/>
            <a:ext cx="5468942" cy="1695450"/>
          </a:xfrm>
        </p:spPr>
        <p:txBody>
          <a:bodyPr/>
          <a:lstStyle>
            <a:lvl1pPr>
              <a:spcAft>
                <a:spcPts val="1083"/>
              </a:spcAft>
              <a:defRPr b="1">
                <a:solidFill>
                  <a:schemeClr val="accent1"/>
                </a:solidFill>
              </a:defRPr>
            </a:lvl1pPr>
            <a:lvl2pPr>
              <a:spcAft>
                <a:spcPts val="1083"/>
              </a:spcAft>
              <a:defRPr/>
            </a:lvl2pPr>
            <a:lvl3pPr marL="0" indent="0">
              <a:spcAft>
                <a:spcPts val="1083"/>
              </a:spcAft>
              <a:buNone/>
              <a:defRPr/>
            </a:lvl3pPr>
            <a:lvl4pPr marL="191094" indent="-191094">
              <a:spcAft>
                <a:spcPts val="1083"/>
              </a:spcAft>
              <a:buFont typeface="Arial" panose="020B0604020202020204" pitchFamily="34" charset="0"/>
              <a:buChar char="•"/>
              <a:defRPr/>
            </a:lvl4pPr>
            <a:lvl5pPr marL="386088" indent="-191094">
              <a:spcAft>
                <a:spcPts val="1083"/>
              </a:spcAft>
              <a:defRPr baseline="0"/>
            </a:lvl5pPr>
            <a:lvl6pPr marL="386088" indent="-191094">
              <a:spcAft>
                <a:spcPts val="1083"/>
              </a:spcAft>
              <a:buFont typeface="Verdana" panose="020B0604030504040204" pitchFamily="34" charset="0"/>
              <a:buChar char="−"/>
              <a:defRPr/>
            </a:lvl6pPr>
            <a:lvl7pPr marL="386088" indent="-191094">
              <a:spcAft>
                <a:spcPts val="1083"/>
              </a:spcAft>
              <a:defRPr/>
            </a:lvl7pPr>
            <a:lvl8pPr marL="386088" indent="-191094">
              <a:spcAft>
                <a:spcPts val="1083"/>
              </a:spcAft>
              <a:defRPr/>
            </a:lvl8pPr>
            <a:lvl9pPr marL="386088" indent="-191094">
              <a:spcAft>
                <a:spcPts val="108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6" y="1857892"/>
            <a:ext cx="5454668" cy="1695450"/>
          </a:xfrm>
        </p:spPr>
        <p:txBody>
          <a:bodyPr/>
          <a:lstStyle>
            <a:lvl1pPr>
              <a:spcAft>
                <a:spcPts val="1083"/>
              </a:spcAft>
              <a:defRPr b="1">
                <a:solidFill>
                  <a:schemeClr val="accent1"/>
                </a:solidFill>
              </a:defRPr>
            </a:lvl1pPr>
            <a:lvl2pPr>
              <a:spcAft>
                <a:spcPts val="1083"/>
              </a:spcAft>
              <a:defRPr/>
            </a:lvl2pPr>
            <a:lvl3pPr marL="0" indent="0">
              <a:spcAft>
                <a:spcPts val="1083"/>
              </a:spcAft>
              <a:buNone/>
              <a:defRPr/>
            </a:lvl3pPr>
            <a:lvl4pPr marL="191094" indent="-191094">
              <a:spcAft>
                <a:spcPts val="1083"/>
              </a:spcAft>
              <a:buFont typeface="Arial" panose="020B0604020202020204" pitchFamily="34" charset="0"/>
              <a:buChar char="•"/>
              <a:defRPr/>
            </a:lvl4pPr>
            <a:lvl5pPr marL="386088" indent="-191094">
              <a:spcAft>
                <a:spcPts val="1083"/>
              </a:spcAft>
              <a:defRPr baseline="0"/>
            </a:lvl5pPr>
            <a:lvl6pPr marL="386088" indent="-191094">
              <a:spcAft>
                <a:spcPts val="1083"/>
              </a:spcAft>
              <a:buFont typeface="Verdana" panose="020B0604030504040204" pitchFamily="34" charset="0"/>
              <a:buChar char="−"/>
              <a:defRPr/>
            </a:lvl6pPr>
            <a:lvl7pPr marL="386088" indent="-191094">
              <a:spcAft>
                <a:spcPts val="1083"/>
              </a:spcAft>
              <a:defRPr/>
            </a:lvl7pPr>
            <a:lvl8pPr marL="386088" indent="-191094">
              <a:spcAft>
                <a:spcPts val="1083"/>
              </a:spcAft>
              <a:defRPr/>
            </a:lvl8pPr>
            <a:lvl9pPr marL="386088" indent="-191094">
              <a:spcAft>
                <a:spcPts val="108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01652" y="317503"/>
            <a:ext cx="11188700" cy="334099"/>
          </a:xfrm>
        </p:spPr>
        <p:txBody>
          <a:bodyPr/>
          <a:lstStyle/>
          <a:p>
            <a:r>
              <a:rPr lang="en-US" noProof="0"/>
              <a:t>Click to edit Master title style</a:t>
            </a:r>
            <a:endParaRPr lang="en-US" noProof="0" dirty="0"/>
          </a:p>
        </p:txBody>
      </p:sp>
      <p:sp>
        <p:nvSpPr>
          <p:cNvPr id="4" name="Rectangle 3"/>
          <p:cNvSpPr/>
          <p:nvPr userDrawn="1"/>
        </p:nvSpPr>
        <p:spPr>
          <a:xfrm>
            <a:off x="504000" y="1705378"/>
            <a:ext cx="5466825"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83"/>
              </a:spcAft>
            </a:pPr>
            <a:endParaRPr lang="en-US" sz="1192" noProof="0" dirty="0">
              <a:solidFill>
                <a:schemeClr val="bg1"/>
              </a:solidFill>
            </a:endParaRPr>
          </a:p>
        </p:txBody>
      </p:sp>
      <p:sp>
        <p:nvSpPr>
          <p:cNvPr id="5" name="Rectangle 4"/>
          <p:cNvSpPr/>
          <p:nvPr userDrawn="1"/>
        </p:nvSpPr>
        <p:spPr>
          <a:xfrm>
            <a:off x="6246194"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83"/>
              </a:spcAft>
            </a:pPr>
            <a:endParaRPr lang="en-US" sz="1192" noProof="0" dirty="0">
              <a:solidFill>
                <a:schemeClr val="bg1"/>
              </a:solidFill>
            </a:endParaRPr>
          </a:p>
        </p:txBody>
      </p:sp>
      <p:sp>
        <p:nvSpPr>
          <p:cNvPr id="7" name="Picture Placeholder 29"/>
          <p:cNvSpPr>
            <a:spLocks noGrp="1"/>
          </p:cNvSpPr>
          <p:nvPr>
            <p:ph type="pic" sz="quarter" idx="20" hasCustomPrompt="1"/>
          </p:nvPr>
        </p:nvSpPr>
        <p:spPr>
          <a:xfrm>
            <a:off x="10424617" y="1857894"/>
            <a:ext cx="1244161" cy="549275"/>
          </a:xfrm>
        </p:spPr>
        <p:txBody>
          <a:bodyPr/>
          <a:lstStyle>
            <a:lvl1pPr marL="0" marR="0" indent="0" algn="l" defTabSz="990570" rtl="0" eaLnBrk="1" fontAlgn="auto" latinLnBrk="0" hangingPunct="1">
              <a:lnSpc>
                <a:spcPct val="100000"/>
              </a:lnSpc>
              <a:spcBef>
                <a:spcPts val="0"/>
              </a:spcBef>
              <a:spcAft>
                <a:spcPts val="1083"/>
              </a:spcAft>
              <a:buClrTx/>
              <a:buSzTx/>
              <a:buFont typeface="Arial" panose="020B0604020202020204" pitchFamily="34" charset="0"/>
              <a:buNone/>
              <a:tabLst/>
              <a:defRPr sz="975"/>
            </a:lvl1pPr>
          </a:lstStyle>
          <a:p>
            <a:pPr>
              <a:spcBef>
                <a:spcPct val="0"/>
              </a:spcBef>
            </a:pPr>
            <a:r>
              <a:rPr lang="en-US" sz="1300" noProof="0" dirty="0">
                <a:solidFill>
                  <a:schemeClr val="bg1"/>
                </a:solidFill>
              </a:rPr>
              <a:t>Co-brand</a:t>
            </a:r>
            <a:br>
              <a:rPr lang="en-US" sz="1300" noProof="0" dirty="0">
                <a:solidFill>
                  <a:schemeClr val="bg1"/>
                </a:solidFill>
              </a:rPr>
            </a:br>
            <a:r>
              <a:rPr lang="en-US" sz="1300"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504000" y="4249682"/>
            <a:ext cx="5466825" cy="1695450"/>
          </a:xfrm>
        </p:spPr>
        <p:txBody>
          <a:bodyPr/>
          <a:lstStyle>
            <a:lvl1pPr>
              <a:spcAft>
                <a:spcPts val="1083"/>
              </a:spcAft>
              <a:defRPr b="1">
                <a:solidFill>
                  <a:schemeClr val="accent1"/>
                </a:solidFill>
              </a:defRPr>
            </a:lvl1pPr>
            <a:lvl2pPr>
              <a:spcAft>
                <a:spcPts val="1083"/>
              </a:spcAft>
              <a:defRPr/>
            </a:lvl2pPr>
            <a:lvl3pPr marL="0" indent="0">
              <a:spcAft>
                <a:spcPts val="1083"/>
              </a:spcAft>
              <a:buNone/>
              <a:defRPr/>
            </a:lvl3pPr>
            <a:lvl4pPr marL="191094" indent="-191094">
              <a:spcAft>
                <a:spcPts val="1083"/>
              </a:spcAft>
              <a:buFont typeface="Arial" panose="020B0604020202020204" pitchFamily="34" charset="0"/>
              <a:buChar char="•"/>
              <a:defRPr/>
            </a:lvl4pPr>
            <a:lvl5pPr marL="386088" indent="-191094">
              <a:spcAft>
                <a:spcPts val="1083"/>
              </a:spcAft>
              <a:defRPr baseline="0"/>
            </a:lvl5pPr>
            <a:lvl6pPr marL="386088" indent="-191094">
              <a:spcAft>
                <a:spcPts val="1083"/>
              </a:spcAft>
              <a:buFont typeface="Verdana" panose="020B0604030504040204" pitchFamily="34" charset="0"/>
              <a:buChar char="−"/>
              <a:defRPr/>
            </a:lvl6pPr>
            <a:lvl7pPr marL="386088" indent="-191094">
              <a:spcAft>
                <a:spcPts val="1083"/>
              </a:spcAft>
              <a:defRPr/>
            </a:lvl7pPr>
            <a:lvl8pPr marL="386088" indent="-191094">
              <a:spcAft>
                <a:spcPts val="1083"/>
              </a:spcAft>
              <a:defRPr/>
            </a:lvl8pPr>
            <a:lvl9pPr marL="386088" indent="-191094">
              <a:spcAft>
                <a:spcPts val="108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23"/>
          </p:nvPr>
        </p:nvSpPr>
        <p:spPr>
          <a:xfrm>
            <a:off x="6246195" y="4249682"/>
            <a:ext cx="5452959" cy="1695450"/>
          </a:xfrm>
        </p:spPr>
        <p:txBody>
          <a:bodyPr/>
          <a:lstStyle>
            <a:lvl1pPr>
              <a:spcAft>
                <a:spcPts val="1083"/>
              </a:spcAft>
              <a:defRPr b="1">
                <a:solidFill>
                  <a:schemeClr val="accent1"/>
                </a:solidFill>
              </a:defRPr>
            </a:lvl1pPr>
            <a:lvl2pPr>
              <a:spcAft>
                <a:spcPts val="1083"/>
              </a:spcAft>
              <a:defRPr/>
            </a:lvl2pPr>
            <a:lvl3pPr marL="0" indent="0">
              <a:spcAft>
                <a:spcPts val="1083"/>
              </a:spcAft>
              <a:buNone/>
              <a:defRPr/>
            </a:lvl3pPr>
            <a:lvl4pPr marL="191094" indent="-191094">
              <a:spcAft>
                <a:spcPts val="1083"/>
              </a:spcAft>
              <a:buFont typeface="Arial" panose="020B0604020202020204" pitchFamily="34" charset="0"/>
              <a:buChar char="•"/>
              <a:defRPr/>
            </a:lvl4pPr>
            <a:lvl5pPr marL="386088" indent="-191094">
              <a:spcAft>
                <a:spcPts val="1083"/>
              </a:spcAft>
              <a:defRPr baseline="0"/>
            </a:lvl5pPr>
            <a:lvl6pPr marL="386088" indent="-191094">
              <a:spcAft>
                <a:spcPts val="1083"/>
              </a:spcAft>
              <a:buFont typeface="Verdana" panose="020B0604030504040204" pitchFamily="34" charset="0"/>
              <a:buChar char="−"/>
              <a:defRPr/>
            </a:lvl6pPr>
            <a:lvl7pPr marL="386088" indent="-191094">
              <a:spcAft>
                <a:spcPts val="1083"/>
              </a:spcAft>
              <a:defRPr/>
            </a:lvl7pPr>
            <a:lvl8pPr marL="386088" indent="-191094">
              <a:spcAft>
                <a:spcPts val="1083"/>
              </a:spcAft>
              <a:defRPr/>
            </a:lvl8pPr>
            <a:lvl9pPr marL="386088" indent="-191094">
              <a:spcAft>
                <a:spcPts val="108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Rectangle 11"/>
          <p:cNvSpPr/>
          <p:nvPr userDrawn="1"/>
        </p:nvSpPr>
        <p:spPr>
          <a:xfrm>
            <a:off x="504001" y="4103518"/>
            <a:ext cx="546894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83"/>
              </a:spcAft>
            </a:pPr>
            <a:endParaRPr lang="en-US" sz="1192" noProof="0" dirty="0">
              <a:solidFill>
                <a:schemeClr val="bg1"/>
              </a:solidFill>
            </a:endParaRPr>
          </a:p>
        </p:txBody>
      </p:sp>
      <p:sp>
        <p:nvSpPr>
          <p:cNvPr id="13" name="Rectangle 12"/>
          <p:cNvSpPr/>
          <p:nvPr userDrawn="1"/>
        </p:nvSpPr>
        <p:spPr>
          <a:xfrm>
            <a:off x="6246195"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83"/>
              </a:spcAft>
            </a:pPr>
            <a:endParaRPr lang="en-US" sz="1192" noProof="0" dirty="0">
              <a:solidFill>
                <a:schemeClr val="bg1"/>
              </a:solidFill>
            </a:endParaRPr>
          </a:p>
        </p:txBody>
      </p:sp>
      <p:sp>
        <p:nvSpPr>
          <p:cNvPr id="14" name="Picture Placeholder 29"/>
          <p:cNvSpPr>
            <a:spLocks noGrp="1"/>
          </p:cNvSpPr>
          <p:nvPr>
            <p:ph type="pic" sz="quarter" idx="24" hasCustomPrompt="1"/>
          </p:nvPr>
        </p:nvSpPr>
        <p:spPr>
          <a:xfrm>
            <a:off x="4754494" y="4255708"/>
            <a:ext cx="1239381" cy="549275"/>
          </a:xfrm>
        </p:spPr>
        <p:txBody>
          <a:bodyPr/>
          <a:lstStyle>
            <a:lvl1pPr marL="0" marR="0" indent="0" algn="l" defTabSz="990570" rtl="0" eaLnBrk="1" fontAlgn="auto" latinLnBrk="0" hangingPunct="1">
              <a:lnSpc>
                <a:spcPct val="100000"/>
              </a:lnSpc>
              <a:spcBef>
                <a:spcPts val="0"/>
              </a:spcBef>
              <a:spcAft>
                <a:spcPts val="1083"/>
              </a:spcAft>
              <a:buClrTx/>
              <a:buSzTx/>
              <a:buFont typeface="Arial" panose="020B0604020202020204" pitchFamily="34" charset="0"/>
              <a:buNone/>
              <a:tabLst/>
              <a:defRPr sz="975"/>
            </a:lvl1pPr>
          </a:lstStyle>
          <a:p>
            <a:pPr>
              <a:spcBef>
                <a:spcPct val="0"/>
              </a:spcBef>
            </a:pPr>
            <a:r>
              <a:rPr lang="en-US" sz="1300" noProof="0" dirty="0">
                <a:solidFill>
                  <a:schemeClr val="bg1"/>
                </a:solidFill>
              </a:rPr>
              <a:t>Co-brand</a:t>
            </a:r>
            <a:br>
              <a:rPr lang="en-US" sz="1300" noProof="0" dirty="0">
                <a:solidFill>
                  <a:schemeClr val="bg1"/>
                </a:solidFill>
              </a:rPr>
            </a:br>
            <a:r>
              <a:rPr lang="en-US" sz="1300"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10424618" y="4249684"/>
            <a:ext cx="1244160" cy="549275"/>
          </a:xfrm>
        </p:spPr>
        <p:txBody>
          <a:bodyPr/>
          <a:lstStyle>
            <a:lvl1pPr marL="0" marR="0" indent="0" algn="l" defTabSz="990570" rtl="0" eaLnBrk="1" fontAlgn="auto" latinLnBrk="0" hangingPunct="1">
              <a:lnSpc>
                <a:spcPct val="100000"/>
              </a:lnSpc>
              <a:spcBef>
                <a:spcPts val="0"/>
              </a:spcBef>
              <a:spcAft>
                <a:spcPts val="1083"/>
              </a:spcAft>
              <a:buClrTx/>
              <a:buSzTx/>
              <a:buFont typeface="Arial" panose="020B0604020202020204" pitchFamily="34" charset="0"/>
              <a:buNone/>
              <a:tabLst/>
              <a:defRPr sz="975"/>
            </a:lvl1pPr>
          </a:lstStyle>
          <a:p>
            <a:pPr>
              <a:spcBef>
                <a:spcPct val="0"/>
              </a:spcBef>
            </a:pPr>
            <a:r>
              <a:rPr lang="en-US" sz="1300" noProof="0" dirty="0">
                <a:solidFill>
                  <a:schemeClr val="bg1"/>
                </a:solidFill>
              </a:rPr>
              <a:t>Co-brand</a:t>
            </a:r>
            <a:br>
              <a:rPr lang="en-US" sz="1300" noProof="0" dirty="0">
                <a:solidFill>
                  <a:schemeClr val="bg1"/>
                </a:solidFill>
              </a:rPr>
            </a:br>
            <a:r>
              <a:rPr lang="en-US" sz="1300"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0" y="651600"/>
            <a:ext cx="11197502"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dirty="0"/>
              <a:t>Click to add subtitle</a:t>
            </a:r>
          </a:p>
        </p:txBody>
      </p:sp>
      <p:sp>
        <p:nvSpPr>
          <p:cNvPr id="17" name="Picture Placeholder 29"/>
          <p:cNvSpPr>
            <a:spLocks noGrp="1"/>
          </p:cNvSpPr>
          <p:nvPr>
            <p:ph type="pic" sz="quarter" idx="19" hasCustomPrompt="1"/>
          </p:nvPr>
        </p:nvSpPr>
        <p:spPr>
          <a:xfrm>
            <a:off x="4769492" y="1863918"/>
            <a:ext cx="1210207" cy="549275"/>
          </a:xfrm>
        </p:spPr>
        <p:txBody>
          <a:bodyPr/>
          <a:lstStyle>
            <a:lvl1pPr marL="0" marR="0" indent="0" algn="l" defTabSz="990570" rtl="0" eaLnBrk="1" fontAlgn="auto" latinLnBrk="0" hangingPunct="1">
              <a:lnSpc>
                <a:spcPct val="100000"/>
              </a:lnSpc>
              <a:spcBef>
                <a:spcPts val="0"/>
              </a:spcBef>
              <a:spcAft>
                <a:spcPts val="1083"/>
              </a:spcAft>
              <a:buClrTx/>
              <a:buSzTx/>
              <a:buFont typeface="Arial" panose="020B0604020202020204" pitchFamily="34" charset="0"/>
              <a:buNone/>
              <a:tabLst/>
              <a:defRPr sz="975"/>
            </a:lvl1pPr>
          </a:lstStyle>
          <a:p>
            <a:pPr>
              <a:spcBef>
                <a:spcPct val="0"/>
              </a:spcBef>
            </a:pPr>
            <a:r>
              <a:rPr lang="en-US" sz="1300" noProof="0" dirty="0">
                <a:solidFill>
                  <a:schemeClr val="bg1"/>
                </a:solidFill>
              </a:rPr>
              <a:t>Co-brand</a:t>
            </a:r>
            <a:br>
              <a:rPr lang="en-US" sz="1300" noProof="0" dirty="0">
                <a:solidFill>
                  <a:schemeClr val="bg1"/>
                </a:solidFill>
              </a:rPr>
            </a:br>
            <a:r>
              <a:rPr lang="en-US" sz="1300" noProof="0" dirty="0">
                <a:solidFill>
                  <a:schemeClr val="bg1"/>
                </a:solidFill>
              </a:rPr>
              <a:t>Logo</a:t>
            </a:r>
          </a:p>
          <a:p>
            <a:endParaRPr lang="en-US" noProof="0" dirty="0"/>
          </a:p>
        </p:txBody>
      </p:sp>
    </p:spTree>
    <p:extLst>
      <p:ext uri="{BB962C8B-B14F-4D97-AF65-F5344CB8AC3E}">
        <p14:creationId xmlns:p14="http://schemas.microsoft.com/office/powerpoint/2010/main" val="745296146"/>
      </p:ext>
    </p:extLst>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3" name="Object 2"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noProof="0" dirty="0"/>
              <a:t>Click to edit Master title style</a:t>
            </a:r>
          </a:p>
        </p:txBody>
      </p:sp>
    </p:spTree>
    <p:extLst>
      <p:ext uri="{BB962C8B-B14F-4D97-AF65-F5344CB8AC3E}">
        <p14:creationId xmlns:p14="http://schemas.microsoft.com/office/powerpoint/2010/main" val="1830649449"/>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955" y="1589"/>
                        <a:ext cx="1953" cy="1587"/>
                      </a:xfrm>
                      <a:prstGeom prst="rect">
                        <a:avLst/>
                      </a:prstGeom>
                    </p:spPr>
                  </p:pic>
                </p:oleObj>
              </mc:Fallback>
            </mc:AlternateContent>
          </a:graphicData>
        </a:graphic>
      </p:graphicFrame>
    </p:spTree>
    <p:extLst>
      <p:ext uri="{BB962C8B-B14F-4D97-AF65-F5344CB8AC3E}">
        <p14:creationId xmlns:p14="http://schemas.microsoft.com/office/powerpoint/2010/main" val="3520640375"/>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ack">
    <p:bg bwMode="gray">
      <p:bgPr>
        <a:solidFill>
          <a:schemeClr val="tx1"/>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4" name="Object 3"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2" name="Title 1"/>
          <p:cNvSpPr>
            <a:spLocks noGrp="1"/>
          </p:cNvSpPr>
          <p:nvPr>
            <p:ph type="title"/>
          </p:nvPr>
        </p:nvSpPr>
        <p:spPr bwMode="gray">
          <a:xfrm>
            <a:off x="501651" y="1705671"/>
            <a:ext cx="10541001"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0"/>
            <a:ext cx="10541001" cy="1566532"/>
          </a:xfrm>
        </p:spPr>
        <p:txBody>
          <a:bodyPr lIns="0" tIns="0" rIns="0" bIns="0">
            <a:noAutofit/>
          </a:bodyPr>
          <a:lstStyle>
            <a:lvl1pPr marL="0" indent="0">
              <a:lnSpc>
                <a:spcPct val="95000"/>
              </a:lnSpc>
              <a:spcAft>
                <a:spcPts val="0"/>
              </a:spcAft>
              <a:buNone/>
              <a:defRPr sz="3850">
                <a:solidFill>
                  <a:schemeClr val="bg1"/>
                </a:solidFill>
              </a:defRPr>
            </a:lvl1pPr>
            <a:lvl2pPr marL="495285" indent="0">
              <a:buNone/>
              <a:defRPr sz="2167">
                <a:solidFill>
                  <a:schemeClr val="tx1">
                    <a:tint val="75000"/>
                  </a:schemeClr>
                </a:solidFill>
              </a:defRPr>
            </a:lvl2pPr>
            <a:lvl3pPr marL="990570" indent="0">
              <a:buNone/>
              <a:defRPr sz="1950">
                <a:solidFill>
                  <a:schemeClr val="tx1">
                    <a:tint val="75000"/>
                  </a:schemeClr>
                </a:solidFill>
              </a:defRPr>
            </a:lvl3pPr>
            <a:lvl4pPr marL="1485854" indent="0">
              <a:buNone/>
              <a:defRPr sz="1733">
                <a:solidFill>
                  <a:schemeClr val="tx1">
                    <a:tint val="75000"/>
                  </a:schemeClr>
                </a:solidFill>
              </a:defRPr>
            </a:lvl4pPr>
            <a:lvl5pPr marL="1981139" indent="0">
              <a:buNone/>
              <a:defRPr sz="1733">
                <a:solidFill>
                  <a:schemeClr val="tx1">
                    <a:tint val="75000"/>
                  </a:schemeClr>
                </a:solidFill>
              </a:defRPr>
            </a:lvl5pPr>
            <a:lvl6pPr marL="2476424" indent="0">
              <a:buNone/>
              <a:defRPr sz="1733">
                <a:solidFill>
                  <a:schemeClr val="tx1">
                    <a:tint val="75000"/>
                  </a:schemeClr>
                </a:solidFill>
              </a:defRPr>
            </a:lvl6pPr>
            <a:lvl7pPr marL="2971709" indent="0">
              <a:buNone/>
              <a:defRPr sz="1733">
                <a:solidFill>
                  <a:schemeClr val="tx1">
                    <a:tint val="75000"/>
                  </a:schemeClr>
                </a:solidFill>
              </a:defRPr>
            </a:lvl7pPr>
            <a:lvl8pPr marL="3466993" indent="0">
              <a:buNone/>
              <a:defRPr sz="1733">
                <a:solidFill>
                  <a:schemeClr val="tx1">
                    <a:tint val="75000"/>
                  </a:schemeClr>
                </a:solidFill>
              </a:defRPr>
            </a:lvl8pPr>
            <a:lvl9pPr marL="3962278" indent="0">
              <a:buNone/>
              <a:defRPr sz="1733">
                <a:solidFill>
                  <a:schemeClr val="tx1">
                    <a:tint val="75000"/>
                  </a:schemeClr>
                </a:solidFill>
              </a:defRPr>
            </a:lvl9pPr>
          </a:lstStyle>
          <a:p>
            <a:pPr lvl="0"/>
            <a:r>
              <a:rPr lang="en-US" noProof="0"/>
              <a:t>Click to edit Master text styles</a:t>
            </a:r>
          </a:p>
        </p:txBody>
      </p:sp>
      <p:sp>
        <p:nvSpPr>
          <p:cNvPr id="9" name="TextBox 8"/>
          <p:cNvSpPr txBox="1"/>
          <p:nvPr userDrawn="1"/>
        </p:nvSpPr>
        <p:spPr>
          <a:xfrm>
            <a:off x="11382377" y="6705604"/>
            <a:ext cx="307974" cy="100027"/>
          </a:xfrm>
          <a:prstGeom prst="rect">
            <a:avLst/>
          </a:prstGeom>
          <a:noFill/>
        </p:spPr>
        <p:txBody>
          <a:bodyPr wrap="square" lIns="0" tIns="0" rIns="0" bIns="0" rtlCol="0">
            <a:noAutofit/>
          </a:bodyPr>
          <a:lstStyle/>
          <a:p>
            <a:pPr marL="0" indent="0" algn="r">
              <a:spcBef>
                <a:spcPts val="650"/>
              </a:spcBef>
              <a:buSzPct val="100000"/>
              <a:buFont typeface="Arial"/>
              <a:buNone/>
            </a:pPr>
            <a:fld id="{C58DF478-B544-4ED8-9ED4-6A2648E2D233}" type="slidenum">
              <a:rPr lang="en-US" sz="704" noProof="0" smtClean="0">
                <a:solidFill>
                  <a:schemeClr val="bg1"/>
                </a:solidFill>
              </a:rPr>
              <a:pPr marL="0" indent="0" algn="r">
                <a:spcBef>
                  <a:spcPts val="650"/>
                </a:spcBef>
                <a:buSzPct val="100000"/>
                <a:buFont typeface="Arial"/>
                <a:buNone/>
              </a:pPr>
              <a:t>‹#›</a:t>
            </a:fld>
            <a:endParaRPr lang="en-US" sz="704" noProof="0" dirty="0">
              <a:solidFill>
                <a:schemeClr val="bg1"/>
              </a:solidFill>
            </a:endParaRPr>
          </a:p>
        </p:txBody>
      </p:sp>
      <p:sp>
        <p:nvSpPr>
          <p:cNvPr id="12" name="TextBox 11"/>
          <p:cNvSpPr txBox="1"/>
          <p:nvPr userDrawn="1"/>
        </p:nvSpPr>
        <p:spPr>
          <a:xfrm>
            <a:off x="501649" y="6654807"/>
            <a:ext cx="5355168" cy="201260"/>
          </a:xfrm>
          <a:prstGeom prst="rect">
            <a:avLst/>
          </a:prstGeom>
          <a:noFill/>
        </p:spPr>
        <p:txBody>
          <a:bodyPr wrap="square" lIns="0" tIns="0" rIns="0" bIns="0" rtlCol="0">
            <a:noAutofit/>
          </a:bodyPr>
          <a:lstStyle/>
          <a:p>
            <a:pPr marL="0" indent="0">
              <a:spcBef>
                <a:spcPts val="717"/>
              </a:spcBef>
              <a:buSzPct val="100000"/>
              <a:buFont typeface="Arial"/>
              <a:buNone/>
            </a:pPr>
            <a:r>
              <a:rPr lang="fr-FR" sz="650" noProof="0" dirty="0">
                <a:solidFill>
                  <a:schemeClr val="bg1"/>
                </a:solidFill>
              </a:rPr>
              <a:t>© 2018 Deloitte Touche Tohmatsu India LLP</a:t>
            </a:r>
          </a:p>
        </p:txBody>
      </p:sp>
    </p:spTree>
    <p:extLst>
      <p:ext uri="{BB962C8B-B14F-4D97-AF65-F5344CB8AC3E}">
        <p14:creationId xmlns:p14="http://schemas.microsoft.com/office/powerpoint/2010/main" val="194351727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2_2 content with quote ">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7" name="Title Placeholder 1"/>
          <p:cNvSpPr>
            <a:spLocks noGrp="1"/>
          </p:cNvSpPr>
          <p:nvPr>
            <p:ph type="title" hasCustomPrompt="1"/>
          </p:nvPr>
        </p:nvSpPr>
        <p:spPr>
          <a:xfrm>
            <a:off x="501652" y="317500"/>
            <a:ext cx="11188700" cy="3341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7577882" y="1658680"/>
            <a:ext cx="4112468" cy="4723072"/>
          </a:xfrm>
          <a:prstGeom prst="rect">
            <a:avLst/>
          </a:prstGeom>
        </p:spPr>
        <p:txBody>
          <a:bodyPr>
            <a:noAutofit/>
          </a:bodyPr>
          <a:lstStyle>
            <a:lvl1pPr>
              <a:tabLst>
                <a:tab pos="5448132" algn="r"/>
              </a:tabLst>
              <a:defRPr sz="2600">
                <a:solidFill>
                  <a:schemeClr val="accent3"/>
                </a:solidFill>
              </a:defRPr>
            </a:lvl1pPr>
            <a:lvl2pPr>
              <a:tabLst>
                <a:tab pos="5448132" algn="r"/>
              </a:tabLst>
              <a:defRPr/>
            </a:lvl2pPr>
            <a:lvl3pPr>
              <a:tabLst>
                <a:tab pos="5448132" algn="r"/>
              </a:tabLst>
              <a:defRPr/>
            </a:lvl3pPr>
            <a:lvl4pPr>
              <a:tabLst>
                <a:tab pos="5448132" algn="r"/>
              </a:tabLst>
              <a:defRPr/>
            </a:lvl4pPr>
            <a:lvl5pPr>
              <a:tabLst>
                <a:tab pos="5448132"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501652" y="1665288"/>
            <a:ext cx="6506348" cy="4716462"/>
          </a:xfrm>
          <a:prstGeom prst="rect">
            <a:avLst/>
          </a:prstGeom>
        </p:spPr>
        <p:txBody>
          <a:bodyPr/>
          <a:lstStyle>
            <a:lvl1pPr>
              <a:tabLst>
                <a:tab pos="5448132" algn="r"/>
              </a:tabLst>
              <a:defRPr/>
            </a:lvl1pPr>
            <a:lvl2pPr>
              <a:tabLst>
                <a:tab pos="5448132" algn="r"/>
              </a:tabLst>
              <a:defRPr/>
            </a:lvl2pPr>
            <a:lvl3pPr>
              <a:tabLst>
                <a:tab pos="5448132" algn="r"/>
              </a:tabLst>
              <a:defRPr/>
            </a:lvl3pPr>
            <a:lvl4pPr>
              <a:tabLst>
                <a:tab pos="5448132" algn="r"/>
              </a:tabLst>
              <a:defRPr/>
            </a:lvl4pPr>
            <a:lvl5pPr>
              <a:tabLst>
                <a:tab pos="54481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501652" y="651600"/>
            <a:ext cx="11188699"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543230523"/>
      </p:ext>
    </p:extLst>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0"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0" y="317500"/>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501652" y="1665288"/>
            <a:ext cx="11165416" cy="471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747869797"/>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bin"/><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ags" Target="../tags/tag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1.xml"/><Relationship Id="rId18" Type="http://schemas.openxmlformats.org/officeDocument/2006/relationships/slideLayout" Target="../slideLayouts/slideLayout56.xml"/><Relationship Id="rId26" Type="http://schemas.openxmlformats.org/officeDocument/2006/relationships/slideLayout" Target="../slideLayouts/slideLayout64.xml"/><Relationship Id="rId39" Type="http://schemas.openxmlformats.org/officeDocument/2006/relationships/slideLayout" Target="../slideLayouts/slideLayout77.xml"/><Relationship Id="rId21" Type="http://schemas.openxmlformats.org/officeDocument/2006/relationships/slideLayout" Target="../slideLayouts/slideLayout59.xml"/><Relationship Id="rId34" Type="http://schemas.openxmlformats.org/officeDocument/2006/relationships/slideLayout" Target="../slideLayouts/slideLayout72.xml"/><Relationship Id="rId42" Type="http://schemas.openxmlformats.org/officeDocument/2006/relationships/tags" Target="../tags/tag2.xml"/><Relationship Id="rId7" Type="http://schemas.openxmlformats.org/officeDocument/2006/relationships/slideLayout" Target="../slideLayouts/slideLayout45.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20" Type="http://schemas.openxmlformats.org/officeDocument/2006/relationships/slideLayout" Target="../slideLayouts/slideLayout58.xml"/><Relationship Id="rId29" Type="http://schemas.openxmlformats.org/officeDocument/2006/relationships/slideLayout" Target="../slideLayouts/slideLayout67.xml"/><Relationship Id="rId41" Type="http://schemas.openxmlformats.org/officeDocument/2006/relationships/theme" Target="../theme/theme2.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24" Type="http://schemas.openxmlformats.org/officeDocument/2006/relationships/slideLayout" Target="../slideLayouts/slideLayout62.xml"/><Relationship Id="rId32" Type="http://schemas.openxmlformats.org/officeDocument/2006/relationships/slideLayout" Target="../slideLayouts/slideLayout70.xml"/><Relationship Id="rId37" Type="http://schemas.openxmlformats.org/officeDocument/2006/relationships/slideLayout" Target="../slideLayouts/slideLayout75.xml"/><Relationship Id="rId40" Type="http://schemas.openxmlformats.org/officeDocument/2006/relationships/slideLayout" Target="../slideLayouts/slideLayout78.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23" Type="http://schemas.openxmlformats.org/officeDocument/2006/relationships/slideLayout" Target="../slideLayouts/slideLayout61.xml"/><Relationship Id="rId28" Type="http://schemas.openxmlformats.org/officeDocument/2006/relationships/slideLayout" Target="../slideLayouts/slideLayout66.xml"/><Relationship Id="rId36" Type="http://schemas.openxmlformats.org/officeDocument/2006/relationships/slideLayout" Target="../slideLayouts/slideLayout74.xml"/><Relationship Id="rId10" Type="http://schemas.openxmlformats.org/officeDocument/2006/relationships/slideLayout" Target="../slideLayouts/slideLayout48.xml"/><Relationship Id="rId19" Type="http://schemas.openxmlformats.org/officeDocument/2006/relationships/slideLayout" Target="../slideLayouts/slideLayout57.xml"/><Relationship Id="rId31" Type="http://schemas.openxmlformats.org/officeDocument/2006/relationships/slideLayout" Target="../slideLayouts/slideLayout69.xml"/><Relationship Id="rId44" Type="http://schemas.openxmlformats.org/officeDocument/2006/relationships/image" Target="../media/image1.bin"/><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 Id="rId22" Type="http://schemas.openxmlformats.org/officeDocument/2006/relationships/slideLayout" Target="../slideLayouts/slideLayout60.xml"/><Relationship Id="rId27" Type="http://schemas.openxmlformats.org/officeDocument/2006/relationships/slideLayout" Target="../slideLayouts/slideLayout65.xml"/><Relationship Id="rId30" Type="http://schemas.openxmlformats.org/officeDocument/2006/relationships/slideLayout" Target="../slideLayouts/slideLayout68.xml"/><Relationship Id="rId35" Type="http://schemas.openxmlformats.org/officeDocument/2006/relationships/slideLayout" Target="../slideLayouts/slideLayout73.xml"/><Relationship Id="rId43" Type="http://schemas.openxmlformats.org/officeDocument/2006/relationships/oleObject" Target="../embeddings/oleObject2.bin"/><Relationship Id="rId8" Type="http://schemas.openxmlformats.org/officeDocument/2006/relationships/slideLayout" Target="../slideLayouts/slideLayout46.xml"/><Relationship Id="rId3" Type="http://schemas.openxmlformats.org/officeDocument/2006/relationships/slideLayout" Target="../slideLayouts/slideLayout41.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5" Type="http://schemas.openxmlformats.org/officeDocument/2006/relationships/slideLayout" Target="../slideLayouts/slideLayout63.xml"/><Relationship Id="rId33" Type="http://schemas.openxmlformats.org/officeDocument/2006/relationships/slideLayout" Target="../slideLayouts/slideLayout71.xml"/><Relationship Id="rId38" Type="http://schemas.openxmlformats.org/officeDocument/2006/relationships/slideLayout" Target="../slideLayouts/slideLayout76.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91.xml"/><Relationship Id="rId18" Type="http://schemas.openxmlformats.org/officeDocument/2006/relationships/slideLayout" Target="../slideLayouts/slideLayout96.xml"/><Relationship Id="rId26" Type="http://schemas.openxmlformats.org/officeDocument/2006/relationships/slideLayout" Target="../slideLayouts/slideLayout104.xml"/><Relationship Id="rId39" Type="http://schemas.openxmlformats.org/officeDocument/2006/relationships/oleObject" Target="../embeddings/oleObject4.bin"/><Relationship Id="rId21" Type="http://schemas.openxmlformats.org/officeDocument/2006/relationships/slideLayout" Target="../slideLayouts/slideLayout99.xml"/><Relationship Id="rId34" Type="http://schemas.openxmlformats.org/officeDocument/2006/relationships/slideLayout" Target="../slideLayouts/slideLayout112.xml"/><Relationship Id="rId7" Type="http://schemas.openxmlformats.org/officeDocument/2006/relationships/slideLayout" Target="../slideLayouts/slideLayout85.xml"/><Relationship Id="rId12" Type="http://schemas.openxmlformats.org/officeDocument/2006/relationships/slideLayout" Target="../slideLayouts/slideLayout90.xml"/><Relationship Id="rId17" Type="http://schemas.openxmlformats.org/officeDocument/2006/relationships/slideLayout" Target="../slideLayouts/slideLayout95.xml"/><Relationship Id="rId25" Type="http://schemas.openxmlformats.org/officeDocument/2006/relationships/slideLayout" Target="../slideLayouts/slideLayout103.xml"/><Relationship Id="rId33" Type="http://schemas.openxmlformats.org/officeDocument/2006/relationships/slideLayout" Target="../slideLayouts/slideLayout111.xml"/><Relationship Id="rId38" Type="http://schemas.openxmlformats.org/officeDocument/2006/relationships/tags" Target="../tags/tag4.xml"/><Relationship Id="rId2" Type="http://schemas.openxmlformats.org/officeDocument/2006/relationships/slideLayout" Target="../slideLayouts/slideLayout80.xml"/><Relationship Id="rId16" Type="http://schemas.openxmlformats.org/officeDocument/2006/relationships/slideLayout" Target="../slideLayouts/slideLayout94.xml"/><Relationship Id="rId20" Type="http://schemas.openxmlformats.org/officeDocument/2006/relationships/slideLayout" Target="../slideLayouts/slideLayout98.xml"/><Relationship Id="rId29" Type="http://schemas.openxmlformats.org/officeDocument/2006/relationships/slideLayout" Target="../slideLayouts/slideLayout107.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24" Type="http://schemas.openxmlformats.org/officeDocument/2006/relationships/slideLayout" Target="../slideLayouts/slideLayout102.xml"/><Relationship Id="rId32" Type="http://schemas.openxmlformats.org/officeDocument/2006/relationships/slideLayout" Target="../slideLayouts/slideLayout110.xml"/><Relationship Id="rId37" Type="http://schemas.openxmlformats.org/officeDocument/2006/relationships/theme" Target="../theme/theme3.xml"/><Relationship Id="rId40" Type="http://schemas.openxmlformats.org/officeDocument/2006/relationships/image" Target="../media/image1.bin"/><Relationship Id="rId5" Type="http://schemas.openxmlformats.org/officeDocument/2006/relationships/slideLayout" Target="../slideLayouts/slideLayout83.xml"/><Relationship Id="rId15" Type="http://schemas.openxmlformats.org/officeDocument/2006/relationships/slideLayout" Target="../slideLayouts/slideLayout93.xml"/><Relationship Id="rId23" Type="http://schemas.openxmlformats.org/officeDocument/2006/relationships/slideLayout" Target="../slideLayouts/slideLayout101.xml"/><Relationship Id="rId28" Type="http://schemas.openxmlformats.org/officeDocument/2006/relationships/slideLayout" Target="../slideLayouts/slideLayout106.xml"/><Relationship Id="rId36" Type="http://schemas.openxmlformats.org/officeDocument/2006/relationships/slideLayout" Target="../slideLayouts/slideLayout114.xml"/><Relationship Id="rId10" Type="http://schemas.openxmlformats.org/officeDocument/2006/relationships/slideLayout" Target="../slideLayouts/slideLayout88.xml"/><Relationship Id="rId19" Type="http://schemas.openxmlformats.org/officeDocument/2006/relationships/slideLayout" Target="../slideLayouts/slideLayout97.xml"/><Relationship Id="rId31" Type="http://schemas.openxmlformats.org/officeDocument/2006/relationships/slideLayout" Target="../slideLayouts/slideLayout109.xml"/><Relationship Id="rId4" Type="http://schemas.openxmlformats.org/officeDocument/2006/relationships/slideLayout" Target="../slideLayouts/slideLayout82.xml"/><Relationship Id="rId9" Type="http://schemas.openxmlformats.org/officeDocument/2006/relationships/slideLayout" Target="../slideLayouts/slideLayout87.xml"/><Relationship Id="rId14" Type="http://schemas.openxmlformats.org/officeDocument/2006/relationships/slideLayout" Target="../slideLayouts/slideLayout92.xml"/><Relationship Id="rId22" Type="http://schemas.openxmlformats.org/officeDocument/2006/relationships/slideLayout" Target="../slideLayouts/slideLayout100.xml"/><Relationship Id="rId27" Type="http://schemas.openxmlformats.org/officeDocument/2006/relationships/slideLayout" Target="../slideLayouts/slideLayout105.xml"/><Relationship Id="rId30" Type="http://schemas.openxmlformats.org/officeDocument/2006/relationships/slideLayout" Target="../slideLayouts/slideLayout108.xml"/><Relationship Id="rId35" Type="http://schemas.openxmlformats.org/officeDocument/2006/relationships/slideLayout" Target="../slideLayouts/slideLayout113.xml"/><Relationship Id="rId8" Type="http://schemas.openxmlformats.org/officeDocument/2006/relationships/slideLayout" Target="../slideLayouts/slideLayout86.xml"/><Relationship Id="rId3" Type="http://schemas.openxmlformats.org/officeDocument/2006/relationships/slideLayout" Target="../slideLayouts/slideLayout8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0"/>
            </p:custDataLst>
            <p:extLst>
              <p:ext uri="{D42A27DB-BD31-4B8C-83A1-F6EECF244321}">
                <p14:modId xmlns:p14="http://schemas.microsoft.com/office/powerpoint/2010/main" val="166891810"/>
              </p:ex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41" imgW="270" imgH="270" progId="TCLayout.ActiveDocument.1">
                  <p:embed/>
                </p:oleObj>
              </mc:Choice>
              <mc:Fallback>
                <p:oleObj name="think-cell Slide" r:id="rId41" imgW="270" imgH="270" progId="TCLayout.ActiveDocument.1">
                  <p:embed/>
                  <p:pic>
                    <p:nvPicPr>
                      <p:cNvPr id="4" name="Object 3" hidden="1"/>
                      <p:cNvPicPr/>
                      <p:nvPr/>
                    </p:nvPicPr>
                    <p:blipFill>
                      <a:blip r:embed="rId42"/>
                      <a:stretch>
                        <a:fillRect/>
                      </a:stretch>
                    </p:blipFill>
                    <p:spPr>
                      <a:xfrm>
                        <a:off x="2119"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69900" y="402586"/>
            <a:ext cx="11252200" cy="692151"/>
          </a:xfrm>
          <a:prstGeom prst="rect">
            <a:avLst/>
          </a:prstGeom>
        </p:spPr>
        <p:txBody>
          <a:bodyPr vert="horz" lIns="0" tIns="0" rIns="0" bIns="0" rtlCol="0" anchor="t" anchorCtr="0">
            <a:noAutofit/>
          </a:bodyPr>
          <a:lstStyle/>
          <a:p>
            <a:r>
              <a:rPr lang="en-GB" noProof="0"/>
              <a:t>Click to edit Master title style</a:t>
            </a:r>
            <a:endParaRPr lang="en-GB" noProof="0" dirty="0"/>
          </a:p>
        </p:txBody>
      </p:sp>
      <p:sp>
        <p:nvSpPr>
          <p:cNvPr id="19" name="Text Placeholder 18"/>
          <p:cNvSpPr>
            <a:spLocks noGrp="1"/>
          </p:cNvSpPr>
          <p:nvPr>
            <p:ph type="body" idx="1"/>
          </p:nvPr>
        </p:nvSpPr>
        <p:spPr>
          <a:xfrm>
            <a:off x="469900" y="1665290"/>
            <a:ext cx="11252200" cy="4633911"/>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2" name="TextBox 11"/>
          <p:cNvSpPr txBox="1"/>
          <p:nvPr userDrawn="1"/>
        </p:nvSpPr>
        <p:spPr>
          <a:xfrm>
            <a:off x="11410953" y="6656294"/>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8" name="TextBox 7"/>
          <p:cNvSpPr txBox="1"/>
          <p:nvPr userDrawn="1"/>
        </p:nvSpPr>
        <p:spPr>
          <a:xfrm>
            <a:off x="501649" y="6654807"/>
            <a:ext cx="5355168" cy="201260"/>
          </a:xfrm>
          <a:prstGeom prst="rect">
            <a:avLst/>
          </a:prstGeom>
          <a:noFill/>
        </p:spPr>
        <p:txBody>
          <a:bodyPr wrap="square" lIns="0" tIns="0" rIns="0" bIns="0" rtlCol="0">
            <a:noAutofit/>
          </a:bodyPr>
          <a:lstStyle/>
          <a:p>
            <a:pPr marL="0" indent="0">
              <a:spcBef>
                <a:spcPts val="717"/>
              </a:spcBef>
              <a:buSzPct val="100000"/>
              <a:buFont typeface="Arial"/>
              <a:buNone/>
            </a:pPr>
            <a:r>
              <a:rPr lang="fr-FR" sz="650" noProof="0" dirty="0">
                <a:solidFill>
                  <a:schemeClr val="tx1"/>
                </a:solidFill>
              </a:rPr>
              <a:t>© 2019 Deloitte Touche Tohmatsu India LLP</a:t>
            </a:r>
          </a:p>
        </p:txBody>
      </p:sp>
    </p:spTree>
  </p:cSld>
  <p:clrMap bg1="lt1" tx1="dk1" bg2="lt2" tx2="dk2" accent1="accent1" accent2="accent2" accent3="accent3" accent4="accent4" accent5="accent5" accent6="accent6" hlink="hlink" folHlink="folHlink"/>
  <p:sldLayoutIdLst>
    <p:sldLayoutId id="2147483666" r:id="rId1"/>
    <p:sldLayoutId id="2147483662" r:id="rId2"/>
    <p:sldLayoutId id="2147483653" r:id="rId3"/>
    <p:sldLayoutId id="2147483680" r:id="rId4"/>
    <p:sldLayoutId id="2147483672" r:id="rId5"/>
    <p:sldLayoutId id="2147483667" r:id="rId6"/>
    <p:sldLayoutId id="2147483656" r:id="rId7"/>
    <p:sldLayoutId id="2147483649" r:id="rId8"/>
    <p:sldLayoutId id="2147483681" r:id="rId9"/>
    <p:sldLayoutId id="2147483677" r:id="rId10"/>
    <p:sldLayoutId id="2147483668" r:id="rId11"/>
    <p:sldLayoutId id="2147483657" r:id="rId12"/>
    <p:sldLayoutId id="2147483650" r:id="rId13"/>
    <p:sldLayoutId id="2147483682" r:id="rId14"/>
    <p:sldLayoutId id="2147483673" r:id="rId15"/>
    <p:sldLayoutId id="2147483663" r:id="rId16"/>
    <p:sldLayoutId id="2147483658" r:id="rId17"/>
    <p:sldLayoutId id="2147483651" r:id="rId18"/>
    <p:sldLayoutId id="2147483678" r:id="rId19"/>
    <p:sldLayoutId id="2147483664" r:id="rId20"/>
    <p:sldLayoutId id="2147483654" r:id="rId21"/>
    <p:sldLayoutId id="2147483683" r:id="rId22"/>
    <p:sldLayoutId id="2147483674" r:id="rId23"/>
    <p:sldLayoutId id="2147483669" r:id="rId24"/>
    <p:sldLayoutId id="2147483659" r:id="rId25"/>
    <p:sldLayoutId id="2147483652" r:id="rId26"/>
    <p:sldLayoutId id="2147483684" r:id="rId27"/>
    <p:sldLayoutId id="2147483675" r:id="rId28"/>
    <p:sldLayoutId id="2147483665" r:id="rId29"/>
    <p:sldLayoutId id="2147483685" r:id="rId30"/>
    <p:sldLayoutId id="2147483679" r:id="rId31"/>
    <p:sldLayoutId id="2147483670" r:id="rId32"/>
    <p:sldLayoutId id="2147483660" r:id="rId33"/>
    <p:sldLayoutId id="2147483655" r:id="rId34"/>
    <p:sldLayoutId id="2147483686" r:id="rId35"/>
    <p:sldLayoutId id="2147483676" r:id="rId36"/>
    <p:sldLayoutId id="2147483671" r:id="rId37"/>
    <p:sldLayoutId id="2147483661" r:id="rId38"/>
  </p:sldLayoutIdLst>
  <p:transition>
    <p:fade/>
  </p:transition>
  <p:hf sldNum="0" hdr="0" dt="0"/>
  <p:txStyles>
    <p:titleStyle>
      <a:lvl1pPr algn="l" defTabSz="1219170" rtl="0" eaLnBrk="1" latinLnBrk="0" hangingPunct="1">
        <a:spcBef>
          <a:spcPct val="0"/>
        </a:spcBef>
        <a:buNone/>
        <a:defRPr sz="2000" kern="1200">
          <a:solidFill>
            <a:schemeClr val="tx1"/>
          </a:solidFill>
          <a:latin typeface="+mj-lt"/>
          <a:ea typeface="+mj-ea"/>
          <a:cs typeface="+mj-cs"/>
        </a:defRPr>
      </a:lvl1pPr>
    </p:titleStyle>
    <p:bodyStyle>
      <a:lvl1pPr marL="0" indent="0" algn="l" defTabSz="1219170" rtl="0" eaLnBrk="1" latinLnBrk="0" hangingPunct="1">
        <a:spcBef>
          <a:spcPts val="0"/>
        </a:spcBef>
        <a:spcAft>
          <a:spcPts val="1333"/>
        </a:spcAft>
        <a:buClrTx/>
        <a:buSzPct val="100000"/>
        <a:buFont typeface="Arial" panose="020B0604020202020204" pitchFamily="34" charset="0"/>
        <a:buChar char="​"/>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panose="020B0604020202020204" pitchFamily="34" charset="0"/>
        <a:buChar char="​"/>
        <a:defRPr lang="en-US" sz="1200" b="1" kern="1200" dirty="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2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098" userDrawn="1">
          <p15:clr>
            <a:srgbClr val="F26B43"/>
          </p15:clr>
        </p15:guide>
        <p15:guide id="2" orient="horz" pos="2160" userDrawn="1">
          <p15:clr>
            <a:srgbClr val="F26B43"/>
          </p15:clr>
        </p15:guide>
        <p15:guide id="3" orient="horz" pos="3968" userDrawn="1">
          <p15:clr>
            <a:srgbClr val="F26B43"/>
          </p15:clr>
        </p15:guide>
        <p15:guide id="4" pos="296" userDrawn="1">
          <p15:clr>
            <a:srgbClr val="F26B43"/>
          </p15:clr>
        </p15:guide>
        <p15:guide id="5" pos="7384" userDrawn="1">
          <p15:clr>
            <a:srgbClr val="F26B43"/>
          </p15:clr>
        </p15:guide>
        <p15:guide id="6" orient="horz" pos="1071" userDrawn="1">
          <p15:clr>
            <a:srgbClr val="F26B43"/>
          </p15:clr>
        </p15:guide>
        <p15:guide id="7" orient="horz" pos="245" userDrawn="1">
          <p15:clr>
            <a:srgbClr val="F26B43"/>
          </p15:clr>
        </p15:guide>
        <p15:guide id="8" orient="horz" pos="4081" userDrawn="1">
          <p15:clr>
            <a:srgbClr val="F26B43"/>
          </p15:clr>
        </p15:guide>
        <p15:guide id="10" pos="4986" userDrawn="1">
          <p15:clr>
            <a:srgbClr val="F26B43"/>
          </p15:clr>
        </p15:guide>
        <p15:guide id="12" pos="1382" userDrawn="1">
          <p15:clr>
            <a:srgbClr val="F26B43"/>
          </p15:clr>
        </p15:guide>
        <p15:guide id="13" pos="1496" userDrawn="1">
          <p15:clr>
            <a:srgbClr val="F26B43"/>
          </p15:clr>
        </p15:guide>
        <p15:guide id="14" pos="2581" userDrawn="1">
          <p15:clr>
            <a:srgbClr val="F26B43"/>
          </p15:clr>
        </p15:guide>
        <p15:guide id="15" pos="2695" userDrawn="1">
          <p15:clr>
            <a:srgbClr val="F26B43"/>
          </p15:clr>
        </p15:guide>
        <p15:guide id="16" pos="6185" userDrawn="1">
          <p15:clr>
            <a:srgbClr val="F26B43"/>
          </p15:clr>
        </p15:guide>
        <p15:guide id="17" pos="3783" userDrawn="1">
          <p15:clr>
            <a:srgbClr val="F26B43"/>
          </p15:clr>
        </p15:guide>
        <p15:guide id="18" pos="3896" userDrawn="1">
          <p15:clr>
            <a:srgbClr val="F26B43"/>
          </p15:clr>
        </p15:guide>
        <p15:guide id="19" pos="3840" userDrawn="1">
          <p15:clr>
            <a:srgbClr val="F26B43"/>
          </p15:clr>
        </p15:guide>
        <p15:guide id="20" pos="6299" userDrawn="1">
          <p15:clr>
            <a:srgbClr val="F26B43"/>
          </p15:clr>
        </p15:guide>
        <p15:guide id="21" orient="horz" pos="1049" userDrawn="1">
          <p15:clr>
            <a:srgbClr val="F26B43"/>
          </p15:clr>
        </p15:guide>
        <p15:guide id="22" orient="horz" pos="641" userDrawn="1">
          <p15:clr>
            <a:srgbClr val="F26B43"/>
          </p15:clr>
        </p15:guide>
        <p15:guide id="23" orient="horz" pos="28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2"/>
            </p:custData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43" imgW="270" imgH="270" progId="TCLayout.ActiveDocument.1">
                  <p:embed/>
                </p:oleObj>
              </mc:Choice>
              <mc:Fallback>
                <p:oleObj name="think-cell Slide" r:id="rId43" imgW="270" imgH="270" progId="TCLayout.ActiveDocument.1">
                  <p:embed/>
                  <p:pic>
                    <p:nvPicPr>
                      <p:cNvPr id="4" name="Object 3" hidden="1"/>
                      <p:cNvPicPr/>
                      <p:nvPr/>
                    </p:nvPicPr>
                    <p:blipFill>
                      <a:blip r:embed="rId44"/>
                      <a:stretch>
                        <a:fillRect/>
                      </a:stretch>
                    </p:blipFill>
                    <p:spPr>
                      <a:xfrm>
                        <a:off x="2119"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69900" y="402586"/>
            <a:ext cx="11252200" cy="692151"/>
          </a:xfrm>
          <a:prstGeom prst="rect">
            <a:avLst/>
          </a:prstGeom>
        </p:spPr>
        <p:txBody>
          <a:bodyPr vert="horz" lIns="0" tIns="0" rIns="0" bIns="0" rtlCol="0" anchor="t" anchorCtr="0">
            <a:noAutofit/>
          </a:bodyPr>
          <a:lstStyle/>
          <a:p>
            <a:r>
              <a:rPr lang="en-GB" noProof="0"/>
              <a:t>Click to edit Master title style</a:t>
            </a:r>
            <a:endParaRPr lang="en-GB" noProof="0" dirty="0"/>
          </a:p>
        </p:txBody>
      </p:sp>
      <p:sp>
        <p:nvSpPr>
          <p:cNvPr id="19" name="Text Placeholder 18"/>
          <p:cNvSpPr>
            <a:spLocks noGrp="1"/>
          </p:cNvSpPr>
          <p:nvPr>
            <p:ph type="body" idx="1"/>
          </p:nvPr>
        </p:nvSpPr>
        <p:spPr>
          <a:xfrm>
            <a:off x="469900" y="1665290"/>
            <a:ext cx="11252200" cy="4633911"/>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2" name="TextBox 11"/>
          <p:cNvSpPr txBox="1"/>
          <p:nvPr userDrawn="1"/>
        </p:nvSpPr>
        <p:spPr>
          <a:xfrm>
            <a:off x="11410953" y="66802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7" name="TextBox 6"/>
          <p:cNvSpPr txBox="1"/>
          <p:nvPr userDrawn="1"/>
        </p:nvSpPr>
        <p:spPr>
          <a:xfrm>
            <a:off x="501649" y="6654807"/>
            <a:ext cx="5355168" cy="201260"/>
          </a:xfrm>
          <a:prstGeom prst="rect">
            <a:avLst/>
          </a:prstGeom>
          <a:noFill/>
        </p:spPr>
        <p:txBody>
          <a:bodyPr wrap="square" lIns="0" tIns="0" rIns="0" bIns="0" rtlCol="0">
            <a:noAutofit/>
          </a:bodyPr>
          <a:lstStyle/>
          <a:p>
            <a:pPr marL="0" indent="0">
              <a:spcBef>
                <a:spcPts val="717"/>
              </a:spcBef>
              <a:buSzPct val="100000"/>
              <a:buFont typeface="Arial"/>
              <a:buNone/>
            </a:pPr>
            <a:r>
              <a:rPr lang="fr-FR" sz="650" noProof="0" dirty="0">
                <a:solidFill>
                  <a:schemeClr val="tx1"/>
                </a:solidFill>
              </a:rPr>
              <a:t>© 2019 Deloitte Touche Tohmatsu India LLP</a:t>
            </a:r>
          </a:p>
        </p:txBody>
      </p:sp>
    </p:spTree>
    <p:extLst>
      <p:ext uri="{BB962C8B-B14F-4D97-AF65-F5344CB8AC3E}">
        <p14:creationId xmlns:p14="http://schemas.microsoft.com/office/powerpoint/2010/main" val="365724220"/>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 id="2147483704" r:id="rId17"/>
    <p:sldLayoutId id="2147483705" r:id="rId18"/>
    <p:sldLayoutId id="2147483706" r:id="rId19"/>
    <p:sldLayoutId id="2147483707" r:id="rId20"/>
    <p:sldLayoutId id="2147483708" r:id="rId21"/>
    <p:sldLayoutId id="2147483709" r:id="rId22"/>
    <p:sldLayoutId id="2147483710" r:id="rId23"/>
    <p:sldLayoutId id="2147483711" r:id="rId24"/>
    <p:sldLayoutId id="2147483712" r:id="rId25"/>
    <p:sldLayoutId id="2147483713" r:id="rId26"/>
    <p:sldLayoutId id="2147483714" r:id="rId27"/>
    <p:sldLayoutId id="2147483715" r:id="rId28"/>
    <p:sldLayoutId id="2147483716" r:id="rId29"/>
    <p:sldLayoutId id="2147483717" r:id="rId30"/>
    <p:sldLayoutId id="2147483718" r:id="rId31"/>
    <p:sldLayoutId id="2147483719" r:id="rId32"/>
    <p:sldLayoutId id="2147483720" r:id="rId33"/>
    <p:sldLayoutId id="2147483721" r:id="rId34"/>
    <p:sldLayoutId id="2147483722" r:id="rId35"/>
    <p:sldLayoutId id="2147483723" r:id="rId36"/>
    <p:sldLayoutId id="2147483724" r:id="rId37"/>
    <p:sldLayoutId id="2147483725" r:id="rId38"/>
    <p:sldLayoutId id="2147483862" r:id="rId39"/>
    <p:sldLayoutId id="2147483864" r:id="rId40"/>
  </p:sldLayoutIdLst>
  <p:transition>
    <p:fade/>
  </p:transition>
  <p:hf sldNum="0" hdr="0" dt="0"/>
  <p:txStyles>
    <p:titleStyle>
      <a:lvl1pPr algn="l" defTabSz="1219170" rtl="0" eaLnBrk="1" latinLnBrk="0" hangingPunct="1">
        <a:spcBef>
          <a:spcPct val="0"/>
        </a:spcBef>
        <a:buNone/>
        <a:defRPr sz="2000" kern="1200">
          <a:solidFill>
            <a:schemeClr val="tx1"/>
          </a:solidFill>
          <a:latin typeface="+mj-lt"/>
          <a:ea typeface="+mj-ea"/>
          <a:cs typeface="+mj-cs"/>
        </a:defRPr>
      </a:lvl1pPr>
    </p:titleStyle>
    <p:bodyStyle>
      <a:lvl1pPr marL="0" indent="0" algn="l" defTabSz="1219170" rtl="0" eaLnBrk="1" latinLnBrk="0" hangingPunct="1">
        <a:spcBef>
          <a:spcPts val="0"/>
        </a:spcBef>
        <a:spcAft>
          <a:spcPts val="1333"/>
        </a:spcAft>
        <a:buClrTx/>
        <a:buSzPct val="100000"/>
        <a:buFont typeface="Arial" panose="020B0604020202020204" pitchFamily="34" charset="0"/>
        <a:buChar char="​"/>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panose="020B0604020202020204" pitchFamily="34" charset="0"/>
        <a:buChar char="​"/>
        <a:defRPr lang="en-US" sz="1200" b="1" kern="1200" dirty="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2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098">
          <p15:clr>
            <a:srgbClr val="F26B43"/>
          </p15:clr>
        </p15:guide>
        <p15:guide id="2" orient="horz" pos="2160">
          <p15:clr>
            <a:srgbClr val="F26B43"/>
          </p15:clr>
        </p15:guide>
        <p15:guide id="3" orient="horz" pos="3968">
          <p15:clr>
            <a:srgbClr val="F26B43"/>
          </p15:clr>
        </p15:guide>
        <p15:guide id="4" pos="296">
          <p15:clr>
            <a:srgbClr val="F26B43"/>
          </p15:clr>
        </p15:guide>
        <p15:guide id="5" pos="7384">
          <p15:clr>
            <a:srgbClr val="F26B43"/>
          </p15:clr>
        </p15:guide>
        <p15:guide id="6" orient="horz" pos="1071">
          <p15:clr>
            <a:srgbClr val="F26B43"/>
          </p15:clr>
        </p15:guide>
        <p15:guide id="7" orient="horz" pos="245">
          <p15:clr>
            <a:srgbClr val="F26B43"/>
          </p15:clr>
        </p15:guide>
        <p15:guide id="8" orient="horz" pos="4081">
          <p15:clr>
            <a:srgbClr val="F26B43"/>
          </p15:clr>
        </p15:guide>
        <p15:guide id="10" pos="4986">
          <p15:clr>
            <a:srgbClr val="F26B43"/>
          </p15:clr>
        </p15:guide>
        <p15:guide id="12" pos="1382">
          <p15:clr>
            <a:srgbClr val="F26B43"/>
          </p15:clr>
        </p15:guide>
        <p15:guide id="13" pos="1496">
          <p15:clr>
            <a:srgbClr val="F26B43"/>
          </p15:clr>
        </p15:guide>
        <p15:guide id="14" pos="2581">
          <p15:clr>
            <a:srgbClr val="F26B43"/>
          </p15:clr>
        </p15:guide>
        <p15:guide id="15" pos="2695">
          <p15:clr>
            <a:srgbClr val="F26B43"/>
          </p15:clr>
        </p15:guide>
        <p15:guide id="16" pos="6185">
          <p15:clr>
            <a:srgbClr val="F26B43"/>
          </p15:clr>
        </p15:guide>
        <p15:guide id="17" pos="3783">
          <p15:clr>
            <a:srgbClr val="F26B43"/>
          </p15:clr>
        </p15:guide>
        <p15:guide id="18" pos="3896">
          <p15:clr>
            <a:srgbClr val="F26B43"/>
          </p15:clr>
        </p15:guide>
        <p15:guide id="19" pos="3840">
          <p15:clr>
            <a:srgbClr val="F26B43"/>
          </p15:clr>
        </p15:guide>
        <p15:guide id="20" pos="6299">
          <p15:clr>
            <a:srgbClr val="F26B43"/>
          </p15:clr>
        </p15:guide>
        <p15:guide id="21" orient="horz" pos="1049">
          <p15:clr>
            <a:srgbClr val="F26B43"/>
          </p15:clr>
        </p15:guide>
        <p15:guide id="22" orient="horz" pos="641">
          <p15:clr>
            <a:srgbClr val="F26B43"/>
          </p15:clr>
        </p15:guide>
        <p15:guide id="23" orient="horz" pos="28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38"/>
            </p:custDataLst>
          </p:nvPr>
        </p:nvGraphicFramePr>
        <p:xfrm>
          <a:off x="2119" y="1590"/>
          <a:ext cx="2116" cy="1587"/>
        </p:xfrm>
        <a:graphic>
          <a:graphicData uri="http://schemas.openxmlformats.org/presentationml/2006/ole">
            <mc:AlternateContent xmlns:mc="http://schemas.openxmlformats.org/markup-compatibility/2006">
              <mc:Choice xmlns:v="urn:schemas-microsoft-com:vml" Requires="v">
                <p:oleObj name="think-cell Slide" r:id="rId39" imgW="270" imgH="270" progId="TCLayout.ActiveDocument.1">
                  <p:embed/>
                </p:oleObj>
              </mc:Choice>
              <mc:Fallback>
                <p:oleObj name="think-cell Slide" r:id="rId39" imgW="270" imgH="270" progId="TCLayout.ActiveDocument.1">
                  <p:embed/>
                  <p:pic>
                    <p:nvPicPr>
                      <p:cNvPr id="4" name="Object 3" hidden="1"/>
                      <p:cNvPicPr/>
                      <p:nvPr/>
                    </p:nvPicPr>
                    <p:blipFill>
                      <a:blip r:embed="rId40"/>
                      <a:stretch>
                        <a:fillRect/>
                      </a:stretch>
                    </p:blipFill>
                    <p:spPr>
                      <a:xfrm>
                        <a:off x="2119" y="1590"/>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2" y="317501"/>
            <a:ext cx="11188700" cy="692150"/>
          </a:xfrm>
          <a:prstGeom prst="rect">
            <a:avLst/>
          </a:prstGeom>
        </p:spPr>
        <p:txBody>
          <a:bodyPr vert="horz" lIns="0" tIns="0" rIns="0" bIns="0" rtlCol="0" anchor="t" anchorCtr="0">
            <a:noAutofit/>
          </a:bodyPr>
          <a:lstStyle/>
          <a:p>
            <a:r>
              <a:rPr lang="en-US" noProof="0" dirty="0"/>
              <a:t>Click to edit Master title style</a:t>
            </a:r>
          </a:p>
        </p:txBody>
      </p:sp>
      <p:sp>
        <p:nvSpPr>
          <p:cNvPr id="18" name="TextBox 17"/>
          <p:cNvSpPr txBox="1"/>
          <p:nvPr userDrawn="1"/>
        </p:nvSpPr>
        <p:spPr>
          <a:xfrm>
            <a:off x="501649" y="6654807"/>
            <a:ext cx="5355168" cy="201260"/>
          </a:xfrm>
          <a:prstGeom prst="rect">
            <a:avLst/>
          </a:prstGeom>
          <a:noFill/>
        </p:spPr>
        <p:txBody>
          <a:bodyPr wrap="square" lIns="0" tIns="0" rIns="0" bIns="0" rtlCol="0">
            <a:noAutofit/>
          </a:bodyPr>
          <a:lstStyle/>
          <a:p>
            <a:pPr marL="0" indent="0">
              <a:spcBef>
                <a:spcPts val="717"/>
              </a:spcBef>
              <a:buSzPct val="100000"/>
              <a:buFont typeface="Arial"/>
              <a:buNone/>
            </a:pPr>
            <a:r>
              <a:rPr lang="fr-FR" sz="650" noProof="0" dirty="0">
                <a:solidFill>
                  <a:schemeClr val="tx1"/>
                </a:solidFill>
              </a:rPr>
              <a:t>© 2019 Deloitte Touche Tohmatsu India LLP</a:t>
            </a:r>
          </a:p>
        </p:txBody>
      </p:sp>
      <p:sp>
        <p:nvSpPr>
          <p:cNvPr id="19" name="Text Placeholder 18"/>
          <p:cNvSpPr>
            <a:spLocks noGrp="1"/>
          </p:cNvSpPr>
          <p:nvPr>
            <p:ph type="body" idx="1"/>
          </p:nvPr>
        </p:nvSpPr>
        <p:spPr>
          <a:xfrm>
            <a:off x="501651" y="1665289"/>
            <a:ext cx="11188700" cy="4716462"/>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TextBox 2"/>
          <p:cNvSpPr txBox="1"/>
          <p:nvPr userDrawn="1"/>
        </p:nvSpPr>
        <p:spPr>
          <a:xfrm>
            <a:off x="11382377" y="6654808"/>
            <a:ext cx="307974" cy="100027"/>
          </a:xfrm>
          <a:prstGeom prst="rect">
            <a:avLst/>
          </a:prstGeom>
          <a:noFill/>
        </p:spPr>
        <p:txBody>
          <a:bodyPr wrap="square" lIns="0" tIns="0" rIns="0" bIns="0" rtlCol="0">
            <a:noAutofit/>
          </a:bodyPr>
          <a:lstStyle/>
          <a:p>
            <a:pPr marL="0" indent="0" algn="r">
              <a:spcBef>
                <a:spcPts val="650"/>
              </a:spcBef>
              <a:buSzPct val="100000"/>
              <a:buFont typeface="Arial"/>
              <a:buNone/>
            </a:pPr>
            <a:fld id="{C58DF478-B544-4ED8-9ED4-6A2648E2D233}" type="slidenum">
              <a:rPr lang="en-US" sz="704" noProof="0" smtClean="0">
                <a:solidFill>
                  <a:schemeClr val="tx1"/>
                </a:solidFill>
              </a:rPr>
              <a:pPr marL="0" indent="0" algn="r">
                <a:spcBef>
                  <a:spcPts val="650"/>
                </a:spcBef>
                <a:buSzPct val="100000"/>
                <a:buFont typeface="Arial"/>
                <a:buNone/>
              </a:pPr>
              <a:t>‹#›</a:t>
            </a:fld>
            <a:endParaRPr lang="en-US" sz="704" noProof="0" dirty="0">
              <a:solidFill>
                <a:schemeClr val="tx1"/>
              </a:solidFill>
            </a:endParaRPr>
          </a:p>
        </p:txBody>
      </p:sp>
    </p:spTree>
    <p:extLst>
      <p:ext uri="{BB962C8B-B14F-4D97-AF65-F5344CB8AC3E}">
        <p14:creationId xmlns:p14="http://schemas.microsoft.com/office/powerpoint/2010/main" val="3381675458"/>
      </p:ext>
    </p:extLst>
  </p:cSld>
  <p:clrMap bg1="lt1" tx1="dk1" bg2="lt2" tx2="dk2" accent1="accent1" accent2="accent2" accent3="accent3" accent4="accent4" accent5="accent5" accent6="accent6" hlink="hlink" folHlink="folHlink"/>
  <p:sldLayoutIdLst>
    <p:sldLayoutId id="2147483816" r:id="rId1"/>
    <p:sldLayoutId id="2147483817" r:id="rId2"/>
    <p:sldLayoutId id="2147483818" r:id="rId3"/>
    <p:sldLayoutId id="2147483819" r:id="rId4"/>
    <p:sldLayoutId id="2147483820" r:id="rId5"/>
    <p:sldLayoutId id="2147483821" r:id="rId6"/>
    <p:sldLayoutId id="2147483822" r:id="rId7"/>
    <p:sldLayoutId id="2147483823" r:id="rId8"/>
    <p:sldLayoutId id="2147483824" r:id="rId9"/>
    <p:sldLayoutId id="2147483825" r:id="rId10"/>
    <p:sldLayoutId id="2147483826" r:id="rId11"/>
    <p:sldLayoutId id="2147483827" r:id="rId12"/>
    <p:sldLayoutId id="2147483828" r:id="rId13"/>
    <p:sldLayoutId id="2147483829" r:id="rId14"/>
    <p:sldLayoutId id="2147483830" r:id="rId15"/>
    <p:sldLayoutId id="2147483831" r:id="rId16"/>
    <p:sldLayoutId id="2147483832" r:id="rId17"/>
    <p:sldLayoutId id="2147483833" r:id="rId18"/>
    <p:sldLayoutId id="2147483834" r:id="rId19"/>
    <p:sldLayoutId id="2147483835" r:id="rId20"/>
    <p:sldLayoutId id="2147483836" r:id="rId21"/>
    <p:sldLayoutId id="2147483837" r:id="rId22"/>
    <p:sldLayoutId id="2147483838" r:id="rId23"/>
    <p:sldLayoutId id="2147483839" r:id="rId24"/>
    <p:sldLayoutId id="2147483840" r:id="rId25"/>
    <p:sldLayoutId id="2147483841" r:id="rId26"/>
    <p:sldLayoutId id="2147483842" r:id="rId27"/>
    <p:sldLayoutId id="2147483843" r:id="rId28"/>
    <p:sldLayoutId id="2147483844" r:id="rId29"/>
    <p:sldLayoutId id="2147483845" r:id="rId30"/>
    <p:sldLayoutId id="2147483846" r:id="rId31"/>
    <p:sldLayoutId id="2147483847" r:id="rId32"/>
    <p:sldLayoutId id="2147483848" r:id="rId33"/>
    <p:sldLayoutId id="2147483853" r:id="rId34"/>
    <p:sldLayoutId id="2147483861" r:id="rId35"/>
    <p:sldLayoutId id="2147483863" r:id="rId36"/>
  </p:sldLayoutIdLst>
  <p:transition>
    <p:fade/>
  </p:transition>
  <p:hf hdr="0" dt="0"/>
  <p:txStyles>
    <p:titleStyle>
      <a:lvl1pPr algn="l" defTabSz="990570" rtl="0" eaLnBrk="1" latinLnBrk="0" hangingPunct="1">
        <a:spcBef>
          <a:spcPct val="0"/>
        </a:spcBef>
        <a:buNone/>
        <a:defRPr sz="2000" kern="1200">
          <a:solidFill>
            <a:schemeClr val="tx1"/>
          </a:solidFill>
          <a:latin typeface="+mj-lt"/>
          <a:ea typeface="+mj-ea"/>
          <a:cs typeface="+mj-cs"/>
        </a:defRPr>
      </a:lvl1pPr>
    </p:titleStyle>
    <p:bodyStyle>
      <a:lvl1pPr marL="0" indent="0" algn="l" defTabSz="990570" rtl="0" eaLnBrk="1" latinLnBrk="0" hangingPunct="1">
        <a:spcBef>
          <a:spcPts val="0"/>
        </a:spcBef>
        <a:spcAft>
          <a:spcPts val="1083"/>
        </a:spcAft>
        <a:buSzPct val="100000"/>
        <a:buFont typeface="Arial" panose="020B0604020202020204" pitchFamily="34" charset="0"/>
        <a:buNone/>
        <a:defRPr sz="1300" b="0" kern="1200">
          <a:solidFill>
            <a:schemeClr val="tx1"/>
          </a:solidFill>
          <a:latin typeface="+mn-lt"/>
          <a:ea typeface="+mn-ea"/>
          <a:cs typeface="+mn-cs"/>
        </a:defRPr>
      </a:lvl1pPr>
      <a:lvl2pPr marL="0" indent="0" algn="l" defTabSz="990570" rtl="0" eaLnBrk="1" latinLnBrk="0" hangingPunct="1">
        <a:spcBef>
          <a:spcPts val="0"/>
        </a:spcBef>
        <a:spcAft>
          <a:spcPts val="1083"/>
        </a:spcAft>
        <a:buClrTx/>
        <a:buSzPct val="100000"/>
        <a:buFont typeface="Arial"/>
        <a:buNone/>
        <a:defRPr lang="en-US" sz="1300" b="1" kern="1200" dirty="0" smtClean="0">
          <a:solidFill>
            <a:schemeClr val="tx1"/>
          </a:solidFill>
          <a:latin typeface="+mn-lt"/>
          <a:ea typeface="+mn-ea"/>
          <a:cs typeface="+mn-cs"/>
        </a:defRPr>
      </a:lvl2pPr>
      <a:lvl3pPr marL="191094" indent="-191094" algn="l" defTabSz="990570" rtl="0" eaLnBrk="1" latinLnBrk="0" hangingPunct="1">
        <a:spcBef>
          <a:spcPts val="0"/>
        </a:spcBef>
        <a:spcAft>
          <a:spcPts val="1083"/>
        </a:spcAft>
        <a:buClrTx/>
        <a:buSzPct val="100000"/>
        <a:buFont typeface="Arial" panose="020B0604020202020204" pitchFamily="34" charset="0"/>
        <a:buChar char="•"/>
        <a:defRPr lang="en-US" sz="1300" kern="1200" dirty="0" smtClean="0">
          <a:solidFill>
            <a:schemeClr val="tx1"/>
          </a:solidFill>
          <a:latin typeface="+mn-lt"/>
          <a:ea typeface="+mn-ea"/>
          <a:cs typeface="+mn-cs"/>
        </a:defRPr>
      </a:lvl3pPr>
      <a:lvl4pPr marL="386088" indent="-191094" algn="l" defTabSz="990570" rtl="0" eaLnBrk="1" latinLnBrk="0" hangingPunct="1">
        <a:spcBef>
          <a:spcPts val="0"/>
        </a:spcBef>
        <a:spcAft>
          <a:spcPts val="1083"/>
        </a:spcAft>
        <a:buClrTx/>
        <a:buSzPct val="100000"/>
        <a:buFont typeface="Verdana" panose="020B0604030504040204" pitchFamily="34" charset="0"/>
        <a:buChar char="−"/>
        <a:defRPr lang="en-US" sz="1300" kern="1200" baseline="0" dirty="0" smtClean="0">
          <a:solidFill>
            <a:schemeClr val="tx1"/>
          </a:solidFill>
          <a:latin typeface="+mn-lt"/>
          <a:ea typeface="+mn-ea"/>
          <a:cs typeface="+mn-cs"/>
        </a:defRPr>
      </a:lvl4pPr>
      <a:lvl5pPr marL="577182" indent="-191094" algn="l" defTabSz="865029" rtl="0" eaLnBrk="1" latinLnBrk="0" hangingPunct="1">
        <a:spcBef>
          <a:spcPts val="0"/>
        </a:spcBef>
        <a:spcAft>
          <a:spcPts val="1083"/>
        </a:spcAft>
        <a:buClrTx/>
        <a:buSzPct val="100000"/>
        <a:buFont typeface="Verdana" panose="020B0604030504040204" pitchFamily="34" charset="0"/>
        <a:buChar char="−"/>
        <a:tabLst/>
        <a:defRPr lang="en-US" sz="1300" kern="1200" baseline="0" dirty="0" smtClean="0">
          <a:solidFill>
            <a:schemeClr val="tx1"/>
          </a:solidFill>
          <a:latin typeface="+mn-lt"/>
          <a:ea typeface="+mn-ea"/>
          <a:cs typeface="+mn-cs"/>
        </a:defRPr>
      </a:lvl5pPr>
      <a:lvl6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6pPr>
      <a:lvl7pPr marL="577182" indent="-191094" algn="l" defTabSz="990570" rtl="0" eaLnBrk="1" latinLnBrk="0" hangingPunct="1">
        <a:spcBef>
          <a:spcPts val="0"/>
        </a:spcBef>
        <a:spcAft>
          <a:spcPts val="1083"/>
        </a:spcAft>
        <a:buFont typeface="Verdana" panose="020B0604030504040204" pitchFamily="34" charset="0"/>
        <a:buChar char="−"/>
        <a:defRPr sz="1300" kern="1200">
          <a:solidFill>
            <a:schemeClr val="tx1"/>
          </a:solidFill>
          <a:latin typeface="+mn-lt"/>
          <a:ea typeface="+mn-ea"/>
          <a:cs typeface="+mn-cs"/>
        </a:defRPr>
      </a:lvl7pPr>
      <a:lvl8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8pPr>
      <a:lvl9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9pPr>
    </p:bodyStyle>
    <p:otherStyle>
      <a:defPPr>
        <a:defRPr lang="en-US"/>
      </a:defPPr>
      <a:lvl1pPr marL="0" algn="l" defTabSz="990570" rtl="0" eaLnBrk="1" latinLnBrk="0" hangingPunct="1">
        <a:defRPr sz="1950" kern="1200">
          <a:solidFill>
            <a:schemeClr val="tx1"/>
          </a:solidFill>
          <a:latin typeface="+mn-lt"/>
          <a:ea typeface="+mn-ea"/>
          <a:cs typeface="+mn-cs"/>
        </a:defRPr>
      </a:lvl1pPr>
      <a:lvl2pPr marL="495285" algn="l" defTabSz="990570" rtl="0" eaLnBrk="1" latinLnBrk="0" hangingPunct="1">
        <a:defRPr sz="1950" kern="1200">
          <a:solidFill>
            <a:schemeClr val="tx1"/>
          </a:solidFill>
          <a:latin typeface="+mn-lt"/>
          <a:ea typeface="+mn-ea"/>
          <a:cs typeface="+mn-cs"/>
        </a:defRPr>
      </a:lvl2pPr>
      <a:lvl3pPr marL="990570" algn="l" defTabSz="990570" rtl="0" eaLnBrk="1" latinLnBrk="0" hangingPunct="1">
        <a:defRPr sz="1950" kern="1200">
          <a:solidFill>
            <a:schemeClr val="tx1"/>
          </a:solidFill>
          <a:latin typeface="+mn-lt"/>
          <a:ea typeface="+mn-ea"/>
          <a:cs typeface="+mn-cs"/>
        </a:defRPr>
      </a:lvl3pPr>
      <a:lvl4pPr marL="1485854" algn="l" defTabSz="990570" rtl="0" eaLnBrk="1" latinLnBrk="0" hangingPunct="1">
        <a:defRPr sz="1950" kern="1200">
          <a:solidFill>
            <a:schemeClr val="tx1"/>
          </a:solidFill>
          <a:latin typeface="+mn-lt"/>
          <a:ea typeface="+mn-ea"/>
          <a:cs typeface="+mn-cs"/>
        </a:defRPr>
      </a:lvl4pPr>
      <a:lvl5pPr marL="1981139" algn="l" defTabSz="990570" rtl="0" eaLnBrk="1" latinLnBrk="0" hangingPunct="1">
        <a:defRPr sz="1950" kern="1200">
          <a:solidFill>
            <a:schemeClr val="tx1"/>
          </a:solidFill>
          <a:latin typeface="+mn-lt"/>
          <a:ea typeface="+mn-ea"/>
          <a:cs typeface="+mn-cs"/>
        </a:defRPr>
      </a:lvl5pPr>
      <a:lvl6pPr marL="2476424" algn="l" defTabSz="990570" rtl="0" eaLnBrk="1" latinLnBrk="0" hangingPunct="1">
        <a:defRPr sz="1950" kern="1200">
          <a:solidFill>
            <a:schemeClr val="tx1"/>
          </a:solidFill>
          <a:latin typeface="+mn-lt"/>
          <a:ea typeface="+mn-ea"/>
          <a:cs typeface="+mn-cs"/>
        </a:defRPr>
      </a:lvl6pPr>
      <a:lvl7pPr marL="2971709" algn="l" defTabSz="990570" rtl="0" eaLnBrk="1" latinLnBrk="0" hangingPunct="1">
        <a:defRPr sz="1950" kern="1200">
          <a:solidFill>
            <a:schemeClr val="tx1"/>
          </a:solidFill>
          <a:latin typeface="+mn-lt"/>
          <a:ea typeface="+mn-ea"/>
          <a:cs typeface="+mn-cs"/>
        </a:defRPr>
      </a:lvl7pPr>
      <a:lvl8pPr marL="3466993" algn="l" defTabSz="990570" rtl="0" eaLnBrk="1" latinLnBrk="0" hangingPunct="1">
        <a:defRPr sz="1950" kern="1200">
          <a:solidFill>
            <a:schemeClr val="tx1"/>
          </a:solidFill>
          <a:latin typeface="+mn-lt"/>
          <a:ea typeface="+mn-ea"/>
          <a:cs typeface="+mn-cs"/>
        </a:defRPr>
      </a:lvl8pPr>
      <a:lvl9pPr marL="3962278" algn="l" defTabSz="990570" rtl="0" eaLnBrk="1" latinLnBrk="0" hangingPunct="1">
        <a:defRPr sz="19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54">
          <p15:clr>
            <a:srgbClr val="F26B43"/>
          </p15:clr>
        </p15:guide>
        <p15:guide id="2" orient="horz" pos="2160">
          <p15:clr>
            <a:srgbClr val="F26B43"/>
          </p15:clr>
        </p15:guide>
        <p15:guide id="3" orient="horz" pos="4020">
          <p15:clr>
            <a:srgbClr val="F26B43"/>
          </p15:clr>
        </p15:guide>
        <p15:guide id="4" pos="257">
          <p15:clr>
            <a:srgbClr val="F26B43"/>
          </p15:clr>
        </p15:guide>
        <p15:guide id="5" pos="5983">
          <p15:clr>
            <a:srgbClr val="F26B43"/>
          </p15:clr>
        </p15:guide>
        <p15:guide id="6" orient="horz" pos="1071">
          <p15:clr>
            <a:srgbClr val="F26B43"/>
          </p15:clr>
        </p15:guide>
        <p15:guide id="7" orient="horz" pos="200">
          <p15:clr>
            <a:srgbClr val="F26B43"/>
          </p15:clr>
        </p15:guide>
        <p15:guide id="8" orient="horz" pos="4080">
          <p15:clr>
            <a:srgbClr val="F26B43"/>
          </p15:clr>
        </p15:guide>
        <p15:guide id="10" pos="4031">
          <p15:clr>
            <a:srgbClr val="F26B43"/>
          </p15:clr>
        </p15:guide>
        <p15:guide id="11" orient="horz" pos="236">
          <p15:clr>
            <a:srgbClr val="F26B43"/>
          </p15:clr>
        </p15:guide>
        <p15:guide id="12" pos="1107">
          <p15:clr>
            <a:srgbClr val="F26B43"/>
          </p15:clr>
        </p15:guide>
        <p15:guide id="13" pos="1232">
          <p15:clr>
            <a:srgbClr val="F26B43"/>
          </p15:clr>
        </p15:guide>
        <p15:guide id="14" pos="2080">
          <p15:clr>
            <a:srgbClr val="F26B43"/>
          </p15:clr>
        </p15:guide>
        <p15:guide id="15" pos="2202">
          <p15:clr>
            <a:srgbClr val="F26B43"/>
          </p15:clr>
        </p15:guide>
        <p15:guide id="16" pos="5005">
          <p15:clr>
            <a:srgbClr val="F26B43"/>
          </p15:clr>
        </p15:guide>
        <p15:guide id="17" pos="3058">
          <p15:clr>
            <a:srgbClr val="F26B43"/>
          </p15:clr>
        </p15:guide>
        <p15:guide id="18" pos="3182">
          <p15:clr>
            <a:srgbClr val="F26B43"/>
          </p15:clr>
        </p15:guide>
        <p15:guide id="19" pos="3120">
          <p15:clr>
            <a:srgbClr val="F26B43"/>
          </p15:clr>
        </p15:guide>
        <p15:guide id="20" pos="5129">
          <p15:clr>
            <a:srgbClr val="F26B43"/>
          </p15:clr>
        </p15:guide>
        <p15:guide id="21" orient="horz" pos="1049">
          <p15:clr>
            <a:srgbClr val="F26B43"/>
          </p15:clr>
        </p15:guide>
        <p15:guide id="22" orient="horz" pos="6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29.xml"/><Relationship Id="rId1" Type="http://schemas.openxmlformats.org/officeDocument/2006/relationships/tags" Target="../tags/tag40.xml"/><Relationship Id="rId4" Type="http://schemas.openxmlformats.org/officeDocument/2006/relationships/image" Target="../media/image5.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8.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107.xml"/><Relationship Id="rId1" Type="http://schemas.openxmlformats.org/officeDocument/2006/relationships/tags" Target="../tags/tag41.xml"/><Relationship Id="rId5" Type="http://schemas.openxmlformats.org/officeDocument/2006/relationships/image" Target="../media/image10.png"/><Relationship Id="rId4" Type="http://schemas.openxmlformats.org/officeDocument/2006/relationships/image" Target="../media/image5.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107.xml"/><Relationship Id="rId1" Type="http://schemas.openxmlformats.org/officeDocument/2006/relationships/tags" Target="../tags/tag42.xml"/><Relationship Id="rId4" Type="http://schemas.openxmlformats.org/officeDocument/2006/relationships/image" Target="../media/image5.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107.xml"/><Relationship Id="rId1" Type="http://schemas.openxmlformats.org/officeDocument/2006/relationships/tags" Target="../tags/tag43.xml"/><Relationship Id="rId5" Type="http://schemas.openxmlformats.org/officeDocument/2006/relationships/image" Target="../media/image11.png"/><Relationship Id="rId4" Type="http://schemas.openxmlformats.org/officeDocument/2006/relationships/image" Target="../media/image5.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8.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107.xml"/><Relationship Id="rId1" Type="http://schemas.openxmlformats.org/officeDocument/2006/relationships/tags" Target="../tags/tag44.xml"/><Relationship Id="rId4" Type="http://schemas.openxmlformats.org/officeDocument/2006/relationships/image" Target="../media/image5.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107.xml"/><Relationship Id="rId1" Type="http://schemas.openxmlformats.org/officeDocument/2006/relationships/tags" Target="../tags/tag45.xml"/><Relationship Id="rId4" Type="http://schemas.openxmlformats.org/officeDocument/2006/relationships/image" Target="../media/image5.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107.xml"/><Relationship Id="rId1" Type="http://schemas.openxmlformats.org/officeDocument/2006/relationships/tags" Target="../tags/tag46.xml"/><Relationship Id="rId4" Type="http://schemas.openxmlformats.org/officeDocument/2006/relationships/image" Target="../media/image5.emf"/></Relationships>
</file>

<file path=ppt/slides/_rels/slide11.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oleObject" Target="../embeddings/oleObject39.bin"/><Relationship Id="rId7" Type="http://schemas.openxmlformats.org/officeDocument/2006/relationships/image" Target="../media/image14.wmf"/><Relationship Id="rId2" Type="http://schemas.openxmlformats.org/officeDocument/2006/relationships/slideLayout" Target="../slideLayouts/slideLayout107.xml"/><Relationship Id="rId1" Type="http://schemas.openxmlformats.org/officeDocument/2006/relationships/tags" Target="../tags/tag4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5.emf"/></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07.xml"/><Relationship Id="rId1" Type="http://schemas.openxmlformats.org/officeDocument/2006/relationships/tags" Target="../tags/tag48.xml"/><Relationship Id="rId5" Type="http://schemas.openxmlformats.org/officeDocument/2006/relationships/image" Target="../media/image5.emf"/><Relationship Id="rId4" Type="http://schemas.openxmlformats.org/officeDocument/2006/relationships/oleObject" Target="../embeddings/oleObject39.bin"/></Relationships>
</file>

<file path=ppt/slides/_rels/slide13.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oleObject" Target="../embeddings/oleObject39.bin"/><Relationship Id="rId7" Type="http://schemas.openxmlformats.org/officeDocument/2006/relationships/diagramQuickStyle" Target="../diagrams/quickStyle1.xml"/><Relationship Id="rId2" Type="http://schemas.openxmlformats.org/officeDocument/2006/relationships/slideLayout" Target="../slideLayouts/slideLayout107.xml"/><Relationship Id="rId1" Type="http://schemas.openxmlformats.org/officeDocument/2006/relationships/tags" Target="../tags/tag49.xml"/><Relationship Id="rId6" Type="http://schemas.openxmlformats.org/officeDocument/2006/relationships/diagramLayout" Target="../diagrams/layout1.xml"/><Relationship Id="rId5" Type="http://schemas.openxmlformats.org/officeDocument/2006/relationships/diagramData" Target="../diagrams/data1.xml"/><Relationship Id="rId10" Type="http://schemas.openxmlformats.org/officeDocument/2006/relationships/image" Target="../media/image16.png"/><Relationship Id="rId4" Type="http://schemas.openxmlformats.org/officeDocument/2006/relationships/image" Target="../media/image5.emf"/><Relationship Id="rId9" Type="http://schemas.microsoft.com/office/2007/relationships/diagramDrawing" Target="../diagrams/drawing1.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107.xml"/><Relationship Id="rId1" Type="http://schemas.openxmlformats.org/officeDocument/2006/relationships/tags" Target="../tags/tag50.xml"/><Relationship Id="rId4" Type="http://schemas.openxmlformats.org/officeDocument/2006/relationships/image" Target="../media/image5.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g"/><Relationship Id="rId1" Type="http://schemas.openxmlformats.org/officeDocument/2006/relationships/slideLayout" Target="../slideLayouts/slideLayout78.xml"/><Relationship Id="rId5" Type="http://schemas.openxmlformats.org/officeDocument/2006/relationships/image" Target="../media/image20.jpg"/><Relationship Id="rId4" Type="http://schemas.openxmlformats.org/officeDocument/2006/relationships/image" Target="../media/image19.jfi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xml"/><Relationship Id="rId1" Type="http://schemas.openxmlformats.org/officeDocument/2006/relationships/slideLayout" Target="../slideLayouts/slideLayout53.xml"/><Relationship Id="rId4" Type="http://schemas.openxmlformats.org/officeDocument/2006/relationships/hyperlink" Target="mailto:spatnaik@deloitte.com"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4.xml"/><Relationship Id="rId1" Type="http://schemas.openxmlformats.org/officeDocument/2006/relationships/slideLayout" Target="../slideLayouts/slideLayout55.xml"/><Relationship Id="rId4" Type="http://schemas.openxmlformats.org/officeDocument/2006/relationships/hyperlink" Target="mailto:aanudwivedi@DELOITTE.com"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19.jfif"/><Relationship Id="rId2" Type="http://schemas.openxmlformats.org/officeDocument/2006/relationships/notesSlide" Target="../notesSlides/notesSlide5.xml"/><Relationship Id="rId1" Type="http://schemas.openxmlformats.org/officeDocument/2006/relationships/slideLayout" Target="../slideLayouts/slideLayout55.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6.xml"/><Relationship Id="rId1" Type="http://schemas.openxmlformats.org/officeDocument/2006/relationships/slideLayout" Target="../slideLayouts/slideLayout55.xml"/><Relationship Id="rId4" Type="http://schemas.openxmlformats.org/officeDocument/2006/relationships/image" Target="../media/image22.jpg"/></Relationships>
</file>

<file path=ppt/slides/_rels/slide22.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3.jpeg"/><Relationship Id="rId1" Type="http://schemas.openxmlformats.org/officeDocument/2006/relationships/slideLayout" Target="../slideLayouts/slideLayout55.xml"/></Relationships>
</file>

<file path=ppt/slides/_rels/slide2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7.xml"/><Relationship Id="rId1" Type="http://schemas.openxmlformats.org/officeDocument/2006/relationships/slideLayout" Target="../slideLayouts/slideLayout55.xml"/></Relationships>
</file>

<file path=ppt/slides/_rels/slide24.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8.xml"/><Relationship Id="rId1" Type="http://schemas.openxmlformats.org/officeDocument/2006/relationships/slideLayout" Target="../slideLayouts/slideLayout55.xml"/><Relationship Id="rId4" Type="http://schemas.openxmlformats.org/officeDocument/2006/relationships/image" Target="../media/image26.jpeg"/></Relationships>
</file>

<file path=ppt/slides/_rels/slide25.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jpg"/><Relationship Id="rId1" Type="http://schemas.openxmlformats.org/officeDocument/2006/relationships/slideLayout" Target="../slideLayouts/slideLayout55.xml"/></Relationships>
</file>

<file path=ppt/slides/_rels/slide2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9.xml"/><Relationship Id="rId1" Type="http://schemas.openxmlformats.org/officeDocument/2006/relationships/slideLayout" Target="../slideLayouts/slideLayout55.xml"/></Relationships>
</file>

<file path=ppt/slides/_rels/slide27.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0.xml"/><Relationship Id="rId1" Type="http://schemas.openxmlformats.org/officeDocument/2006/relationships/slideLayout" Target="../slideLayouts/slideLayout54.xml"/></Relationships>
</file>

<file path=ppt/slides/_rels/slide2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1.xml"/><Relationship Id="rId1" Type="http://schemas.openxmlformats.org/officeDocument/2006/relationships/slideLayout" Target="../slideLayouts/slideLayout54.xml"/></Relationships>
</file>

<file path=ppt/slides/_rels/slide2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2.xml"/><Relationship Id="rId1" Type="http://schemas.openxmlformats.org/officeDocument/2006/relationships/slideLayout" Target="../slideLayouts/slideLayout5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8.xml"/><Relationship Id="rId1" Type="http://schemas.openxmlformats.org/officeDocument/2006/relationships/tags" Target="../tags/tag51.xml"/><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D_PresentationTitle"/>
          <p:cNvSpPr>
            <a:spLocks noGrp="1"/>
          </p:cNvSpPr>
          <p:nvPr>
            <p:ph type="ctrTitle"/>
          </p:nvPr>
        </p:nvSpPr>
        <p:spPr>
          <a:xfrm>
            <a:off x="487787" y="5352818"/>
            <a:ext cx="11163523" cy="606411"/>
          </a:xfrm>
        </p:spPr>
        <p:txBody>
          <a:bodyPr/>
          <a:lstStyle/>
          <a:p>
            <a:r>
              <a:rPr lang="en-US" sz="2000" dirty="0"/>
              <a:t>Proposal for Program Management Consultancy for Business Transformation</a:t>
            </a:r>
          </a:p>
        </p:txBody>
      </p:sp>
      <p:sp>
        <p:nvSpPr>
          <p:cNvPr id="7" name="FLD_PresentationSubtitle"/>
          <p:cNvSpPr>
            <a:spLocks noGrp="1"/>
          </p:cNvSpPr>
          <p:nvPr>
            <p:ph type="subTitle" idx="1"/>
          </p:nvPr>
        </p:nvSpPr>
        <p:spPr>
          <a:xfrm>
            <a:off x="487787" y="5999831"/>
            <a:ext cx="9642835" cy="505645"/>
          </a:xfrm>
        </p:spPr>
        <p:txBody>
          <a:bodyPr/>
          <a:lstStyle/>
          <a:p>
            <a:r>
              <a:rPr lang="en-US" sz="1400" dirty="0"/>
              <a:t>BSES Rajdhani Power Limited and BSES Yamuna Power Limited</a:t>
            </a:r>
          </a:p>
          <a:p>
            <a:r>
              <a:rPr lang="en-US" sz="1400" dirty="0">
                <a:solidFill>
                  <a:schemeClr val="accent1"/>
                </a:solidFill>
              </a:rPr>
              <a:t>February 2021</a:t>
            </a:r>
            <a:endParaRPr lang="en-GB" sz="1200" dirty="0">
              <a:solidFill>
                <a:schemeClr val="accent1"/>
              </a:solidFill>
            </a:endParaRPr>
          </a:p>
        </p:txBody>
      </p:sp>
      <p:pic>
        <p:nvPicPr>
          <p:cNvPr id="5" name="Picture Placeholder 5"/>
          <p:cNvPicPr>
            <a:picLocks noGrp="1" noChangeAspect="1"/>
          </p:cNvPicPr>
          <p:nvPr>
            <p:ph type="pic" sz="quarter" idx="11"/>
          </p:nvPr>
        </p:nvPicPr>
        <p:blipFill>
          <a:blip r:embed="rId3">
            <a:extLst>
              <a:ext uri="{28A0092B-C50C-407E-A947-70E740481C1C}">
                <a14:useLocalDpi xmlns:a14="http://schemas.microsoft.com/office/drawing/2010/main" val="0"/>
              </a:ext>
            </a:extLst>
          </a:blip>
          <a:srcRect l="1064" r="1064"/>
          <a:stretch>
            <a:fillRect/>
          </a:stretch>
        </p:blipFill>
        <p:spPr>
          <a:xfrm>
            <a:off x="3369549" y="256024"/>
            <a:ext cx="5400000" cy="5400000"/>
          </a:xfrm>
        </p:spPr>
      </p:pic>
    </p:spTree>
    <p:extLst>
      <p:ext uri="{BB962C8B-B14F-4D97-AF65-F5344CB8AC3E}">
        <p14:creationId xmlns:p14="http://schemas.microsoft.com/office/powerpoint/2010/main" val="2095489097"/>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7" name="Object 76"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77" name="Object 76"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2" name="Text Placeholder 2"/>
          <p:cNvSpPr txBox="1">
            <a:spLocks/>
          </p:cNvSpPr>
          <p:nvPr/>
        </p:nvSpPr>
        <p:spPr>
          <a:xfrm>
            <a:off x="469900" y="736688"/>
            <a:ext cx="11252200" cy="757255"/>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ClrTx/>
              <a:buSzPct val="100000"/>
              <a:buFont typeface="Arial" panose="020B0604020202020204" pitchFamily="34" charset="0"/>
              <a:buNone/>
              <a:defRPr sz="2000" b="0" kern="1200">
                <a:solidFill>
                  <a:srgbClr val="575757"/>
                </a:solidFill>
                <a:latin typeface="+mn-lt"/>
                <a:ea typeface="+mn-ea"/>
                <a:cs typeface="+mn-cs"/>
              </a:defRPr>
            </a:lvl1pPr>
            <a:lvl2pPr marL="0" indent="0" algn="l" defTabSz="1219170" rtl="0" eaLnBrk="1" latinLnBrk="0" hangingPunct="1">
              <a:spcBef>
                <a:spcPts val="0"/>
              </a:spcBef>
              <a:spcAft>
                <a:spcPts val="1333"/>
              </a:spcAft>
              <a:buClrTx/>
              <a:buSzPct val="100000"/>
              <a:buFont typeface="Arial" panose="020B0604020202020204" pitchFamily="34" charset="0"/>
              <a:buChar char="​"/>
              <a:defRPr lang="en-US" sz="1200" b="1" kern="1200" dirty="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2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9pPr>
          </a:lstStyle>
          <a:p>
            <a:pPr lvl="0"/>
            <a:endParaRPr lang="en-US" dirty="0"/>
          </a:p>
        </p:txBody>
      </p:sp>
      <p:sp>
        <p:nvSpPr>
          <p:cNvPr id="75" name="Title 1"/>
          <p:cNvSpPr txBox="1">
            <a:spLocks/>
          </p:cNvSpPr>
          <p:nvPr/>
        </p:nvSpPr>
        <p:spPr bwMode="gray">
          <a:xfrm>
            <a:off x="469900" y="402586"/>
            <a:ext cx="11252200" cy="698501"/>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pPr lvl="0">
              <a:defRPr/>
            </a:pPr>
            <a:r>
              <a:rPr lang="en-US" dirty="0"/>
              <a:t>Contents</a:t>
            </a:r>
            <a:endParaRPr kumimoji="0" lang="en-IN" sz="2000" b="0" i="0" u="none" strike="noStrike" kern="1200" cap="none" spc="0" normalizeH="0" baseline="0" noProof="0" dirty="0">
              <a:ln>
                <a:noFill/>
              </a:ln>
              <a:solidFill>
                <a:srgbClr val="000000"/>
              </a:solidFill>
              <a:effectLst/>
              <a:uLnTx/>
              <a:uFillTx/>
              <a:latin typeface="Verdana"/>
              <a:ea typeface="+mj-ea"/>
              <a:cs typeface="+mj-cs"/>
            </a:endParaRPr>
          </a:p>
        </p:txBody>
      </p:sp>
      <p:sp>
        <p:nvSpPr>
          <p:cNvPr id="8" name="Rectangle 7"/>
          <p:cNvSpPr/>
          <p:nvPr/>
        </p:nvSpPr>
        <p:spPr bwMode="gray">
          <a:xfrm>
            <a:off x="1701508" y="1314065"/>
            <a:ext cx="180000" cy="4752000"/>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800" b="1" dirty="0">
              <a:solidFill>
                <a:schemeClr val="bg1"/>
              </a:solidFill>
            </a:endParaRPr>
          </a:p>
        </p:txBody>
      </p:sp>
      <p:sp>
        <p:nvSpPr>
          <p:cNvPr id="9" name="Oval 8"/>
          <p:cNvSpPr/>
          <p:nvPr/>
        </p:nvSpPr>
        <p:spPr>
          <a:xfrm>
            <a:off x="1663900" y="1702045"/>
            <a:ext cx="252000" cy="252000"/>
          </a:xfrm>
          <a:prstGeom prst="ellipse">
            <a:avLst/>
          </a:prstGeom>
          <a:solidFill>
            <a:schemeClr val="bg2"/>
          </a:solidFill>
          <a:ln w="38100">
            <a:solidFill>
              <a:srgbClr val="004F5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en-US" sz="1800" b="1" dirty="0">
              <a:solidFill>
                <a:schemeClr val="bg2"/>
              </a:solidFill>
            </a:endParaRPr>
          </a:p>
        </p:txBody>
      </p:sp>
      <p:sp>
        <p:nvSpPr>
          <p:cNvPr id="10" name="Oval 9"/>
          <p:cNvSpPr/>
          <p:nvPr/>
        </p:nvSpPr>
        <p:spPr>
          <a:xfrm>
            <a:off x="1663900" y="2433664"/>
            <a:ext cx="252000" cy="252000"/>
          </a:xfrm>
          <a:prstGeom prst="ellipse">
            <a:avLst/>
          </a:prstGeom>
          <a:solidFill>
            <a:schemeClr val="bg2"/>
          </a:solidFill>
          <a:ln w="38100">
            <a:solidFill>
              <a:srgbClr val="004F5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en-US" sz="1800" b="1" dirty="0">
              <a:solidFill>
                <a:schemeClr val="bg2"/>
              </a:solidFill>
            </a:endParaRPr>
          </a:p>
        </p:txBody>
      </p:sp>
      <p:sp>
        <p:nvSpPr>
          <p:cNvPr id="11" name="Oval 10"/>
          <p:cNvSpPr/>
          <p:nvPr/>
        </p:nvSpPr>
        <p:spPr>
          <a:xfrm>
            <a:off x="1663900" y="3165283"/>
            <a:ext cx="252000" cy="252000"/>
          </a:xfrm>
          <a:prstGeom prst="ellipse">
            <a:avLst/>
          </a:prstGeom>
          <a:solidFill>
            <a:schemeClr val="bg2"/>
          </a:solidFill>
          <a:ln w="38100">
            <a:solidFill>
              <a:srgbClr val="004F5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en-US" sz="1800" b="1" dirty="0">
              <a:solidFill>
                <a:schemeClr val="bg2"/>
              </a:solidFill>
            </a:endParaRPr>
          </a:p>
        </p:txBody>
      </p:sp>
      <p:sp>
        <p:nvSpPr>
          <p:cNvPr id="12" name="Oval 11"/>
          <p:cNvSpPr/>
          <p:nvPr/>
        </p:nvSpPr>
        <p:spPr>
          <a:xfrm>
            <a:off x="1663900" y="3896902"/>
            <a:ext cx="252000" cy="252000"/>
          </a:xfrm>
          <a:prstGeom prst="ellipse">
            <a:avLst/>
          </a:prstGeom>
          <a:solidFill>
            <a:schemeClr val="bg2"/>
          </a:solidFill>
          <a:ln w="38100">
            <a:solidFill>
              <a:srgbClr val="004F5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en-US" sz="1800" b="1" dirty="0">
              <a:solidFill>
                <a:schemeClr val="bg2"/>
              </a:solidFill>
            </a:endParaRPr>
          </a:p>
        </p:txBody>
      </p:sp>
      <p:sp>
        <p:nvSpPr>
          <p:cNvPr id="13" name="Rectangle 12"/>
          <p:cNvSpPr>
            <a:spLocks/>
          </p:cNvSpPr>
          <p:nvPr/>
        </p:nvSpPr>
        <p:spPr>
          <a:xfrm>
            <a:off x="2328092" y="1648045"/>
            <a:ext cx="3600000" cy="360000"/>
          </a:xfrm>
          <a:prstGeom prst="rect">
            <a:avLst/>
          </a:prstGeom>
        </p:spPr>
        <p:txBody>
          <a:bodyPr wrap="none" anchor="ctr">
            <a:spAutoFit/>
          </a:bodyPr>
          <a:lstStyle/>
          <a:p>
            <a:r>
              <a:rPr lang="en-US" sz="1800" dirty="0"/>
              <a:t>About Deloitte</a:t>
            </a:r>
            <a:endParaRPr lang="en-IN" sz="1800" dirty="0"/>
          </a:p>
        </p:txBody>
      </p:sp>
      <p:sp>
        <p:nvSpPr>
          <p:cNvPr id="14" name="Rectangle 13"/>
          <p:cNvSpPr>
            <a:spLocks/>
          </p:cNvSpPr>
          <p:nvPr/>
        </p:nvSpPr>
        <p:spPr>
          <a:xfrm>
            <a:off x="2328092" y="2378731"/>
            <a:ext cx="3600000" cy="360000"/>
          </a:xfrm>
          <a:prstGeom prst="rect">
            <a:avLst/>
          </a:prstGeom>
        </p:spPr>
        <p:txBody>
          <a:bodyPr wrap="none" anchor="ctr">
            <a:spAutoFit/>
          </a:bodyPr>
          <a:lstStyle/>
          <a:p>
            <a:r>
              <a:rPr lang="en-US" sz="1800" dirty="0"/>
              <a:t>Scope of Work</a:t>
            </a:r>
            <a:endParaRPr lang="en-IN" sz="1800" dirty="0"/>
          </a:p>
        </p:txBody>
      </p:sp>
      <p:sp>
        <p:nvSpPr>
          <p:cNvPr id="15" name="Rectangle 14"/>
          <p:cNvSpPr>
            <a:spLocks/>
          </p:cNvSpPr>
          <p:nvPr/>
        </p:nvSpPr>
        <p:spPr>
          <a:xfrm>
            <a:off x="2328092" y="3109417"/>
            <a:ext cx="3600000" cy="360000"/>
          </a:xfrm>
          <a:prstGeom prst="rect">
            <a:avLst/>
          </a:prstGeom>
        </p:spPr>
        <p:txBody>
          <a:bodyPr wrap="none" anchor="ctr">
            <a:spAutoFit/>
          </a:bodyPr>
          <a:lstStyle/>
          <a:p>
            <a:r>
              <a:rPr lang="en-US" sz="1800" dirty="0"/>
              <a:t>Budgetary Fees</a:t>
            </a:r>
            <a:endParaRPr lang="en-IN" sz="1800" dirty="0"/>
          </a:p>
        </p:txBody>
      </p:sp>
      <p:sp>
        <p:nvSpPr>
          <p:cNvPr id="16" name="Rectangle 15"/>
          <p:cNvSpPr>
            <a:spLocks/>
          </p:cNvSpPr>
          <p:nvPr/>
        </p:nvSpPr>
        <p:spPr>
          <a:xfrm>
            <a:off x="2328092" y="3840103"/>
            <a:ext cx="3600000" cy="360000"/>
          </a:xfrm>
          <a:prstGeom prst="rect">
            <a:avLst/>
          </a:prstGeom>
        </p:spPr>
        <p:txBody>
          <a:bodyPr wrap="none" anchor="ctr">
            <a:spAutoFit/>
          </a:bodyPr>
          <a:lstStyle/>
          <a:p>
            <a:r>
              <a:rPr lang="en-US" sz="1800" dirty="0"/>
              <a:t>Team Profile</a:t>
            </a:r>
            <a:endParaRPr lang="en-IN" sz="1800" dirty="0"/>
          </a:p>
        </p:txBody>
      </p:sp>
      <p:sp>
        <p:nvSpPr>
          <p:cNvPr id="17" name="Rectangle 16"/>
          <p:cNvSpPr>
            <a:spLocks/>
          </p:cNvSpPr>
          <p:nvPr/>
        </p:nvSpPr>
        <p:spPr>
          <a:xfrm>
            <a:off x="2328092" y="4570789"/>
            <a:ext cx="3600000" cy="360000"/>
          </a:xfrm>
          <a:prstGeom prst="rect">
            <a:avLst/>
          </a:prstGeom>
        </p:spPr>
        <p:txBody>
          <a:bodyPr wrap="none" anchor="ctr">
            <a:spAutoFit/>
          </a:bodyPr>
          <a:lstStyle/>
          <a:p>
            <a:r>
              <a:rPr lang="en-US" sz="1800" dirty="0"/>
              <a:t>Select Credentials</a:t>
            </a:r>
            <a:endParaRPr lang="en-IN" sz="1800" dirty="0"/>
          </a:p>
        </p:txBody>
      </p:sp>
      <p:sp>
        <p:nvSpPr>
          <p:cNvPr id="18" name="Rectangle 17"/>
          <p:cNvSpPr>
            <a:spLocks/>
          </p:cNvSpPr>
          <p:nvPr/>
        </p:nvSpPr>
        <p:spPr>
          <a:xfrm>
            <a:off x="2328092" y="5301473"/>
            <a:ext cx="3669594" cy="369332"/>
          </a:xfrm>
          <a:prstGeom prst="rect">
            <a:avLst/>
          </a:prstGeom>
        </p:spPr>
        <p:txBody>
          <a:bodyPr wrap="none" anchor="ctr">
            <a:spAutoFit/>
          </a:bodyPr>
          <a:lstStyle/>
          <a:p>
            <a:r>
              <a:rPr lang="en-US" sz="1800" dirty="0"/>
              <a:t>General Terms and Conditions</a:t>
            </a:r>
            <a:endParaRPr lang="en-IN" sz="1800" dirty="0"/>
          </a:p>
        </p:txBody>
      </p:sp>
      <p:sp>
        <p:nvSpPr>
          <p:cNvPr id="19" name="Oval 18"/>
          <p:cNvSpPr/>
          <p:nvPr/>
        </p:nvSpPr>
        <p:spPr>
          <a:xfrm>
            <a:off x="1663900" y="4628521"/>
            <a:ext cx="252000" cy="252000"/>
          </a:xfrm>
          <a:prstGeom prst="ellipse">
            <a:avLst/>
          </a:prstGeom>
          <a:solidFill>
            <a:schemeClr val="bg2"/>
          </a:solidFill>
          <a:ln w="38100">
            <a:solidFill>
              <a:srgbClr val="004F5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en-US" sz="1800" b="1" dirty="0">
              <a:solidFill>
                <a:schemeClr val="bg2"/>
              </a:solidFill>
            </a:endParaRPr>
          </a:p>
        </p:txBody>
      </p:sp>
      <p:sp>
        <p:nvSpPr>
          <p:cNvPr id="20" name="Oval 19"/>
          <p:cNvSpPr/>
          <p:nvPr/>
        </p:nvSpPr>
        <p:spPr>
          <a:xfrm>
            <a:off x="1659941" y="5360139"/>
            <a:ext cx="252000" cy="252000"/>
          </a:xfrm>
          <a:prstGeom prst="ellipse">
            <a:avLst/>
          </a:prstGeom>
          <a:solidFill>
            <a:schemeClr val="bg2"/>
          </a:solidFill>
          <a:ln w="38100">
            <a:solidFill>
              <a:srgbClr val="004F5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en-US" sz="1800" b="1" dirty="0">
              <a:solidFill>
                <a:schemeClr val="bg2"/>
              </a:solidFill>
            </a:endParaRPr>
          </a:p>
        </p:txBody>
      </p:sp>
    </p:spTree>
    <p:extLst>
      <p:ext uri="{BB962C8B-B14F-4D97-AF65-F5344CB8AC3E}">
        <p14:creationId xmlns:p14="http://schemas.microsoft.com/office/powerpoint/2010/main" val="223893419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About Deloitte</a:t>
            </a:r>
          </a:p>
        </p:txBody>
      </p:sp>
      <p:sp>
        <p:nvSpPr>
          <p:cNvPr id="3" name="Text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5268273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7" name="Object 76"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77" name="Object 76"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2" name="Text Placeholder 2"/>
          <p:cNvSpPr txBox="1">
            <a:spLocks/>
          </p:cNvSpPr>
          <p:nvPr/>
        </p:nvSpPr>
        <p:spPr>
          <a:xfrm>
            <a:off x="469900" y="736688"/>
            <a:ext cx="11252200" cy="757255"/>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ClrTx/>
              <a:buSzPct val="100000"/>
              <a:buFont typeface="Arial" panose="020B0604020202020204" pitchFamily="34" charset="0"/>
              <a:buNone/>
              <a:defRPr sz="2000" b="0" kern="1200">
                <a:solidFill>
                  <a:srgbClr val="575757"/>
                </a:solidFill>
                <a:latin typeface="+mn-lt"/>
                <a:ea typeface="+mn-ea"/>
                <a:cs typeface="+mn-cs"/>
              </a:defRPr>
            </a:lvl1pPr>
            <a:lvl2pPr marL="0" indent="0" algn="l" defTabSz="1219170" rtl="0" eaLnBrk="1" latinLnBrk="0" hangingPunct="1">
              <a:spcBef>
                <a:spcPts val="0"/>
              </a:spcBef>
              <a:spcAft>
                <a:spcPts val="1333"/>
              </a:spcAft>
              <a:buClrTx/>
              <a:buSzPct val="100000"/>
              <a:buFont typeface="Arial" panose="020B0604020202020204" pitchFamily="34" charset="0"/>
              <a:buChar char="​"/>
              <a:defRPr lang="en-US" sz="1200" b="1" kern="1200" dirty="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2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9pPr>
          </a:lstStyle>
          <a:p>
            <a:endParaRPr lang="en-US" dirty="0"/>
          </a:p>
        </p:txBody>
      </p:sp>
      <p:sp>
        <p:nvSpPr>
          <p:cNvPr id="75" name="Title 1"/>
          <p:cNvSpPr txBox="1">
            <a:spLocks/>
          </p:cNvSpPr>
          <p:nvPr/>
        </p:nvSpPr>
        <p:spPr bwMode="gray">
          <a:xfrm>
            <a:off x="469900" y="402586"/>
            <a:ext cx="11252200" cy="698501"/>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pPr lvl="0">
              <a:defRPr/>
            </a:pPr>
            <a:r>
              <a:rPr lang="en-IN" dirty="0"/>
              <a:t>Deloitte is …</a:t>
            </a:r>
            <a:endParaRPr kumimoji="0" lang="en-IN" sz="2000" b="0" i="0" u="none" strike="noStrike" kern="1200" cap="none" spc="0" normalizeH="0" baseline="0" noProof="0" dirty="0">
              <a:ln>
                <a:noFill/>
              </a:ln>
              <a:solidFill>
                <a:srgbClr val="000000"/>
              </a:solidFill>
              <a:effectLst/>
              <a:uLnTx/>
              <a:uFillTx/>
              <a:latin typeface="Verdana"/>
              <a:ea typeface="+mj-ea"/>
              <a:cs typeface="+mj-cs"/>
            </a:endParaRPr>
          </a:p>
        </p:txBody>
      </p:sp>
      <p:grpSp>
        <p:nvGrpSpPr>
          <p:cNvPr id="5" name="Group 4"/>
          <p:cNvGrpSpPr>
            <a:grpSpLocks noChangeAspect="1"/>
          </p:cNvGrpSpPr>
          <p:nvPr/>
        </p:nvGrpSpPr>
        <p:grpSpPr>
          <a:xfrm>
            <a:off x="3472872" y="1505519"/>
            <a:ext cx="8646480" cy="4738187"/>
            <a:chOff x="439793" y="1434544"/>
            <a:chExt cx="9570711" cy="5244655"/>
          </a:xfrm>
        </p:grpSpPr>
        <p:sp>
          <p:nvSpPr>
            <p:cNvPr id="6" name="Oval 5"/>
            <p:cNvSpPr/>
            <p:nvPr/>
          </p:nvSpPr>
          <p:spPr bwMode="gray">
            <a:xfrm>
              <a:off x="3834526" y="1942214"/>
              <a:ext cx="776514" cy="776514"/>
            </a:xfrm>
            <a:prstGeom prst="ellipse">
              <a:avLst/>
            </a:prstGeom>
            <a:solidFill>
              <a:srgbClr val="DDEFE8"/>
            </a:solidFill>
            <a:ln w="19050" algn="ctr">
              <a:noFill/>
              <a:miter lim="800000"/>
              <a:headEnd/>
              <a:tailEnd/>
            </a:ln>
          </p:spPr>
          <p:txBody>
            <a:bodyPr wrap="square" lIns="83658" tIns="83658" rIns="83658" bIns="83658" rtlCol="0" anchor="ctr"/>
            <a:lstStyle/>
            <a:p>
              <a:pPr algn="ctr">
                <a:lnSpc>
                  <a:spcPct val="106000"/>
                </a:lnSpc>
                <a:buFont typeface="Wingdings 2" pitchFamily="18" charset="2"/>
                <a:buNone/>
              </a:pPr>
              <a:endParaRPr lang="en-IN" sz="1400" b="1" dirty="0">
                <a:solidFill>
                  <a:schemeClr val="bg1"/>
                </a:solidFill>
              </a:endParaRPr>
            </a:p>
          </p:txBody>
        </p:sp>
        <p:sp>
          <p:nvSpPr>
            <p:cNvPr id="7" name="Oval 6"/>
            <p:cNvSpPr/>
            <p:nvPr/>
          </p:nvSpPr>
          <p:spPr bwMode="gray">
            <a:xfrm>
              <a:off x="5634297" y="2093908"/>
              <a:ext cx="776514" cy="776514"/>
            </a:xfrm>
            <a:prstGeom prst="ellipse">
              <a:avLst/>
            </a:prstGeom>
            <a:solidFill>
              <a:schemeClr val="accent1">
                <a:lumMod val="20000"/>
                <a:lumOff val="80000"/>
              </a:schemeClr>
            </a:solidFill>
            <a:ln w="19050" algn="ctr">
              <a:noFill/>
              <a:miter lim="800000"/>
              <a:headEnd/>
              <a:tailEnd/>
            </a:ln>
          </p:spPr>
          <p:txBody>
            <a:bodyPr wrap="square" lIns="83658" tIns="83658" rIns="83658" bIns="83658" rtlCol="0" anchor="ctr"/>
            <a:lstStyle/>
            <a:p>
              <a:pPr algn="ctr">
                <a:lnSpc>
                  <a:spcPct val="106000"/>
                </a:lnSpc>
                <a:buFont typeface="Wingdings 2" pitchFamily="18" charset="2"/>
                <a:buNone/>
              </a:pPr>
              <a:endParaRPr lang="en-IN" sz="1400" b="1" dirty="0">
                <a:solidFill>
                  <a:schemeClr val="bg1"/>
                </a:solidFill>
              </a:endParaRPr>
            </a:p>
          </p:txBody>
        </p:sp>
        <p:sp>
          <p:nvSpPr>
            <p:cNvPr id="8" name="Oval 7"/>
            <p:cNvSpPr/>
            <p:nvPr/>
          </p:nvSpPr>
          <p:spPr bwMode="gray">
            <a:xfrm>
              <a:off x="6343243" y="3484738"/>
              <a:ext cx="776514" cy="776514"/>
            </a:xfrm>
            <a:prstGeom prst="ellipse">
              <a:avLst/>
            </a:prstGeom>
            <a:solidFill>
              <a:srgbClr val="E9EAEB"/>
            </a:solidFill>
            <a:ln w="19050" algn="ctr">
              <a:noFill/>
              <a:miter lim="800000"/>
              <a:headEnd/>
              <a:tailEnd/>
            </a:ln>
          </p:spPr>
          <p:txBody>
            <a:bodyPr wrap="square" lIns="83658" tIns="83658" rIns="83658" bIns="83658" rtlCol="0" anchor="ctr"/>
            <a:lstStyle/>
            <a:p>
              <a:pPr algn="ctr">
                <a:lnSpc>
                  <a:spcPct val="106000"/>
                </a:lnSpc>
                <a:buFont typeface="Wingdings 2" pitchFamily="18" charset="2"/>
                <a:buNone/>
              </a:pPr>
              <a:endParaRPr lang="en-IN" sz="1400" b="1" dirty="0">
                <a:solidFill>
                  <a:schemeClr val="bg1"/>
                </a:solidFill>
              </a:endParaRPr>
            </a:p>
          </p:txBody>
        </p:sp>
        <p:sp>
          <p:nvSpPr>
            <p:cNvPr id="9" name="Oval 8"/>
            <p:cNvSpPr/>
            <p:nvPr/>
          </p:nvSpPr>
          <p:spPr bwMode="gray">
            <a:xfrm>
              <a:off x="6067084" y="4632143"/>
              <a:ext cx="776514" cy="776514"/>
            </a:xfrm>
            <a:prstGeom prst="ellipse">
              <a:avLst/>
            </a:prstGeom>
            <a:solidFill>
              <a:srgbClr val="E9EAEB"/>
            </a:solidFill>
            <a:ln w="19050" algn="ctr">
              <a:noFill/>
              <a:miter lim="800000"/>
              <a:headEnd/>
              <a:tailEnd/>
            </a:ln>
          </p:spPr>
          <p:txBody>
            <a:bodyPr wrap="square" lIns="83658" tIns="83658" rIns="83658" bIns="83658" rtlCol="0" anchor="ctr"/>
            <a:lstStyle/>
            <a:p>
              <a:pPr algn="ctr">
                <a:lnSpc>
                  <a:spcPct val="106000"/>
                </a:lnSpc>
                <a:buFont typeface="Wingdings 2" pitchFamily="18" charset="2"/>
                <a:buNone/>
              </a:pPr>
              <a:endParaRPr lang="en-IN" sz="1400" b="1" dirty="0">
                <a:solidFill>
                  <a:schemeClr val="bg1"/>
                </a:solidFill>
              </a:endParaRPr>
            </a:p>
          </p:txBody>
        </p:sp>
        <p:sp>
          <p:nvSpPr>
            <p:cNvPr id="10" name="Oval 9"/>
            <p:cNvSpPr/>
            <p:nvPr/>
          </p:nvSpPr>
          <p:spPr bwMode="gray">
            <a:xfrm>
              <a:off x="4704447" y="5182214"/>
              <a:ext cx="776514" cy="776514"/>
            </a:xfrm>
            <a:prstGeom prst="ellipse">
              <a:avLst/>
            </a:prstGeom>
            <a:solidFill>
              <a:schemeClr val="accent3">
                <a:lumMod val="20000"/>
                <a:lumOff val="80000"/>
              </a:schemeClr>
            </a:solidFill>
            <a:ln w="19050" algn="ctr">
              <a:noFill/>
              <a:miter lim="800000"/>
              <a:headEnd/>
              <a:tailEnd/>
            </a:ln>
          </p:spPr>
          <p:txBody>
            <a:bodyPr wrap="square" lIns="83658" tIns="83658" rIns="83658" bIns="83658" rtlCol="0" anchor="ctr"/>
            <a:lstStyle/>
            <a:p>
              <a:pPr algn="ctr">
                <a:lnSpc>
                  <a:spcPct val="106000"/>
                </a:lnSpc>
                <a:buFont typeface="Wingdings 2" pitchFamily="18" charset="2"/>
                <a:buNone/>
              </a:pPr>
              <a:endParaRPr lang="en-IN" sz="1400" b="1" dirty="0">
                <a:solidFill>
                  <a:schemeClr val="bg1"/>
                </a:solidFill>
              </a:endParaRPr>
            </a:p>
          </p:txBody>
        </p:sp>
        <p:sp>
          <p:nvSpPr>
            <p:cNvPr id="11" name="Oval 10"/>
            <p:cNvSpPr/>
            <p:nvPr/>
          </p:nvSpPr>
          <p:spPr bwMode="gray">
            <a:xfrm>
              <a:off x="3343471" y="4747100"/>
              <a:ext cx="776514" cy="776514"/>
            </a:xfrm>
            <a:prstGeom prst="ellipse">
              <a:avLst/>
            </a:prstGeom>
            <a:solidFill>
              <a:schemeClr val="accent1">
                <a:lumMod val="20000"/>
                <a:lumOff val="80000"/>
              </a:schemeClr>
            </a:solidFill>
            <a:ln w="19050" algn="ctr">
              <a:noFill/>
              <a:miter lim="800000"/>
              <a:headEnd/>
              <a:tailEnd/>
            </a:ln>
          </p:spPr>
          <p:txBody>
            <a:bodyPr wrap="square" lIns="83658" tIns="83658" rIns="83658" bIns="83658" rtlCol="0" anchor="ctr"/>
            <a:lstStyle/>
            <a:p>
              <a:pPr algn="ctr">
                <a:lnSpc>
                  <a:spcPct val="106000"/>
                </a:lnSpc>
                <a:buFont typeface="Wingdings 2" pitchFamily="18" charset="2"/>
                <a:buNone/>
              </a:pPr>
              <a:endParaRPr lang="en-IN" sz="1400" b="1" dirty="0">
                <a:solidFill>
                  <a:schemeClr val="bg1"/>
                </a:solidFill>
              </a:endParaRPr>
            </a:p>
          </p:txBody>
        </p:sp>
        <p:sp>
          <p:nvSpPr>
            <p:cNvPr id="12" name="Oval 11"/>
            <p:cNvSpPr/>
            <p:nvPr/>
          </p:nvSpPr>
          <p:spPr bwMode="gray">
            <a:xfrm>
              <a:off x="2931479" y="3237614"/>
              <a:ext cx="776514" cy="776514"/>
            </a:xfrm>
            <a:prstGeom prst="ellipse">
              <a:avLst/>
            </a:prstGeom>
            <a:solidFill>
              <a:schemeClr val="tx2">
                <a:lumMod val="20000"/>
                <a:lumOff val="80000"/>
              </a:schemeClr>
            </a:solidFill>
            <a:ln w="19050" algn="ctr">
              <a:noFill/>
              <a:miter lim="800000"/>
              <a:headEnd/>
              <a:tailEnd/>
            </a:ln>
          </p:spPr>
          <p:txBody>
            <a:bodyPr wrap="square" lIns="83658" tIns="83658" rIns="83658" bIns="83658" rtlCol="0" anchor="ctr"/>
            <a:lstStyle/>
            <a:p>
              <a:pPr algn="ctr">
                <a:lnSpc>
                  <a:spcPct val="106000"/>
                </a:lnSpc>
                <a:buFont typeface="Wingdings 2" pitchFamily="18" charset="2"/>
                <a:buNone/>
              </a:pPr>
              <a:endParaRPr lang="en-IN" sz="1400" b="1" dirty="0">
                <a:solidFill>
                  <a:schemeClr val="bg1"/>
                </a:solidFill>
              </a:endParaRPr>
            </a:p>
          </p:txBody>
        </p:sp>
        <p:pic>
          <p:nvPicPr>
            <p:cNvPr id="13" name="Pictur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62146" y="1813214"/>
              <a:ext cx="4434892" cy="4319998"/>
            </a:xfrm>
            <a:prstGeom prst="rect">
              <a:avLst/>
            </a:prstGeom>
            <a:noFill/>
            <a:ln>
              <a:noFill/>
            </a:ln>
          </p:spPr>
        </p:pic>
        <p:sp>
          <p:nvSpPr>
            <p:cNvPr id="14" name="Rectangle 13"/>
            <p:cNvSpPr/>
            <p:nvPr/>
          </p:nvSpPr>
          <p:spPr>
            <a:xfrm>
              <a:off x="1775255" y="1434544"/>
              <a:ext cx="2100807" cy="817620"/>
            </a:xfrm>
            <a:prstGeom prst="rect">
              <a:avLst/>
            </a:prstGeom>
          </p:spPr>
          <p:txBody>
            <a:bodyPr wrap="square">
              <a:spAutoFit/>
            </a:bodyPr>
            <a:lstStyle/>
            <a:p>
              <a:r>
                <a:rPr lang="en-GB" sz="1100" spc="405" dirty="0">
                  <a:solidFill>
                    <a:schemeClr val="accent3"/>
                  </a:solidFill>
                </a:rPr>
                <a:t>REVENUE</a:t>
              </a:r>
              <a:r>
                <a:rPr lang="en-GB" sz="1800" spc="405" dirty="0">
                  <a:solidFill>
                    <a:schemeClr val="accent3"/>
                  </a:solidFill>
                </a:rPr>
                <a:t> </a:t>
              </a:r>
            </a:p>
            <a:p>
              <a:r>
                <a:rPr lang="en-GB" sz="2400" dirty="0">
                  <a:solidFill>
                    <a:schemeClr val="accent3"/>
                  </a:solidFill>
                </a:rPr>
                <a:t>US$46.2B</a:t>
              </a:r>
            </a:p>
          </p:txBody>
        </p:sp>
        <p:sp>
          <p:nvSpPr>
            <p:cNvPr id="15" name="Rectangle 14"/>
            <p:cNvSpPr/>
            <p:nvPr/>
          </p:nvSpPr>
          <p:spPr>
            <a:xfrm>
              <a:off x="7975193" y="3157101"/>
              <a:ext cx="1755673" cy="885755"/>
            </a:xfrm>
            <a:prstGeom prst="rect">
              <a:avLst/>
            </a:prstGeom>
          </p:spPr>
          <p:txBody>
            <a:bodyPr wrap="square">
              <a:spAutoFit/>
            </a:bodyPr>
            <a:lstStyle/>
            <a:p>
              <a:r>
                <a:rPr lang="en-GB" sz="1100" dirty="0">
                  <a:solidFill>
                    <a:schemeClr val="accent4"/>
                  </a:solidFill>
                </a:rPr>
                <a:t>COUNTRIES AND TERRITORIES</a:t>
              </a:r>
              <a:endParaRPr lang="en-GB" sz="1800" dirty="0">
                <a:solidFill>
                  <a:schemeClr val="accent4"/>
                </a:solidFill>
              </a:endParaRPr>
            </a:p>
            <a:p>
              <a:r>
                <a:rPr lang="en-GB" sz="2400" dirty="0">
                  <a:solidFill>
                    <a:schemeClr val="accent4"/>
                  </a:solidFill>
                </a:rPr>
                <a:t>150+</a:t>
              </a:r>
            </a:p>
          </p:txBody>
        </p:sp>
        <p:sp>
          <p:nvSpPr>
            <p:cNvPr id="16" name="Rectangle 15"/>
            <p:cNvSpPr/>
            <p:nvPr/>
          </p:nvSpPr>
          <p:spPr>
            <a:xfrm>
              <a:off x="459968" y="5525332"/>
              <a:ext cx="3143750" cy="885755"/>
            </a:xfrm>
            <a:prstGeom prst="rect">
              <a:avLst/>
            </a:prstGeom>
          </p:spPr>
          <p:txBody>
            <a:bodyPr wrap="square" lIns="0" rIns="0">
              <a:spAutoFit/>
            </a:bodyPr>
            <a:lstStyle/>
            <a:p>
              <a:r>
                <a:rPr lang="en-IN" sz="1100" dirty="0">
                  <a:solidFill>
                    <a:schemeClr val="accent2"/>
                  </a:solidFill>
                </a:rPr>
                <a:t>DELOITTE PROFESSIONALS WHO EXPERIENCED DELOITTE UNIVERSITY</a:t>
              </a:r>
            </a:p>
            <a:p>
              <a:r>
                <a:rPr lang="en-GB" dirty="0">
                  <a:solidFill>
                    <a:schemeClr val="accent2"/>
                  </a:solidFill>
                </a:rPr>
                <a:t>1,32,000</a:t>
              </a:r>
              <a:r>
                <a:rPr lang="en-GB" sz="2400" dirty="0">
                  <a:solidFill>
                    <a:schemeClr val="accent2"/>
                  </a:solidFill>
                </a:rPr>
                <a:t>+</a:t>
              </a:r>
            </a:p>
          </p:txBody>
        </p:sp>
        <p:sp>
          <p:nvSpPr>
            <p:cNvPr id="17" name="Rectangle 16"/>
            <p:cNvSpPr/>
            <p:nvPr/>
          </p:nvSpPr>
          <p:spPr>
            <a:xfrm>
              <a:off x="7739585" y="4617540"/>
              <a:ext cx="2270919" cy="885755"/>
            </a:xfrm>
            <a:prstGeom prst="rect">
              <a:avLst/>
            </a:prstGeom>
            <a:solidFill>
              <a:srgbClr val="FFFFFF"/>
            </a:solidFill>
          </p:spPr>
          <p:txBody>
            <a:bodyPr wrap="square">
              <a:spAutoFit/>
            </a:bodyPr>
            <a:lstStyle/>
            <a:p>
              <a:r>
                <a:rPr lang="en-GB" sz="1100" dirty="0">
                  <a:solidFill>
                    <a:schemeClr val="accent3">
                      <a:lumMod val="50000"/>
                    </a:schemeClr>
                  </a:solidFill>
                </a:rPr>
                <a:t>SOCIETAL IMPACT CONTRIBUTIONS</a:t>
              </a:r>
            </a:p>
            <a:p>
              <a:r>
                <a:rPr lang="en-GB" sz="2400" dirty="0">
                  <a:solidFill>
                    <a:schemeClr val="accent3">
                      <a:lumMod val="50000"/>
                    </a:schemeClr>
                  </a:solidFill>
                </a:rPr>
                <a:t>US$238M+</a:t>
              </a:r>
            </a:p>
          </p:txBody>
        </p:sp>
        <p:sp>
          <p:nvSpPr>
            <p:cNvPr id="18" name="Rectangle 17"/>
            <p:cNvSpPr/>
            <p:nvPr/>
          </p:nvSpPr>
          <p:spPr>
            <a:xfrm>
              <a:off x="5135678" y="5980815"/>
              <a:ext cx="1562944" cy="698384"/>
            </a:xfrm>
            <a:prstGeom prst="rect">
              <a:avLst/>
            </a:prstGeom>
          </p:spPr>
          <p:txBody>
            <a:bodyPr wrap="square">
              <a:spAutoFit/>
            </a:bodyPr>
            <a:lstStyle/>
            <a:p>
              <a:r>
                <a:rPr lang="en-GB" sz="1100" dirty="0">
                  <a:solidFill>
                    <a:schemeClr val="accent5"/>
                  </a:solidFill>
                </a:rPr>
                <a:t>NEW HIRES</a:t>
              </a:r>
            </a:p>
            <a:p>
              <a:r>
                <a:rPr lang="en-GB" sz="2400" dirty="0">
                  <a:solidFill>
                    <a:schemeClr val="accent5"/>
                  </a:solidFill>
                </a:rPr>
                <a:t>90,540</a:t>
              </a:r>
            </a:p>
          </p:txBody>
        </p:sp>
        <p:sp>
          <p:nvSpPr>
            <p:cNvPr id="19" name="Rectangle 18"/>
            <p:cNvSpPr/>
            <p:nvPr/>
          </p:nvSpPr>
          <p:spPr>
            <a:xfrm>
              <a:off x="4370573" y="3545408"/>
              <a:ext cx="1547220" cy="715418"/>
            </a:xfrm>
            <a:prstGeom prst="rect">
              <a:avLst/>
            </a:prstGeom>
          </p:spPr>
          <p:txBody>
            <a:bodyPr wrap="square">
              <a:spAutoFit/>
            </a:bodyPr>
            <a:lstStyle/>
            <a:p>
              <a:pPr algn="ctr"/>
              <a:r>
                <a:rPr lang="en-US" sz="1600" dirty="0"/>
                <a:t>DELOITTE </a:t>
              </a:r>
              <a:r>
                <a:rPr lang="en-US" sz="2000" b="1" dirty="0"/>
                <a:t>FY2019</a:t>
              </a:r>
            </a:p>
          </p:txBody>
        </p:sp>
        <p:cxnSp>
          <p:nvCxnSpPr>
            <p:cNvPr id="20" name="Elbow Connector 19"/>
            <p:cNvCxnSpPr/>
            <p:nvPr/>
          </p:nvCxnSpPr>
          <p:spPr>
            <a:xfrm rot="10800000">
              <a:off x="1860977" y="1521015"/>
              <a:ext cx="2160000" cy="432000"/>
            </a:xfrm>
            <a:prstGeom prst="bentConnector3">
              <a:avLst>
                <a:gd name="adj1" fmla="val -315"/>
              </a:avLst>
            </a:prstGeom>
            <a:ln>
              <a:solidFill>
                <a:schemeClr val="accent3"/>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21" name="Elbow Connector 20"/>
            <p:cNvCxnSpPr/>
            <p:nvPr/>
          </p:nvCxnSpPr>
          <p:spPr>
            <a:xfrm rot="10800000" flipV="1">
              <a:off x="439793" y="5371214"/>
              <a:ext cx="3013832" cy="1051110"/>
            </a:xfrm>
            <a:prstGeom prst="bentConnector3">
              <a:avLst>
                <a:gd name="adj1" fmla="val -61"/>
              </a:avLst>
            </a:prstGeom>
            <a:ln>
              <a:solidFill>
                <a:schemeClr val="accent2"/>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22" name="Elbow Connector 21"/>
            <p:cNvCxnSpPr/>
            <p:nvPr/>
          </p:nvCxnSpPr>
          <p:spPr>
            <a:xfrm flipV="1">
              <a:off x="7191021" y="3144768"/>
              <a:ext cx="2384372" cy="791009"/>
            </a:xfrm>
            <a:prstGeom prst="bentConnector3">
              <a:avLst>
                <a:gd name="adj1" fmla="val 31464"/>
              </a:avLst>
            </a:prstGeom>
            <a:ln>
              <a:solidFill>
                <a:schemeClr val="accent4"/>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23" name="Elbow Connector 22"/>
            <p:cNvCxnSpPr/>
            <p:nvPr/>
          </p:nvCxnSpPr>
          <p:spPr>
            <a:xfrm flipV="1">
              <a:off x="5992821" y="1469497"/>
              <a:ext cx="1836000" cy="545787"/>
            </a:xfrm>
            <a:prstGeom prst="bentConnector3">
              <a:avLst>
                <a:gd name="adj1" fmla="val 39"/>
              </a:avLst>
            </a:prstGeom>
            <a:ln>
              <a:solidFill>
                <a:srgbClr val="43B02A"/>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a:off x="5092704" y="6054614"/>
              <a:ext cx="1368000" cy="612000"/>
            </a:xfrm>
            <a:prstGeom prst="bentConnector3">
              <a:avLst>
                <a:gd name="adj1" fmla="val -42"/>
              </a:avLst>
            </a:prstGeom>
            <a:ln>
              <a:solidFill>
                <a:schemeClr val="accent5"/>
              </a:solidFill>
              <a:prstDash val="dash"/>
              <a:tailEnd type="oval"/>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6222593" y="1488405"/>
              <a:ext cx="1692000" cy="698384"/>
            </a:xfrm>
            <a:prstGeom prst="rect">
              <a:avLst/>
            </a:prstGeom>
          </p:spPr>
          <p:txBody>
            <a:bodyPr wrap="square">
              <a:spAutoFit/>
            </a:bodyPr>
            <a:lstStyle/>
            <a:p>
              <a:r>
                <a:rPr lang="en-GB" sz="1100" dirty="0">
                  <a:solidFill>
                    <a:srgbClr val="43B02A"/>
                  </a:solidFill>
                </a:rPr>
                <a:t>HEADCOUNT</a:t>
              </a:r>
            </a:p>
            <a:p>
              <a:r>
                <a:rPr lang="en-GB" sz="2400" dirty="0">
                  <a:solidFill>
                    <a:srgbClr val="43B02A"/>
                  </a:solidFill>
                </a:rPr>
                <a:t>318,200</a:t>
              </a:r>
            </a:p>
          </p:txBody>
        </p:sp>
        <p:cxnSp>
          <p:nvCxnSpPr>
            <p:cNvPr id="26" name="Elbow Connector 25"/>
            <p:cNvCxnSpPr/>
            <p:nvPr/>
          </p:nvCxnSpPr>
          <p:spPr>
            <a:xfrm>
              <a:off x="6762473" y="5126325"/>
              <a:ext cx="2926390" cy="376113"/>
            </a:xfrm>
            <a:prstGeom prst="bentConnector3">
              <a:avLst>
                <a:gd name="adj1" fmla="val 31773"/>
              </a:avLst>
            </a:prstGeom>
            <a:ln>
              <a:solidFill>
                <a:schemeClr val="accent3">
                  <a:lumMod val="50000"/>
                </a:schemeClr>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rot="10800000" flipV="1">
              <a:off x="1443108" y="3933615"/>
              <a:ext cx="1511222" cy="656174"/>
            </a:xfrm>
            <a:prstGeom prst="bentConnector3">
              <a:avLst>
                <a:gd name="adj1" fmla="val 99414"/>
              </a:avLst>
            </a:prstGeom>
            <a:ln>
              <a:solidFill>
                <a:schemeClr val="accent6"/>
              </a:solidFill>
              <a:prstDash val="dash"/>
              <a:tailEnd type="oval"/>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1443108" y="3966656"/>
              <a:ext cx="1121885" cy="698384"/>
            </a:xfrm>
            <a:prstGeom prst="rect">
              <a:avLst/>
            </a:prstGeom>
          </p:spPr>
          <p:txBody>
            <a:bodyPr wrap="square">
              <a:spAutoFit/>
            </a:bodyPr>
            <a:lstStyle/>
            <a:p>
              <a:pPr algn="ctr"/>
              <a:r>
                <a:rPr lang="en-GB" sz="1100" dirty="0">
                  <a:solidFill>
                    <a:schemeClr val="tx2"/>
                  </a:solidFill>
                </a:rPr>
                <a:t>OFFICES</a:t>
              </a:r>
            </a:p>
            <a:p>
              <a:pPr algn="ctr"/>
              <a:r>
                <a:rPr lang="en-GB" sz="2400" dirty="0">
                  <a:solidFill>
                    <a:schemeClr val="tx2"/>
                  </a:solidFill>
                </a:rPr>
                <a:t>725</a:t>
              </a:r>
            </a:p>
          </p:txBody>
        </p:sp>
      </p:grpSp>
      <p:sp>
        <p:nvSpPr>
          <p:cNvPr id="29" name="Content Placeholder 7"/>
          <p:cNvSpPr txBox="1">
            <a:spLocks/>
          </p:cNvSpPr>
          <p:nvPr/>
        </p:nvSpPr>
        <p:spPr>
          <a:xfrm>
            <a:off x="409080" y="1441913"/>
            <a:ext cx="3461043" cy="4575267"/>
          </a:xfrm>
          <a:prstGeom prst="rect">
            <a:avLst/>
          </a:prstGeom>
        </p:spPr>
        <p:txBody>
          <a:bodyPr/>
          <a:lstStyle>
            <a:lvl1pPr marL="0" indent="0" algn="l" defTabSz="1219170" rtl="0" eaLnBrk="1" latinLnBrk="0" hangingPunct="1">
              <a:spcBef>
                <a:spcPts val="0"/>
              </a:spcBef>
              <a:spcAft>
                <a:spcPts val="1333"/>
              </a:spcAft>
              <a:buClrTx/>
              <a:buSzPct val="100000"/>
              <a:buFont typeface="Arial" panose="020B0604020202020204" pitchFamily="34" charset="0"/>
              <a:buChar char="​"/>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panose="020B0604020202020204" pitchFamily="34" charset="0"/>
              <a:buChar char="​"/>
              <a:defRPr lang="en-US" sz="1200" b="1" kern="1200" dirty="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2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9pPr>
          </a:lstStyle>
          <a:p>
            <a:pPr marL="166412" indent="-166412">
              <a:buFont typeface="Arial" panose="020B0604020202020204" pitchFamily="34" charset="0"/>
              <a:buChar char="•"/>
            </a:pPr>
            <a:r>
              <a:rPr lang="en-IN" sz="1400" dirty="0"/>
              <a:t>Committed to being </a:t>
            </a:r>
            <a:r>
              <a:rPr lang="en-IN" sz="1400" b="1" dirty="0">
                <a:solidFill>
                  <a:schemeClr val="accent1"/>
                </a:solidFill>
              </a:rPr>
              <a:t>the best</a:t>
            </a:r>
            <a:r>
              <a:rPr lang="en-IN" sz="1400" dirty="0"/>
              <a:t>, raising the bar higher and setting the pace for others to follow</a:t>
            </a:r>
          </a:p>
          <a:p>
            <a:pPr marL="166412" indent="-166412">
              <a:buFont typeface="Arial" panose="020B0604020202020204" pitchFamily="34" charset="0"/>
              <a:buChar char="•"/>
            </a:pPr>
            <a:r>
              <a:rPr lang="en-IN" sz="1400" dirty="0"/>
              <a:t>Delivers against a broad and deep multidisciplinary portfolio of business capabilities that is </a:t>
            </a:r>
            <a:r>
              <a:rPr lang="en-IN" sz="1400" b="1" dirty="0">
                <a:solidFill>
                  <a:schemeClr val="accent1"/>
                </a:solidFill>
              </a:rPr>
              <a:t>distinctive in our profession</a:t>
            </a:r>
          </a:p>
          <a:p>
            <a:pPr marL="166412" indent="-166412">
              <a:buFont typeface="Arial" panose="020B0604020202020204" pitchFamily="34" charset="0"/>
              <a:buChar char="•"/>
            </a:pPr>
            <a:r>
              <a:rPr lang="en-IN" sz="1400" dirty="0"/>
              <a:t>Recognised as </a:t>
            </a:r>
            <a:r>
              <a:rPr lang="en-IN" sz="1400" b="1" dirty="0">
                <a:solidFill>
                  <a:schemeClr val="accent1"/>
                </a:solidFill>
              </a:rPr>
              <a:t>a leader </a:t>
            </a:r>
            <a:r>
              <a:rPr lang="en-IN" sz="1400" dirty="0"/>
              <a:t>by independent experts across most capabilities and industries of any professional services provider</a:t>
            </a:r>
          </a:p>
          <a:p>
            <a:pPr marL="166412" indent="-166412">
              <a:buFont typeface="Arial" panose="020B0604020202020204" pitchFamily="34" charset="0"/>
              <a:buChar char="•"/>
            </a:pPr>
            <a:r>
              <a:rPr lang="en-IN" sz="1400" dirty="0"/>
              <a:t>Redefining how our professionals serve clients and the public interest by </a:t>
            </a:r>
            <a:r>
              <a:rPr lang="en-IN" sz="1400" b="1" dirty="0">
                <a:solidFill>
                  <a:schemeClr val="accent1"/>
                </a:solidFill>
              </a:rPr>
              <a:t>making an impact that matters</a:t>
            </a:r>
          </a:p>
        </p:txBody>
      </p:sp>
      <p:grpSp>
        <p:nvGrpSpPr>
          <p:cNvPr id="30" name="Group 29"/>
          <p:cNvGrpSpPr/>
          <p:nvPr/>
        </p:nvGrpSpPr>
        <p:grpSpPr>
          <a:xfrm>
            <a:off x="413862" y="6267918"/>
            <a:ext cx="11414909" cy="396507"/>
            <a:chOff x="439793" y="6702463"/>
            <a:chExt cx="9808545" cy="421351"/>
          </a:xfrm>
        </p:grpSpPr>
        <p:sp>
          <p:nvSpPr>
            <p:cNvPr id="31" name="Rectangle 30"/>
            <p:cNvSpPr/>
            <p:nvPr/>
          </p:nvSpPr>
          <p:spPr>
            <a:xfrm>
              <a:off x="699218" y="6779169"/>
              <a:ext cx="9549120" cy="294355"/>
            </a:xfrm>
            <a:prstGeom prst="rect">
              <a:avLst/>
            </a:prstGeom>
            <a:solidFill>
              <a:srgbClr val="55A5C1"/>
            </a:solidFill>
          </p:spPr>
          <p:txBody>
            <a:bodyPr wrap="square" lIns="304896" rIns="33877">
              <a:spAutoFit/>
            </a:bodyPr>
            <a:lstStyle/>
            <a:p>
              <a:pPr defTabSz="1214300" eaLnBrk="0" hangingPunct="0">
                <a:defRPr/>
              </a:pPr>
              <a:r>
                <a:rPr lang="en-US" sz="1200" b="1" spc="188" dirty="0">
                  <a:solidFill>
                    <a:schemeClr val="bg1"/>
                  </a:solidFill>
                  <a:cs typeface="Times New Roman" pitchFamily="18" charset="0"/>
                </a:rPr>
                <a:t>Deloitte member firms serve 390+ of the Global Fortune 500 companies</a:t>
              </a:r>
            </a:p>
          </p:txBody>
        </p:sp>
        <p:grpSp>
          <p:nvGrpSpPr>
            <p:cNvPr id="32" name="Group 31"/>
            <p:cNvGrpSpPr/>
            <p:nvPr/>
          </p:nvGrpSpPr>
          <p:grpSpPr>
            <a:xfrm>
              <a:off x="439793" y="6702463"/>
              <a:ext cx="412291" cy="421351"/>
              <a:chOff x="10058400" y="4031737"/>
              <a:chExt cx="412291" cy="421351"/>
            </a:xfrm>
          </p:grpSpPr>
          <p:sp>
            <p:nvSpPr>
              <p:cNvPr id="33" name="Oval 32"/>
              <p:cNvSpPr/>
              <p:nvPr/>
            </p:nvSpPr>
            <p:spPr bwMode="gray">
              <a:xfrm>
                <a:off x="10058400" y="4040797"/>
                <a:ext cx="412291" cy="412291"/>
              </a:xfrm>
              <a:prstGeom prst="ellipse">
                <a:avLst/>
              </a:prstGeom>
              <a:solidFill>
                <a:schemeClr val="bg1"/>
              </a:solidFill>
              <a:ln w="19050" algn="ctr">
                <a:noFill/>
                <a:miter lim="800000"/>
                <a:headEnd/>
                <a:tailEnd/>
              </a:ln>
            </p:spPr>
            <p:txBody>
              <a:bodyPr wrap="square" lIns="83658" tIns="83658" rIns="83658" bIns="83658" rtlCol="0" anchor="ctr"/>
              <a:lstStyle/>
              <a:p>
                <a:pPr algn="ctr">
                  <a:lnSpc>
                    <a:spcPct val="106000"/>
                  </a:lnSpc>
                  <a:buFont typeface="Wingdings 2" pitchFamily="18" charset="2"/>
                  <a:buNone/>
                </a:pPr>
                <a:endParaRPr lang="en-GB" sz="1506" b="1" dirty="0">
                  <a:solidFill>
                    <a:schemeClr val="bg1"/>
                  </a:solidFill>
                </a:endParaRPr>
              </a:p>
            </p:txBody>
          </p:sp>
          <p:sp>
            <p:nvSpPr>
              <p:cNvPr id="34" name="Freeform 636"/>
              <p:cNvSpPr>
                <a:spLocks noEditPoints="1"/>
              </p:cNvSpPr>
              <p:nvPr/>
            </p:nvSpPr>
            <p:spPr bwMode="auto">
              <a:xfrm>
                <a:off x="10081025" y="4031737"/>
                <a:ext cx="309339" cy="382556"/>
              </a:xfrm>
              <a:custGeom>
                <a:avLst/>
                <a:gdLst>
                  <a:gd name="T0" fmla="*/ 260 w 512"/>
                  <a:gd name="T1" fmla="*/ 165 h 512"/>
                  <a:gd name="T2" fmla="*/ 295 w 512"/>
                  <a:gd name="T3" fmla="*/ 288 h 512"/>
                  <a:gd name="T4" fmla="*/ 128 w 512"/>
                  <a:gd name="T5" fmla="*/ 288 h 512"/>
                  <a:gd name="T6" fmla="*/ 119 w 512"/>
                  <a:gd name="T7" fmla="*/ 250 h 512"/>
                  <a:gd name="T8" fmla="*/ 260 w 512"/>
                  <a:gd name="T9" fmla="*/ 165 h 512"/>
                  <a:gd name="T10" fmla="*/ 192 w 512"/>
                  <a:gd name="T11" fmla="*/ 309 h 512"/>
                  <a:gd name="T12" fmla="*/ 213 w 512"/>
                  <a:gd name="T13" fmla="*/ 330 h 512"/>
                  <a:gd name="T14" fmla="*/ 234 w 512"/>
                  <a:gd name="T15" fmla="*/ 309 h 512"/>
                  <a:gd name="T16" fmla="*/ 234 w 512"/>
                  <a:gd name="T17" fmla="*/ 309 h 512"/>
                  <a:gd name="T18" fmla="*/ 192 w 512"/>
                  <a:gd name="T19" fmla="*/ 309 h 512"/>
                  <a:gd name="T20" fmla="*/ 192 w 512"/>
                  <a:gd name="T21" fmla="*/ 309 h 512"/>
                  <a:gd name="T22" fmla="*/ 512 w 512"/>
                  <a:gd name="T23" fmla="*/ 256 h 512"/>
                  <a:gd name="T24" fmla="*/ 256 w 512"/>
                  <a:gd name="T25" fmla="*/ 512 h 512"/>
                  <a:gd name="T26" fmla="*/ 0 w 512"/>
                  <a:gd name="T27" fmla="*/ 256 h 512"/>
                  <a:gd name="T28" fmla="*/ 256 w 512"/>
                  <a:gd name="T29" fmla="*/ 0 h 512"/>
                  <a:gd name="T30" fmla="*/ 512 w 512"/>
                  <a:gd name="T31" fmla="*/ 256 h 512"/>
                  <a:gd name="T32" fmla="*/ 301 w 512"/>
                  <a:gd name="T33" fmla="*/ 177 h 512"/>
                  <a:gd name="T34" fmla="*/ 309 w 512"/>
                  <a:gd name="T35" fmla="*/ 181 h 512"/>
                  <a:gd name="T36" fmla="*/ 316 w 512"/>
                  <a:gd name="T37" fmla="*/ 179 h 512"/>
                  <a:gd name="T38" fmla="*/ 369 w 512"/>
                  <a:gd name="T39" fmla="*/ 136 h 512"/>
                  <a:gd name="T40" fmla="*/ 371 w 512"/>
                  <a:gd name="T41" fmla="*/ 121 h 512"/>
                  <a:gd name="T42" fmla="*/ 356 w 512"/>
                  <a:gd name="T43" fmla="*/ 119 h 512"/>
                  <a:gd name="T44" fmla="*/ 302 w 512"/>
                  <a:gd name="T45" fmla="*/ 162 h 512"/>
                  <a:gd name="T46" fmla="*/ 301 w 512"/>
                  <a:gd name="T47" fmla="*/ 177 h 512"/>
                  <a:gd name="T48" fmla="*/ 319 w 512"/>
                  <a:gd name="T49" fmla="*/ 295 h 512"/>
                  <a:gd name="T50" fmla="*/ 277 w 512"/>
                  <a:gd name="T51" fmla="*/ 146 h 512"/>
                  <a:gd name="T52" fmla="*/ 270 w 512"/>
                  <a:gd name="T53" fmla="*/ 139 h 512"/>
                  <a:gd name="T54" fmla="*/ 261 w 512"/>
                  <a:gd name="T55" fmla="*/ 140 h 512"/>
                  <a:gd name="T56" fmla="*/ 101 w 512"/>
                  <a:gd name="T57" fmla="*/ 236 h 512"/>
                  <a:gd name="T58" fmla="*/ 96 w 512"/>
                  <a:gd name="T59" fmla="*/ 248 h 512"/>
                  <a:gd name="T60" fmla="*/ 110 w 512"/>
                  <a:gd name="T61" fmla="*/ 301 h 512"/>
                  <a:gd name="T62" fmla="*/ 120 w 512"/>
                  <a:gd name="T63" fmla="*/ 309 h 512"/>
                  <a:gd name="T64" fmla="*/ 170 w 512"/>
                  <a:gd name="T65" fmla="*/ 309 h 512"/>
                  <a:gd name="T66" fmla="*/ 170 w 512"/>
                  <a:gd name="T67" fmla="*/ 309 h 512"/>
                  <a:gd name="T68" fmla="*/ 213 w 512"/>
                  <a:gd name="T69" fmla="*/ 352 h 512"/>
                  <a:gd name="T70" fmla="*/ 256 w 512"/>
                  <a:gd name="T71" fmla="*/ 309 h 512"/>
                  <a:gd name="T72" fmla="*/ 256 w 512"/>
                  <a:gd name="T73" fmla="*/ 309 h 512"/>
                  <a:gd name="T74" fmla="*/ 309 w 512"/>
                  <a:gd name="T75" fmla="*/ 309 h 512"/>
                  <a:gd name="T76" fmla="*/ 309 w 512"/>
                  <a:gd name="T77" fmla="*/ 309 h 512"/>
                  <a:gd name="T78" fmla="*/ 318 w 512"/>
                  <a:gd name="T79" fmla="*/ 305 h 512"/>
                  <a:gd name="T80" fmla="*/ 319 w 512"/>
                  <a:gd name="T81" fmla="*/ 295 h 512"/>
                  <a:gd name="T82" fmla="*/ 416 w 512"/>
                  <a:gd name="T83" fmla="*/ 279 h 512"/>
                  <a:gd name="T84" fmla="*/ 407 w 512"/>
                  <a:gd name="T85" fmla="*/ 266 h 512"/>
                  <a:gd name="T86" fmla="*/ 343 w 512"/>
                  <a:gd name="T87" fmla="*/ 256 h 512"/>
                  <a:gd name="T88" fmla="*/ 330 w 512"/>
                  <a:gd name="T89" fmla="*/ 265 h 512"/>
                  <a:gd name="T90" fmla="*/ 339 w 512"/>
                  <a:gd name="T91" fmla="*/ 277 h 512"/>
                  <a:gd name="T92" fmla="*/ 403 w 512"/>
                  <a:gd name="T93" fmla="*/ 288 h 512"/>
                  <a:gd name="T94" fmla="*/ 405 w 512"/>
                  <a:gd name="T95" fmla="*/ 288 h 512"/>
                  <a:gd name="T96" fmla="*/ 416 w 512"/>
                  <a:gd name="T97" fmla="*/ 279 h 512"/>
                  <a:gd name="T98" fmla="*/ 415 w 512"/>
                  <a:gd name="T99" fmla="*/ 189 h 512"/>
                  <a:gd name="T100" fmla="*/ 402 w 512"/>
                  <a:gd name="T101" fmla="*/ 181 h 512"/>
                  <a:gd name="T102" fmla="*/ 327 w 512"/>
                  <a:gd name="T103" fmla="*/ 203 h 512"/>
                  <a:gd name="T104" fmla="*/ 320 w 512"/>
                  <a:gd name="T105" fmla="*/ 216 h 512"/>
                  <a:gd name="T106" fmla="*/ 330 w 512"/>
                  <a:gd name="T107" fmla="*/ 224 h 512"/>
                  <a:gd name="T108" fmla="*/ 333 w 512"/>
                  <a:gd name="T109" fmla="*/ 223 h 512"/>
                  <a:gd name="T110" fmla="*/ 408 w 512"/>
                  <a:gd name="T111" fmla="*/ 202 h 512"/>
                  <a:gd name="T112" fmla="*/ 415 w 512"/>
                  <a:gd name="T113" fmla="*/ 18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12" h="512">
                    <a:moveTo>
                      <a:pt x="260" y="165"/>
                    </a:moveTo>
                    <a:cubicBezTo>
                      <a:pt x="295" y="288"/>
                      <a:pt x="295" y="288"/>
                      <a:pt x="295" y="288"/>
                    </a:cubicBezTo>
                    <a:cubicBezTo>
                      <a:pt x="128" y="288"/>
                      <a:pt x="128" y="288"/>
                      <a:pt x="128" y="288"/>
                    </a:cubicBezTo>
                    <a:cubicBezTo>
                      <a:pt x="119" y="250"/>
                      <a:pt x="119" y="250"/>
                      <a:pt x="119" y="250"/>
                    </a:cubicBezTo>
                    <a:lnTo>
                      <a:pt x="260" y="165"/>
                    </a:lnTo>
                    <a:close/>
                    <a:moveTo>
                      <a:pt x="192" y="309"/>
                    </a:moveTo>
                    <a:cubicBezTo>
                      <a:pt x="192" y="321"/>
                      <a:pt x="201" y="330"/>
                      <a:pt x="213" y="330"/>
                    </a:cubicBezTo>
                    <a:cubicBezTo>
                      <a:pt x="225" y="330"/>
                      <a:pt x="234" y="321"/>
                      <a:pt x="234" y="309"/>
                    </a:cubicBezTo>
                    <a:cubicBezTo>
                      <a:pt x="234" y="309"/>
                      <a:pt x="234" y="309"/>
                      <a:pt x="234" y="309"/>
                    </a:cubicBezTo>
                    <a:cubicBezTo>
                      <a:pt x="192" y="309"/>
                      <a:pt x="192" y="309"/>
                      <a:pt x="192" y="309"/>
                    </a:cubicBezTo>
                    <a:cubicBezTo>
                      <a:pt x="192" y="309"/>
                      <a:pt x="192" y="309"/>
                      <a:pt x="192" y="309"/>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01" y="177"/>
                    </a:moveTo>
                    <a:cubicBezTo>
                      <a:pt x="303" y="180"/>
                      <a:pt x="306" y="181"/>
                      <a:pt x="309" y="181"/>
                    </a:cubicBezTo>
                    <a:cubicBezTo>
                      <a:pt x="311" y="181"/>
                      <a:pt x="314" y="180"/>
                      <a:pt x="316" y="179"/>
                    </a:cubicBezTo>
                    <a:cubicBezTo>
                      <a:pt x="369" y="136"/>
                      <a:pt x="369" y="136"/>
                      <a:pt x="369" y="136"/>
                    </a:cubicBezTo>
                    <a:cubicBezTo>
                      <a:pt x="374" y="132"/>
                      <a:pt x="374" y="126"/>
                      <a:pt x="371" y="121"/>
                    </a:cubicBezTo>
                    <a:cubicBezTo>
                      <a:pt x="367" y="116"/>
                      <a:pt x="360" y="116"/>
                      <a:pt x="356" y="119"/>
                    </a:cubicBezTo>
                    <a:cubicBezTo>
                      <a:pt x="302" y="162"/>
                      <a:pt x="302" y="162"/>
                      <a:pt x="302" y="162"/>
                    </a:cubicBezTo>
                    <a:cubicBezTo>
                      <a:pt x="298" y="166"/>
                      <a:pt x="297" y="172"/>
                      <a:pt x="301" y="177"/>
                    </a:cubicBezTo>
                    <a:close/>
                    <a:moveTo>
                      <a:pt x="319" y="295"/>
                    </a:moveTo>
                    <a:cubicBezTo>
                      <a:pt x="277" y="146"/>
                      <a:pt x="277" y="146"/>
                      <a:pt x="277" y="146"/>
                    </a:cubicBezTo>
                    <a:cubicBezTo>
                      <a:pt x="276" y="143"/>
                      <a:pt x="273" y="140"/>
                      <a:pt x="270" y="139"/>
                    </a:cubicBezTo>
                    <a:cubicBezTo>
                      <a:pt x="267" y="138"/>
                      <a:pt x="264" y="138"/>
                      <a:pt x="261" y="140"/>
                    </a:cubicBezTo>
                    <a:cubicBezTo>
                      <a:pt x="101" y="236"/>
                      <a:pt x="101" y="236"/>
                      <a:pt x="101" y="236"/>
                    </a:cubicBezTo>
                    <a:cubicBezTo>
                      <a:pt x="97" y="238"/>
                      <a:pt x="95" y="243"/>
                      <a:pt x="96" y="248"/>
                    </a:cubicBezTo>
                    <a:cubicBezTo>
                      <a:pt x="110" y="301"/>
                      <a:pt x="110" y="301"/>
                      <a:pt x="110" y="301"/>
                    </a:cubicBezTo>
                    <a:cubicBezTo>
                      <a:pt x="111" y="306"/>
                      <a:pt x="115" y="309"/>
                      <a:pt x="120" y="309"/>
                    </a:cubicBezTo>
                    <a:cubicBezTo>
                      <a:pt x="170" y="309"/>
                      <a:pt x="170" y="309"/>
                      <a:pt x="170" y="309"/>
                    </a:cubicBezTo>
                    <a:cubicBezTo>
                      <a:pt x="170" y="309"/>
                      <a:pt x="170" y="309"/>
                      <a:pt x="170" y="309"/>
                    </a:cubicBezTo>
                    <a:cubicBezTo>
                      <a:pt x="170" y="333"/>
                      <a:pt x="189" y="352"/>
                      <a:pt x="213" y="352"/>
                    </a:cubicBezTo>
                    <a:cubicBezTo>
                      <a:pt x="237" y="352"/>
                      <a:pt x="256" y="333"/>
                      <a:pt x="256" y="309"/>
                    </a:cubicBezTo>
                    <a:cubicBezTo>
                      <a:pt x="256" y="309"/>
                      <a:pt x="256" y="309"/>
                      <a:pt x="256" y="309"/>
                    </a:cubicBezTo>
                    <a:cubicBezTo>
                      <a:pt x="309" y="309"/>
                      <a:pt x="309" y="309"/>
                      <a:pt x="309" y="309"/>
                    </a:cubicBezTo>
                    <a:cubicBezTo>
                      <a:pt x="309" y="309"/>
                      <a:pt x="309" y="309"/>
                      <a:pt x="309" y="309"/>
                    </a:cubicBezTo>
                    <a:cubicBezTo>
                      <a:pt x="312" y="309"/>
                      <a:pt x="316" y="307"/>
                      <a:pt x="318" y="305"/>
                    </a:cubicBezTo>
                    <a:cubicBezTo>
                      <a:pt x="320" y="302"/>
                      <a:pt x="320" y="299"/>
                      <a:pt x="319" y="295"/>
                    </a:cubicBezTo>
                    <a:close/>
                    <a:moveTo>
                      <a:pt x="416" y="279"/>
                    </a:moveTo>
                    <a:cubicBezTo>
                      <a:pt x="416" y="273"/>
                      <a:pt x="413" y="267"/>
                      <a:pt x="407" y="266"/>
                    </a:cubicBezTo>
                    <a:cubicBezTo>
                      <a:pt x="343" y="256"/>
                      <a:pt x="343" y="256"/>
                      <a:pt x="343" y="256"/>
                    </a:cubicBezTo>
                    <a:cubicBezTo>
                      <a:pt x="337" y="255"/>
                      <a:pt x="331" y="259"/>
                      <a:pt x="330" y="265"/>
                    </a:cubicBezTo>
                    <a:cubicBezTo>
                      <a:pt x="330" y="270"/>
                      <a:pt x="333" y="276"/>
                      <a:pt x="339" y="277"/>
                    </a:cubicBezTo>
                    <a:cubicBezTo>
                      <a:pt x="403" y="288"/>
                      <a:pt x="403" y="288"/>
                      <a:pt x="403" y="288"/>
                    </a:cubicBezTo>
                    <a:cubicBezTo>
                      <a:pt x="404" y="288"/>
                      <a:pt x="404" y="288"/>
                      <a:pt x="405" y="288"/>
                    </a:cubicBezTo>
                    <a:cubicBezTo>
                      <a:pt x="410" y="288"/>
                      <a:pt x="415" y="284"/>
                      <a:pt x="416" y="279"/>
                    </a:cubicBezTo>
                    <a:close/>
                    <a:moveTo>
                      <a:pt x="415" y="189"/>
                    </a:moveTo>
                    <a:cubicBezTo>
                      <a:pt x="414" y="183"/>
                      <a:pt x="408" y="180"/>
                      <a:pt x="402" y="181"/>
                    </a:cubicBezTo>
                    <a:cubicBezTo>
                      <a:pt x="327" y="203"/>
                      <a:pt x="327" y="203"/>
                      <a:pt x="327" y="203"/>
                    </a:cubicBezTo>
                    <a:cubicBezTo>
                      <a:pt x="322" y="204"/>
                      <a:pt x="318" y="210"/>
                      <a:pt x="320" y="216"/>
                    </a:cubicBezTo>
                    <a:cubicBezTo>
                      <a:pt x="321" y="221"/>
                      <a:pt x="326" y="224"/>
                      <a:pt x="330" y="224"/>
                    </a:cubicBezTo>
                    <a:cubicBezTo>
                      <a:pt x="331" y="224"/>
                      <a:pt x="332" y="224"/>
                      <a:pt x="333" y="223"/>
                    </a:cubicBezTo>
                    <a:cubicBezTo>
                      <a:pt x="408" y="202"/>
                      <a:pt x="408" y="202"/>
                      <a:pt x="408" y="202"/>
                    </a:cubicBezTo>
                    <a:cubicBezTo>
                      <a:pt x="414" y="200"/>
                      <a:pt x="417" y="194"/>
                      <a:pt x="415" y="189"/>
                    </a:cubicBezTo>
                    <a:close/>
                  </a:path>
                </a:pathLst>
              </a:custGeom>
              <a:solidFill>
                <a:srgbClr val="0076A8"/>
              </a:solidFill>
              <a:ln>
                <a:noFill/>
              </a:ln>
            </p:spPr>
            <p:txBody>
              <a:bodyPr vert="horz" wrap="square" lIns="86048" tIns="43024" rIns="86048" bIns="43024" numCol="1" anchor="t" anchorCtr="0" compatLnSpc="1">
                <a:prstTxWarp prst="textNoShape">
                  <a:avLst/>
                </a:prstTxWarp>
              </a:bodyPr>
              <a:lstStyle/>
              <a:p>
                <a:endParaRPr lang="en-GB" sz="1888"/>
              </a:p>
            </p:txBody>
          </p:sp>
        </p:grpSp>
      </p:grpSp>
    </p:spTree>
    <p:extLst>
      <p:ext uri="{BB962C8B-B14F-4D97-AF65-F5344CB8AC3E}">
        <p14:creationId xmlns:p14="http://schemas.microsoft.com/office/powerpoint/2010/main" val="294959815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7" name="Object 76"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77" name="Object 76"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2" name="Text Placeholder 2"/>
          <p:cNvSpPr txBox="1">
            <a:spLocks/>
          </p:cNvSpPr>
          <p:nvPr/>
        </p:nvSpPr>
        <p:spPr>
          <a:xfrm>
            <a:off x="469900" y="736688"/>
            <a:ext cx="11252200" cy="757255"/>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ClrTx/>
              <a:buSzPct val="100000"/>
              <a:buFont typeface="Arial" panose="020B0604020202020204" pitchFamily="34" charset="0"/>
              <a:buNone/>
              <a:defRPr sz="2000" b="0" kern="1200">
                <a:solidFill>
                  <a:srgbClr val="575757"/>
                </a:solidFill>
                <a:latin typeface="+mn-lt"/>
                <a:ea typeface="+mn-ea"/>
                <a:cs typeface="+mn-cs"/>
              </a:defRPr>
            </a:lvl1pPr>
            <a:lvl2pPr marL="0" indent="0" algn="l" defTabSz="1219170" rtl="0" eaLnBrk="1" latinLnBrk="0" hangingPunct="1">
              <a:spcBef>
                <a:spcPts val="0"/>
              </a:spcBef>
              <a:spcAft>
                <a:spcPts val="1333"/>
              </a:spcAft>
              <a:buClrTx/>
              <a:buSzPct val="100000"/>
              <a:buFont typeface="Arial" panose="020B0604020202020204" pitchFamily="34" charset="0"/>
              <a:buChar char="​"/>
              <a:defRPr lang="en-US" sz="1200" b="1" kern="1200" dirty="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2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9pPr>
          </a:lstStyle>
          <a:p>
            <a:pPr lvl="0"/>
            <a:r>
              <a:rPr lang="en-US" dirty="0"/>
              <a:t>Deloitte India is one of the leading professional services firm with a rich heritage of serving the best in class clients in India</a:t>
            </a:r>
          </a:p>
        </p:txBody>
      </p:sp>
      <p:sp>
        <p:nvSpPr>
          <p:cNvPr id="75" name="Title 1"/>
          <p:cNvSpPr txBox="1">
            <a:spLocks/>
          </p:cNvSpPr>
          <p:nvPr/>
        </p:nvSpPr>
        <p:spPr bwMode="gray">
          <a:xfrm>
            <a:off x="469900" y="402586"/>
            <a:ext cx="11252200" cy="698501"/>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lang="en-US" noProof="0" dirty="0">
                <a:solidFill>
                  <a:srgbClr val="000000"/>
                </a:solidFill>
                <a:latin typeface="Verdana"/>
              </a:rPr>
              <a:t>Deloitte</a:t>
            </a:r>
            <a:r>
              <a:rPr lang="en-US" dirty="0">
                <a:solidFill>
                  <a:srgbClr val="000000"/>
                </a:solidFill>
                <a:latin typeface="Verdana"/>
              </a:rPr>
              <a:t> India</a:t>
            </a:r>
            <a:endParaRPr kumimoji="0" lang="en-IN" sz="2000" b="0" i="0" u="none" strike="noStrike" kern="1200" cap="none" spc="0" normalizeH="0" baseline="0" noProof="0" dirty="0">
              <a:ln>
                <a:noFill/>
              </a:ln>
              <a:solidFill>
                <a:srgbClr val="000000"/>
              </a:solidFill>
              <a:effectLst/>
              <a:uLnTx/>
              <a:uFillTx/>
              <a:latin typeface="Verdana"/>
              <a:ea typeface="+mj-ea"/>
              <a:cs typeface="+mj-cs"/>
            </a:endParaRPr>
          </a:p>
        </p:txBody>
      </p:sp>
      <p:sp>
        <p:nvSpPr>
          <p:cNvPr id="74" name="Rectangle 73"/>
          <p:cNvSpPr/>
          <p:nvPr/>
        </p:nvSpPr>
        <p:spPr bwMode="gray">
          <a:xfrm>
            <a:off x="485433" y="1495944"/>
            <a:ext cx="11151882" cy="4872201"/>
          </a:xfrm>
          <a:prstGeom prst="rect">
            <a:avLst/>
          </a:prstGeom>
          <a:pattFill prst="dkHorz">
            <a:fgClr>
              <a:schemeClr val="bg1">
                <a:lumMod val="95000"/>
              </a:schemeClr>
            </a:fgClr>
            <a:bgClr>
              <a:schemeClr val="bg1"/>
            </a:bgClr>
          </a:pattFill>
          <a:ln w="19050" algn="ctr">
            <a:noFill/>
            <a:miter lim="800000"/>
            <a:headEnd/>
            <a:tailEnd/>
          </a:ln>
        </p:spPr>
        <p:txBody>
          <a:bodyPr wrap="square" lIns="71130" tIns="71130" rIns="71130" bIns="71130" rtlCol="0" anchor="ctr"/>
          <a:lstStyle/>
          <a:p>
            <a:pPr algn="ctr">
              <a:lnSpc>
                <a:spcPct val="106000"/>
              </a:lnSpc>
              <a:buFont typeface="Wingdings 2" pitchFamily="18" charset="2"/>
              <a:buNone/>
            </a:pPr>
            <a:endParaRPr lang="en-IN" sz="1280" b="1" dirty="0">
              <a:solidFill>
                <a:schemeClr val="bg1"/>
              </a:solidFill>
            </a:endParaRPr>
          </a:p>
        </p:txBody>
      </p:sp>
      <p:grpSp>
        <p:nvGrpSpPr>
          <p:cNvPr id="76" name="Group 75"/>
          <p:cNvGrpSpPr/>
          <p:nvPr/>
        </p:nvGrpSpPr>
        <p:grpSpPr>
          <a:xfrm>
            <a:off x="4156847" y="4583152"/>
            <a:ext cx="2221220" cy="1415928"/>
            <a:chOff x="3318448" y="5198237"/>
            <a:chExt cx="2280053" cy="1482963"/>
          </a:xfrm>
          <a:solidFill>
            <a:schemeClr val="accent6">
              <a:lumMod val="60000"/>
              <a:lumOff val="40000"/>
            </a:schemeClr>
          </a:solidFill>
        </p:grpSpPr>
        <p:grpSp>
          <p:nvGrpSpPr>
            <p:cNvPr id="78" name="Group 77"/>
            <p:cNvGrpSpPr/>
            <p:nvPr/>
          </p:nvGrpSpPr>
          <p:grpSpPr>
            <a:xfrm>
              <a:off x="3318448" y="5198237"/>
              <a:ext cx="2280053" cy="978028"/>
              <a:chOff x="3318448" y="5198237"/>
              <a:chExt cx="2280053" cy="978028"/>
            </a:xfrm>
            <a:grpFill/>
          </p:grpSpPr>
          <p:grpSp>
            <p:nvGrpSpPr>
              <p:cNvPr id="134" name="Group 133"/>
              <p:cNvGrpSpPr/>
              <p:nvPr/>
            </p:nvGrpSpPr>
            <p:grpSpPr>
              <a:xfrm>
                <a:off x="3318448" y="5198237"/>
                <a:ext cx="2280053" cy="473489"/>
                <a:chOff x="3318448" y="5198237"/>
                <a:chExt cx="2280053" cy="473489"/>
              </a:xfrm>
              <a:grpFill/>
            </p:grpSpPr>
            <p:grpSp>
              <p:nvGrpSpPr>
                <p:cNvPr id="161" name="Group 160"/>
                <p:cNvGrpSpPr/>
                <p:nvPr/>
              </p:nvGrpSpPr>
              <p:grpSpPr>
                <a:xfrm>
                  <a:off x="3318448" y="5198237"/>
                  <a:ext cx="2280053" cy="219456"/>
                  <a:chOff x="3318448" y="5198237"/>
                  <a:chExt cx="2280053" cy="219456"/>
                </a:xfrm>
                <a:grpFill/>
              </p:grpSpPr>
              <p:sp>
                <p:nvSpPr>
                  <p:cNvPr id="174" name="Freeform 988"/>
                  <p:cNvSpPr>
                    <a:spLocks noChangeAspect="1" noEditPoints="1"/>
                  </p:cNvSpPr>
                  <p:nvPr/>
                </p:nvSpPr>
                <p:spPr bwMode="auto">
                  <a:xfrm>
                    <a:off x="3318448"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75" name="Freeform 988"/>
                  <p:cNvSpPr>
                    <a:spLocks noChangeAspect="1" noEditPoints="1"/>
                  </p:cNvSpPr>
                  <p:nvPr/>
                </p:nvSpPr>
                <p:spPr bwMode="auto">
                  <a:xfrm>
                    <a:off x="3580080"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76" name="Freeform 988"/>
                  <p:cNvSpPr>
                    <a:spLocks noChangeAspect="1" noEditPoints="1"/>
                  </p:cNvSpPr>
                  <p:nvPr/>
                </p:nvSpPr>
                <p:spPr bwMode="auto">
                  <a:xfrm>
                    <a:off x="383217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77" name="Freeform 988"/>
                  <p:cNvSpPr>
                    <a:spLocks noChangeAspect="1" noEditPoints="1"/>
                  </p:cNvSpPr>
                  <p:nvPr/>
                </p:nvSpPr>
                <p:spPr bwMode="auto">
                  <a:xfrm>
                    <a:off x="4093807"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78" name="Freeform 988"/>
                  <p:cNvSpPr>
                    <a:spLocks noChangeAspect="1" noEditPoints="1"/>
                  </p:cNvSpPr>
                  <p:nvPr/>
                </p:nvSpPr>
                <p:spPr bwMode="auto">
                  <a:xfrm>
                    <a:off x="4355744"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79" name="Freeform 988"/>
                  <p:cNvSpPr>
                    <a:spLocks noChangeAspect="1" noEditPoints="1"/>
                  </p:cNvSpPr>
                  <p:nvPr/>
                </p:nvSpPr>
                <p:spPr bwMode="auto">
                  <a:xfrm>
                    <a:off x="4617376"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80" name="Freeform 988"/>
                  <p:cNvSpPr>
                    <a:spLocks noChangeAspect="1" noEditPoints="1"/>
                  </p:cNvSpPr>
                  <p:nvPr/>
                </p:nvSpPr>
                <p:spPr bwMode="auto">
                  <a:xfrm>
                    <a:off x="4869471"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81" name="Freeform 988"/>
                  <p:cNvSpPr>
                    <a:spLocks noChangeAspect="1" noEditPoints="1"/>
                  </p:cNvSpPr>
                  <p:nvPr/>
                </p:nvSpPr>
                <p:spPr bwMode="auto">
                  <a:xfrm>
                    <a:off x="5131103"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82" name="Freeform 988"/>
                  <p:cNvSpPr>
                    <a:spLocks noChangeAspect="1" noEditPoints="1"/>
                  </p:cNvSpPr>
                  <p:nvPr/>
                </p:nvSpPr>
                <p:spPr bwMode="auto">
                  <a:xfrm>
                    <a:off x="537904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grpSp>
            <p:grpSp>
              <p:nvGrpSpPr>
                <p:cNvPr id="163" name="Group 162"/>
                <p:cNvGrpSpPr/>
                <p:nvPr/>
              </p:nvGrpSpPr>
              <p:grpSpPr>
                <a:xfrm>
                  <a:off x="3318448" y="5452270"/>
                  <a:ext cx="2280053" cy="219456"/>
                  <a:chOff x="3318448" y="5198237"/>
                  <a:chExt cx="2280053" cy="219456"/>
                </a:xfrm>
                <a:grpFill/>
              </p:grpSpPr>
              <p:sp>
                <p:nvSpPr>
                  <p:cNvPr id="164" name="Freeform 988"/>
                  <p:cNvSpPr>
                    <a:spLocks noChangeAspect="1" noEditPoints="1"/>
                  </p:cNvSpPr>
                  <p:nvPr/>
                </p:nvSpPr>
                <p:spPr bwMode="auto">
                  <a:xfrm>
                    <a:off x="3318448"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66" name="Freeform 988"/>
                  <p:cNvSpPr>
                    <a:spLocks noChangeAspect="1" noEditPoints="1"/>
                  </p:cNvSpPr>
                  <p:nvPr/>
                </p:nvSpPr>
                <p:spPr bwMode="auto">
                  <a:xfrm>
                    <a:off x="3580080"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67" name="Freeform 988"/>
                  <p:cNvSpPr>
                    <a:spLocks noChangeAspect="1" noEditPoints="1"/>
                  </p:cNvSpPr>
                  <p:nvPr/>
                </p:nvSpPr>
                <p:spPr bwMode="auto">
                  <a:xfrm>
                    <a:off x="383217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68" name="Freeform 988"/>
                  <p:cNvSpPr>
                    <a:spLocks noChangeAspect="1" noEditPoints="1"/>
                  </p:cNvSpPr>
                  <p:nvPr/>
                </p:nvSpPr>
                <p:spPr bwMode="auto">
                  <a:xfrm>
                    <a:off x="4093807"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69" name="Freeform 988"/>
                  <p:cNvSpPr>
                    <a:spLocks noChangeAspect="1" noEditPoints="1"/>
                  </p:cNvSpPr>
                  <p:nvPr/>
                </p:nvSpPr>
                <p:spPr bwMode="auto">
                  <a:xfrm>
                    <a:off x="4355744"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70" name="Freeform 988"/>
                  <p:cNvSpPr>
                    <a:spLocks noChangeAspect="1" noEditPoints="1"/>
                  </p:cNvSpPr>
                  <p:nvPr/>
                </p:nvSpPr>
                <p:spPr bwMode="auto">
                  <a:xfrm>
                    <a:off x="4617376"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71" name="Freeform 988"/>
                  <p:cNvSpPr>
                    <a:spLocks noChangeAspect="1" noEditPoints="1"/>
                  </p:cNvSpPr>
                  <p:nvPr/>
                </p:nvSpPr>
                <p:spPr bwMode="auto">
                  <a:xfrm>
                    <a:off x="4869471"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72" name="Freeform 988"/>
                  <p:cNvSpPr>
                    <a:spLocks noChangeAspect="1" noEditPoints="1"/>
                  </p:cNvSpPr>
                  <p:nvPr/>
                </p:nvSpPr>
                <p:spPr bwMode="auto">
                  <a:xfrm>
                    <a:off x="5131103"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73" name="Freeform 988"/>
                  <p:cNvSpPr>
                    <a:spLocks noChangeAspect="1" noEditPoints="1"/>
                  </p:cNvSpPr>
                  <p:nvPr/>
                </p:nvSpPr>
                <p:spPr bwMode="auto">
                  <a:xfrm>
                    <a:off x="537904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grpSp>
          </p:grpSp>
          <p:grpSp>
            <p:nvGrpSpPr>
              <p:cNvPr id="135" name="Group 134"/>
              <p:cNvGrpSpPr/>
              <p:nvPr/>
            </p:nvGrpSpPr>
            <p:grpSpPr>
              <a:xfrm>
                <a:off x="3318448" y="5702776"/>
                <a:ext cx="2280053" cy="473489"/>
                <a:chOff x="3318448" y="5198237"/>
                <a:chExt cx="2280053" cy="473489"/>
              </a:xfrm>
              <a:grpFill/>
            </p:grpSpPr>
            <p:grpSp>
              <p:nvGrpSpPr>
                <p:cNvPr id="136" name="Group 135"/>
                <p:cNvGrpSpPr/>
                <p:nvPr/>
              </p:nvGrpSpPr>
              <p:grpSpPr>
                <a:xfrm>
                  <a:off x="3318448" y="5198237"/>
                  <a:ext cx="2280053" cy="219456"/>
                  <a:chOff x="3318448" y="5198237"/>
                  <a:chExt cx="2280053" cy="219456"/>
                </a:xfrm>
                <a:grpFill/>
              </p:grpSpPr>
              <p:sp>
                <p:nvSpPr>
                  <p:cNvPr id="147" name="Freeform 988"/>
                  <p:cNvSpPr>
                    <a:spLocks noChangeAspect="1" noEditPoints="1"/>
                  </p:cNvSpPr>
                  <p:nvPr/>
                </p:nvSpPr>
                <p:spPr bwMode="auto">
                  <a:xfrm>
                    <a:off x="3318448"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48" name="Freeform 988"/>
                  <p:cNvSpPr>
                    <a:spLocks noChangeAspect="1" noEditPoints="1"/>
                  </p:cNvSpPr>
                  <p:nvPr/>
                </p:nvSpPr>
                <p:spPr bwMode="auto">
                  <a:xfrm>
                    <a:off x="3580080"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49" name="Freeform 988"/>
                  <p:cNvSpPr>
                    <a:spLocks noChangeAspect="1" noEditPoints="1"/>
                  </p:cNvSpPr>
                  <p:nvPr/>
                </p:nvSpPr>
                <p:spPr bwMode="auto">
                  <a:xfrm>
                    <a:off x="383217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50" name="Freeform 988"/>
                  <p:cNvSpPr>
                    <a:spLocks noChangeAspect="1" noEditPoints="1"/>
                  </p:cNvSpPr>
                  <p:nvPr/>
                </p:nvSpPr>
                <p:spPr bwMode="auto">
                  <a:xfrm>
                    <a:off x="4093807"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51" name="Freeform 988"/>
                  <p:cNvSpPr>
                    <a:spLocks noChangeAspect="1" noEditPoints="1"/>
                  </p:cNvSpPr>
                  <p:nvPr/>
                </p:nvSpPr>
                <p:spPr bwMode="auto">
                  <a:xfrm>
                    <a:off x="4355744"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57" name="Freeform 988"/>
                  <p:cNvSpPr>
                    <a:spLocks noChangeAspect="1" noEditPoints="1"/>
                  </p:cNvSpPr>
                  <p:nvPr/>
                </p:nvSpPr>
                <p:spPr bwMode="auto">
                  <a:xfrm>
                    <a:off x="4617376"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58" name="Freeform 988"/>
                  <p:cNvSpPr>
                    <a:spLocks noChangeAspect="1" noEditPoints="1"/>
                  </p:cNvSpPr>
                  <p:nvPr/>
                </p:nvSpPr>
                <p:spPr bwMode="auto">
                  <a:xfrm>
                    <a:off x="4869471"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59" name="Freeform 988"/>
                  <p:cNvSpPr>
                    <a:spLocks noChangeAspect="1" noEditPoints="1"/>
                  </p:cNvSpPr>
                  <p:nvPr/>
                </p:nvSpPr>
                <p:spPr bwMode="auto">
                  <a:xfrm>
                    <a:off x="5131103"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60" name="Freeform 988"/>
                  <p:cNvSpPr>
                    <a:spLocks noChangeAspect="1" noEditPoints="1"/>
                  </p:cNvSpPr>
                  <p:nvPr/>
                </p:nvSpPr>
                <p:spPr bwMode="auto">
                  <a:xfrm>
                    <a:off x="537904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grpSp>
            <p:grpSp>
              <p:nvGrpSpPr>
                <p:cNvPr id="137" name="Group 136"/>
                <p:cNvGrpSpPr/>
                <p:nvPr/>
              </p:nvGrpSpPr>
              <p:grpSpPr>
                <a:xfrm>
                  <a:off x="3318448" y="5452270"/>
                  <a:ext cx="2280053" cy="219456"/>
                  <a:chOff x="3318448" y="5198237"/>
                  <a:chExt cx="2280053" cy="219456"/>
                </a:xfrm>
                <a:grpFill/>
              </p:grpSpPr>
              <p:sp>
                <p:nvSpPr>
                  <p:cNvPr id="138" name="Freeform 988"/>
                  <p:cNvSpPr>
                    <a:spLocks noChangeAspect="1" noEditPoints="1"/>
                  </p:cNvSpPr>
                  <p:nvPr/>
                </p:nvSpPr>
                <p:spPr bwMode="auto">
                  <a:xfrm>
                    <a:off x="3318448"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39" name="Freeform 988"/>
                  <p:cNvSpPr>
                    <a:spLocks noChangeAspect="1" noEditPoints="1"/>
                  </p:cNvSpPr>
                  <p:nvPr/>
                </p:nvSpPr>
                <p:spPr bwMode="auto">
                  <a:xfrm>
                    <a:off x="3580080"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40" name="Freeform 988"/>
                  <p:cNvSpPr>
                    <a:spLocks noChangeAspect="1" noEditPoints="1"/>
                  </p:cNvSpPr>
                  <p:nvPr/>
                </p:nvSpPr>
                <p:spPr bwMode="auto">
                  <a:xfrm>
                    <a:off x="383217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41" name="Freeform 988"/>
                  <p:cNvSpPr>
                    <a:spLocks noChangeAspect="1" noEditPoints="1"/>
                  </p:cNvSpPr>
                  <p:nvPr/>
                </p:nvSpPr>
                <p:spPr bwMode="auto">
                  <a:xfrm>
                    <a:off x="4093807"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42" name="Freeform 988"/>
                  <p:cNvSpPr>
                    <a:spLocks noChangeAspect="1" noEditPoints="1"/>
                  </p:cNvSpPr>
                  <p:nvPr/>
                </p:nvSpPr>
                <p:spPr bwMode="auto">
                  <a:xfrm>
                    <a:off x="4355744"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43" name="Freeform 988"/>
                  <p:cNvSpPr>
                    <a:spLocks noChangeAspect="1" noEditPoints="1"/>
                  </p:cNvSpPr>
                  <p:nvPr/>
                </p:nvSpPr>
                <p:spPr bwMode="auto">
                  <a:xfrm>
                    <a:off x="4617376"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44" name="Freeform 988"/>
                  <p:cNvSpPr>
                    <a:spLocks noChangeAspect="1" noEditPoints="1"/>
                  </p:cNvSpPr>
                  <p:nvPr/>
                </p:nvSpPr>
                <p:spPr bwMode="auto">
                  <a:xfrm>
                    <a:off x="4869471"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45" name="Freeform 988"/>
                  <p:cNvSpPr>
                    <a:spLocks noChangeAspect="1" noEditPoints="1"/>
                  </p:cNvSpPr>
                  <p:nvPr/>
                </p:nvSpPr>
                <p:spPr bwMode="auto">
                  <a:xfrm>
                    <a:off x="5131103"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46" name="Freeform 988"/>
                  <p:cNvSpPr>
                    <a:spLocks noChangeAspect="1" noEditPoints="1"/>
                  </p:cNvSpPr>
                  <p:nvPr/>
                </p:nvSpPr>
                <p:spPr bwMode="auto">
                  <a:xfrm>
                    <a:off x="537904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grpSp>
          </p:grpSp>
        </p:grpSp>
        <p:grpSp>
          <p:nvGrpSpPr>
            <p:cNvPr id="79" name="Group 78"/>
            <p:cNvGrpSpPr/>
            <p:nvPr/>
          </p:nvGrpSpPr>
          <p:grpSpPr>
            <a:xfrm>
              <a:off x="3318448" y="6207711"/>
              <a:ext cx="2280053" cy="473489"/>
              <a:chOff x="3318448" y="5198237"/>
              <a:chExt cx="2280053" cy="473489"/>
            </a:xfrm>
            <a:grpFill/>
          </p:grpSpPr>
          <p:grpSp>
            <p:nvGrpSpPr>
              <p:cNvPr id="80" name="Group 79"/>
              <p:cNvGrpSpPr/>
              <p:nvPr/>
            </p:nvGrpSpPr>
            <p:grpSpPr>
              <a:xfrm>
                <a:off x="3318448" y="5198237"/>
                <a:ext cx="2280053" cy="219456"/>
                <a:chOff x="3318448" y="5198237"/>
                <a:chExt cx="2280053" cy="219456"/>
              </a:xfrm>
              <a:grpFill/>
            </p:grpSpPr>
            <p:sp>
              <p:nvSpPr>
                <p:cNvPr id="102" name="Freeform 988"/>
                <p:cNvSpPr>
                  <a:spLocks noChangeAspect="1" noEditPoints="1"/>
                </p:cNvSpPr>
                <p:nvPr/>
              </p:nvSpPr>
              <p:spPr bwMode="auto">
                <a:xfrm>
                  <a:off x="3318448"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04" name="Freeform 988"/>
                <p:cNvSpPr>
                  <a:spLocks noChangeAspect="1" noEditPoints="1"/>
                </p:cNvSpPr>
                <p:nvPr/>
              </p:nvSpPr>
              <p:spPr bwMode="auto">
                <a:xfrm>
                  <a:off x="3580080"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17" name="Freeform 988"/>
                <p:cNvSpPr>
                  <a:spLocks noChangeAspect="1" noEditPoints="1"/>
                </p:cNvSpPr>
                <p:nvPr/>
              </p:nvSpPr>
              <p:spPr bwMode="auto">
                <a:xfrm>
                  <a:off x="383217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18" name="Freeform 988"/>
                <p:cNvSpPr>
                  <a:spLocks noChangeAspect="1" noEditPoints="1"/>
                </p:cNvSpPr>
                <p:nvPr/>
              </p:nvSpPr>
              <p:spPr bwMode="auto">
                <a:xfrm>
                  <a:off x="4093807"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19" name="Freeform 988"/>
                <p:cNvSpPr>
                  <a:spLocks noChangeAspect="1" noEditPoints="1"/>
                </p:cNvSpPr>
                <p:nvPr/>
              </p:nvSpPr>
              <p:spPr bwMode="auto">
                <a:xfrm>
                  <a:off x="4355744"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20" name="Freeform 988"/>
                <p:cNvSpPr>
                  <a:spLocks noChangeAspect="1" noEditPoints="1"/>
                </p:cNvSpPr>
                <p:nvPr/>
              </p:nvSpPr>
              <p:spPr bwMode="auto">
                <a:xfrm>
                  <a:off x="4617376"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23" name="Freeform 988"/>
                <p:cNvSpPr>
                  <a:spLocks noChangeAspect="1" noEditPoints="1"/>
                </p:cNvSpPr>
                <p:nvPr/>
              </p:nvSpPr>
              <p:spPr bwMode="auto">
                <a:xfrm>
                  <a:off x="4869471"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24" name="Freeform 988"/>
                <p:cNvSpPr>
                  <a:spLocks noChangeAspect="1" noEditPoints="1"/>
                </p:cNvSpPr>
                <p:nvPr/>
              </p:nvSpPr>
              <p:spPr bwMode="auto">
                <a:xfrm>
                  <a:off x="5131103"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27" name="Freeform 988"/>
                <p:cNvSpPr>
                  <a:spLocks noChangeAspect="1" noEditPoints="1"/>
                </p:cNvSpPr>
                <p:nvPr/>
              </p:nvSpPr>
              <p:spPr bwMode="auto">
                <a:xfrm>
                  <a:off x="537904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grpSp>
          <p:grpSp>
            <p:nvGrpSpPr>
              <p:cNvPr id="81" name="Group 80"/>
              <p:cNvGrpSpPr/>
              <p:nvPr/>
            </p:nvGrpSpPr>
            <p:grpSpPr>
              <a:xfrm>
                <a:off x="3318448" y="5452270"/>
                <a:ext cx="2280053" cy="219456"/>
                <a:chOff x="3318448" y="5198237"/>
                <a:chExt cx="2280053" cy="219456"/>
              </a:xfrm>
              <a:grpFill/>
            </p:grpSpPr>
            <p:sp>
              <p:nvSpPr>
                <p:cNvPr id="82" name="Freeform 988"/>
                <p:cNvSpPr>
                  <a:spLocks noChangeAspect="1" noEditPoints="1"/>
                </p:cNvSpPr>
                <p:nvPr/>
              </p:nvSpPr>
              <p:spPr bwMode="auto">
                <a:xfrm>
                  <a:off x="3318448"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83" name="Freeform 988"/>
                <p:cNvSpPr>
                  <a:spLocks noChangeAspect="1" noEditPoints="1"/>
                </p:cNvSpPr>
                <p:nvPr/>
              </p:nvSpPr>
              <p:spPr bwMode="auto">
                <a:xfrm>
                  <a:off x="3580080"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84" name="Freeform 988"/>
                <p:cNvSpPr>
                  <a:spLocks noChangeAspect="1" noEditPoints="1"/>
                </p:cNvSpPr>
                <p:nvPr/>
              </p:nvSpPr>
              <p:spPr bwMode="auto">
                <a:xfrm>
                  <a:off x="383217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85" name="Freeform 988"/>
                <p:cNvSpPr>
                  <a:spLocks noChangeAspect="1" noEditPoints="1"/>
                </p:cNvSpPr>
                <p:nvPr/>
              </p:nvSpPr>
              <p:spPr bwMode="auto">
                <a:xfrm>
                  <a:off x="4093807"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93" name="Freeform 988"/>
                <p:cNvSpPr>
                  <a:spLocks noChangeAspect="1" noEditPoints="1"/>
                </p:cNvSpPr>
                <p:nvPr/>
              </p:nvSpPr>
              <p:spPr bwMode="auto">
                <a:xfrm>
                  <a:off x="4355744"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97" name="Freeform 988"/>
                <p:cNvSpPr>
                  <a:spLocks noChangeAspect="1" noEditPoints="1"/>
                </p:cNvSpPr>
                <p:nvPr/>
              </p:nvSpPr>
              <p:spPr bwMode="auto">
                <a:xfrm>
                  <a:off x="4617376"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99" name="Freeform 988"/>
                <p:cNvSpPr>
                  <a:spLocks noChangeAspect="1" noEditPoints="1"/>
                </p:cNvSpPr>
                <p:nvPr/>
              </p:nvSpPr>
              <p:spPr bwMode="auto">
                <a:xfrm>
                  <a:off x="4869471"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00" name="Freeform 988"/>
                <p:cNvSpPr>
                  <a:spLocks noChangeAspect="1" noEditPoints="1"/>
                </p:cNvSpPr>
                <p:nvPr/>
              </p:nvSpPr>
              <p:spPr bwMode="auto">
                <a:xfrm>
                  <a:off x="5131103"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01" name="Freeform 988"/>
                <p:cNvSpPr>
                  <a:spLocks noChangeAspect="1" noEditPoints="1"/>
                </p:cNvSpPr>
                <p:nvPr/>
              </p:nvSpPr>
              <p:spPr bwMode="auto">
                <a:xfrm>
                  <a:off x="537904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grpSp>
        </p:grpSp>
      </p:grpSp>
      <p:grpSp>
        <p:nvGrpSpPr>
          <p:cNvPr id="183" name="Group 182"/>
          <p:cNvGrpSpPr/>
          <p:nvPr/>
        </p:nvGrpSpPr>
        <p:grpSpPr>
          <a:xfrm>
            <a:off x="4161593" y="3169018"/>
            <a:ext cx="2206259" cy="1422687"/>
            <a:chOff x="3323076" y="3668839"/>
            <a:chExt cx="2264695" cy="1490041"/>
          </a:xfrm>
          <a:solidFill>
            <a:schemeClr val="tx2">
              <a:lumMod val="20000"/>
              <a:lumOff val="80000"/>
            </a:schemeClr>
          </a:solidFill>
        </p:grpSpPr>
        <p:grpSp>
          <p:nvGrpSpPr>
            <p:cNvPr id="184" name="Group 183"/>
            <p:cNvGrpSpPr/>
            <p:nvPr/>
          </p:nvGrpSpPr>
          <p:grpSpPr>
            <a:xfrm>
              <a:off x="3323076" y="3668839"/>
              <a:ext cx="2264695" cy="219456"/>
              <a:chOff x="3323076" y="3668839"/>
              <a:chExt cx="2264695" cy="219456"/>
            </a:xfrm>
            <a:grpFill/>
          </p:grpSpPr>
          <p:sp>
            <p:nvSpPr>
              <p:cNvPr id="235" name="Freeform 974"/>
              <p:cNvSpPr>
                <a:spLocks noChangeAspect="1" noEditPoints="1"/>
              </p:cNvSpPr>
              <p:nvPr/>
            </p:nvSpPr>
            <p:spPr bwMode="auto">
              <a:xfrm>
                <a:off x="332307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236" name="Freeform 974"/>
              <p:cNvSpPr>
                <a:spLocks noChangeAspect="1" noEditPoints="1"/>
              </p:cNvSpPr>
              <p:nvPr/>
            </p:nvSpPr>
            <p:spPr bwMode="auto">
              <a:xfrm>
                <a:off x="357588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237" name="Freeform 974"/>
              <p:cNvSpPr>
                <a:spLocks noChangeAspect="1" noEditPoints="1"/>
              </p:cNvSpPr>
              <p:nvPr/>
            </p:nvSpPr>
            <p:spPr bwMode="auto">
              <a:xfrm>
                <a:off x="383124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238" name="Freeform 974"/>
              <p:cNvSpPr>
                <a:spLocks noChangeAspect="1" noEditPoints="1"/>
              </p:cNvSpPr>
              <p:nvPr/>
            </p:nvSpPr>
            <p:spPr bwMode="auto">
              <a:xfrm>
                <a:off x="40840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239" name="Freeform 974"/>
              <p:cNvSpPr>
                <a:spLocks noChangeAspect="1" noEditPoints="1"/>
              </p:cNvSpPr>
              <p:nvPr/>
            </p:nvSpPr>
            <p:spPr bwMode="auto">
              <a:xfrm>
                <a:off x="43547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240" name="Freeform 974"/>
              <p:cNvSpPr>
                <a:spLocks noChangeAspect="1" noEditPoints="1"/>
              </p:cNvSpPr>
              <p:nvPr/>
            </p:nvSpPr>
            <p:spPr bwMode="auto">
              <a:xfrm>
                <a:off x="460756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241" name="Freeform 974"/>
              <p:cNvSpPr>
                <a:spLocks noChangeAspect="1" noEditPoints="1"/>
              </p:cNvSpPr>
              <p:nvPr/>
            </p:nvSpPr>
            <p:spPr bwMode="auto">
              <a:xfrm>
                <a:off x="4862929"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242" name="Freeform 974"/>
              <p:cNvSpPr>
                <a:spLocks noChangeAspect="1" noEditPoints="1"/>
              </p:cNvSpPr>
              <p:nvPr/>
            </p:nvSpPr>
            <p:spPr bwMode="auto">
              <a:xfrm>
                <a:off x="511573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243" name="Freeform 974"/>
              <p:cNvSpPr>
                <a:spLocks noChangeAspect="1" noEditPoints="1"/>
              </p:cNvSpPr>
              <p:nvPr/>
            </p:nvSpPr>
            <p:spPr bwMode="auto">
              <a:xfrm>
                <a:off x="536831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grpSp>
        <p:grpSp>
          <p:nvGrpSpPr>
            <p:cNvPr id="185" name="Group 184"/>
            <p:cNvGrpSpPr/>
            <p:nvPr/>
          </p:nvGrpSpPr>
          <p:grpSpPr>
            <a:xfrm>
              <a:off x="3323076" y="3925557"/>
              <a:ext cx="2264695" cy="219456"/>
              <a:chOff x="3323076" y="3668839"/>
              <a:chExt cx="2264695" cy="219456"/>
            </a:xfrm>
            <a:grpFill/>
          </p:grpSpPr>
          <p:sp>
            <p:nvSpPr>
              <p:cNvPr id="226" name="Freeform 974"/>
              <p:cNvSpPr>
                <a:spLocks noChangeAspect="1" noEditPoints="1"/>
              </p:cNvSpPr>
              <p:nvPr/>
            </p:nvSpPr>
            <p:spPr bwMode="auto">
              <a:xfrm>
                <a:off x="332307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227" name="Freeform 974"/>
              <p:cNvSpPr>
                <a:spLocks noChangeAspect="1" noEditPoints="1"/>
              </p:cNvSpPr>
              <p:nvPr/>
            </p:nvSpPr>
            <p:spPr bwMode="auto">
              <a:xfrm>
                <a:off x="357588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228" name="Freeform 974"/>
              <p:cNvSpPr>
                <a:spLocks noChangeAspect="1" noEditPoints="1"/>
              </p:cNvSpPr>
              <p:nvPr/>
            </p:nvSpPr>
            <p:spPr bwMode="auto">
              <a:xfrm>
                <a:off x="383124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229" name="Freeform 974"/>
              <p:cNvSpPr>
                <a:spLocks noChangeAspect="1" noEditPoints="1"/>
              </p:cNvSpPr>
              <p:nvPr/>
            </p:nvSpPr>
            <p:spPr bwMode="auto">
              <a:xfrm>
                <a:off x="40840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230" name="Freeform 974"/>
              <p:cNvSpPr>
                <a:spLocks noChangeAspect="1" noEditPoints="1"/>
              </p:cNvSpPr>
              <p:nvPr/>
            </p:nvSpPr>
            <p:spPr bwMode="auto">
              <a:xfrm>
                <a:off x="43547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231" name="Freeform 974"/>
              <p:cNvSpPr>
                <a:spLocks noChangeAspect="1" noEditPoints="1"/>
              </p:cNvSpPr>
              <p:nvPr/>
            </p:nvSpPr>
            <p:spPr bwMode="auto">
              <a:xfrm>
                <a:off x="460756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232" name="Freeform 974"/>
              <p:cNvSpPr>
                <a:spLocks noChangeAspect="1" noEditPoints="1"/>
              </p:cNvSpPr>
              <p:nvPr/>
            </p:nvSpPr>
            <p:spPr bwMode="auto">
              <a:xfrm>
                <a:off x="4862929"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233" name="Freeform 974"/>
              <p:cNvSpPr>
                <a:spLocks noChangeAspect="1" noEditPoints="1"/>
              </p:cNvSpPr>
              <p:nvPr/>
            </p:nvSpPr>
            <p:spPr bwMode="auto">
              <a:xfrm>
                <a:off x="511573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234" name="Freeform 974"/>
              <p:cNvSpPr>
                <a:spLocks noChangeAspect="1" noEditPoints="1"/>
              </p:cNvSpPr>
              <p:nvPr/>
            </p:nvSpPr>
            <p:spPr bwMode="auto">
              <a:xfrm>
                <a:off x="536831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grpSp>
        <p:grpSp>
          <p:nvGrpSpPr>
            <p:cNvPr id="186" name="Group 185"/>
            <p:cNvGrpSpPr/>
            <p:nvPr/>
          </p:nvGrpSpPr>
          <p:grpSpPr>
            <a:xfrm>
              <a:off x="3323076" y="4178502"/>
              <a:ext cx="2264695" cy="219456"/>
              <a:chOff x="3323076" y="3668839"/>
              <a:chExt cx="2264695" cy="219456"/>
            </a:xfrm>
            <a:grpFill/>
          </p:grpSpPr>
          <p:sp>
            <p:nvSpPr>
              <p:cNvPr id="217" name="Freeform 974"/>
              <p:cNvSpPr>
                <a:spLocks noChangeAspect="1" noEditPoints="1"/>
              </p:cNvSpPr>
              <p:nvPr/>
            </p:nvSpPr>
            <p:spPr bwMode="auto">
              <a:xfrm>
                <a:off x="332307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218" name="Freeform 974"/>
              <p:cNvSpPr>
                <a:spLocks noChangeAspect="1" noEditPoints="1"/>
              </p:cNvSpPr>
              <p:nvPr/>
            </p:nvSpPr>
            <p:spPr bwMode="auto">
              <a:xfrm>
                <a:off x="357588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219" name="Freeform 974"/>
              <p:cNvSpPr>
                <a:spLocks noChangeAspect="1" noEditPoints="1"/>
              </p:cNvSpPr>
              <p:nvPr/>
            </p:nvSpPr>
            <p:spPr bwMode="auto">
              <a:xfrm>
                <a:off x="383124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220" name="Freeform 974"/>
              <p:cNvSpPr>
                <a:spLocks noChangeAspect="1" noEditPoints="1"/>
              </p:cNvSpPr>
              <p:nvPr/>
            </p:nvSpPr>
            <p:spPr bwMode="auto">
              <a:xfrm>
                <a:off x="40840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221" name="Freeform 974"/>
              <p:cNvSpPr>
                <a:spLocks noChangeAspect="1" noEditPoints="1"/>
              </p:cNvSpPr>
              <p:nvPr/>
            </p:nvSpPr>
            <p:spPr bwMode="auto">
              <a:xfrm>
                <a:off x="43547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222" name="Freeform 974"/>
              <p:cNvSpPr>
                <a:spLocks noChangeAspect="1" noEditPoints="1"/>
              </p:cNvSpPr>
              <p:nvPr/>
            </p:nvSpPr>
            <p:spPr bwMode="auto">
              <a:xfrm>
                <a:off x="460756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223" name="Freeform 974"/>
              <p:cNvSpPr>
                <a:spLocks noChangeAspect="1" noEditPoints="1"/>
              </p:cNvSpPr>
              <p:nvPr/>
            </p:nvSpPr>
            <p:spPr bwMode="auto">
              <a:xfrm>
                <a:off x="4862929"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224" name="Freeform 974"/>
              <p:cNvSpPr>
                <a:spLocks noChangeAspect="1" noEditPoints="1"/>
              </p:cNvSpPr>
              <p:nvPr/>
            </p:nvSpPr>
            <p:spPr bwMode="auto">
              <a:xfrm>
                <a:off x="511573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225" name="Freeform 974"/>
              <p:cNvSpPr>
                <a:spLocks noChangeAspect="1" noEditPoints="1"/>
              </p:cNvSpPr>
              <p:nvPr/>
            </p:nvSpPr>
            <p:spPr bwMode="auto">
              <a:xfrm>
                <a:off x="536831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grpSp>
        <p:grpSp>
          <p:nvGrpSpPr>
            <p:cNvPr id="187" name="Group 186"/>
            <p:cNvGrpSpPr/>
            <p:nvPr/>
          </p:nvGrpSpPr>
          <p:grpSpPr>
            <a:xfrm>
              <a:off x="3323076" y="4435220"/>
              <a:ext cx="2264695" cy="219456"/>
              <a:chOff x="3323076" y="3668839"/>
              <a:chExt cx="2264695" cy="219456"/>
            </a:xfrm>
            <a:grpFill/>
          </p:grpSpPr>
          <p:sp>
            <p:nvSpPr>
              <p:cNvPr id="208" name="Freeform 974"/>
              <p:cNvSpPr>
                <a:spLocks noChangeAspect="1" noEditPoints="1"/>
              </p:cNvSpPr>
              <p:nvPr/>
            </p:nvSpPr>
            <p:spPr bwMode="auto">
              <a:xfrm>
                <a:off x="332307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209" name="Freeform 974"/>
              <p:cNvSpPr>
                <a:spLocks noChangeAspect="1" noEditPoints="1"/>
              </p:cNvSpPr>
              <p:nvPr/>
            </p:nvSpPr>
            <p:spPr bwMode="auto">
              <a:xfrm>
                <a:off x="357588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210" name="Freeform 974"/>
              <p:cNvSpPr>
                <a:spLocks noChangeAspect="1" noEditPoints="1"/>
              </p:cNvSpPr>
              <p:nvPr/>
            </p:nvSpPr>
            <p:spPr bwMode="auto">
              <a:xfrm>
                <a:off x="383124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211" name="Freeform 974"/>
              <p:cNvSpPr>
                <a:spLocks noChangeAspect="1" noEditPoints="1"/>
              </p:cNvSpPr>
              <p:nvPr/>
            </p:nvSpPr>
            <p:spPr bwMode="auto">
              <a:xfrm>
                <a:off x="40840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212" name="Freeform 974"/>
              <p:cNvSpPr>
                <a:spLocks noChangeAspect="1" noEditPoints="1"/>
              </p:cNvSpPr>
              <p:nvPr/>
            </p:nvSpPr>
            <p:spPr bwMode="auto">
              <a:xfrm>
                <a:off x="43547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213" name="Freeform 974"/>
              <p:cNvSpPr>
                <a:spLocks noChangeAspect="1" noEditPoints="1"/>
              </p:cNvSpPr>
              <p:nvPr/>
            </p:nvSpPr>
            <p:spPr bwMode="auto">
              <a:xfrm>
                <a:off x="460756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214" name="Freeform 974"/>
              <p:cNvSpPr>
                <a:spLocks noChangeAspect="1" noEditPoints="1"/>
              </p:cNvSpPr>
              <p:nvPr/>
            </p:nvSpPr>
            <p:spPr bwMode="auto">
              <a:xfrm>
                <a:off x="4862929"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215" name="Freeform 974"/>
              <p:cNvSpPr>
                <a:spLocks noChangeAspect="1" noEditPoints="1"/>
              </p:cNvSpPr>
              <p:nvPr/>
            </p:nvSpPr>
            <p:spPr bwMode="auto">
              <a:xfrm>
                <a:off x="511573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216" name="Freeform 974"/>
              <p:cNvSpPr>
                <a:spLocks noChangeAspect="1" noEditPoints="1"/>
              </p:cNvSpPr>
              <p:nvPr/>
            </p:nvSpPr>
            <p:spPr bwMode="auto">
              <a:xfrm>
                <a:off x="536831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grpSp>
        <p:grpSp>
          <p:nvGrpSpPr>
            <p:cNvPr id="188" name="Group 187"/>
            <p:cNvGrpSpPr/>
            <p:nvPr/>
          </p:nvGrpSpPr>
          <p:grpSpPr>
            <a:xfrm>
              <a:off x="3323076" y="4682706"/>
              <a:ext cx="2264695" cy="219456"/>
              <a:chOff x="3323076" y="3668839"/>
              <a:chExt cx="2264695" cy="219456"/>
            </a:xfrm>
            <a:grpFill/>
          </p:grpSpPr>
          <p:sp>
            <p:nvSpPr>
              <p:cNvPr id="199" name="Freeform 974"/>
              <p:cNvSpPr>
                <a:spLocks noChangeAspect="1" noEditPoints="1"/>
              </p:cNvSpPr>
              <p:nvPr/>
            </p:nvSpPr>
            <p:spPr bwMode="auto">
              <a:xfrm>
                <a:off x="332307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200" name="Freeform 974"/>
              <p:cNvSpPr>
                <a:spLocks noChangeAspect="1" noEditPoints="1"/>
              </p:cNvSpPr>
              <p:nvPr/>
            </p:nvSpPr>
            <p:spPr bwMode="auto">
              <a:xfrm>
                <a:off x="357588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201" name="Freeform 974"/>
              <p:cNvSpPr>
                <a:spLocks noChangeAspect="1" noEditPoints="1"/>
              </p:cNvSpPr>
              <p:nvPr/>
            </p:nvSpPr>
            <p:spPr bwMode="auto">
              <a:xfrm>
                <a:off x="383124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202" name="Freeform 974"/>
              <p:cNvSpPr>
                <a:spLocks noChangeAspect="1" noEditPoints="1"/>
              </p:cNvSpPr>
              <p:nvPr/>
            </p:nvSpPr>
            <p:spPr bwMode="auto">
              <a:xfrm>
                <a:off x="40840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203" name="Freeform 974"/>
              <p:cNvSpPr>
                <a:spLocks noChangeAspect="1" noEditPoints="1"/>
              </p:cNvSpPr>
              <p:nvPr/>
            </p:nvSpPr>
            <p:spPr bwMode="auto">
              <a:xfrm>
                <a:off x="43547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204" name="Freeform 974"/>
              <p:cNvSpPr>
                <a:spLocks noChangeAspect="1" noEditPoints="1"/>
              </p:cNvSpPr>
              <p:nvPr/>
            </p:nvSpPr>
            <p:spPr bwMode="auto">
              <a:xfrm>
                <a:off x="460756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205" name="Freeform 974"/>
              <p:cNvSpPr>
                <a:spLocks noChangeAspect="1" noEditPoints="1"/>
              </p:cNvSpPr>
              <p:nvPr/>
            </p:nvSpPr>
            <p:spPr bwMode="auto">
              <a:xfrm>
                <a:off x="4862929"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206" name="Freeform 974"/>
              <p:cNvSpPr>
                <a:spLocks noChangeAspect="1" noEditPoints="1"/>
              </p:cNvSpPr>
              <p:nvPr/>
            </p:nvSpPr>
            <p:spPr bwMode="auto">
              <a:xfrm>
                <a:off x="511573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207" name="Freeform 974"/>
              <p:cNvSpPr>
                <a:spLocks noChangeAspect="1" noEditPoints="1"/>
              </p:cNvSpPr>
              <p:nvPr/>
            </p:nvSpPr>
            <p:spPr bwMode="auto">
              <a:xfrm>
                <a:off x="536831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grpSp>
        <p:grpSp>
          <p:nvGrpSpPr>
            <p:cNvPr id="189" name="Group 188"/>
            <p:cNvGrpSpPr/>
            <p:nvPr/>
          </p:nvGrpSpPr>
          <p:grpSpPr>
            <a:xfrm>
              <a:off x="3323076" y="4939424"/>
              <a:ext cx="2264695" cy="219456"/>
              <a:chOff x="3323076" y="3668839"/>
              <a:chExt cx="2264695" cy="219456"/>
            </a:xfrm>
            <a:grpFill/>
          </p:grpSpPr>
          <p:sp>
            <p:nvSpPr>
              <p:cNvPr id="190" name="Freeform 974"/>
              <p:cNvSpPr>
                <a:spLocks noChangeAspect="1" noEditPoints="1"/>
              </p:cNvSpPr>
              <p:nvPr/>
            </p:nvSpPr>
            <p:spPr bwMode="auto">
              <a:xfrm>
                <a:off x="332307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91" name="Freeform 974"/>
              <p:cNvSpPr>
                <a:spLocks noChangeAspect="1" noEditPoints="1"/>
              </p:cNvSpPr>
              <p:nvPr/>
            </p:nvSpPr>
            <p:spPr bwMode="auto">
              <a:xfrm>
                <a:off x="357588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92" name="Freeform 974"/>
              <p:cNvSpPr>
                <a:spLocks noChangeAspect="1" noEditPoints="1"/>
              </p:cNvSpPr>
              <p:nvPr/>
            </p:nvSpPr>
            <p:spPr bwMode="auto">
              <a:xfrm>
                <a:off x="383124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93" name="Freeform 974"/>
              <p:cNvSpPr>
                <a:spLocks noChangeAspect="1" noEditPoints="1"/>
              </p:cNvSpPr>
              <p:nvPr/>
            </p:nvSpPr>
            <p:spPr bwMode="auto">
              <a:xfrm>
                <a:off x="40840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94" name="Freeform 974"/>
              <p:cNvSpPr>
                <a:spLocks noChangeAspect="1" noEditPoints="1"/>
              </p:cNvSpPr>
              <p:nvPr/>
            </p:nvSpPr>
            <p:spPr bwMode="auto">
              <a:xfrm>
                <a:off x="43547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95" name="Freeform 974"/>
              <p:cNvSpPr>
                <a:spLocks noChangeAspect="1" noEditPoints="1"/>
              </p:cNvSpPr>
              <p:nvPr/>
            </p:nvSpPr>
            <p:spPr bwMode="auto">
              <a:xfrm>
                <a:off x="460756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96" name="Freeform 974"/>
              <p:cNvSpPr>
                <a:spLocks noChangeAspect="1" noEditPoints="1"/>
              </p:cNvSpPr>
              <p:nvPr/>
            </p:nvSpPr>
            <p:spPr bwMode="auto">
              <a:xfrm>
                <a:off x="4862929"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97" name="Freeform 974"/>
              <p:cNvSpPr>
                <a:spLocks noChangeAspect="1" noEditPoints="1"/>
              </p:cNvSpPr>
              <p:nvPr/>
            </p:nvSpPr>
            <p:spPr bwMode="auto">
              <a:xfrm>
                <a:off x="511573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sp>
            <p:nvSpPr>
              <p:cNvPr id="198" name="Freeform 974"/>
              <p:cNvSpPr>
                <a:spLocks noChangeAspect="1" noEditPoints="1"/>
              </p:cNvSpPr>
              <p:nvPr/>
            </p:nvSpPr>
            <p:spPr bwMode="auto">
              <a:xfrm>
                <a:off x="536831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p>
            </p:txBody>
          </p:sp>
        </p:grpSp>
      </p:grpSp>
      <p:grpSp>
        <p:nvGrpSpPr>
          <p:cNvPr id="244" name="Group 243"/>
          <p:cNvGrpSpPr/>
          <p:nvPr/>
        </p:nvGrpSpPr>
        <p:grpSpPr>
          <a:xfrm>
            <a:off x="4160348" y="1754917"/>
            <a:ext cx="2204162" cy="1418732"/>
            <a:chOff x="3321642" y="2139475"/>
            <a:chExt cx="2262542" cy="1485900"/>
          </a:xfrm>
          <a:solidFill>
            <a:schemeClr val="accent3">
              <a:lumMod val="40000"/>
              <a:lumOff val="60000"/>
            </a:schemeClr>
          </a:solidFill>
        </p:grpSpPr>
        <p:grpSp>
          <p:nvGrpSpPr>
            <p:cNvPr id="245" name="Group 244"/>
            <p:cNvGrpSpPr/>
            <p:nvPr/>
          </p:nvGrpSpPr>
          <p:grpSpPr>
            <a:xfrm>
              <a:off x="3321642" y="2139475"/>
              <a:ext cx="2262542" cy="220890"/>
              <a:chOff x="3649188" y="1858074"/>
              <a:chExt cx="2262542" cy="220890"/>
            </a:xfrm>
            <a:grpFill/>
          </p:grpSpPr>
          <p:sp>
            <p:nvSpPr>
              <p:cNvPr id="296" name="Freeform 765"/>
              <p:cNvSpPr>
                <a:spLocks noChangeAspect="1" noEditPoints="1"/>
              </p:cNvSpPr>
              <p:nvPr/>
            </p:nvSpPr>
            <p:spPr bwMode="auto">
              <a:xfrm>
                <a:off x="3649188"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97" name="Freeform 765"/>
              <p:cNvSpPr>
                <a:spLocks noChangeAspect="1" noEditPoints="1"/>
              </p:cNvSpPr>
              <p:nvPr/>
            </p:nvSpPr>
            <p:spPr bwMode="auto">
              <a:xfrm>
                <a:off x="390439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98" name="Freeform 765"/>
              <p:cNvSpPr>
                <a:spLocks noChangeAspect="1" noEditPoints="1"/>
              </p:cNvSpPr>
              <p:nvPr/>
            </p:nvSpPr>
            <p:spPr bwMode="auto">
              <a:xfrm>
                <a:off x="4159602"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99" name="Freeform 765"/>
              <p:cNvSpPr>
                <a:spLocks noChangeAspect="1" noEditPoints="1"/>
              </p:cNvSpPr>
              <p:nvPr/>
            </p:nvSpPr>
            <p:spPr bwMode="auto">
              <a:xfrm>
                <a:off x="4414809"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300" name="Freeform 765"/>
              <p:cNvSpPr>
                <a:spLocks noChangeAspect="1" noEditPoints="1"/>
              </p:cNvSpPr>
              <p:nvPr/>
            </p:nvSpPr>
            <p:spPr bwMode="auto">
              <a:xfrm>
                <a:off x="467001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301" name="Freeform 765"/>
              <p:cNvSpPr>
                <a:spLocks noChangeAspect="1" noEditPoints="1"/>
              </p:cNvSpPr>
              <p:nvPr/>
            </p:nvSpPr>
            <p:spPr bwMode="auto">
              <a:xfrm>
                <a:off x="4925221"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302" name="Freeform 765"/>
              <p:cNvSpPr>
                <a:spLocks noChangeAspect="1" noEditPoints="1"/>
              </p:cNvSpPr>
              <p:nvPr/>
            </p:nvSpPr>
            <p:spPr bwMode="auto">
              <a:xfrm>
                <a:off x="5180427"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303" name="Freeform 765"/>
              <p:cNvSpPr>
                <a:spLocks noChangeAspect="1" noEditPoints="1"/>
              </p:cNvSpPr>
              <p:nvPr/>
            </p:nvSpPr>
            <p:spPr bwMode="auto">
              <a:xfrm>
                <a:off x="5435633"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304" name="Freeform 765"/>
              <p:cNvSpPr>
                <a:spLocks noChangeAspect="1" noEditPoints="1"/>
              </p:cNvSpPr>
              <p:nvPr/>
            </p:nvSpPr>
            <p:spPr bwMode="auto">
              <a:xfrm>
                <a:off x="5690840"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grpSp>
        <p:grpSp>
          <p:nvGrpSpPr>
            <p:cNvPr id="246" name="Group 245"/>
            <p:cNvGrpSpPr/>
            <p:nvPr/>
          </p:nvGrpSpPr>
          <p:grpSpPr>
            <a:xfrm>
              <a:off x="3321642" y="2386706"/>
              <a:ext cx="2262542" cy="220890"/>
              <a:chOff x="3649188" y="1858074"/>
              <a:chExt cx="2262542" cy="220890"/>
            </a:xfrm>
            <a:grpFill/>
          </p:grpSpPr>
          <p:sp>
            <p:nvSpPr>
              <p:cNvPr id="287" name="Freeform 765"/>
              <p:cNvSpPr>
                <a:spLocks noChangeAspect="1" noEditPoints="1"/>
              </p:cNvSpPr>
              <p:nvPr/>
            </p:nvSpPr>
            <p:spPr bwMode="auto">
              <a:xfrm>
                <a:off x="3649188"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88" name="Freeform 765"/>
              <p:cNvSpPr>
                <a:spLocks noChangeAspect="1" noEditPoints="1"/>
              </p:cNvSpPr>
              <p:nvPr/>
            </p:nvSpPr>
            <p:spPr bwMode="auto">
              <a:xfrm>
                <a:off x="390439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89" name="Freeform 765"/>
              <p:cNvSpPr>
                <a:spLocks noChangeAspect="1" noEditPoints="1"/>
              </p:cNvSpPr>
              <p:nvPr/>
            </p:nvSpPr>
            <p:spPr bwMode="auto">
              <a:xfrm>
                <a:off x="4159602"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90" name="Freeform 765"/>
              <p:cNvSpPr>
                <a:spLocks noChangeAspect="1" noEditPoints="1"/>
              </p:cNvSpPr>
              <p:nvPr/>
            </p:nvSpPr>
            <p:spPr bwMode="auto">
              <a:xfrm>
                <a:off x="4414809"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91" name="Freeform 765"/>
              <p:cNvSpPr>
                <a:spLocks noChangeAspect="1" noEditPoints="1"/>
              </p:cNvSpPr>
              <p:nvPr/>
            </p:nvSpPr>
            <p:spPr bwMode="auto">
              <a:xfrm>
                <a:off x="467001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92" name="Freeform 765"/>
              <p:cNvSpPr>
                <a:spLocks noChangeAspect="1" noEditPoints="1"/>
              </p:cNvSpPr>
              <p:nvPr/>
            </p:nvSpPr>
            <p:spPr bwMode="auto">
              <a:xfrm>
                <a:off x="4925221"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93" name="Freeform 765"/>
              <p:cNvSpPr>
                <a:spLocks noChangeAspect="1" noEditPoints="1"/>
              </p:cNvSpPr>
              <p:nvPr/>
            </p:nvSpPr>
            <p:spPr bwMode="auto">
              <a:xfrm>
                <a:off x="5180427"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94" name="Freeform 765"/>
              <p:cNvSpPr>
                <a:spLocks noChangeAspect="1" noEditPoints="1"/>
              </p:cNvSpPr>
              <p:nvPr/>
            </p:nvSpPr>
            <p:spPr bwMode="auto">
              <a:xfrm>
                <a:off x="5435633"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95" name="Freeform 765"/>
              <p:cNvSpPr>
                <a:spLocks noChangeAspect="1" noEditPoints="1"/>
              </p:cNvSpPr>
              <p:nvPr/>
            </p:nvSpPr>
            <p:spPr bwMode="auto">
              <a:xfrm>
                <a:off x="5690840"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grpSp>
        <p:grpSp>
          <p:nvGrpSpPr>
            <p:cNvPr id="247" name="Group 246"/>
            <p:cNvGrpSpPr/>
            <p:nvPr/>
          </p:nvGrpSpPr>
          <p:grpSpPr>
            <a:xfrm>
              <a:off x="3321642" y="2665803"/>
              <a:ext cx="2262542" cy="220890"/>
              <a:chOff x="3649188" y="1858074"/>
              <a:chExt cx="2262542" cy="220890"/>
            </a:xfrm>
            <a:grpFill/>
          </p:grpSpPr>
          <p:sp>
            <p:nvSpPr>
              <p:cNvPr id="278" name="Freeform 765"/>
              <p:cNvSpPr>
                <a:spLocks noChangeAspect="1" noEditPoints="1"/>
              </p:cNvSpPr>
              <p:nvPr/>
            </p:nvSpPr>
            <p:spPr bwMode="auto">
              <a:xfrm>
                <a:off x="3649188"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79" name="Freeform 765"/>
              <p:cNvSpPr>
                <a:spLocks noChangeAspect="1" noEditPoints="1"/>
              </p:cNvSpPr>
              <p:nvPr/>
            </p:nvSpPr>
            <p:spPr bwMode="auto">
              <a:xfrm>
                <a:off x="390439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80" name="Freeform 765"/>
              <p:cNvSpPr>
                <a:spLocks noChangeAspect="1" noEditPoints="1"/>
              </p:cNvSpPr>
              <p:nvPr/>
            </p:nvSpPr>
            <p:spPr bwMode="auto">
              <a:xfrm>
                <a:off x="4159602"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81" name="Freeform 765"/>
              <p:cNvSpPr>
                <a:spLocks noChangeAspect="1" noEditPoints="1"/>
              </p:cNvSpPr>
              <p:nvPr/>
            </p:nvSpPr>
            <p:spPr bwMode="auto">
              <a:xfrm>
                <a:off x="4414809"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82" name="Freeform 765"/>
              <p:cNvSpPr>
                <a:spLocks noChangeAspect="1" noEditPoints="1"/>
              </p:cNvSpPr>
              <p:nvPr/>
            </p:nvSpPr>
            <p:spPr bwMode="auto">
              <a:xfrm>
                <a:off x="467001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83" name="Freeform 765"/>
              <p:cNvSpPr>
                <a:spLocks noChangeAspect="1" noEditPoints="1"/>
              </p:cNvSpPr>
              <p:nvPr/>
            </p:nvSpPr>
            <p:spPr bwMode="auto">
              <a:xfrm>
                <a:off x="4925221"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84" name="Freeform 765"/>
              <p:cNvSpPr>
                <a:spLocks noChangeAspect="1" noEditPoints="1"/>
              </p:cNvSpPr>
              <p:nvPr/>
            </p:nvSpPr>
            <p:spPr bwMode="auto">
              <a:xfrm>
                <a:off x="5180427"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85" name="Freeform 765"/>
              <p:cNvSpPr>
                <a:spLocks noChangeAspect="1" noEditPoints="1"/>
              </p:cNvSpPr>
              <p:nvPr/>
            </p:nvSpPr>
            <p:spPr bwMode="auto">
              <a:xfrm>
                <a:off x="5435633"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86" name="Freeform 765"/>
              <p:cNvSpPr>
                <a:spLocks noChangeAspect="1" noEditPoints="1"/>
              </p:cNvSpPr>
              <p:nvPr/>
            </p:nvSpPr>
            <p:spPr bwMode="auto">
              <a:xfrm>
                <a:off x="5690840"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grpSp>
        <p:grpSp>
          <p:nvGrpSpPr>
            <p:cNvPr id="248" name="Group 247"/>
            <p:cNvGrpSpPr/>
            <p:nvPr/>
          </p:nvGrpSpPr>
          <p:grpSpPr>
            <a:xfrm>
              <a:off x="3321642" y="2913034"/>
              <a:ext cx="2262542" cy="220890"/>
              <a:chOff x="3649188" y="1858074"/>
              <a:chExt cx="2262542" cy="220890"/>
            </a:xfrm>
            <a:grpFill/>
          </p:grpSpPr>
          <p:sp>
            <p:nvSpPr>
              <p:cNvPr id="269" name="Freeform 765"/>
              <p:cNvSpPr>
                <a:spLocks noChangeAspect="1" noEditPoints="1"/>
              </p:cNvSpPr>
              <p:nvPr/>
            </p:nvSpPr>
            <p:spPr bwMode="auto">
              <a:xfrm>
                <a:off x="3649188"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70" name="Freeform 765"/>
              <p:cNvSpPr>
                <a:spLocks noChangeAspect="1" noEditPoints="1"/>
              </p:cNvSpPr>
              <p:nvPr/>
            </p:nvSpPr>
            <p:spPr bwMode="auto">
              <a:xfrm>
                <a:off x="390439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71" name="Freeform 765"/>
              <p:cNvSpPr>
                <a:spLocks noChangeAspect="1" noEditPoints="1"/>
              </p:cNvSpPr>
              <p:nvPr/>
            </p:nvSpPr>
            <p:spPr bwMode="auto">
              <a:xfrm>
                <a:off x="4159602"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72" name="Freeform 765"/>
              <p:cNvSpPr>
                <a:spLocks noChangeAspect="1" noEditPoints="1"/>
              </p:cNvSpPr>
              <p:nvPr/>
            </p:nvSpPr>
            <p:spPr bwMode="auto">
              <a:xfrm>
                <a:off x="4414809"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73" name="Freeform 765"/>
              <p:cNvSpPr>
                <a:spLocks noChangeAspect="1" noEditPoints="1"/>
              </p:cNvSpPr>
              <p:nvPr/>
            </p:nvSpPr>
            <p:spPr bwMode="auto">
              <a:xfrm>
                <a:off x="467001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74" name="Freeform 765"/>
              <p:cNvSpPr>
                <a:spLocks noChangeAspect="1" noEditPoints="1"/>
              </p:cNvSpPr>
              <p:nvPr/>
            </p:nvSpPr>
            <p:spPr bwMode="auto">
              <a:xfrm>
                <a:off x="4925221"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75" name="Freeform 765"/>
              <p:cNvSpPr>
                <a:spLocks noChangeAspect="1" noEditPoints="1"/>
              </p:cNvSpPr>
              <p:nvPr/>
            </p:nvSpPr>
            <p:spPr bwMode="auto">
              <a:xfrm>
                <a:off x="5180427"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76" name="Freeform 765"/>
              <p:cNvSpPr>
                <a:spLocks noChangeAspect="1" noEditPoints="1"/>
              </p:cNvSpPr>
              <p:nvPr/>
            </p:nvSpPr>
            <p:spPr bwMode="auto">
              <a:xfrm>
                <a:off x="5435633"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77" name="Freeform 765"/>
              <p:cNvSpPr>
                <a:spLocks noChangeAspect="1" noEditPoints="1"/>
              </p:cNvSpPr>
              <p:nvPr/>
            </p:nvSpPr>
            <p:spPr bwMode="auto">
              <a:xfrm>
                <a:off x="5690840"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grpSp>
        <p:grpSp>
          <p:nvGrpSpPr>
            <p:cNvPr id="249" name="Group 248"/>
            <p:cNvGrpSpPr/>
            <p:nvPr/>
          </p:nvGrpSpPr>
          <p:grpSpPr>
            <a:xfrm>
              <a:off x="3321642" y="3157254"/>
              <a:ext cx="2262542" cy="220890"/>
              <a:chOff x="3649188" y="1858074"/>
              <a:chExt cx="2262542" cy="220890"/>
            </a:xfrm>
            <a:grpFill/>
          </p:grpSpPr>
          <p:sp>
            <p:nvSpPr>
              <p:cNvPr id="260" name="Freeform 765"/>
              <p:cNvSpPr>
                <a:spLocks noChangeAspect="1" noEditPoints="1"/>
              </p:cNvSpPr>
              <p:nvPr/>
            </p:nvSpPr>
            <p:spPr bwMode="auto">
              <a:xfrm>
                <a:off x="3649188"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61" name="Freeform 765"/>
              <p:cNvSpPr>
                <a:spLocks noChangeAspect="1" noEditPoints="1"/>
              </p:cNvSpPr>
              <p:nvPr/>
            </p:nvSpPr>
            <p:spPr bwMode="auto">
              <a:xfrm>
                <a:off x="390439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62" name="Freeform 765"/>
              <p:cNvSpPr>
                <a:spLocks noChangeAspect="1" noEditPoints="1"/>
              </p:cNvSpPr>
              <p:nvPr/>
            </p:nvSpPr>
            <p:spPr bwMode="auto">
              <a:xfrm>
                <a:off x="4159602"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63" name="Freeform 765"/>
              <p:cNvSpPr>
                <a:spLocks noChangeAspect="1" noEditPoints="1"/>
              </p:cNvSpPr>
              <p:nvPr/>
            </p:nvSpPr>
            <p:spPr bwMode="auto">
              <a:xfrm>
                <a:off x="4414809"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64" name="Freeform 765"/>
              <p:cNvSpPr>
                <a:spLocks noChangeAspect="1" noEditPoints="1"/>
              </p:cNvSpPr>
              <p:nvPr/>
            </p:nvSpPr>
            <p:spPr bwMode="auto">
              <a:xfrm>
                <a:off x="467001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65" name="Freeform 765"/>
              <p:cNvSpPr>
                <a:spLocks noChangeAspect="1" noEditPoints="1"/>
              </p:cNvSpPr>
              <p:nvPr/>
            </p:nvSpPr>
            <p:spPr bwMode="auto">
              <a:xfrm>
                <a:off x="4925221"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66" name="Freeform 765"/>
              <p:cNvSpPr>
                <a:spLocks noChangeAspect="1" noEditPoints="1"/>
              </p:cNvSpPr>
              <p:nvPr/>
            </p:nvSpPr>
            <p:spPr bwMode="auto">
              <a:xfrm>
                <a:off x="5180427"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67" name="Freeform 765"/>
              <p:cNvSpPr>
                <a:spLocks noChangeAspect="1" noEditPoints="1"/>
              </p:cNvSpPr>
              <p:nvPr/>
            </p:nvSpPr>
            <p:spPr bwMode="auto">
              <a:xfrm>
                <a:off x="5435633"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68" name="Freeform 765"/>
              <p:cNvSpPr>
                <a:spLocks noChangeAspect="1" noEditPoints="1"/>
              </p:cNvSpPr>
              <p:nvPr/>
            </p:nvSpPr>
            <p:spPr bwMode="auto">
              <a:xfrm>
                <a:off x="5690840"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grpSp>
        <p:grpSp>
          <p:nvGrpSpPr>
            <p:cNvPr id="250" name="Group 249"/>
            <p:cNvGrpSpPr/>
            <p:nvPr/>
          </p:nvGrpSpPr>
          <p:grpSpPr>
            <a:xfrm>
              <a:off x="3321642" y="3404485"/>
              <a:ext cx="2262542" cy="220890"/>
              <a:chOff x="3649188" y="1858074"/>
              <a:chExt cx="2262542" cy="220890"/>
            </a:xfrm>
            <a:grpFill/>
          </p:grpSpPr>
          <p:sp>
            <p:nvSpPr>
              <p:cNvPr id="251" name="Freeform 765"/>
              <p:cNvSpPr>
                <a:spLocks noChangeAspect="1" noEditPoints="1"/>
              </p:cNvSpPr>
              <p:nvPr/>
            </p:nvSpPr>
            <p:spPr bwMode="auto">
              <a:xfrm>
                <a:off x="3649188"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52" name="Freeform 765"/>
              <p:cNvSpPr>
                <a:spLocks noChangeAspect="1" noEditPoints="1"/>
              </p:cNvSpPr>
              <p:nvPr/>
            </p:nvSpPr>
            <p:spPr bwMode="auto">
              <a:xfrm>
                <a:off x="390439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53" name="Freeform 765"/>
              <p:cNvSpPr>
                <a:spLocks noChangeAspect="1" noEditPoints="1"/>
              </p:cNvSpPr>
              <p:nvPr/>
            </p:nvSpPr>
            <p:spPr bwMode="auto">
              <a:xfrm>
                <a:off x="4159602"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54" name="Freeform 765"/>
              <p:cNvSpPr>
                <a:spLocks noChangeAspect="1" noEditPoints="1"/>
              </p:cNvSpPr>
              <p:nvPr/>
            </p:nvSpPr>
            <p:spPr bwMode="auto">
              <a:xfrm>
                <a:off x="4414809"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55" name="Freeform 765"/>
              <p:cNvSpPr>
                <a:spLocks noChangeAspect="1" noEditPoints="1"/>
              </p:cNvSpPr>
              <p:nvPr/>
            </p:nvSpPr>
            <p:spPr bwMode="auto">
              <a:xfrm>
                <a:off x="467001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56" name="Freeform 765"/>
              <p:cNvSpPr>
                <a:spLocks noChangeAspect="1" noEditPoints="1"/>
              </p:cNvSpPr>
              <p:nvPr/>
            </p:nvSpPr>
            <p:spPr bwMode="auto">
              <a:xfrm>
                <a:off x="4925221"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57" name="Freeform 765"/>
              <p:cNvSpPr>
                <a:spLocks noChangeAspect="1" noEditPoints="1"/>
              </p:cNvSpPr>
              <p:nvPr/>
            </p:nvSpPr>
            <p:spPr bwMode="auto">
              <a:xfrm>
                <a:off x="5180427"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58" name="Freeform 765"/>
              <p:cNvSpPr>
                <a:spLocks noChangeAspect="1" noEditPoints="1"/>
              </p:cNvSpPr>
              <p:nvPr/>
            </p:nvSpPr>
            <p:spPr bwMode="auto">
              <a:xfrm>
                <a:off x="5435633"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sp>
            <p:nvSpPr>
              <p:cNvPr id="259" name="Freeform 765"/>
              <p:cNvSpPr>
                <a:spLocks noChangeAspect="1" noEditPoints="1"/>
              </p:cNvSpPr>
              <p:nvPr/>
            </p:nvSpPr>
            <p:spPr bwMode="auto">
              <a:xfrm>
                <a:off x="5690840"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73163" tIns="36581" rIns="73163" bIns="36581" numCol="1" anchor="t" anchorCtr="0" compatLnSpc="1">
                <a:prstTxWarp prst="textNoShape">
                  <a:avLst/>
                </a:prstTxWarp>
              </a:bodyPr>
              <a:lstStyle/>
              <a:p>
                <a:endParaRPr lang="en-GB" sz="1440" dirty="0">
                  <a:solidFill>
                    <a:schemeClr val="accent3">
                      <a:lumMod val="20000"/>
                      <a:lumOff val="80000"/>
                    </a:schemeClr>
                  </a:solidFill>
                </a:endParaRPr>
              </a:p>
            </p:txBody>
          </p:sp>
        </p:grpSp>
      </p:grpSp>
      <p:sp>
        <p:nvSpPr>
          <p:cNvPr id="305" name="TextBox 304"/>
          <p:cNvSpPr txBox="1"/>
          <p:nvPr/>
        </p:nvSpPr>
        <p:spPr>
          <a:xfrm>
            <a:off x="4510557" y="2050440"/>
            <a:ext cx="1549987" cy="518642"/>
          </a:xfrm>
          <a:prstGeom prst="rect">
            <a:avLst/>
          </a:prstGeom>
          <a:solidFill>
            <a:schemeClr val="bg1"/>
          </a:solidFill>
          <a:ln w="1905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defPPr>
              <a:defRPr lang="en-US"/>
            </a:defPPr>
            <a:lvl1pPr algn="ctr">
              <a:lnSpc>
                <a:spcPct val="106000"/>
              </a:lnSpc>
              <a:buFont typeface="Wingdings 2" pitchFamily="18" charset="2"/>
              <a:buNone/>
              <a:defRPr sz="1600" b="1">
                <a:solidFill>
                  <a:schemeClr val="bg1"/>
                </a:solidFill>
              </a:defRPr>
            </a:lvl1pPr>
          </a:lstStyle>
          <a:p>
            <a:pPr>
              <a:lnSpc>
                <a:spcPts val="3202"/>
              </a:lnSpc>
            </a:pPr>
            <a:r>
              <a:rPr lang="en-US" sz="2561" b="0" dirty="0">
                <a:solidFill>
                  <a:schemeClr val="tx1"/>
                </a:solidFill>
              </a:rPr>
              <a:t>35,000+</a:t>
            </a:r>
          </a:p>
        </p:txBody>
      </p:sp>
      <p:sp>
        <p:nvSpPr>
          <p:cNvPr id="334" name="Rectangle 333"/>
          <p:cNvSpPr/>
          <p:nvPr/>
        </p:nvSpPr>
        <p:spPr>
          <a:xfrm>
            <a:off x="7131284" y="5684833"/>
            <a:ext cx="3860829" cy="249495"/>
          </a:xfrm>
          <a:prstGeom prst="rect">
            <a:avLst/>
          </a:prstGeom>
        </p:spPr>
        <p:txBody>
          <a:bodyPr wrap="square" lIns="0" tIns="0" rIns="0" bIns="0">
            <a:noAutofit/>
          </a:bodyPr>
          <a:lstStyle/>
          <a:p>
            <a:pPr defTabSz="825971"/>
            <a:r>
              <a:rPr lang="en-US" sz="561" dirty="0">
                <a:solidFill>
                  <a:schemeClr val="bg1">
                    <a:lumMod val="50000"/>
                  </a:schemeClr>
                </a:solidFill>
                <a:cs typeface="Arial" charset="0"/>
              </a:rPr>
              <a:t>*BT500 - Business Today publication about India’s top 500 performing companies</a:t>
            </a:r>
          </a:p>
        </p:txBody>
      </p:sp>
      <p:grpSp>
        <p:nvGrpSpPr>
          <p:cNvPr id="335" name="Group 334"/>
          <p:cNvGrpSpPr/>
          <p:nvPr/>
        </p:nvGrpSpPr>
        <p:grpSpPr>
          <a:xfrm>
            <a:off x="7040430" y="2036756"/>
            <a:ext cx="4454884" cy="3505968"/>
            <a:chOff x="5904103" y="2314062"/>
            <a:chExt cx="4572878" cy="3671954"/>
          </a:xfrm>
        </p:grpSpPr>
        <p:sp>
          <p:nvSpPr>
            <p:cNvPr id="336" name="Rectangle 335"/>
            <p:cNvSpPr/>
            <p:nvPr/>
          </p:nvSpPr>
          <p:spPr>
            <a:xfrm>
              <a:off x="6394468" y="2371536"/>
              <a:ext cx="4082513" cy="225644"/>
            </a:xfrm>
            <a:prstGeom prst="rect">
              <a:avLst/>
            </a:prstGeom>
          </p:spPr>
          <p:txBody>
            <a:bodyPr wrap="square" lIns="0" tIns="0" rIns="0" bIns="0">
              <a:spAutoFit/>
            </a:bodyPr>
            <a:lstStyle/>
            <a:p>
              <a:pPr defTabSz="825971"/>
              <a:r>
                <a:rPr lang="en-US" sz="1400" dirty="0">
                  <a:solidFill>
                    <a:srgbClr val="313131"/>
                  </a:solidFill>
                  <a:cs typeface="Arial" charset="0"/>
                </a:rPr>
                <a:t>India clientele (November 2018 BT500*)</a:t>
              </a:r>
            </a:p>
          </p:txBody>
        </p:sp>
        <p:grpSp>
          <p:nvGrpSpPr>
            <p:cNvPr id="337" name="Group 336"/>
            <p:cNvGrpSpPr/>
            <p:nvPr/>
          </p:nvGrpSpPr>
          <p:grpSpPr>
            <a:xfrm>
              <a:off x="6034167" y="2948621"/>
              <a:ext cx="1976385" cy="900427"/>
              <a:chOff x="6679062" y="4021069"/>
              <a:chExt cx="1976385" cy="900427"/>
            </a:xfrm>
          </p:grpSpPr>
          <p:grpSp>
            <p:nvGrpSpPr>
              <p:cNvPr id="418" name="Group 417"/>
              <p:cNvGrpSpPr/>
              <p:nvPr/>
            </p:nvGrpSpPr>
            <p:grpSpPr>
              <a:xfrm>
                <a:off x="7898643" y="4021069"/>
                <a:ext cx="756804" cy="900427"/>
                <a:chOff x="6760515" y="3143193"/>
                <a:chExt cx="756804" cy="900427"/>
              </a:xfrm>
            </p:grpSpPr>
            <p:sp>
              <p:nvSpPr>
                <p:cNvPr id="426" name="Rectangle 425"/>
                <p:cNvSpPr/>
                <p:nvPr/>
              </p:nvSpPr>
              <p:spPr bwMode="gray">
                <a:xfrm>
                  <a:off x="6917392" y="3143193"/>
                  <a:ext cx="599925" cy="900427"/>
                </a:xfrm>
                <a:prstGeom prst="rect">
                  <a:avLst/>
                </a:prstGeom>
                <a:solidFill>
                  <a:schemeClr val="bg1"/>
                </a:solidFill>
                <a:ln w="19050" algn="ctr">
                  <a:solidFill>
                    <a:schemeClr val="accent3"/>
                  </a:solidFill>
                  <a:miter lim="800000"/>
                  <a:headEnd/>
                  <a:tailEnd/>
                </a:ln>
              </p:spPr>
              <p:txBody>
                <a:bodyPr wrap="square" lIns="71130" tIns="71130" rIns="71130" bIns="71130" rtlCol="0" anchor="ctr"/>
                <a:lstStyle/>
                <a:p>
                  <a:pPr algn="ctr">
                    <a:lnSpc>
                      <a:spcPct val="106000"/>
                    </a:lnSpc>
                    <a:buFont typeface="Wingdings 2" pitchFamily="18" charset="2"/>
                    <a:buNone/>
                  </a:pPr>
                  <a:endParaRPr lang="en-IN" sz="1600" b="1" dirty="0">
                    <a:solidFill>
                      <a:schemeClr val="bg1"/>
                    </a:solidFill>
                  </a:endParaRPr>
                </a:p>
              </p:txBody>
            </p:sp>
            <p:sp>
              <p:nvSpPr>
                <p:cNvPr id="427" name="Rectangle 426"/>
                <p:cNvSpPr/>
                <p:nvPr/>
              </p:nvSpPr>
              <p:spPr>
                <a:xfrm>
                  <a:off x="6972277" y="3274738"/>
                  <a:ext cx="489030" cy="257878"/>
                </a:xfrm>
                <a:prstGeom prst="rect">
                  <a:avLst/>
                </a:prstGeom>
              </p:spPr>
              <p:txBody>
                <a:bodyPr wrap="none" tIns="0" bIns="0">
                  <a:spAutoFit/>
                </a:bodyPr>
                <a:lstStyle/>
                <a:p>
                  <a:r>
                    <a:rPr lang="en-US" sz="1600" b="1" dirty="0">
                      <a:solidFill>
                        <a:srgbClr val="313131"/>
                      </a:solidFill>
                      <a:cs typeface="Arial" charset="0"/>
                    </a:rPr>
                    <a:t>93</a:t>
                  </a:r>
                  <a:endParaRPr lang="en-IN" sz="1600" b="1" dirty="0"/>
                </a:p>
              </p:txBody>
            </p:sp>
            <p:sp>
              <p:nvSpPr>
                <p:cNvPr id="428" name="Rectangle 427"/>
                <p:cNvSpPr/>
                <p:nvPr/>
              </p:nvSpPr>
              <p:spPr>
                <a:xfrm>
                  <a:off x="6975971" y="3723080"/>
                  <a:ext cx="451186" cy="169233"/>
                </a:xfrm>
                <a:prstGeom prst="rect">
                  <a:avLst/>
                </a:prstGeom>
              </p:spPr>
              <p:txBody>
                <a:bodyPr wrap="none" tIns="0" bIns="0">
                  <a:spAutoFit/>
                </a:bodyPr>
                <a:lstStyle/>
                <a:p>
                  <a:r>
                    <a:rPr lang="en-US" sz="1050" dirty="0">
                      <a:solidFill>
                        <a:srgbClr val="313131"/>
                      </a:solidFill>
                      <a:cs typeface="Arial" charset="0"/>
                    </a:rPr>
                    <a:t>139</a:t>
                  </a:r>
                  <a:endParaRPr lang="en-IN" sz="1050" dirty="0">
                    <a:solidFill>
                      <a:srgbClr val="313131"/>
                    </a:solidFill>
                    <a:cs typeface="Arial" charset="0"/>
                  </a:endParaRPr>
                </a:p>
              </p:txBody>
            </p:sp>
            <p:sp>
              <p:nvSpPr>
                <p:cNvPr id="429" name="Rectangle 428"/>
                <p:cNvSpPr/>
                <p:nvPr/>
              </p:nvSpPr>
              <p:spPr>
                <a:xfrm>
                  <a:off x="6760515" y="3538178"/>
                  <a:ext cx="756804" cy="161174"/>
                </a:xfrm>
                <a:prstGeom prst="rect">
                  <a:avLst/>
                </a:prstGeom>
                <a:solidFill>
                  <a:schemeClr val="accent3"/>
                </a:solidFill>
              </p:spPr>
              <p:txBody>
                <a:bodyPr wrap="square" lIns="219488" tIns="0" bIns="0">
                  <a:spAutoFit/>
                </a:bodyPr>
                <a:lstStyle/>
                <a:p>
                  <a:pPr algn="ctr"/>
                  <a:r>
                    <a:rPr lang="en-US" sz="1000" b="1" dirty="0">
                      <a:solidFill>
                        <a:schemeClr val="bg1"/>
                      </a:solidFill>
                      <a:cs typeface="Arial" charset="0"/>
                    </a:rPr>
                    <a:t>of</a:t>
                  </a:r>
                  <a:endParaRPr lang="en-IN" sz="1000" b="1" dirty="0">
                    <a:solidFill>
                      <a:schemeClr val="bg1"/>
                    </a:solidFill>
                    <a:cs typeface="Arial" charset="0"/>
                  </a:endParaRPr>
                </a:p>
              </p:txBody>
            </p:sp>
            <p:sp>
              <p:nvSpPr>
                <p:cNvPr id="430" name="Rectangle 429"/>
                <p:cNvSpPr/>
                <p:nvPr/>
              </p:nvSpPr>
              <p:spPr>
                <a:xfrm>
                  <a:off x="6950513" y="3882663"/>
                  <a:ext cx="562747" cy="128940"/>
                </a:xfrm>
                <a:prstGeom prst="rect">
                  <a:avLst/>
                </a:prstGeom>
              </p:spPr>
              <p:txBody>
                <a:bodyPr wrap="none" lIns="0" tIns="0" rIns="0" bIns="0">
                  <a:spAutoFit/>
                </a:bodyPr>
                <a:lstStyle/>
                <a:p>
                  <a:pPr defTabSz="825971"/>
                  <a:r>
                    <a:rPr lang="en-US" sz="800" dirty="0">
                      <a:solidFill>
                        <a:srgbClr val="313131"/>
                      </a:solidFill>
                      <a:cs typeface="Arial" charset="0"/>
                    </a:rPr>
                    <a:t>companies</a:t>
                  </a:r>
                </a:p>
              </p:txBody>
            </p:sp>
            <p:sp>
              <p:nvSpPr>
                <p:cNvPr id="431" name="Rectangle 430"/>
                <p:cNvSpPr/>
                <p:nvPr/>
              </p:nvSpPr>
              <p:spPr>
                <a:xfrm>
                  <a:off x="7054045" y="3171396"/>
                  <a:ext cx="358711" cy="128940"/>
                </a:xfrm>
                <a:prstGeom prst="rect">
                  <a:avLst/>
                </a:prstGeom>
              </p:spPr>
              <p:txBody>
                <a:bodyPr wrap="none" lIns="0" tIns="0" rIns="0" bIns="0">
                  <a:spAutoFit/>
                </a:bodyPr>
                <a:lstStyle/>
                <a:p>
                  <a:pPr defTabSz="825971"/>
                  <a:r>
                    <a:rPr lang="en-US" sz="800" dirty="0">
                      <a:solidFill>
                        <a:srgbClr val="313131"/>
                      </a:solidFill>
                      <a:cs typeface="Arial" charset="0"/>
                    </a:rPr>
                    <a:t>Serves</a:t>
                  </a:r>
                </a:p>
              </p:txBody>
            </p:sp>
          </p:grpSp>
          <p:grpSp>
            <p:nvGrpSpPr>
              <p:cNvPr id="419" name="Group 418"/>
              <p:cNvGrpSpPr/>
              <p:nvPr/>
            </p:nvGrpSpPr>
            <p:grpSpPr>
              <a:xfrm>
                <a:off x="7585253" y="4297064"/>
                <a:ext cx="405566" cy="405566"/>
                <a:chOff x="8160584" y="4119087"/>
                <a:chExt cx="405566" cy="405566"/>
              </a:xfrm>
            </p:grpSpPr>
            <p:sp>
              <p:nvSpPr>
                <p:cNvPr id="422" name="Oval 421"/>
                <p:cNvSpPr/>
                <p:nvPr/>
              </p:nvSpPr>
              <p:spPr bwMode="gray">
                <a:xfrm>
                  <a:off x="8160584" y="4119087"/>
                  <a:ext cx="405566" cy="405566"/>
                </a:xfrm>
                <a:prstGeom prst="ellipse">
                  <a:avLst/>
                </a:prstGeom>
                <a:solidFill>
                  <a:schemeClr val="bg1"/>
                </a:solidFill>
                <a:ln w="19050" algn="ctr">
                  <a:noFill/>
                  <a:miter lim="800000"/>
                  <a:headEnd/>
                  <a:tailEnd/>
                </a:ln>
              </p:spPr>
              <p:txBody>
                <a:bodyPr wrap="square" lIns="71130" tIns="71130" rIns="71130" bIns="71130" rtlCol="0" anchor="ctr"/>
                <a:lstStyle/>
                <a:p>
                  <a:pPr algn="ctr">
                    <a:lnSpc>
                      <a:spcPct val="106000"/>
                    </a:lnSpc>
                    <a:buFont typeface="Wingdings 2" pitchFamily="18" charset="2"/>
                    <a:buNone/>
                  </a:pPr>
                  <a:endParaRPr lang="en-IN" sz="1600" b="1" dirty="0">
                    <a:solidFill>
                      <a:schemeClr val="bg1"/>
                    </a:solidFill>
                  </a:endParaRPr>
                </a:p>
              </p:txBody>
            </p:sp>
            <p:grpSp>
              <p:nvGrpSpPr>
                <p:cNvPr id="423" name="Group 682"/>
                <p:cNvGrpSpPr>
                  <a:grpSpLocks/>
                </p:cNvGrpSpPr>
                <p:nvPr/>
              </p:nvGrpSpPr>
              <p:grpSpPr bwMode="auto">
                <a:xfrm>
                  <a:off x="8187636" y="4146617"/>
                  <a:ext cx="351462" cy="353672"/>
                  <a:chOff x="1144" y="2344"/>
                  <a:chExt cx="340" cy="340"/>
                </a:xfrm>
                <a:solidFill>
                  <a:schemeClr val="accent3"/>
                </a:solidFill>
              </p:grpSpPr>
              <p:sp>
                <p:nvSpPr>
                  <p:cNvPr id="424" name="Freeform 683"/>
                  <p:cNvSpPr>
                    <a:spLocks noEditPoints="1"/>
                  </p:cNvSpPr>
                  <p:nvPr/>
                </p:nvSpPr>
                <p:spPr bwMode="auto">
                  <a:xfrm>
                    <a:off x="1144" y="234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3107" tIns="31553" rIns="63107" bIns="31553" numCol="1" anchor="t" anchorCtr="0" compatLnSpc="1">
                    <a:prstTxWarp prst="textNoShape">
                      <a:avLst/>
                    </a:prstTxWarp>
                  </a:bodyPr>
                  <a:lstStyle/>
                  <a:p>
                    <a:pPr defTabSz="724471"/>
                    <a:endParaRPr lang="en-GB" sz="1600" dirty="0">
                      <a:solidFill>
                        <a:prstClr val="black"/>
                      </a:solidFill>
                      <a:cs typeface="Arial" charset="0"/>
                    </a:endParaRPr>
                  </a:p>
                </p:txBody>
              </p:sp>
              <p:sp>
                <p:nvSpPr>
                  <p:cNvPr id="425" name="Freeform 684"/>
                  <p:cNvSpPr>
                    <a:spLocks noEditPoints="1"/>
                  </p:cNvSpPr>
                  <p:nvPr/>
                </p:nvSpPr>
                <p:spPr bwMode="auto">
                  <a:xfrm>
                    <a:off x="1207" y="2435"/>
                    <a:ext cx="214" cy="171"/>
                  </a:xfrm>
                  <a:custGeom>
                    <a:avLst/>
                    <a:gdLst>
                      <a:gd name="T0" fmla="*/ 313 w 322"/>
                      <a:gd name="T1" fmla="*/ 22 h 257"/>
                      <a:gd name="T2" fmla="*/ 276 w 322"/>
                      <a:gd name="T3" fmla="*/ 31 h 257"/>
                      <a:gd name="T4" fmla="*/ 246 w 322"/>
                      <a:gd name="T5" fmla="*/ 185 h 257"/>
                      <a:gd name="T6" fmla="*/ 235 w 322"/>
                      <a:gd name="T7" fmla="*/ 193 h 257"/>
                      <a:gd name="T8" fmla="*/ 235 w 322"/>
                      <a:gd name="T9" fmla="*/ 193 h 257"/>
                      <a:gd name="T10" fmla="*/ 235 w 322"/>
                      <a:gd name="T11" fmla="*/ 193 h 257"/>
                      <a:gd name="T12" fmla="*/ 54 w 322"/>
                      <a:gd name="T13" fmla="*/ 193 h 257"/>
                      <a:gd name="T14" fmla="*/ 43 w 322"/>
                      <a:gd name="T15" fmla="*/ 183 h 257"/>
                      <a:gd name="T16" fmla="*/ 54 w 322"/>
                      <a:gd name="T17" fmla="*/ 172 h 257"/>
                      <a:gd name="T18" fmla="*/ 227 w 322"/>
                      <a:gd name="T19" fmla="*/ 172 h 257"/>
                      <a:gd name="T20" fmla="*/ 257 w 322"/>
                      <a:gd name="T21" fmla="*/ 21 h 257"/>
                      <a:gd name="T22" fmla="*/ 265 w 322"/>
                      <a:gd name="T23" fmla="*/ 12 h 257"/>
                      <a:gd name="T24" fmla="*/ 307 w 322"/>
                      <a:gd name="T25" fmla="*/ 2 h 257"/>
                      <a:gd name="T26" fmla="*/ 320 w 322"/>
                      <a:gd name="T27" fmla="*/ 9 h 257"/>
                      <a:gd name="T28" fmla="*/ 313 w 322"/>
                      <a:gd name="T29" fmla="*/ 22 h 257"/>
                      <a:gd name="T30" fmla="*/ 203 w 322"/>
                      <a:gd name="T31" fmla="*/ 140 h 257"/>
                      <a:gd name="T32" fmla="*/ 193 w 322"/>
                      <a:gd name="T33" fmla="*/ 129 h 257"/>
                      <a:gd name="T34" fmla="*/ 41 w 322"/>
                      <a:gd name="T35" fmla="*/ 129 h 257"/>
                      <a:gd name="T36" fmla="*/ 25 w 322"/>
                      <a:gd name="T37" fmla="*/ 65 h 257"/>
                      <a:gd name="T38" fmla="*/ 214 w 322"/>
                      <a:gd name="T39" fmla="*/ 65 h 257"/>
                      <a:gd name="T40" fmla="*/ 225 w 322"/>
                      <a:gd name="T41" fmla="*/ 55 h 257"/>
                      <a:gd name="T42" fmla="*/ 214 w 322"/>
                      <a:gd name="T43" fmla="*/ 44 h 257"/>
                      <a:gd name="T44" fmla="*/ 11 w 322"/>
                      <a:gd name="T45" fmla="*/ 44 h 257"/>
                      <a:gd name="T46" fmla="*/ 3 w 322"/>
                      <a:gd name="T47" fmla="*/ 48 h 257"/>
                      <a:gd name="T48" fmla="*/ 1 w 322"/>
                      <a:gd name="T49" fmla="*/ 57 h 257"/>
                      <a:gd name="T50" fmla="*/ 22 w 322"/>
                      <a:gd name="T51" fmla="*/ 143 h 257"/>
                      <a:gd name="T52" fmla="*/ 33 w 322"/>
                      <a:gd name="T53" fmla="*/ 151 h 257"/>
                      <a:gd name="T54" fmla="*/ 193 w 322"/>
                      <a:gd name="T55" fmla="*/ 151 h 257"/>
                      <a:gd name="T56" fmla="*/ 203 w 322"/>
                      <a:gd name="T57" fmla="*/ 140 h 257"/>
                      <a:gd name="T58" fmla="*/ 65 w 322"/>
                      <a:gd name="T59" fmla="*/ 87 h 257"/>
                      <a:gd name="T60" fmla="*/ 54 w 322"/>
                      <a:gd name="T61" fmla="*/ 97 h 257"/>
                      <a:gd name="T62" fmla="*/ 65 w 322"/>
                      <a:gd name="T63" fmla="*/ 108 h 257"/>
                      <a:gd name="T64" fmla="*/ 203 w 322"/>
                      <a:gd name="T65" fmla="*/ 108 h 257"/>
                      <a:gd name="T66" fmla="*/ 214 w 322"/>
                      <a:gd name="T67" fmla="*/ 97 h 257"/>
                      <a:gd name="T68" fmla="*/ 203 w 322"/>
                      <a:gd name="T69" fmla="*/ 87 h 257"/>
                      <a:gd name="T70" fmla="*/ 65 w 322"/>
                      <a:gd name="T71" fmla="*/ 87 h 257"/>
                      <a:gd name="T72" fmla="*/ 75 w 322"/>
                      <a:gd name="T73" fmla="*/ 215 h 257"/>
                      <a:gd name="T74" fmla="*/ 54 w 322"/>
                      <a:gd name="T75" fmla="*/ 236 h 257"/>
                      <a:gd name="T76" fmla="*/ 75 w 322"/>
                      <a:gd name="T77" fmla="*/ 257 h 257"/>
                      <a:gd name="T78" fmla="*/ 97 w 322"/>
                      <a:gd name="T79" fmla="*/ 236 h 257"/>
                      <a:gd name="T80" fmla="*/ 75 w 322"/>
                      <a:gd name="T81" fmla="*/ 215 h 257"/>
                      <a:gd name="T82" fmla="*/ 214 w 322"/>
                      <a:gd name="T83" fmla="*/ 215 h 257"/>
                      <a:gd name="T84" fmla="*/ 193 w 322"/>
                      <a:gd name="T85" fmla="*/ 236 h 257"/>
                      <a:gd name="T86" fmla="*/ 214 w 322"/>
                      <a:gd name="T87" fmla="*/ 257 h 257"/>
                      <a:gd name="T88" fmla="*/ 235 w 322"/>
                      <a:gd name="T89" fmla="*/ 236 h 257"/>
                      <a:gd name="T90" fmla="*/ 214 w 322"/>
                      <a:gd name="T91" fmla="*/ 215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2" h="257">
                        <a:moveTo>
                          <a:pt x="313" y="22"/>
                        </a:moveTo>
                        <a:cubicBezTo>
                          <a:pt x="276" y="31"/>
                          <a:pt x="276" y="31"/>
                          <a:pt x="276" y="31"/>
                        </a:cubicBezTo>
                        <a:cubicBezTo>
                          <a:pt x="246" y="185"/>
                          <a:pt x="246" y="185"/>
                          <a:pt x="246" y="185"/>
                        </a:cubicBezTo>
                        <a:cubicBezTo>
                          <a:pt x="245" y="190"/>
                          <a:pt x="240" y="193"/>
                          <a:pt x="235" y="193"/>
                        </a:cubicBezTo>
                        <a:cubicBezTo>
                          <a:pt x="235" y="193"/>
                          <a:pt x="235" y="193"/>
                          <a:pt x="235" y="193"/>
                        </a:cubicBezTo>
                        <a:cubicBezTo>
                          <a:pt x="235" y="193"/>
                          <a:pt x="235" y="193"/>
                          <a:pt x="235" y="193"/>
                        </a:cubicBezTo>
                        <a:cubicBezTo>
                          <a:pt x="54" y="193"/>
                          <a:pt x="54" y="193"/>
                          <a:pt x="54" y="193"/>
                        </a:cubicBezTo>
                        <a:cubicBezTo>
                          <a:pt x="48" y="193"/>
                          <a:pt x="43" y="189"/>
                          <a:pt x="43" y="183"/>
                        </a:cubicBezTo>
                        <a:cubicBezTo>
                          <a:pt x="43" y="177"/>
                          <a:pt x="48" y="172"/>
                          <a:pt x="54" y="172"/>
                        </a:cubicBezTo>
                        <a:cubicBezTo>
                          <a:pt x="227" y="172"/>
                          <a:pt x="227" y="172"/>
                          <a:pt x="227" y="172"/>
                        </a:cubicBezTo>
                        <a:cubicBezTo>
                          <a:pt x="257" y="21"/>
                          <a:pt x="257" y="21"/>
                          <a:pt x="257" y="21"/>
                        </a:cubicBezTo>
                        <a:cubicBezTo>
                          <a:pt x="258" y="17"/>
                          <a:pt x="261" y="13"/>
                          <a:pt x="265" y="12"/>
                        </a:cubicBezTo>
                        <a:cubicBezTo>
                          <a:pt x="307" y="2"/>
                          <a:pt x="307" y="2"/>
                          <a:pt x="307" y="2"/>
                        </a:cubicBezTo>
                        <a:cubicBezTo>
                          <a:pt x="313" y="0"/>
                          <a:pt x="319" y="4"/>
                          <a:pt x="320" y="9"/>
                        </a:cubicBezTo>
                        <a:cubicBezTo>
                          <a:pt x="322" y="15"/>
                          <a:pt x="318" y="21"/>
                          <a:pt x="313" y="22"/>
                        </a:cubicBezTo>
                        <a:close/>
                        <a:moveTo>
                          <a:pt x="203" y="140"/>
                        </a:moveTo>
                        <a:cubicBezTo>
                          <a:pt x="203" y="134"/>
                          <a:pt x="199" y="129"/>
                          <a:pt x="193" y="129"/>
                        </a:cubicBezTo>
                        <a:cubicBezTo>
                          <a:pt x="41" y="129"/>
                          <a:pt x="41" y="129"/>
                          <a:pt x="41" y="129"/>
                        </a:cubicBezTo>
                        <a:cubicBezTo>
                          <a:pt x="25" y="65"/>
                          <a:pt x="25" y="65"/>
                          <a:pt x="25" y="65"/>
                        </a:cubicBezTo>
                        <a:cubicBezTo>
                          <a:pt x="214" y="65"/>
                          <a:pt x="214" y="65"/>
                          <a:pt x="214" y="65"/>
                        </a:cubicBezTo>
                        <a:cubicBezTo>
                          <a:pt x="220" y="65"/>
                          <a:pt x="225" y="61"/>
                          <a:pt x="225" y="55"/>
                        </a:cubicBezTo>
                        <a:cubicBezTo>
                          <a:pt x="225" y="49"/>
                          <a:pt x="220" y="44"/>
                          <a:pt x="214" y="44"/>
                        </a:cubicBezTo>
                        <a:cubicBezTo>
                          <a:pt x="11" y="44"/>
                          <a:pt x="11" y="44"/>
                          <a:pt x="11" y="44"/>
                        </a:cubicBezTo>
                        <a:cubicBezTo>
                          <a:pt x="8" y="44"/>
                          <a:pt x="5" y="46"/>
                          <a:pt x="3" y="48"/>
                        </a:cubicBezTo>
                        <a:cubicBezTo>
                          <a:pt x="1" y="51"/>
                          <a:pt x="0" y="54"/>
                          <a:pt x="1" y="57"/>
                        </a:cubicBezTo>
                        <a:cubicBezTo>
                          <a:pt x="22" y="143"/>
                          <a:pt x="22" y="143"/>
                          <a:pt x="22" y="143"/>
                        </a:cubicBezTo>
                        <a:cubicBezTo>
                          <a:pt x="24" y="147"/>
                          <a:pt x="28" y="151"/>
                          <a:pt x="33" y="151"/>
                        </a:cubicBezTo>
                        <a:cubicBezTo>
                          <a:pt x="193" y="151"/>
                          <a:pt x="193" y="151"/>
                          <a:pt x="193" y="151"/>
                        </a:cubicBezTo>
                        <a:cubicBezTo>
                          <a:pt x="199" y="151"/>
                          <a:pt x="203" y="146"/>
                          <a:pt x="203" y="140"/>
                        </a:cubicBezTo>
                        <a:close/>
                        <a:moveTo>
                          <a:pt x="65" y="87"/>
                        </a:moveTo>
                        <a:cubicBezTo>
                          <a:pt x="59" y="87"/>
                          <a:pt x="54" y="91"/>
                          <a:pt x="54" y="97"/>
                        </a:cubicBezTo>
                        <a:cubicBezTo>
                          <a:pt x="54" y="103"/>
                          <a:pt x="59" y="108"/>
                          <a:pt x="65" y="108"/>
                        </a:cubicBezTo>
                        <a:cubicBezTo>
                          <a:pt x="203" y="108"/>
                          <a:pt x="203" y="108"/>
                          <a:pt x="203" y="108"/>
                        </a:cubicBezTo>
                        <a:cubicBezTo>
                          <a:pt x="209" y="108"/>
                          <a:pt x="214" y="103"/>
                          <a:pt x="214" y="97"/>
                        </a:cubicBezTo>
                        <a:cubicBezTo>
                          <a:pt x="214" y="91"/>
                          <a:pt x="209" y="87"/>
                          <a:pt x="203" y="87"/>
                        </a:cubicBezTo>
                        <a:lnTo>
                          <a:pt x="65" y="87"/>
                        </a:lnTo>
                        <a:close/>
                        <a:moveTo>
                          <a:pt x="75" y="215"/>
                        </a:moveTo>
                        <a:cubicBezTo>
                          <a:pt x="64" y="215"/>
                          <a:pt x="54" y="224"/>
                          <a:pt x="54" y="236"/>
                        </a:cubicBezTo>
                        <a:cubicBezTo>
                          <a:pt x="54" y="248"/>
                          <a:pt x="64" y="257"/>
                          <a:pt x="75" y="257"/>
                        </a:cubicBezTo>
                        <a:cubicBezTo>
                          <a:pt x="87" y="257"/>
                          <a:pt x="97" y="248"/>
                          <a:pt x="97" y="236"/>
                        </a:cubicBezTo>
                        <a:cubicBezTo>
                          <a:pt x="97" y="224"/>
                          <a:pt x="87" y="215"/>
                          <a:pt x="75" y="215"/>
                        </a:cubicBezTo>
                        <a:close/>
                        <a:moveTo>
                          <a:pt x="214" y="215"/>
                        </a:moveTo>
                        <a:cubicBezTo>
                          <a:pt x="202" y="215"/>
                          <a:pt x="193" y="224"/>
                          <a:pt x="193" y="236"/>
                        </a:cubicBezTo>
                        <a:cubicBezTo>
                          <a:pt x="193" y="248"/>
                          <a:pt x="202" y="257"/>
                          <a:pt x="214" y="257"/>
                        </a:cubicBezTo>
                        <a:cubicBezTo>
                          <a:pt x="226" y="257"/>
                          <a:pt x="235" y="248"/>
                          <a:pt x="235" y="236"/>
                        </a:cubicBezTo>
                        <a:cubicBezTo>
                          <a:pt x="235" y="224"/>
                          <a:pt x="226" y="215"/>
                          <a:pt x="214" y="215"/>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3107" tIns="31553" rIns="63107" bIns="31553" numCol="1" anchor="t" anchorCtr="0" compatLnSpc="1">
                    <a:prstTxWarp prst="textNoShape">
                      <a:avLst/>
                    </a:prstTxWarp>
                  </a:bodyPr>
                  <a:lstStyle/>
                  <a:p>
                    <a:pPr defTabSz="724471"/>
                    <a:endParaRPr lang="en-GB" sz="1600" dirty="0">
                      <a:solidFill>
                        <a:prstClr val="black"/>
                      </a:solidFill>
                      <a:cs typeface="Arial" charset="0"/>
                    </a:endParaRPr>
                  </a:p>
                </p:txBody>
              </p:sp>
            </p:grpSp>
          </p:grpSp>
          <p:sp>
            <p:nvSpPr>
              <p:cNvPr id="420" name="Rectangle 419"/>
              <p:cNvSpPr/>
              <p:nvPr/>
            </p:nvSpPr>
            <p:spPr>
              <a:xfrm>
                <a:off x="6679062" y="4270847"/>
                <a:ext cx="827973" cy="419053"/>
              </a:xfrm>
              <a:prstGeom prst="rect">
                <a:avLst/>
              </a:prstGeom>
            </p:spPr>
            <p:txBody>
              <a:bodyPr wrap="square" lIns="0">
                <a:spAutoFit/>
              </a:bodyPr>
              <a:lstStyle/>
              <a:p>
                <a:pPr algn="r" defTabSz="724471">
                  <a:lnSpc>
                    <a:spcPts val="801"/>
                  </a:lnSpc>
                </a:pPr>
                <a:r>
                  <a:rPr lang="en-GB" sz="800" dirty="0">
                    <a:cs typeface="Arial" charset="0"/>
                  </a:rPr>
                  <a:t>Consumer and Industrial Products</a:t>
                </a:r>
                <a:endParaRPr lang="en-US" sz="800" dirty="0">
                  <a:cs typeface="Arial" charset="0"/>
                </a:endParaRPr>
              </a:p>
            </p:txBody>
          </p:sp>
          <p:sp>
            <p:nvSpPr>
              <p:cNvPr id="421" name="Isosceles Triangle 420"/>
              <p:cNvSpPr/>
              <p:nvPr/>
            </p:nvSpPr>
            <p:spPr bwMode="gray">
              <a:xfrm rot="5400000">
                <a:off x="7482135" y="4461895"/>
                <a:ext cx="103948" cy="89610"/>
              </a:xfrm>
              <a:prstGeom prst="triangle">
                <a:avLst/>
              </a:prstGeom>
              <a:solidFill>
                <a:schemeClr val="accent3"/>
              </a:solidFill>
              <a:ln w="19050" algn="ctr">
                <a:noFill/>
                <a:miter lim="800000"/>
                <a:headEnd/>
                <a:tailEnd/>
              </a:ln>
            </p:spPr>
            <p:txBody>
              <a:bodyPr wrap="square" lIns="71130" tIns="71130" rIns="71130" bIns="71130" rtlCol="0" anchor="ctr"/>
              <a:lstStyle/>
              <a:p>
                <a:pPr algn="ctr">
                  <a:lnSpc>
                    <a:spcPct val="106000"/>
                  </a:lnSpc>
                  <a:buFont typeface="Wingdings 2" pitchFamily="18" charset="2"/>
                  <a:buNone/>
                </a:pPr>
                <a:endParaRPr lang="en-IN" sz="1600" b="1" dirty="0">
                  <a:solidFill>
                    <a:schemeClr val="bg1"/>
                  </a:solidFill>
                </a:endParaRPr>
              </a:p>
            </p:txBody>
          </p:sp>
        </p:grpSp>
        <p:grpSp>
          <p:nvGrpSpPr>
            <p:cNvPr id="338" name="Group 337"/>
            <p:cNvGrpSpPr/>
            <p:nvPr/>
          </p:nvGrpSpPr>
          <p:grpSpPr>
            <a:xfrm>
              <a:off x="6096366" y="3961285"/>
              <a:ext cx="1914184" cy="900427"/>
              <a:chOff x="6207241" y="3961285"/>
              <a:chExt cx="1914184" cy="900427"/>
            </a:xfrm>
          </p:grpSpPr>
          <p:grpSp>
            <p:nvGrpSpPr>
              <p:cNvPr id="405" name="Group 404"/>
              <p:cNvGrpSpPr/>
              <p:nvPr/>
            </p:nvGrpSpPr>
            <p:grpSpPr>
              <a:xfrm>
                <a:off x="7364623" y="3961285"/>
                <a:ext cx="756802" cy="900427"/>
                <a:chOff x="6760515" y="3143193"/>
                <a:chExt cx="756802" cy="900427"/>
              </a:xfrm>
            </p:grpSpPr>
            <p:sp>
              <p:nvSpPr>
                <p:cNvPr id="412" name="Rectangle 411"/>
                <p:cNvSpPr/>
                <p:nvPr/>
              </p:nvSpPr>
              <p:spPr bwMode="gray">
                <a:xfrm>
                  <a:off x="6917392" y="3143193"/>
                  <a:ext cx="599925" cy="900427"/>
                </a:xfrm>
                <a:prstGeom prst="rect">
                  <a:avLst/>
                </a:prstGeom>
                <a:solidFill>
                  <a:schemeClr val="bg1"/>
                </a:solidFill>
                <a:ln w="19050" algn="ctr">
                  <a:solidFill>
                    <a:schemeClr val="accent1"/>
                  </a:solidFill>
                  <a:miter lim="800000"/>
                  <a:headEnd/>
                  <a:tailEnd/>
                </a:ln>
              </p:spPr>
              <p:txBody>
                <a:bodyPr wrap="square" lIns="71130" tIns="71130" rIns="71130" bIns="71130" rtlCol="0" anchor="ctr"/>
                <a:lstStyle/>
                <a:p>
                  <a:pPr algn="ctr">
                    <a:lnSpc>
                      <a:spcPct val="106000"/>
                    </a:lnSpc>
                    <a:buFont typeface="Wingdings 2" pitchFamily="18" charset="2"/>
                    <a:buNone/>
                  </a:pPr>
                  <a:r>
                    <a:rPr lang="en-US" sz="1600" b="1" dirty="0">
                      <a:solidFill>
                        <a:schemeClr val="bg1"/>
                      </a:solidFill>
                    </a:rPr>
                    <a:t>4</a:t>
                  </a:r>
                  <a:endParaRPr lang="en-IN" sz="1600" b="1" dirty="0">
                    <a:solidFill>
                      <a:schemeClr val="bg1"/>
                    </a:solidFill>
                  </a:endParaRPr>
                </a:p>
              </p:txBody>
            </p:sp>
            <p:sp>
              <p:nvSpPr>
                <p:cNvPr id="413" name="Rectangle 412"/>
                <p:cNvSpPr/>
                <p:nvPr/>
              </p:nvSpPr>
              <p:spPr>
                <a:xfrm>
                  <a:off x="6986420" y="3274738"/>
                  <a:ext cx="489031" cy="257878"/>
                </a:xfrm>
                <a:prstGeom prst="rect">
                  <a:avLst/>
                </a:prstGeom>
              </p:spPr>
              <p:txBody>
                <a:bodyPr wrap="none" tIns="0" bIns="0">
                  <a:spAutoFit/>
                </a:bodyPr>
                <a:lstStyle/>
                <a:p>
                  <a:r>
                    <a:rPr lang="en-US" sz="1600" b="1" dirty="0"/>
                    <a:t>76</a:t>
                  </a:r>
                  <a:endParaRPr lang="en-IN" sz="1600" b="1" dirty="0"/>
                </a:p>
              </p:txBody>
            </p:sp>
            <p:sp>
              <p:nvSpPr>
                <p:cNvPr id="414" name="Rectangle 413"/>
                <p:cNvSpPr/>
                <p:nvPr/>
              </p:nvSpPr>
              <p:spPr>
                <a:xfrm>
                  <a:off x="6975971" y="3723080"/>
                  <a:ext cx="363976" cy="169233"/>
                </a:xfrm>
                <a:prstGeom prst="rect">
                  <a:avLst/>
                </a:prstGeom>
              </p:spPr>
              <p:txBody>
                <a:bodyPr wrap="none" tIns="0" bIns="0">
                  <a:spAutoFit/>
                </a:bodyPr>
                <a:lstStyle/>
                <a:p>
                  <a:r>
                    <a:rPr lang="en-US" sz="1050" dirty="0">
                      <a:solidFill>
                        <a:srgbClr val="313131"/>
                      </a:solidFill>
                      <a:cs typeface="Arial" charset="0"/>
                    </a:rPr>
                    <a:t>98</a:t>
                  </a:r>
                  <a:endParaRPr lang="en-IN" sz="1050" dirty="0">
                    <a:solidFill>
                      <a:srgbClr val="313131"/>
                    </a:solidFill>
                    <a:cs typeface="Arial" charset="0"/>
                  </a:endParaRPr>
                </a:p>
              </p:txBody>
            </p:sp>
            <p:sp>
              <p:nvSpPr>
                <p:cNvPr id="415" name="Rectangle 414"/>
                <p:cNvSpPr/>
                <p:nvPr/>
              </p:nvSpPr>
              <p:spPr>
                <a:xfrm>
                  <a:off x="6760515" y="3538178"/>
                  <a:ext cx="756802" cy="161174"/>
                </a:xfrm>
                <a:prstGeom prst="rect">
                  <a:avLst/>
                </a:prstGeom>
                <a:solidFill>
                  <a:schemeClr val="accent1"/>
                </a:solidFill>
              </p:spPr>
              <p:txBody>
                <a:bodyPr wrap="square" lIns="219488" tIns="0" bIns="0">
                  <a:spAutoFit/>
                </a:bodyPr>
                <a:lstStyle/>
                <a:p>
                  <a:pPr algn="ctr"/>
                  <a:r>
                    <a:rPr lang="en-US" sz="1000" b="1" dirty="0">
                      <a:solidFill>
                        <a:schemeClr val="bg1"/>
                      </a:solidFill>
                      <a:cs typeface="Arial" charset="0"/>
                    </a:rPr>
                    <a:t>of</a:t>
                  </a:r>
                  <a:endParaRPr lang="en-IN" sz="1000" b="1" dirty="0">
                    <a:solidFill>
                      <a:schemeClr val="bg1"/>
                    </a:solidFill>
                    <a:cs typeface="Arial" charset="0"/>
                  </a:endParaRPr>
                </a:p>
              </p:txBody>
            </p:sp>
            <p:sp>
              <p:nvSpPr>
                <p:cNvPr id="416" name="Rectangle 415"/>
                <p:cNvSpPr/>
                <p:nvPr/>
              </p:nvSpPr>
              <p:spPr>
                <a:xfrm>
                  <a:off x="6950513" y="3882663"/>
                  <a:ext cx="562748" cy="128940"/>
                </a:xfrm>
                <a:prstGeom prst="rect">
                  <a:avLst/>
                </a:prstGeom>
              </p:spPr>
              <p:txBody>
                <a:bodyPr wrap="none" lIns="0" tIns="0" rIns="0" bIns="0">
                  <a:spAutoFit/>
                </a:bodyPr>
                <a:lstStyle/>
                <a:p>
                  <a:pPr defTabSz="825971"/>
                  <a:r>
                    <a:rPr lang="en-US" sz="800" dirty="0">
                      <a:solidFill>
                        <a:srgbClr val="313131"/>
                      </a:solidFill>
                      <a:cs typeface="Arial" charset="0"/>
                    </a:rPr>
                    <a:t>companies</a:t>
                  </a:r>
                </a:p>
              </p:txBody>
            </p:sp>
            <p:sp>
              <p:nvSpPr>
                <p:cNvPr id="417" name="Rectangle 416"/>
                <p:cNvSpPr/>
                <p:nvPr/>
              </p:nvSpPr>
              <p:spPr>
                <a:xfrm>
                  <a:off x="7054046" y="3171396"/>
                  <a:ext cx="358711" cy="128940"/>
                </a:xfrm>
                <a:prstGeom prst="rect">
                  <a:avLst/>
                </a:prstGeom>
              </p:spPr>
              <p:txBody>
                <a:bodyPr wrap="none" lIns="0" tIns="0" rIns="0" bIns="0">
                  <a:spAutoFit/>
                </a:bodyPr>
                <a:lstStyle/>
                <a:p>
                  <a:pPr defTabSz="825971"/>
                  <a:r>
                    <a:rPr lang="en-US" sz="800" dirty="0">
                      <a:solidFill>
                        <a:srgbClr val="313131"/>
                      </a:solidFill>
                      <a:cs typeface="Arial" charset="0"/>
                    </a:rPr>
                    <a:t>Serves</a:t>
                  </a:r>
                </a:p>
              </p:txBody>
            </p:sp>
          </p:grpSp>
          <p:sp>
            <p:nvSpPr>
              <p:cNvPr id="406" name="Oval 405"/>
              <p:cNvSpPr/>
              <p:nvPr/>
            </p:nvSpPr>
            <p:spPr bwMode="gray">
              <a:xfrm>
                <a:off x="7051233" y="4237280"/>
                <a:ext cx="405566" cy="405566"/>
              </a:xfrm>
              <a:prstGeom prst="ellipse">
                <a:avLst/>
              </a:prstGeom>
              <a:solidFill>
                <a:schemeClr val="bg1"/>
              </a:solidFill>
              <a:ln w="19050" algn="ctr">
                <a:noFill/>
                <a:miter lim="800000"/>
                <a:headEnd/>
                <a:tailEnd/>
              </a:ln>
            </p:spPr>
            <p:txBody>
              <a:bodyPr wrap="square" lIns="71130" tIns="71130" rIns="71130" bIns="71130" rtlCol="0" anchor="ctr"/>
              <a:lstStyle/>
              <a:p>
                <a:pPr algn="ctr">
                  <a:lnSpc>
                    <a:spcPct val="106000"/>
                  </a:lnSpc>
                  <a:buFont typeface="Wingdings 2" pitchFamily="18" charset="2"/>
                  <a:buNone/>
                </a:pPr>
                <a:endParaRPr lang="en-IN" sz="1600" b="1" dirty="0">
                  <a:solidFill>
                    <a:schemeClr val="bg1"/>
                  </a:solidFill>
                </a:endParaRPr>
              </a:p>
            </p:txBody>
          </p:sp>
          <p:sp>
            <p:nvSpPr>
              <p:cNvPr id="407" name="Rectangle 406"/>
              <p:cNvSpPr/>
              <p:nvPr/>
            </p:nvSpPr>
            <p:spPr>
              <a:xfrm>
                <a:off x="6207241" y="4312937"/>
                <a:ext cx="687722" cy="311603"/>
              </a:xfrm>
              <a:prstGeom prst="rect">
                <a:avLst/>
              </a:prstGeom>
            </p:spPr>
            <p:txBody>
              <a:bodyPr wrap="square" lIns="0" rIns="0">
                <a:spAutoFit/>
              </a:bodyPr>
              <a:lstStyle/>
              <a:p>
                <a:pPr algn="r" defTabSz="724471">
                  <a:lnSpc>
                    <a:spcPts val="801"/>
                  </a:lnSpc>
                </a:pPr>
                <a:r>
                  <a:rPr lang="en-GB" sz="800" dirty="0">
                    <a:cs typeface="Arial" charset="0"/>
                  </a:rPr>
                  <a:t>Financial services </a:t>
                </a:r>
              </a:p>
            </p:txBody>
          </p:sp>
          <p:sp>
            <p:nvSpPr>
              <p:cNvPr id="408" name="Isosceles Triangle 407"/>
              <p:cNvSpPr/>
              <p:nvPr/>
            </p:nvSpPr>
            <p:spPr bwMode="gray">
              <a:xfrm rot="5400000">
                <a:off x="6948115" y="4402111"/>
                <a:ext cx="103948" cy="89610"/>
              </a:xfrm>
              <a:prstGeom prst="triangle">
                <a:avLst/>
              </a:prstGeom>
              <a:solidFill>
                <a:schemeClr val="accent1"/>
              </a:solidFill>
              <a:ln w="19050" algn="ctr">
                <a:noFill/>
                <a:miter lim="800000"/>
                <a:headEnd/>
                <a:tailEnd/>
              </a:ln>
            </p:spPr>
            <p:txBody>
              <a:bodyPr wrap="square" lIns="71130" tIns="71130" rIns="71130" bIns="71130" rtlCol="0" anchor="ctr"/>
              <a:lstStyle/>
              <a:p>
                <a:pPr algn="ctr">
                  <a:lnSpc>
                    <a:spcPct val="106000"/>
                  </a:lnSpc>
                  <a:buFont typeface="Wingdings 2" pitchFamily="18" charset="2"/>
                  <a:buNone/>
                </a:pPr>
                <a:endParaRPr lang="en-IN" sz="1600" b="1" dirty="0">
                  <a:solidFill>
                    <a:schemeClr val="bg1"/>
                  </a:solidFill>
                </a:endParaRPr>
              </a:p>
            </p:txBody>
          </p:sp>
          <p:grpSp>
            <p:nvGrpSpPr>
              <p:cNvPr id="409" name="Group 345"/>
              <p:cNvGrpSpPr>
                <a:grpSpLocks/>
              </p:cNvGrpSpPr>
              <p:nvPr/>
            </p:nvGrpSpPr>
            <p:grpSpPr bwMode="auto">
              <a:xfrm>
                <a:off x="7078285" y="4264100"/>
                <a:ext cx="351923" cy="351923"/>
                <a:chOff x="3451" y="1171"/>
                <a:chExt cx="340" cy="340"/>
              </a:xfrm>
              <a:solidFill>
                <a:schemeClr val="accent1"/>
              </a:solidFill>
            </p:grpSpPr>
            <p:sp>
              <p:nvSpPr>
                <p:cNvPr id="410" name="Freeform 346"/>
                <p:cNvSpPr>
                  <a:spLocks noEditPoints="1"/>
                </p:cNvSpPr>
                <p:nvPr/>
              </p:nvSpPr>
              <p:spPr bwMode="auto">
                <a:xfrm>
                  <a:off x="3515" y="1241"/>
                  <a:ext cx="212" cy="192"/>
                </a:xfrm>
                <a:custGeom>
                  <a:avLst/>
                  <a:gdLst>
                    <a:gd name="T0" fmla="*/ 224 w 320"/>
                    <a:gd name="T1" fmla="*/ 288 h 288"/>
                    <a:gd name="T2" fmla="*/ 170 w 320"/>
                    <a:gd name="T3" fmla="*/ 288 h 288"/>
                    <a:gd name="T4" fmla="*/ 160 w 320"/>
                    <a:gd name="T5" fmla="*/ 278 h 288"/>
                    <a:gd name="T6" fmla="*/ 160 w 320"/>
                    <a:gd name="T7" fmla="*/ 267 h 288"/>
                    <a:gd name="T8" fmla="*/ 138 w 320"/>
                    <a:gd name="T9" fmla="*/ 267 h 288"/>
                    <a:gd name="T10" fmla="*/ 138 w 320"/>
                    <a:gd name="T11" fmla="*/ 278 h 288"/>
                    <a:gd name="T12" fmla="*/ 128 w 320"/>
                    <a:gd name="T13" fmla="*/ 288 h 288"/>
                    <a:gd name="T14" fmla="*/ 74 w 320"/>
                    <a:gd name="T15" fmla="*/ 288 h 288"/>
                    <a:gd name="T16" fmla="*/ 64 w 320"/>
                    <a:gd name="T17" fmla="*/ 278 h 288"/>
                    <a:gd name="T18" fmla="*/ 27 w 320"/>
                    <a:gd name="T19" fmla="*/ 235 h 288"/>
                    <a:gd name="T20" fmla="*/ 18 w 320"/>
                    <a:gd name="T21" fmla="*/ 230 h 288"/>
                    <a:gd name="T22" fmla="*/ 0 w 320"/>
                    <a:gd name="T23" fmla="*/ 160 h 288"/>
                    <a:gd name="T24" fmla="*/ 138 w 320"/>
                    <a:gd name="T25" fmla="*/ 22 h 288"/>
                    <a:gd name="T26" fmla="*/ 198 w 320"/>
                    <a:gd name="T27" fmla="*/ 30 h 288"/>
                    <a:gd name="T28" fmla="*/ 255 w 320"/>
                    <a:gd name="T29" fmla="*/ 0 h 288"/>
                    <a:gd name="T30" fmla="*/ 264 w 320"/>
                    <a:gd name="T31" fmla="*/ 4 h 288"/>
                    <a:gd name="T32" fmla="*/ 266 w 320"/>
                    <a:gd name="T33" fmla="*/ 14 h 288"/>
                    <a:gd name="T34" fmla="*/ 257 w 320"/>
                    <a:gd name="T35" fmla="*/ 49 h 288"/>
                    <a:gd name="T36" fmla="*/ 294 w 320"/>
                    <a:gd name="T37" fmla="*/ 96 h 288"/>
                    <a:gd name="T38" fmla="*/ 309 w 320"/>
                    <a:gd name="T39" fmla="*/ 96 h 288"/>
                    <a:gd name="T40" fmla="*/ 320 w 320"/>
                    <a:gd name="T41" fmla="*/ 107 h 288"/>
                    <a:gd name="T42" fmla="*/ 320 w 320"/>
                    <a:gd name="T43" fmla="*/ 171 h 288"/>
                    <a:gd name="T44" fmla="*/ 309 w 320"/>
                    <a:gd name="T45" fmla="*/ 182 h 288"/>
                    <a:gd name="T46" fmla="*/ 275 w 320"/>
                    <a:gd name="T47" fmla="*/ 182 h 288"/>
                    <a:gd name="T48" fmla="*/ 234 w 320"/>
                    <a:gd name="T49" fmla="*/ 259 h 288"/>
                    <a:gd name="T50" fmla="*/ 234 w 320"/>
                    <a:gd name="T51" fmla="*/ 278 h 288"/>
                    <a:gd name="T52" fmla="*/ 224 w 320"/>
                    <a:gd name="T53" fmla="*/ 288 h 288"/>
                    <a:gd name="T54" fmla="*/ 181 w 320"/>
                    <a:gd name="T55" fmla="*/ 267 h 288"/>
                    <a:gd name="T56" fmla="*/ 213 w 320"/>
                    <a:gd name="T57" fmla="*/ 267 h 288"/>
                    <a:gd name="T58" fmla="*/ 213 w 320"/>
                    <a:gd name="T59" fmla="*/ 255 h 288"/>
                    <a:gd name="T60" fmla="*/ 216 w 320"/>
                    <a:gd name="T61" fmla="*/ 248 h 288"/>
                    <a:gd name="T62" fmla="*/ 255 w 320"/>
                    <a:gd name="T63" fmla="*/ 170 h 288"/>
                    <a:gd name="T64" fmla="*/ 266 w 320"/>
                    <a:gd name="T65" fmla="*/ 160 h 288"/>
                    <a:gd name="T66" fmla="*/ 298 w 320"/>
                    <a:gd name="T67" fmla="*/ 160 h 288"/>
                    <a:gd name="T68" fmla="*/ 298 w 320"/>
                    <a:gd name="T69" fmla="*/ 118 h 288"/>
                    <a:gd name="T70" fmla="*/ 288 w 320"/>
                    <a:gd name="T71" fmla="*/ 118 h 288"/>
                    <a:gd name="T72" fmla="*/ 278 w 320"/>
                    <a:gd name="T73" fmla="*/ 112 h 288"/>
                    <a:gd name="T74" fmla="*/ 240 w 320"/>
                    <a:gd name="T75" fmla="*/ 63 h 288"/>
                    <a:gd name="T76" fmla="*/ 235 w 320"/>
                    <a:gd name="T77" fmla="*/ 51 h 288"/>
                    <a:gd name="T78" fmla="*/ 241 w 320"/>
                    <a:gd name="T79" fmla="*/ 25 h 288"/>
                    <a:gd name="T80" fmla="*/ 212 w 320"/>
                    <a:gd name="T81" fmla="*/ 48 h 288"/>
                    <a:gd name="T82" fmla="*/ 199 w 320"/>
                    <a:gd name="T83" fmla="*/ 53 h 288"/>
                    <a:gd name="T84" fmla="*/ 138 w 320"/>
                    <a:gd name="T85" fmla="*/ 43 h 288"/>
                    <a:gd name="T86" fmla="*/ 21 w 320"/>
                    <a:gd name="T87" fmla="*/ 160 h 288"/>
                    <a:gd name="T88" fmla="*/ 34 w 320"/>
                    <a:gd name="T89" fmla="*/ 214 h 288"/>
                    <a:gd name="T90" fmla="*/ 84 w 320"/>
                    <a:gd name="T91" fmla="*/ 267 h 288"/>
                    <a:gd name="T92" fmla="*/ 117 w 320"/>
                    <a:gd name="T93" fmla="*/ 267 h 288"/>
                    <a:gd name="T94" fmla="*/ 117 w 320"/>
                    <a:gd name="T95" fmla="*/ 256 h 288"/>
                    <a:gd name="T96" fmla="*/ 128 w 320"/>
                    <a:gd name="T97" fmla="*/ 246 h 288"/>
                    <a:gd name="T98" fmla="*/ 170 w 320"/>
                    <a:gd name="T99" fmla="*/ 246 h 288"/>
                    <a:gd name="T100" fmla="*/ 181 w 320"/>
                    <a:gd name="T101" fmla="*/ 256 h 288"/>
                    <a:gd name="T102" fmla="*/ 181 w 320"/>
                    <a:gd name="T103" fmla="*/ 267 h 288"/>
                    <a:gd name="T104" fmla="*/ 82 w 320"/>
                    <a:gd name="T105" fmla="*/ 104 h 288"/>
                    <a:gd name="T106" fmla="*/ 130 w 320"/>
                    <a:gd name="T107" fmla="*/ 79 h 288"/>
                    <a:gd name="T108" fmla="*/ 138 w 320"/>
                    <a:gd name="T109" fmla="*/ 66 h 288"/>
                    <a:gd name="T110" fmla="*/ 125 w 320"/>
                    <a:gd name="T111" fmla="*/ 58 h 288"/>
                    <a:gd name="T112" fmla="*/ 68 w 320"/>
                    <a:gd name="T113" fmla="*/ 88 h 288"/>
                    <a:gd name="T114" fmla="*/ 67 w 320"/>
                    <a:gd name="T115" fmla="*/ 103 h 288"/>
                    <a:gd name="T116" fmla="*/ 75 w 320"/>
                    <a:gd name="T117" fmla="*/ 107 h 288"/>
                    <a:gd name="T118" fmla="*/ 82 w 320"/>
                    <a:gd name="T119" fmla="*/ 10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0" h="288">
                      <a:moveTo>
                        <a:pt x="224" y="288"/>
                      </a:moveTo>
                      <a:cubicBezTo>
                        <a:pt x="170" y="288"/>
                        <a:pt x="170" y="288"/>
                        <a:pt x="170" y="288"/>
                      </a:cubicBezTo>
                      <a:cubicBezTo>
                        <a:pt x="164" y="288"/>
                        <a:pt x="160" y="284"/>
                        <a:pt x="160" y="278"/>
                      </a:cubicBezTo>
                      <a:cubicBezTo>
                        <a:pt x="160" y="267"/>
                        <a:pt x="160" y="267"/>
                        <a:pt x="160" y="267"/>
                      </a:cubicBezTo>
                      <a:cubicBezTo>
                        <a:pt x="138" y="267"/>
                        <a:pt x="138" y="267"/>
                        <a:pt x="138" y="267"/>
                      </a:cubicBezTo>
                      <a:cubicBezTo>
                        <a:pt x="138" y="278"/>
                        <a:pt x="138" y="278"/>
                        <a:pt x="138" y="278"/>
                      </a:cubicBezTo>
                      <a:cubicBezTo>
                        <a:pt x="138" y="284"/>
                        <a:pt x="134" y="288"/>
                        <a:pt x="128" y="288"/>
                      </a:cubicBezTo>
                      <a:cubicBezTo>
                        <a:pt x="74" y="288"/>
                        <a:pt x="74" y="288"/>
                        <a:pt x="74" y="288"/>
                      </a:cubicBezTo>
                      <a:cubicBezTo>
                        <a:pt x="68" y="288"/>
                        <a:pt x="64" y="284"/>
                        <a:pt x="64" y="278"/>
                      </a:cubicBezTo>
                      <a:cubicBezTo>
                        <a:pt x="64" y="237"/>
                        <a:pt x="29" y="235"/>
                        <a:pt x="27" y="235"/>
                      </a:cubicBezTo>
                      <a:cubicBezTo>
                        <a:pt x="23" y="235"/>
                        <a:pt x="20" y="233"/>
                        <a:pt x="18" y="230"/>
                      </a:cubicBezTo>
                      <a:cubicBezTo>
                        <a:pt x="6" y="209"/>
                        <a:pt x="0" y="185"/>
                        <a:pt x="0" y="160"/>
                      </a:cubicBezTo>
                      <a:cubicBezTo>
                        <a:pt x="0" y="84"/>
                        <a:pt x="62" y="22"/>
                        <a:pt x="138" y="22"/>
                      </a:cubicBezTo>
                      <a:cubicBezTo>
                        <a:pt x="160" y="22"/>
                        <a:pt x="179" y="24"/>
                        <a:pt x="198" y="30"/>
                      </a:cubicBezTo>
                      <a:cubicBezTo>
                        <a:pt x="217" y="3"/>
                        <a:pt x="253" y="0"/>
                        <a:pt x="255" y="0"/>
                      </a:cubicBezTo>
                      <a:cubicBezTo>
                        <a:pt x="259" y="0"/>
                        <a:pt x="262" y="2"/>
                        <a:pt x="264" y="4"/>
                      </a:cubicBezTo>
                      <a:cubicBezTo>
                        <a:pt x="266" y="7"/>
                        <a:pt x="267" y="10"/>
                        <a:pt x="266" y="14"/>
                      </a:cubicBezTo>
                      <a:cubicBezTo>
                        <a:pt x="257" y="49"/>
                        <a:pt x="257" y="49"/>
                        <a:pt x="257" y="49"/>
                      </a:cubicBezTo>
                      <a:cubicBezTo>
                        <a:pt x="275" y="63"/>
                        <a:pt x="288" y="85"/>
                        <a:pt x="294" y="96"/>
                      </a:cubicBezTo>
                      <a:cubicBezTo>
                        <a:pt x="309" y="96"/>
                        <a:pt x="309" y="96"/>
                        <a:pt x="309" y="96"/>
                      </a:cubicBezTo>
                      <a:cubicBezTo>
                        <a:pt x="315" y="96"/>
                        <a:pt x="320" y="101"/>
                        <a:pt x="320" y="107"/>
                      </a:cubicBezTo>
                      <a:cubicBezTo>
                        <a:pt x="320" y="171"/>
                        <a:pt x="320" y="171"/>
                        <a:pt x="320" y="171"/>
                      </a:cubicBezTo>
                      <a:cubicBezTo>
                        <a:pt x="320" y="177"/>
                        <a:pt x="315" y="182"/>
                        <a:pt x="309" y="182"/>
                      </a:cubicBezTo>
                      <a:cubicBezTo>
                        <a:pt x="275" y="182"/>
                        <a:pt x="275" y="182"/>
                        <a:pt x="275" y="182"/>
                      </a:cubicBezTo>
                      <a:cubicBezTo>
                        <a:pt x="269" y="217"/>
                        <a:pt x="249" y="244"/>
                        <a:pt x="234" y="259"/>
                      </a:cubicBezTo>
                      <a:cubicBezTo>
                        <a:pt x="234" y="278"/>
                        <a:pt x="234" y="278"/>
                        <a:pt x="234" y="278"/>
                      </a:cubicBezTo>
                      <a:cubicBezTo>
                        <a:pt x="234" y="284"/>
                        <a:pt x="230" y="288"/>
                        <a:pt x="224" y="288"/>
                      </a:cubicBezTo>
                      <a:close/>
                      <a:moveTo>
                        <a:pt x="181" y="267"/>
                      </a:moveTo>
                      <a:cubicBezTo>
                        <a:pt x="213" y="267"/>
                        <a:pt x="213" y="267"/>
                        <a:pt x="213" y="267"/>
                      </a:cubicBezTo>
                      <a:cubicBezTo>
                        <a:pt x="213" y="255"/>
                        <a:pt x="213" y="255"/>
                        <a:pt x="213" y="255"/>
                      </a:cubicBezTo>
                      <a:cubicBezTo>
                        <a:pt x="213" y="252"/>
                        <a:pt x="214" y="250"/>
                        <a:pt x="216" y="248"/>
                      </a:cubicBezTo>
                      <a:cubicBezTo>
                        <a:pt x="239" y="225"/>
                        <a:pt x="253" y="197"/>
                        <a:pt x="255" y="170"/>
                      </a:cubicBezTo>
                      <a:cubicBezTo>
                        <a:pt x="256" y="165"/>
                        <a:pt x="260" y="160"/>
                        <a:pt x="266" y="160"/>
                      </a:cubicBezTo>
                      <a:cubicBezTo>
                        <a:pt x="298" y="160"/>
                        <a:pt x="298" y="160"/>
                        <a:pt x="298" y="160"/>
                      </a:cubicBezTo>
                      <a:cubicBezTo>
                        <a:pt x="298" y="118"/>
                        <a:pt x="298" y="118"/>
                        <a:pt x="298" y="118"/>
                      </a:cubicBezTo>
                      <a:cubicBezTo>
                        <a:pt x="288" y="118"/>
                        <a:pt x="288" y="118"/>
                        <a:pt x="288" y="118"/>
                      </a:cubicBezTo>
                      <a:cubicBezTo>
                        <a:pt x="284" y="118"/>
                        <a:pt x="280" y="115"/>
                        <a:pt x="278" y="112"/>
                      </a:cubicBezTo>
                      <a:cubicBezTo>
                        <a:pt x="278" y="111"/>
                        <a:pt x="261" y="76"/>
                        <a:pt x="240" y="63"/>
                      </a:cubicBezTo>
                      <a:cubicBezTo>
                        <a:pt x="236" y="60"/>
                        <a:pt x="234" y="56"/>
                        <a:pt x="235" y="51"/>
                      </a:cubicBezTo>
                      <a:cubicBezTo>
                        <a:pt x="241" y="25"/>
                        <a:pt x="241" y="25"/>
                        <a:pt x="241" y="25"/>
                      </a:cubicBezTo>
                      <a:cubicBezTo>
                        <a:pt x="231" y="28"/>
                        <a:pt x="218" y="35"/>
                        <a:pt x="212" y="48"/>
                      </a:cubicBezTo>
                      <a:cubicBezTo>
                        <a:pt x="210" y="53"/>
                        <a:pt x="204" y="55"/>
                        <a:pt x="199" y="53"/>
                      </a:cubicBezTo>
                      <a:cubicBezTo>
                        <a:pt x="180" y="46"/>
                        <a:pt x="161" y="43"/>
                        <a:pt x="138" y="43"/>
                      </a:cubicBezTo>
                      <a:cubicBezTo>
                        <a:pt x="74" y="43"/>
                        <a:pt x="21" y="96"/>
                        <a:pt x="21" y="160"/>
                      </a:cubicBezTo>
                      <a:cubicBezTo>
                        <a:pt x="21" y="179"/>
                        <a:pt x="26" y="198"/>
                        <a:pt x="34" y="214"/>
                      </a:cubicBezTo>
                      <a:cubicBezTo>
                        <a:pt x="53" y="217"/>
                        <a:pt x="80" y="231"/>
                        <a:pt x="84" y="267"/>
                      </a:cubicBezTo>
                      <a:cubicBezTo>
                        <a:pt x="117" y="267"/>
                        <a:pt x="117" y="267"/>
                        <a:pt x="117" y="267"/>
                      </a:cubicBezTo>
                      <a:cubicBezTo>
                        <a:pt x="117" y="256"/>
                        <a:pt x="117" y="256"/>
                        <a:pt x="117" y="256"/>
                      </a:cubicBezTo>
                      <a:cubicBezTo>
                        <a:pt x="117" y="250"/>
                        <a:pt x="122" y="246"/>
                        <a:pt x="128" y="246"/>
                      </a:cubicBezTo>
                      <a:cubicBezTo>
                        <a:pt x="170" y="246"/>
                        <a:pt x="170" y="246"/>
                        <a:pt x="170" y="246"/>
                      </a:cubicBezTo>
                      <a:cubicBezTo>
                        <a:pt x="176" y="246"/>
                        <a:pt x="181" y="250"/>
                        <a:pt x="181" y="256"/>
                      </a:cubicBezTo>
                      <a:lnTo>
                        <a:pt x="181" y="267"/>
                      </a:lnTo>
                      <a:close/>
                      <a:moveTo>
                        <a:pt x="82" y="104"/>
                      </a:moveTo>
                      <a:cubicBezTo>
                        <a:pt x="96" y="92"/>
                        <a:pt x="113" y="83"/>
                        <a:pt x="130" y="79"/>
                      </a:cubicBezTo>
                      <a:cubicBezTo>
                        <a:pt x="136" y="77"/>
                        <a:pt x="139" y="71"/>
                        <a:pt x="138" y="66"/>
                      </a:cubicBezTo>
                      <a:cubicBezTo>
                        <a:pt x="137" y="60"/>
                        <a:pt x="131" y="57"/>
                        <a:pt x="125" y="58"/>
                      </a:cubicBezTo>
                      <a:cubicBezTo>
                        <a:pt x="104" y="63"/>
                        <a:pt x="84" y="74"/>
                        <a:pt x="68" y="88"/>
                      </a:cubicBezTo>
                      <a:cubicBezTo>
                        <a:pt x="64" y="92"/>
                        <a:pt x="63" y="99"/>
                        <a:pt x="67" y="103"/>
                      </a:cubicBezTo>
                      <a:cubicBezTo>
                        <a:pt x="69" y="106"/>
                        <a:pt x="72" y="107"/>
                        <a:pt x="75" y="107"/>
                      </a:cubicBezTo>
                      <a:cubicBezTo>
                        <a:pt x="78" y="107"/>
                        <a:pt x="80" y="106"/>
                        <a:pt x="82" y="10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3107" tIns="31553" rIns="63107" bIns="31553" numCol="1" anchor="t" anchorCtr="0" compatLnSpc="1">
                  <a:prstTxWarp prst="textNoShape">
                    <a:avLst/>
                  </a:prstTxWarp>
                </a:bodyPr>
                <a:lstStyle/>
                <a:p>
                  <a:pPr defTabSz="724471"/>
                  <a:endParaRPr lang="en-GB" sz="1600" dirty="0">
                    <a:solidFill>
                      <a:prstClr val="black"/>
                    </a:solidFill>
                    <a:cs typeface="Arial" charset="0"/>
                  </a:endParaRPr>
                </a:p>
              </p:txBody>
            </p:sp>
            <p:sp>
              <p:nvSpPr>
                <p:cNvPr id="411" name="Freeform 347"/>
                <p:cNvSpPr>
                  <a:spLocks noEditPoints="1"/>
                </p:cNvSpPr>
                <p:nvPr/>
              </p:nvSpPr>
              <p:spPr bwMode="auto">
                <a:xfrm>
                  <a:off x="3451" y="1171"/>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3107" tIns="31553" rIns="63107" bIns="31553" numCol="1" anchor="t" anchorCtr="0" compatLnSpc="1">
                  <a:prstTxWarp prst="textNoShape">
                    <a:avLst/>
                  </a:prstTxWarp>
                </a:bodyPr>
                <a:lstStyle/>
                <a:p>
                  <a:pPr defTabSz="724471"/>
                  <a:endParaRPr lang="en-GB" sz="1600" dirty="0">
                    <a:solidFill>
                      <a:prstClr val="black"/>
                    </a:solidFill>
                    <a:cs typeface="Arial" charset="0"/>
                  </a:endParaRPr>
                </a:p>
              </p:txBody>
            </p:sp>
          </p:grpSp>
        </p:grpSp>
        <p:grpSp>
          <p:nvGrpSpPr>
            <p:cNvPr id="339" name="Group 338"/>
            <p:cNvGrpSpPr/>
            <p:nvPr/>
          </p:nvGrpSpPr>
          <p:grpSpPr>
            <a:xfrm>
              <a:off x="9341269" y="2948621"/>
              <a:ext cx="771965" cy="900427"/>
              <a:chOff x="6760515" y="3143193"/>
              <a:chExt cx="771965" cy="900427"/>
            </a:xfrm>
          </p:grpSpPr>
          <p:sp>
            <p:nvSpPr>
              <p:cNvPr id="399" name="Rectangle 398"/>
              <p:cNvSpPr/>
              <p:nvPr/>
            </p:nvSpPr>
            <p:spPr bwMode="gray">
              <a:xfrm>
                <a:off x="6917392" y="3143193"/>
                <a:ext cx="599925" cy="900427"/>
              </a:xfrm>
              <a:prstGeom prst="rect">
                <a:avLst/>
              </a:prstGeom>
              <a:solidFill>
                <a:schemeClr val="bg1"/>
              </a:solidFill>
              <a:ln w="19050" algn="ctr">
                <a:solidFill>
                  <a:schemeClr val="accent5"/>
                </a:solidFill>
                <a:miter lim="800000"/>
                <a:headEnd/>
                <a:tailEnd/>
              </a:ln>
            </p:spPr>
            <p:txBody>
              <a:bodyPr wrap="square" lIns="71130" tIns="71130" rIns="71130" bIns="71130" rtlCol="0" anchor="ctr"/>
              <a:lstStyle/>
              <a:p>
                <a:pPr algn="ctr">
                  <a:lnSpc>
                    <a:spcPct val="106000"/>
                  </a:lnSpc>
                  <a:buFont typeface="Wingdings 2" pitchFamily="18" charset="2"/>
                  <a:buNone/>
                </a:pPr>
                <a:endParaRPr lang="en-IN" sz="1600" b="1" dirty="0">
                  <a:solidFill>
                    <a:schemeClr val="bg1"/>
                  </a:solidFill>
                </a:endParaRPr>
              </a:p>
            </p:txBody>
          </p:sp>
          <p:sp>
            <p:nvSpPr>
              <p:cNvPr id="400" name="Rectangle 399"/>
              <p:cNvSpPr/>
              <p:nvPr/>
            </p:nvSpPr>
            <p:spPr>
              <a:xfrm>
                <a:off x="6893712" y="3274738"/>
                <a:ext cx="638768" cy="257878"/>
              </a:xfrm>
              <a:prstGeom prst="rect">
                <a:avLst/>
              </a:prstGeom>
            </p:spPr>
            <p:txBody>
              <a:bodyPr wrap="none" tIns="0" bIns="0">
                <a:spAutoFit/>
              </a:bodyPr>
              <a:lstStyle/>
              <a:p>
                <a:r>
                  <a:rPr lang="en-US" sz="1600" b="1" dirty="0">
                    <a:solidFill>
                      <a:srgbClr val="313131"/>
                    </a:solidFill>
                    <a:cs typeface="Arial" charset="0"/>
                  </a:rPr>
                  <a:t>115</a:t>
                </a:r>
                <a:endParaRPr lang="en-IN" sz="1600" b="1" dirty="0"/>
              </a:p>
            </p:txBody>
          </p:sp>
          <p:sp>
            <p:nvSpPr>
              <p:cNvPr id="401" name="Rectangle 400"/>
              <p:cNvSpPr/>
              <p:nvPr/>
            </p:nvSpPr>
            <p:spPr>
              <a:xfrm>
                <a:off x="7038836" y="3723080"/>
                <a:ext cx="451186" cy="169233"/>
              </a:xfrm>
              <a:prstGeom prst="rect">
                <a:avLst/>
              </a:prstGeom>
            </p:spPr>
            <p:txBody>
              <a:bodyPr wrap="none" tIns="0" bIns="0">
                <a:spAutoFit/>
              </a:bodyPr>
              <a:lstStyle/>
              <a:p>
                <a:r>
                  <a:rPr lang="en-US" sz="1050" dirty="0">
                    <a:solidFill>
                      <a:srgbClr val="313131"/>
                    </a:solidFill>
                    <a:cs typeface="Arial" charset="0"/>
                  </a:rPr>
                  <a:t>169</a:t>
                </a:r>
                <a:endParaRPr lang="en-IN" sz="1050" dirty="0">
                  <a:solidFill>
                    <a:srgbClr val="313131"/>
                  </a:solidFill>
                  <a:cs typeface="Arial" charset="0"/>
                </a:endParaRPr>
              </a:p>
            </p:txBody>
          </p:sp>
          <p:sp>
            <p:nvSpPr>
              <p:cNvPr id="402" name="Rectangle 401"/>
              <p:cNvSpPr/>
              <p:nvPr/>
            </p:nvSpPr>
            <p:spPr>
              <a:xfrm>
                <a:off x="6760515" y="3538178"/>
                <a:ext cx="756804" cy="161174"/>
              </a:xfrm>
              <a:prstGeom prst="rect">
                <a:avLst/>
              </a:prstGeom>
              <a:solidFill>
                <a:schemeClr val="accent5"/>
              </a:solidFill>
            </p:spPr>
            <p:txBody>
              <a:bodyPr wrap="square" lIns="219488" tIns="0" bIns="0">
                <a:spAutoFit/>
              </a:bodyPr>
              <a:lstStyle/>
              <a:p>
                <a:pPr algn="ctr"/>
                <a:r>
                  <a:rPr lang="en-US" sz="1000" b="1" dirty="0">
                    <a:solidFill>
                      <a:schemeClr val="bg1"/>
                    </a:solidFill>
                    <a:cs typeface="Arial" charset="0"/>
                  </a:rPr>
                  <a:t>of</a:t>
                </a:r>
                <a:endParaRPr lang="en-IN" sz="1000" b="1" dirty="0">
                  <a:solidFill>
                    <a:schemeClr val="bg1"/>
                  </a:solidFill>
                  <a:cs typeface="Arial" charset="0"/>
                </a:endParaRPr>
              </a:p>
            </p:txBody>
          </p:sp>
          <p:sp>
            <p:nvSpPr>
              <p:cNvPr id="403" name="Rectangle 402"/>
              <p:cNvSpPr/>
              <p:nvPr/>
            </p:nvSpPr>
            <p:spPr>
              <a:xfrm>
                <a:off x="6950513" y="3882663"/>
                <a:ext cx="562748" cy="128940"/>
              </a:xfrm>
              <a:prstGeom prst="rect">
                <a:avLst/>
              </a:prstGeom>
            </p:spPr>
            <p:txBody>
              <a:bodyPr wrap="none" lIns="0" tIns="0" rIns="0" bIns="0">
                <a:spAutoFit/>
              </a:bodyPr>
              <a:lstStyle/>
              <a:p>
                <a:pPr defTabSz="825971"/>
                <a:r>
                  <a:rPr lang="en-US" sz="800" dirty="0">
                    <a:solidFill>
                      <a:srgbClr val="313131"/>
                    </a:solidFill>
                    <a:cs typeface="Arial" charset="0"/>
                  </a:rPr>
                  <a:t>companies</a:t>
                </a:r>
              </a:p>
            </p:txBody>
          </p:sp>
          <p:sp>
            <p:nvSpPr>
              <p:cNvPr id="404" name="Rectangle 403"/>
              <p:cNvSpPr/>
              <p:nvPr/>
            </p:nvSpPr>
            <p:spPr>
              <a:xfrm>
                <a:off x="7054045" y="3171396"/>
                <a:ext cx="358711" cy="128940"/>
              </a:xfrm>
              <a:prstGeom prst="rect">
                <a:avLst/>
              </a:prstGeom>
            </p:spPr>
            <p:txBody>
              <a:bodyPr wrap="none" lIns="0" tIns="0" rIns="0" bIns="0">
                <a:spAutoFit/>
              </a:bodyPr>
              <a:lstStyle/>
              <a:p>
                <a:pPr defTabSz="825971"/>
                <a:r>
                  <a:rPr lang="en-US" sz="800" dirty="0">
                    <a:solidFill>
                      <a:srgbClr val="313131"/>
                    </a:solidFill>
                    <a:cs typeface="Arial" charset="0"/>
                  </a:rPr>
                  <a:t>Serves</a:t>
                </a:r>
              </a:p>
            </p:txBody>
          </p:sp>
        </p:grpSp>
        <p:sp>
          <p:nvSpPr>
            <p:cNvPr id="340" name="Oval 339"/>
            <p:cNvSpPr/>
            <p:nvPr/>
          </p:nvSpPr>
          <p:spPr bwMode="gray">
            <a:xfrm>
              <a:off x="9027879" y="3224616"/>
              <a:ext cx="405566" cy="405566"/>
            </a:xfrm>
            <a:prstGeom prst="ellipse">
              <a:avLst/>
            </a:prstGeom>
            <a:solidFill>
              <a:schemeClr val="bg1"/>
            </a:solidFill>
            <a:ln w="19050" algn="ctr">
              <a:noFill/>
              <a:miter lim="800000"/>
              <a:headEnd/>
              <a:tailEnd/>
            </a:ln>
          </p:spPr>
          <p:txBody>
            <a:bodyPr wrap="square" lIns="71130" tIns="71130" rIns="71130" bIns="71130" rtlCol="0" anchor="ctr"/>
            <a:lstStyle/>
            <a:p>
              <a:pPr algn="ctr">
                <a:lnSpc>
                  <a:spcPct val="106000"/>
                </a:lnSpc>
                <a:buFont typeface="Wingdings 2" pitchFamily="18" charset="2"/>
                <a:buNone/>
              </a:pPr>
              <a:endParaRPr lang="en-IN" sz="1600" b="1" dirty="0">
                <a:solidFill>
                  <a:schemeClr val="bg1"/>
                </a:solidFill>
              </a:endParaRPr>
            </a:p>
          </p:txBody>
        </p:sp>
        <p:sp>
          <p:nvSpPr>
            <p:cNvPr id="341" name="Rectangle 340"/>
            <p:cNvSpPr/>
            <p:nvPr/>
          </p:nvSpPr>
          <p:spPr>
            <a:xfrm>
              <a:off x="8038590" y="3251957"/>
              <a:ext cx="827973" cy="311603"/>
            </a:xfrm>
            <a:prstGeom prst="rect">
              <a:avLst/>
            </a:prstGeom>
          </p:spPr>
          <p:txBody>
            <a:bodyPr wrap="square" lIns="0" rIns="0">
              <a:spAutoFit/>
            </a:bodyPr>
            <a:lstStyle/>
            <a:p>
              <a:pPr algn="r" defTabSz="724471">
                <a:lnSpc>
                  <a:spcPts val="801"/>
                </a:lnSpc>
              </a:pPr>
              <a:r>
                <a:rPr lang="en-GB" sz="800" dirty="0">
                  <a:cs typeface="Arial" charset="0"/>
                </a:rPr>
                <a:t>Energy &amp; resources</a:t>
              </a:r>
            </a:p>
          </p:txBody>
        </p:sp>
        <p:sp>
          <p:nvSpPr>
            <p:cNvPr id="342" name="Isosceles Triangle 341"/>
            <p:cNvSpPr/>
            <p:nvPr/>
          </p:nvSpPr>
          <p:spPr bwMode="gray">
            <a:xfrm rot="5400000">
              <a:off x="8924761" y="3389447"/>
              <a:ext cx="103948" cy="89610"/>
            </a:xfrm>
            <a:prstGeom prst="triangle">
              <a:avLst/>
            </a:prstGeom>
            <a:solidFill>
              <a:schemeClr val="accent5"/>
            </a:solidFill>
            <a:ln w="19050" algn="ctr">
              <a:noFill/>
              <a:miter lim="800000"/>
              <a:headEnd/>
              <a:tailEnd/>
            </a:ln>
          </p:spPr>
          <p:txBody>
            <a:bodyPr wrap="square" lIns="71130" tIns="71130" rIns="71130" bIns="71130" rtlCol="0" anchor="ctr"/>
            <a:lstStyle/>
            <a:p>
              <a:pPr algn="ctr">
                <a:lnSpc>
                  <a:spcPct val="106000"/>
                </a:lnSpc>
                <a:buFont typeface="Wingdings 2" pitchFamily="18" charset="2"/>
                <a:buNone/>
              </a:pPr>
              <a:endParaRPr lang="en-IN" sz="1600" b="1" dirty="0">
                <a:solidFill>
                  <a:schemeClr val="bg1"/>
                </a:solidFill>
              </a:endParaRPr>
            </a:p>
          </p:txBody>
        </p:sp>
        <p:grpSp>
          <p:nvGrpSpPr>
            <p:cNvPr id="343" name="Group 342"/>
            <p:cNvGrpSpPr/>
            <p:nvPr/>
          </p:nvGrpSpPr>
          <p:grpSpPr>
            <a:xfrm>
              <a:off x="5956118" y="4969598"/>
              <a:ext cx="2054432" cy="900427"/>
              <a:chOff x="6066993" y="3961285"/>
              <a:chExt cx="2054432" cy="900427"/>
            </a:xfrm>
          </p:grpSpPr>
          <p:grpSp>
            <p:nvGrpSpPr>
              <p:cNvPr id="389" name="Group 388"/>
              <p:cNvGrpSpPr/>
              <p:nvPr/>
            </p:nvGrpSpPr>
            <p:grpSpPr>
              <a:xfrm>
                <a:off x="7364623" y="3961285"/>
                <a:ext cx="756802" cy="900427"/>
                <a:chOff x="6760515" y="3143193"/>
                <a:chExt cx="756802" cy="900427"/>
              </a:xfrm>
            </p:grpSpPr>
            <p:sp>
              <p:nvSpPr>
                <p:cNvPr id="393" name="Rectangle 392"/>
                <p:cNvSpPr/>
                <p:nvPr/>
              </p:nvSpPr>
              <p:spPr bwMode="gray">
                <a:xfrm>
                  <a:off x="6917392" y="3143193"/>
                  <a:ext cx="599925" cy="900427"/>
                </a:xfrm>
                <a:prstGeom prst="rect">
                  <a:avLst/>
                </a:prstGeom>
                <a:solidFill>
                  <a:schemeClr val="bg1"/>
                </a:solidFill>
                <a:ln w="19050" algn="ctr">
                  <a:solidFill>
                    <a:schemeClr val="accent6">
                      <a:lumMod val="50000"/>
                    </a:schemeClr>
                  </a:solidFill>
                  <a:miter lim="800000"/>
                  <a:headEnd/>
                  <a:tailEnd/>
                </a:ln>
              </p:spPr>
              <p:txBody>
                <a:bodyPr wrap="square" lIns="71130" tIns="71130" rIns="71130" bIns="71130" rtlCol="0" anchor="ctr"/>
                <a:lstStyle/>
                <a:p>
                  <a:pPr algn="ctr">
                    <a:lnSpc>
                      <a:spcPct val="106000"/>
                    </a:lnSpc>
                    <a:buFont typeface="Wingdings 2" pitchFamily="18" charset="2"/>
                    <a:buNone/>
                  </a:pPr>
                  <a:r>
                    <a:rPr lang="en-US" sz="1600" b="1" dirty="0">
                      <a:solidFill>
                        <a:schemeClr val="bg1"/>
                      </a:solidFill>
                    </a:rPr>
                    <a:t>4</a:t>
                  </a:r>
                  <a:endParaRPr lang="en-IN" sz="1600" b="1" dirty="0">
                    <a:solidFill>
                      <a:schemeClr val="bg1"/>
                    </a:solidFill>
                  </a:endParaRPr>
                </a:p>
              </p:txBody>
            </p:sp>
            <p:sp>
              <p:nvSpPr>
                <p:cNvPr id="394" name="Rectangle 393"/>
                <p:cNvSpPr/>
                <p:nvPr/>
              </p:nvSpPr>
              <p:spPr>
                <a:xfrm>
                  <a:off x="6986420" y="3274738"/>
                  <a:ext cx="489031" cy="257878"/>
                </a:xfrm>
                <a:prstGeom prst="rect">
                  <a:avLst/>
                </a:prstGeom>
              </p:spPr>
              <p:txBody>
                <a:bodyPr wrap="none" tIns="0" bIns="0">
                  <a:spAutoFit/>
                </a:bodyPr>
                <a:lstStyle/>
                <a:p>
                  <a:r>
                    <a:rPr lang="en-US" sz="1600" b="1" dirty="0">
                      <a:solidFill>
                        <a:srgbClr val="313131"/>
                      </a:solidFill>
                      <a:cs typeface="Arial" charset="0"/>
                    </a:rPr>
                    <a:t>44</a:t>
                  </a:r>
                  <a:endParaRPr lang="en-IN" sz="1600" b="1" dirty="0"/>
                </a:p>
              </p:txBody>
            </p:sp>
            <p:sp>
              <p:nvSpPr>
                <p:cNvPr id="395" name="Rectangle 394"/>
                <p:cNvSpPr/>
                <p:nvPr/>
              </p:nvSpPr>
              <p:spPr>
                <a:xfrm>
                  <a:off x="7042881" y="3723080"/>
                  <a:ext cx="363976" cy="169233"/>
                </a:xfrm>
                <a:prstGeom prst="rect">
                  <a:avLst/>
                </a:prstGeom>
              </p:spPr>
              <p:txBody>
                <a:bodyPr wrap="none" tIns="0" bIns="0">
                  <a:spAutoFit/>
                </a:bodyPr>
                <a:lstStyle/>
                <a:p>
                  <a:r>
                    <a:rPr lang="en-US" sz="1050" dirty="0">
                      <a:solidFill>
                        <a:srgbClr val="313131"/>
                      </a:solidFill>
                      <a:cs typeface="Arial" charset="0"/>
                    </a:rPr>
                    <a:t>48</a:t>
                  </a:r>
                  <a:endParaRPr lang="en-IN" sz="1050" dirty="0">
                    <a:solidFill>
                      <a:srgbClr val="313131"/>
                    </a:solidFill>
                    <a:cs typeface="Arial" charset="0"/>
                  </a:endParaRPr>
                </a:p>
              </p:txBody>
            </p:sp>
            <p:sp>
              <p:nvSpPr>
                <p:cNvPr id="396" name="Rectangle 395"/>
                <p:cNvSpPr/>
                <p:nvPr/>
              </p:nvSpPr>
              <p:spPr>
                <a:xfrm>
                  <a:off x="6760515" y="3538178"/>
                  <a:ext cx="756802" cy="161174"/>
                </a:xfrm>
                <a:prstGeom prst="rect">
                  <a:avLst/>
                </a:prstGeom>
                <a:solidFill>
                  <a:schemeClr val="accent6">
                    <a:lumMod val="50000"/>
                  </a:schemeClr>
                </a:solidFill>
              </p:spPr>
              <p:txBody>
                <a:bodyPr wrap="square" lIns="219488" tIns="0" bIns="0">
                  <a:spAutoFit/>
                </a:bodyPr>
                <a:lstStyle/>
                <a:p>
                  <a:pPr algn="ctr"/>
                  <a:r>
                    <a:rPr lang="en-US" sz="1000" b="1" dirty="0">
                      <a:solidFill>
                        <a:schemeClr val="bg1"/>
                      </a:solidFill>
                      <a:cs typeface="Arial" charset="0"/>
                    </a:rPr>
                    <a:t>of</a:t>
                  </a:r>
                  <a:endParaRPr lang="en-IN" sz="1000" b="1" dirty="0">
                    <a:solidFill>
                      <a:schemeClr val="bg1"/>
                    </a:solidFill>
                    <a:cs typeface="Arial" charset="0"/>
                  </a:endParaRPr>
                </a:p>
              </p:txBody>
            </p:sp>
            <p:sp>
              <p:nvSpPr>
                <p:cNvPr id="397" name="Rectangle 396"/>
                <p:cNvSpPr/>
                <p:nvPr/>
              </p:nvSpPr>
              <p:spPr>
                <a:xfrm>
                  <a:off x="6950513" y="3882663"/>
                  <a:ext cx="562748" cy="128940"/>
                </a:xfrm>
                <a:prstGeom prst="rect">
                  <a:avLst/>
                </a:prstGeom>
              </p:spPr>
              <p:txBody>
                <a:bodyPr wrap="none" lIns="0" tIns="0" rIns="0" bIns="0">
                  <a:spAutoFit/>
                </a:bodyPr>
                <a:lstStyle/>
                <a:p>
                  <a:pPr defTabSz="825971"/>
                  <a:r>
                    <a:rPr lang="en-US" sz="800" dirty="0">
                      <a:solidFill>
                        <a:srgbClr val="313131"/>
                      </a:solidFill>
                      <a:cs typeface="Arial" charset="0"/>
                    </a:rPr>
                    <a:t>companies</a:t>
                  </a:r>
                </a:p>
              </p:txBody>
            </p:sp>
            <p:sp>
              <p:nvSpPr>
                <p:cNvPr id="398" name="Rectangle 397"/>
                <p:cNvSpPr/>
                <p:nvPr/>
              </p:nvSpPr>
              <p:spPr>
                <a:xfrm>
                  <a:off x="7054046" y="3171396"/>
                  <a:ext cx="358711" cy="128940"/>
                </a:xfrm>
                <a:prstGeom prst="rect">
                  <a:avLst/>
                </a:prstGeom>
              </p:spPr>
              <p:txBody>
                <a:bodyPr wrap="none" lIns="0" tIns="0" rIns="0" bIns="0">
                  <a:spAutoFit/>
                </a:bodyPr>
                <a:lstStyle/>
                <a:p>
                  <a:pPr defTabSz="825971"/>
                  <a:r>
                    <a:rPr lang="en-US" sz="800" dirty="0">
                      <a:solidFill>
                        <a:srgbClr val="313131"/>
                      </a:solidFill>
                      <a:cs typeface="Arial" charset="0"/>
                    </a:rPr>
                    <a:t>Serves</a:t>
                  </a:r>
                </a:p>
              </p:txBody>
            </p:sp>
          </p:grpSp>
          <p:sp>
            <p:nvSpPr>
              <p:cNvPr id="390" name="Oval 389"/>
              <p:cNvSpPr/>
              <p:nvPr/>
            </p:nvSpPr>
            <p:spPr bwMode="gray">
              <a:xfrm>
                <a:off x="7044894" y="4246465"/>
                <a:ext cx="405566" cy="405566"/>
              </a:xfrm>
              <a:prstGeom prst="ellipse">
                <a:avLst/>
              </a:prstGeom>
              <a:solidFill>
                <a:schemeClr val="bg1"/>
              </a:solidFill>
              <a:ln w="19050" algn="ctr">
                <a:noFill/>
                <a:miter lim="800000"/>
                <a:headEnd/>
                <a:tailEnd/>
              </a:ln>
            </p:spPr>
            <p:txBody>
              <a:bodyPr wrap="square" lIns="71130" tIns="71130" rIns="71130" bIns="71130" rtlCol="0" anchor="ctr"/>
              <a:lstStyle/>
              <a:p>
                <a:pPr algn="ctr">
                  <a:lnSpc>
                    <a:spcPct val="106000"/>
                  </a:lnSpc>
                  <a:buFont typeface="Wingdings 2" pitchFamily="18" charset="2"/>
                  <a:buNone/>
                </a:pPr>
                <a:endParaRPr lang="en-IN" sz="1600" b="1" dirty="0">
                  <a:solidFill>
                    <a:schemeClr val="bg1"/>
                  </a:solidFill>
                </a:endParaRPr>
              </a:p>
            </p:txBody>
          </p:sp>
          <p:sp>
            <p:nvSpPr>
              <p:cNvPr id="391" name="Rectangle 390"/>
              <p:cNvSpPr/>
              <p:nvPr/>
            </p:nvSpPr>
            <p:spPr>
              <a:xfrm>
                <a:off x="6066993" y="4271041"/>
                <a:ext cx="827972" cy="311603"/>
              </a:xfrm>
              <a:prstGeom prst="rect">
                <a:avLst/>
              </a:prstGeom>
            </p:spPr>
            <p:txBody>
              <a:bodyPr wrap="square" lIns="0" rIns="0">
                <a:spAutoFit/>
              </a:bodyPr>
              <a:lstStyle/>
              <a:p>
                <a:pPr algn="r" defTabSz="724471">
                  <a:lnSpc>
                    <a:spcPts val="801"/>
                  </a:lnSpc>
                </a:pPr>
                <a:r>
                  <a:rPr lang="en-GB" sz="800" dirty="0">
                    <a:cs typeface="Arial" charset="0"/>
                  </a:rPr>
                  <a:t>Tech, media</a:t>
                </a:r>
                <a:br>
                  <a:rPr lang="en-GB" sz="800" dirty="0">
                    <a:cs typeface="Arial" charset="0"/>
                  </a:rPr>
                </a:br>
                <a:r>
                  <a:rPr lang="en-GB" sz="800" dirty="0">
                    <a:cs typeface="Arial" charset="0"/>
                  </a:rPr>
                  <a:t>&amp; telecom</a:t>
                </a:r>
              </a:p>
            </p:txBody>
          </p:sp>
          <p:sp>
            <p:nvSpPr>
              <p:cNvPr id="392" name="Isosceles Triangle 391"/>
              <p:cNvSpPr/>
              <p:nvPr/>
            </p:nvSpPr>
            <p:spPr bwMode="gray">
              <a:xfrm rot="5400000">
                <a:off x="6948115" y="4402111"/>
                <a:ext cx="103948" cy="89610"/>
              </a:xfrm>
              <a:prstGeom prst="triangle">
                <a:avLst/>
              </a:prstGeom>
              <a:solidFill>
                <a:schemeClr val="accent6">
                  <a:lumMod val="50000"/>
                </a:schemeClr>
              </a:solidFill>
              <a:ln w="19050" algn="ctr">
                <a:noFill/>
                <a:miter lim="800000"/>
                <a:headEnd/>
                <a:tailEnd/>
              </a:ln>
            </p:spPr>
            <p:txBody>
              <a:bodyPr wrap="square" lIns="71130" tIns="71130" rIns="71130" bIns="71130" rtlCol="0" anchor="ctr"/>
              <a:lstStyle/>
              <a:p>
                <a:pPr algn="ctr">
                  <a:lnSpc>
                    <a:spcPct val="106000"/>
                  </a:lnSpc>
                  <a:buFont typeface="Wingdings 2" pitchFamily="18" charset="2"/>
                  <a:buNone/>
                </a:pPr>
                <a:endParaRPr lang="en-IN" sz="1600" b="1" dirty="0">
                  <a:solidFill>
                    <a:schemeClr val="bg1"/>
                  </a:solidFill>
                </a:endParaRPr>
              </a:p>
            </p:txBody>
          </p:sp>
        </p:grpSp>
        <p:cxnSp>
          <p:nvCxnSpPr>
            <p:cNvPr id="344" name="Straight Connector 343"/>
            <p:cNvCxnSpPr/>
            <p:nvPr/>
          </p:nvCxnSpPr>
          <p:spPr>
            <a:xfrm>
              <a:off x="5947025" y="2825810"/>
              <a:ext cx="415104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5" name="Straight Connector 344"/>
            <p:cNvCxnSpPr/>
            <p:nvPr/>
          </p:nvCxnSpPr>
          <p:spPr>
            <a:xfrm>
              <a:off x="5947025" y="5986016"/>
              <a:ext cx="415104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346" name="Group 55"/>
            <p:cNvGrpSpPr>
              <a:grpSpLocks/>
            </p:cNvGrpSpPr>
            <p:nvPr/>
          </p:nvGrpSpPr>
          <p:grpSpPr bwMode="auto">
            <a:xfrm>
              <a:off x="9054871" y="3249610"/>
              <a:ext cx="351923" cy="353505"/>
              <a:chOff x="4263" y="0"/>
              <a:chExt cx="340" cy="340"/>
            </a:xfrm>
            <a:solidFill>
              <a:schemeClr val="accent5"/>
            </a:solidFill>
          </p:grpSpPr>
          <p:sp>
            <p:nvSpPr>
              <p:cNvPr id="387" name="Freeform 56"/>
              <p:cNvSpPr>
                <a:spLocks noEditPoints="1"/>
              </p:cNvSpPr>
              <p:nvPr/>
            </p:nvSpPr>
            <p:spPr bwMode="auto">
              <a:xfrm>
                <a:off x="4263" y="0"/>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256 w 512"/>
                  <a:gd name="T11" fmla="*/ 490 h 512"/>
                  <a:gd name="T12" fmla="*/ 21 w 512"/>
                  <a:gd name="T13" fmla="*/ 256 h 512"/>
                  <a:gd name="T14" fmla="*/ 256 w 512"/>
                  <a:gd name="T15" fmla="*/ 21 h 512"/>
                  <a:gd name="T16" fmla="*/ 490 w 512"/>
                  <a:gd name="T17" fmla="*/ 256 h 512"/>
                  <a:gd name="T18" fmla="*/ 256 w 512"/>
                  <a:gd name="T19" fmla="*/ 49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90"/>
                    </a:moveTo>
                    <a:cubicBezTo>
                      <a:pt x="126" y="490"/>
                      <a:pt x="21" y="385"/>
                      <a:pt x="21" y="256"/>
                    </a:cubicBezTo>
                    <a:cubicBezTo>
                      <a:pt x="21" y="126"/>
                      <a:pt x="126" y="21"/>
                      <a:pt x="256" y="21"/>
                    </a:cubicBezTo>
                    <a:cubicBezTo>
                      <a:pt x="385" y="21"/>
                      <a:pt x="490" y="126"/>
                      <a:pt x="490" y="256"/>
                    </a:cubicBezTo>
                    <a:cubicBezTo>
                      <a:pt x="490" y="385"/>
                      <a:pt x="385" y="490"/>
                      <a:pt x="256" y="49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3107" tIns="31553" rIns="63107" bIns="31553" numCol="1" anchor="t" anchorCtr="0" compatLnSpc="1">
                <a:prstTxWarp prst="textNoShape">
                  <a:avLst/>
                </a:prstTxWarp>
              </a:bodyPr>
              <a:lstStyle/>
              <a:p>
                <a:pPr defTabSz="724471"/>
                <a:endParaRPr lang="en-GB" sz="1600" dirty="0">
                  <a:solidFill>
                    <a:prstClr val="black"/>
                  </a:solidFill>
                  <a:cs typeface="Arial" charset="0"/>
                </a:endParaRPr>
              </a:p>
            </p:txBody>
          </p:sp>
          <p:sp>
            <p:nvSpPr>
              <p:cNvPr id="388" name="Freeform 57"/>
              <p:cNvSpPr>
                <a:spLocks noEditPoints="1"/>
              </p:cNvSpPr>
              <p:nvPr/>
            </p:nvSpPr>
            <p:spPr bwMode="auto">
              <a:xfrm>
                <a:off x="4341" y="70"/>
                <a:ext cx="188" cy="192"/>
              </a:xfrm>
              <a:custGeom>
                <a:avLst/>
                <a:gdLst>
                  <a:gd name="T0" fmla="*/ 267 w 283"/>
                  <a:gd name="T1" fmla="*/ 268 h 289"/>
                  <a:gd name="T2" fmla="*/ 267 w 283"/>
                  <a:gd name="T3" fmla="*/ 135 h 289"/>
                  <a:gd name="T4" fmla="*/ 264 w 283"/>
                  <a:gd name="T5" fmla="*/ 63 h 289"/>
                  <a:gd name="T6" fmla="*/ 264 w 283"/>
                  <a:gd name="T7" fmla="*/ 63 h 289"/>
                  <a:gd name="T8" fmla="*/ 243 w 283"/>
                  <a:gd name="T9" fmla="*/ 20 h 289"/>
                  <a:gd name="T10" fmla="*/ 196 w 283"/>
                  <a:gd name="T11" fmla="*/ 9 h 289"/>
                  <a:gd name="T12" fmla="*/ 176 w 283"/>
                  <a:gd name="T13" fmla="*/ 53 h 289"/>
                  <a:gd name="T14" fmla="*/ 189 w 283"/>
                  <a:gd name="T15" fmla="*/ 82 h 289"/>
                  <a:gd name="T16" fmla="*/ 27 w 283"/>
                  <a:gd name="T17" fmla="*/ 173 h 289"/>
                  <a:gd name="T18" fmla="*/ 21 w 283"/>
                  <a:gd name="T19" fmla="*/ 183 h 289"/>
                  <a:gd name="T20" fmla="*/ 21 w 283"/>
                  <a:gd name="T21" fmla="*/ 215 h 289"/>
                  <a:gd name="T22" fmla="*/ 11 w 283"/>
                  <a:gd name="T23" fmla="*/ 215 h 289"/>
                  <a:gd name="T24" fmla="*/ 0 w 283"/>
                  <a:gd name="T25" fmla="*/ 225 h 289"/>
                  <a:gd name="T26" fmla="*/ 0 w 283"/>
                  <a:gd name="T27" fmla="*/ 279 h 289"/>
                  <a:gd name="T28" fmla="*/ 11 w 283"/>
                  <a:gd name="T29" fmla="*/ 289 h 289"/>
                  <a:gd name="T30" fmla="*/ 53 w 283"/>
                  <a:gd name="T31" fmla="*/ 289 h 289"/>
                  <a:gd name="T32" fmla="*/ 267 w 283"/>
                  <a:gd name="T33" fmla="*/ 289 h 289"/>
                  <a:gd name="T34" fmla="*/ 277 w 283"/>
                  <a:gd name="T35" fmla="*/ 279 h 289"/>
                  <a:gd name="T36" fmla="*/ 267 w 283"/>
                  <a:gd name="T37" fmla="*/ 268 h 289"/>
                  <a:gd name="T38" fmla="*/ 179 w 283"/>
                  <a:gd name="T39" fmla="*/ 268 h 289"/>
                  <a:gd name="T40" fmla="*/ 149 w 283"/>
                  <a:gd name="T41" fmla="*/ 129 h 289"/>
                  <a:gd name="T42" fmla="*/ 200 w 283"/>
                  <a:gd name="T43" fmla="*/ 100 h 289"/>
                  <a:gd name="T44" fmla="*/ 245 w 283"/>
                  <a:gd name="T45" fmla="*/ 141 h 289"/>
                  <a:gd name="T46" fmla="*/ 245 w 283"/>
                  <a:gd name="T47" fmla="*/ 268 h 289"/>
                  <a:gd name="T48" fmla="*/ 179 w 283"/>
                  <a:gd name="T49" fmla="*/ 268 h 289"/>
                  <a:gd name="T50" fmla="*/ 157 w 283"/>
                  <a:gd name="T51" fmla="*/ 268 h 289"/>
                  <a:gd name="T52" fmla="*/ 120 w 283"/>
                  <a:gd name="T53" fmla="*/ 268 h 289"/>
                  <a:gd name="T54" fmla="*/ 139 w 283"/>
                  <a:gd name="T55" fmla="*/ 180 h 289"/>
                  <a:gd name="T56" fmla="*/ 157 w 283"/>
                  <a:gd name="T57" fmla="*/ 268 h 289"/>
                  <a:gd name="T58" fmla="*/ 205 w 283"/>
                  <a:gd name="T59" fmla="*/ 28 h 289"/>
                  <a:gd name="T60" fmla="*/ 214 w 283"/>
                  <a:gd name="T61" fmla="*/ 26 h 289"/>
                  <a:gd name="T62" fmla="*/ 226 w 283"/>
                  <a:gd name="T63" fmla="*/ 34 h 289"/>
                  <a:gd name="T64" fmla="*/ 244 w 283"/>
                  <a:gd name="T65" fmla="*/ 70 h 289"/>
                  <a:gd name="T66" fmla="*/ 251 w 283"/>
                  <a:gd name="T67" fmla="*/ 120 h 289"/>
                  <a:gd name="T68" fmla="*/ 216 w 283"/>
                  <a:gd name="T69" fmla="*/ 85 h 289"/>
                  <a:gd name="T70" fmla="*/ 197 w 283"/>
                  <a:gd name="T71" fmla="*/ 48 h 289"/>
                  <a:gd name="T72" fmla="*/ 205 w 283"/>
                  <a:gd name="T73" fmla="*/ 28 h 289"/>
                  <a:gd name="T74" fmla="*/ 43 w 283"/>
                  <a:gd name="T75" fmla="*/ 189 h 289"/>
                  <a:gd name="T76" fmla="*/ 125 w 283"/>
                  <a:gd name="T77" fmla="*/ 143 h 289"/>
                  <a:gd name="T78" fmla="*/ 98 w 283"/>
                  <a:gd name="T79" fmla="*/ 268 h 289"/>
                  <a:gd name="T80" fmla="*/ 64 w 283"/>
                  <a:gd name="T81" fmla="*/ 268 h 289"/>
                  <a:gd name="T82" fmla="*/ 64 w 283"/>
                  <a:gd name="T83" fmla="*/ 225 h 289"/>
                  <a:gd name="T84" fmla="*/ 53 w 283"/>
                  <a:gd name="T85" fmla="*/ 215 h 289"/>
                  <a:gd name="T86" fmla="*/ 43 w 283"/>
                  <a:gd name="T87" fmla="*/ 215 h 289"/>
                  <a:gd name="T88" fmla="*/ 43 w 283"/>
                  <a:gd name="T89" fmla="*/ 189 h 289"/>
                  <a:gd name="T90" fmla="*/ 21 w 283"/>
                  <a:gd name="T91" fmla="*/ 236 h 289"/>
                  <a:gd name="T92" fmla="*/ 43 w 283"/>
                  <a:gd name="T93" fmla="*/ 236 h 289"/>
                  <a:gd name="T94" fmla="*/ 43 w 283"/>
                  <a:gd name="T95" fmla="*/ 268 h 289"/>
                  <a:gd name="T96" fmla="*/ 21 w 283"/>
                  <a:gd name="T97" fmla="*/ 268 h 289"/>
                  <a:gd name="T98" fmla="*/ 21 w 283"/>
                  <a:gd name="T99" fmla="*/ 236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3" h="289">
                    <a:moveTo>
                      <a:pt x="267" y="268"/>
                    </a:moveTo>
                    <a:cubicBezTo>
                      <a:pt x="267" y="135"/>
                      <a:pt x="267" y="135"/>
                      <a:pt x="267" y="135"/>
                    </a:cubicBezTo>
                    <a:cubicBezTo>
                      <a:pt x="283" y="121"/>
                      <a:pt x="275" y="92"/>
                      <a:pt x="264" y="63"/>
                    </a:cubicBezTo>
                    <a:cubicBezTo>
                      <a:pt x="264" y="63"/>
                      <a:pt x="264" y="63"/>
                      <a:pt x="264" y="63"/>
                    </a:cubicBezTo>
                    <a:cubicBezTo>
                      <a:pt x="261" y="53"/>
                      <a:pt x="251" y="30"/>
                      <a:pt x="243" y="20"/>
                    </a:cubicBezTo>
                    <a:cubicBezTo>
                      <a:pt x="229" y="4"/>
                      <a:pt x="214" y="0"/>
                      <a:pt x="196" y="9"/>
                    </a:cubicBezTo>
                    <a:cubicBezTo>
                      <a:pt x="178" y="18"/>
                      <a:pt x="171" y="33"/>
                      <a:pt x="176" y="53"/>
                    </a:cubicBezTo>
                    <a:cubicBezTo>
                      <a:pt x="178" y="59"/>
                      <a:pt x="182" y="69"/>
                      <a:pt x="189" y="82"/>
                    </a:cubicBezTo>
                    <a:cubicBezTo>
                      <a:pt x="27" y="173"/>
                      <a:pt x="27" y="173"/>
                      <a:pt x="27" y="173"/>
                    </a:cubicBezTo>
                    <a:cubicBezTo>
                      <a:pt x="23" y="175"/>
                      <a:pt x="21" y="179"/>
                      <a:pt x="21" y="183"/>
                    </a:cubicBezTo>
                    <a:cubicBezTo>
                      <a:pt x="21" y="215"/>
                      <a:pt x="21" y="215"/>
                      <a:pt x="21" y="215"/>
                    </a:cubicBezTo>
                    <a:cubicBezTo>
                      <a:pt x="11" y="215"/>
                      <a:pt x="11" y="215"/>
                      <a:pt x="11" y="215"/>
                    </a:cubicBezTo>
                    <a:cubicBezTo>
                      <a:pt x="5" y="215"/>
                      <a:pt x="0" y="219"/>
                      <a:pt x="0" y="225"/>
                    </a:cubicBezTo>
                    <a:cubicBezTo>
                      <a:pt x="0" y="279"/>
                      <a:pt x="0" y="279"/>
                      <a:pt x="0" y="279"/>
                    </a:cubicBezTo>
                    <a:cubicBezTo>
                      <a:pt x="0" y="285"/>
                      <a:pt x="5" y="289"/>
                      <a:pt x="11" y="289"/>
                    </a:cubicBezTo>
                    <a:cubicBezTo>
                      <a:pt x="53" y="289"/>
                      <a:pt x="53" y="289"/>
                      <a:pt x="53" y="289"/>
                    </a:cubicBezTo>
                    <a:cubicBezTo>
                      <a:pt x="267" y="289"/>
                      <a:pt x="267" y="289"/>
                      <a:pt x="267" y="289"/>
                    </a:cubicBezTo>
                    <a:cubicBezTo>
                      <a:pt x="273" y="289"/>
                      <a:pt x="277" y="285"/>
                      <a:pt x="277" y="279"/>
                    </a:cubicBezTo>
                    <a:cubicBezTo>
                      <a:pt x="277" y="273"/>
                      <a:pt x="273" y="268"/>
                      <a:pt x="267" y="268"/>
                    </a:cubicBezTo>
                    <a:close/>
                    <a:moveTo>
                      <a:pt x="179" y="268"/>
                    </a:moveTo>
                    <a:cubicBezTo>
                      <a:pt x="149" y="129"/>
                      <a:pt x="149" y="129"/>
                      <a:pt x="149" y="129"/>
                    </a:cubicBezTo>
                    <a:cubicBezTo>
                      <a:pt x="200" y="100"/>
                      <a:pt x="200" y="100"/>
                      <a:pt x="200" y="100"/>
                    </a:cubicBezTo>
                    <a:cubicBezTo>
                      <a:pt x="216" y="125"/>
                      <a:pt x="231" y="139"/>
                      <a:pt x="245" y="141"/>
                    </a:cubicBezTo>
                    <a:cubicBezTo>
                      <a:pt x="245" y="268"/>
                      <a:pt x="245" y="268"/>
                      <a:pt x="245" y="268"/>
                    </a:cubicBezTo>
                    <a:lnTo>
                      <a:pt x="179" y="268"/>
                    </a:lnTo>
                    <a:close/>
                    <a:moveTo>
                      <a:pt x="157" y="268"/>
                    </a:moveTo>
                    <a:cubicBezTo>
                      <a:pt x="120" y="268"/>
                      <a:pt x="120" y="268"/>
                      <a:pt x="120" y="268"/>
                    </a:cubicBezTo>
                    <a:cubicBezTo>
                      <a:pt x="139" y="180"/>
                      <a:pt x="139" y="180"/>
                      <a:pt x="139" y="180"/>
                    </a:cubicBezTo>
                    <a:lnTo>
                      <a:pt x="157" y="268"/>
                    </a:lnTo>
                    <a:close/>
                    <a:moveTo>
                      <a:pt x="205" y="28"/>
                    </a:moveTo>
                    <a:cubicBezTo>
                      <a:pt x="208" y="27"/>
                      <a:pt x="211" y="26"/>
                      <a:pt x="214" y="26"/>
                    </a:cubicBezTo>
                    <a:cubicBezTo>
                      <a:pt x="217" y="26"/>
                      <a:pt x="221" y="28"/>
                      <a:pt x="226" y="34"/>
                    </a:cubicBezTo>
                    <a:cubicBezTo>
                      <a:pt x="231" y="39"/>
                      <a:pt x="240" y="58"/>
                      <a:pt x="244" y="70"/>
                    </a:cubicBezTo>
                    <a:cubicBezTo>
                      <a:pt x="259" y="110"/>
                      <a:pt x="255" y="118"/>
                      <a:pt x="251" y="120"/>
                    </a:cubicBezTo>
                    <a:cubicBezTo>
                      <a:pt x="247" y="122"/>
                      <a:pt x="235" y="117"/>
                      <a:pt x="216" y="85"/>
                    </a:cubicBezTo>
                    <a:cubicBezTo>
                      <a:pt x="201" y="61"/>
                      <a:pt x="198" y="52"/>
                      <a:pt x="197" y="48"/>
                    </a:cubicBezTo>
                    <a:cubicBezTo>
                      <a:pt x="194" y="35"/>
                      <a:pt x="199" y="32"/>
                      <a:pt x="205" y="28"/>
                    </a:cubicBezTo>
                    <a:close/>
                    <a:moveTo>
                      <a:pt x="43" y="189"/>
                    </a:moveTo>
                    <a:cubicBezTo>
                      <a:pt x="125" y="143"/>
                      <a:pt x="125" y="143"/>
                      <a:pt x="125" y="143"/>
                    </a:cubicBezTo>
                    <a:cubicBezTo>
                      <a:pt x="98" y="268"/>
                      <a:pt x="98" y="268"/>
                      <a:pt x="98" y="268"/>
                    </a:cubicBezTo>
                    <a:cubicBezTo>
                      <a:pt x="64" y="268"/>
                      <a:pt x="64" y="268"/>
                      <a:pt x="64" y="268"/>
                    </a:cubicBezTo>
                    <a:cubicBezTo>
                      <a:pt x="64" y="225"/>
                      <a:pt x="64" y="225"/>
                      <a:pt x="64" y="225"/>
                    </a:cubicBezTo>
                    <a:cubicBezTo>
                      <a:pt x="64" y="219"/>
                      <a:pt x="59" y="215"/>
                      <a:pt x="53" y="215"/>
                    </a:cubicBezTo>
                    <a:cubicBezTo>
                      <a:pt x="43" y="215"/>
                      <a:pt x="43" y="215"/>
                      <a:pt x="43" y="215"/>
                    </a:cubicBezTo>
                    <a:lnTo>
                      <a:pt x="43" y="189"/>
                    </a:lnTo>
                    <a:close/>
                    <a:moveTo>
                      <a:pt x="21" y="236"/>
                    </a:moveTo>
                    <a:cubicBezTo>
                      <a:pt x="43" y="236"/>
                      <a:pt x="43" y="236"/>
                      <a:pt x="43" y="236"/>
                    </a:cubicBezTo>
                    <a:cubicBezTo>
                      <a:pt x="43" y="268"/>
                      <a:pt x="43" y="268"/>
                      <a:pt x="43" y="268"/>
                    </a:cubicBezTo>
                    <a:cubicBezTo>
                      <a:pt x="21" y="268"/>
                      <a:pt x="21" y="268"/>
                      <a:pt x="21" y="268"/>
                    </a:cubicBezTo>
                    <a:lnTo>
                      <a:pt x="21" y="2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3107" tIns="31553" rIns="63107" bIns="31553" numCol="1" anchor="t" anchorCtr="0" compatLnSpc="1">
                <a:prstTxWarp prst="textNoShape">
                  <a:avLst/>
                </a:prstTxWarp>
              </a:bodyPr>
              <a:lstStyle/>
              <a:p>
                <a:pPr defTabSz="724471"/>
                <a:endParaRPr lang="en-GB" sz="1600" dirty="0">
                  <a:solidFill>
                    <a:prstClr val="black"/>
                  </a:solidFill>
                  <a:cs typeface="Arial" charset="0"/>
                </a:endParaRPr>
              </a:p>
            </p:txBody>
          </p:sp>
        </p:grpSp>
        <p:grpSp>
          <p:nvGrpSpPr>
            <p:cNvPr id="347" name="Group 346"/>
            <p:cNvGrpSpPr/>
            <p:nvPr/>
          </p:nvGrpSpPr>
          <p:grpSpPr>
            <a:xfrm>
              <a:off x="8043685" y="3961285"/>
              <a:ext cx="2054389" cy="900427"/>
              <a:chOff x="8206515" y="3961285"/>
              <a:chExt cx="2054389" cy="900427"/>
            </a:xfrm>
          </p:grpSpPr>
          <p:grpSp>
            <p:nvGrpSpPr>
              <p:cNvPr id="374" name="Group 373"/>
              <p:cNvGrpSpPr/>
              <p:nvPr/>
            </p:nvGrpSpPr>
            <p:grpSpPr>
              <a:xfrm>
                <a:off x="9504099" y="3961285"/>
                <a:ext cx="756805" cy="900427"/>
                <a:chOff x="6760515" y="3143193"/>
                <a:chExt cx="756805" cy="900427"/>
              </a:xfrm>
            </p:grpSpPr>
            <p:sp>
              <p:nvSpPr>
                <p:cNvPr id="381" name="Rectangle 380"/>
                <p:cNvSpPr/>
                <p:nvPr/>
              </p:nvSpPr>
              <p:spPr bwMode="gray">
                <a:xfrm>
                  <a:off x="6917392" y="3143193"/>
                  <a:ext cx="599925" cy="900427"/>
                </a:xfrm>
                <a:prstGeom prst="rect">
                  <a:avLst/>
                </a:prstGeom>
                <a:solidFill>
                  <a:schemeClr val="bg1"/>
                </a:solidFill>
                <a:ln w="19050" algn="ctr">
                  <a:solidFill>
                    <a:schemeClr val="accent2"/>
                  </a:solidFill>
                  <a:miter lim="800000"/>
                  <a:headEnd/>
                  <a:tailEnd/>
                </a:ln>
              </p:spPr>
              <p:txBody>
                <a:bodyPr wrap="square" lIns="71130" tIns="71130" rIns="71130" bIns="71130" rtlCol="0" anchor="ctr"/>
                <a:lstStyle/>
                <a:p>
                  <a:pPr algn="ctr">
                    <a:lnSpc>
                      <a:spcPct val="106000"/>
                    </a:lnSpc>
                    <a:buFont typeface="Wingdings 2" pitchFamily="18" charset="2"/>
                    <a:buNone/>
                  </a:pPr>
                  <a:r>
                    <a:rPr lang="en-US" sz="1600" b="1" dirty="0">
                      <a:solidFill>
                        <a:schemeClr val="bg1"/>
                      </a:solidFill>
                    </a:rPr>
                    <a:t>4</a:t>
                  </a:r>
                  <a:endParaRPr lang="en-IN" sz="1600" b="1" dirty="0">
                    <a:solidFill>
                      <a:schemeClr val="bg1"/>
                    </a:solidFill>
                  </a:endParaRPr>
                </a:p>
              </p:txBody>
            </p:sp>
            <p:sp>
              <p:nvSpPr>
                <p:cNvPr id="382" name="Rectangle 381"/>
                <p:cNvSpPr/>
                <p:nvPr/>
              </p:nvSpPr>
              <p:spPr>
                <a:xfrm>
                  <a:off x="6986420" y="3274738"/>
                  <a:ext cx="489031" cy="257878"/>
                </a:xfrm>
                <a:prstGeom prst="rect">
                  <a:avLst/>
                </a:prstGeom>
              </p:spPr>
              <p:txBody>
                <a:bodyPr wrap="none" tIns="0" bIns="0">
                  <a:spAutoFit/>
                </a:bodyPr>
                <a:lstStyle/>
                <a:p>
                  <a:r>
                    <a:rPr lang="en-US" sz="1600" b="1" dirty="0">
                      <a:solidFill>
                        <a:srgbClr val="313131"/>
                      </a:solidFill>
                      <a:cs typeface="Arial" charset="0"/>
                    </a:rPr>
                    <a:t>31</a:t>
                  </a:r>
                  <a:endParaRPr lang="en-IN" sz="1600" b="1" dirty="0"/>
                </a:p>
              </p:txBody>
            </p:sp>
            <p:sp>
              <p:nvSpPr>
                <p:cNvPr id="383" name="Rectangle 382"/>
                <p:cNvSpPr/>
                <p:nvPr/>
              </p:nvSpPr>
              <p:spPr>
                <a:xfrm>
                  <a:off x="7038835" y="3723080"/>
                  <a:ext cx="363976" cy="169233"/>
                </a:xfrm>
                <a:prstGeom prst="rect">
                  <a:avLst/>
                </a:prstGeom>
              </p:spPr>
              <p:txBody>
                <a:bodyPr wrap="none" tIns="0" bIns="0">
                  <a:spAutoFit/>
                </a:bodyPr>
                <a:lstStyle/>
                <a:p>
                  <a:r>
                    <a:rPr lang="en-US" sz="1050" dirty="0">
                      <a:solidFill>
                        <a:srgbClr val="313131"/>
                      </a:solidFill>
                      <a:cs typeface="Arial" charset="0"/>
                    </a:rPr>
                    <a:t>39</a:t>
                  </a:r>
                  <a:endParaRPr lang="en-IN" sz="1050" dirty="0">
                    <a:solidFill>
                      <a:srgbClr val="313131"/>
                    </a:solidFill>
                    <a:cs typeface="Arial" charset="0"/>
                  </a:endParaRPr>
                </a:p>
              </p:txBody>
            </p:sp>
            <p:sp>
              <p:nvSpPr>
                <p:cNvPr id="384" name="Rectangle 383"/>
                <p:cNvSpPr/>
                <p:nvPr/>
              </p:nvSpPr>
              <p:spPr>
                <a:xfrm>
                  <a:off x="6760515" y="3538178"/>
                  <a:ext cx="756805" cy="161174"/>
                </a:xfrm>
                <a:prstGeom prst="rect">
                  <a:avLst/>
                </a:prstGeom>
                <a:solidFill>
                  <a:schemeClr val="accent2"/>
                </a:solidFill>
              </p:spPr>
              <p:txBody>
                <a:bodyPr wrap="square" lIns="219488" tIns="0" bIns="0">
                  <a:spAutoFit/>
                </a:bodyPr>
                <a:lstStyle/>
                <a:p>
                  <a:pPr algn="ctr"/>
                  <a:r>
                    <a:rPr lang="en-US" sz="1000" b="1" dirty="0">
                      <a:solidFill>
                        <a:schemeClr val="bg1"/>
                      </a:solidFill>
                      <a:cs typeface="Arial" charset="0"/>
                    </a:rPr>
                    <a:t>of</a:t>
                  </a:r>
                  <a:endParaRPr lang="en-IN" sz="1000" b="1" dirty="0">
                    <a:solidFill>
                      <a:schemeClr val="bg1"/>
                    </a:solidFill>
                    <a:cs typeface="Arial" charset="0"/>
                  </a:endParaRPr>
                </a:p>
              </p:txBody>
            </p:sp>
            <p:sp>
              <p:nvSpPr>
                <p:cNvPr id="385" name="Rectangle 384"/>
                <p:cNvSpPr/>
                <p:nvPr/>
              </p:nvSpPr>
              <p:spPr>
                <a:xfrm>
                  <a:off x="6950512" y="3882663"/>
                  <a:ext cx="562748" cy="128940"/>
                </a:xfrm>
                <a:prstGeom prst="rect">
                  <a:avLst/>
                </a:prstGeom>
              </p:spPr>
              <p:txBody>
                <a:bodyPr wrap="none" lIns="0" tIns="0" rIns="0" bIns="0">
                  <a:spAutoFit/>
                </a:bodyPr>
                <a:lstStyle/>
                <a:p>
                  <a:pPr defTabSz="825971"/>
                  <a:r>
                    <a:rPr lang="en-US" sz="800" dirty="0">
                      <a:solidFill>
                        <a:srgbClr val="313131"/>
                      </a:solidFill>
                      <a:cs typeface="Arial" charset="0"/>
                    </a:rPr>
                    <a:t>companies</a:t>
                  </a:r>
                </a:p>
              </p:txBody>
            </p:sp>
            <p:sp>
              <p:nvSpPr>
                <p:cNvPr id="386" name="Rectangle 385"/>
                <p:cNvSpPr/>
                <p:nvPr/>
              </p:nvSpPr>
              <p:spPr>
                <a:xfrm>
                  <a:off x="7054045" y="3171396"/>
                  <a:ext cx="358711" cy="128940"/>
                </a:xfrm>
                <a:prstGeom prst="rect">
                  <a:avLst/>
                </a:prstGeom>
              </p:spPr>
              <p:txBody>
                <a:bodyPr wrap="none" lIns="0" tIns="0" rIns="0" bIns="0">
                  <a:spAutoFit/>
                </a:bodyPr>
                <a:lstStyle/>
                <a:p>
                  <a:pPr defTabSz="825971"/>
                  <a:r>
                    <a:rPr lang="en-US" sz="800" dirty="0">
                      <a:solidFill>
                        <a:srgbClr val="313131"/>
                      </a:solidFill>
                      <a:cs typeface="Arial" charset="0"/>
                    </a:rPr>
                    <a:t>Serves</a:t>
                  </a:r>
                </a:p>
              </p:txBody>
            </p:sp>
          </p:grpSp>
          <p:sp>
            <p:nvSpPr>
              <p:cNvPr id="375" name="Oval 374"/>
              <p:cNvSpPr/>
              <p:nvPr/>
            </p:nvSpPr>
            <p:spPr bwMode="gray">
              <a:xfrm>
                <a:off x="9190709" y="4237280"/>
                <a:ext cx="405566" cy="405566"/>
              </a:xfrm>
              <a:prstGeom prst="ellipse">
                <a:avLst/>
              </a:prstGeom>
              <a:solidFill>
                <a:schemeClr val="bg1"/>
              </a:solidFill>
              <a:ln w="19050" algn="ctr">
                <a:noFill/>
                <a:miter lim="800000"/>
                <a:headEnd/>
                <a:tailEnd/>
              </a:ln>
            </p:spPr>
            <p:txBody>
              <a:bodyPr wrap="square" lIns="71130" tIns="71130" rIns="71130" bIns="71130" rtlCol="0" anchor="ctr"/>
              <a:lstStyle/>
              <a:p>
                <a:pPr algn="ctr">
                  <a:lnSpc>
                    <a:spcPct val="106000"/>
                  </a:lnSpc>
                  <a:buFont typeface="Wingdings 2" pitchFamily="18" charset="2"/>
                  <a:buNone/>
                </a:pPr>
                <a:endParaRPr lang="en-IN" sz="1600" b="1" dirty="0">
                  <a:solidFill>
                    <a:schemeClr val="bg1"/>
                  </a:solidFill>
                </a:endParaRPr>
              </a:p>
            </p:txBody>
          </p:sp>
          <p:sp>
            <p:nvSpPr>
              <p:cNvPr id="376" name="Rectangle 375"/>
              <p:cNvSpPr/>
              <p:nvPr/>
            </p:nvSpPr>
            <p:spPr>
              <a:xfrm>
                <a:off x="8206515" y="4271041"/>
                <a:ext cx="827973" cy="311603"/>
              </a:xfrm>
              <a:prstGeom prst="rect">
                <a:avLst/>
              </a:prstGeom>
            </p:spPr>
            <p:txBody>
              <a:bodyPr wrap="square" lIns="0" rIns="0">
                <a:spAutoFit/>
              </a:bodyPr>
              <a:lstStyle/>
              <a:p>
                <a:pPr algn="r" defTabSz="724471">
                  <a:lnSpc>
                    <a:spcPts val="801"/>
                  </a:lnSpc>
                </a:pPr>
                <a:r>
                  <a:rPr lang="en-GB" sz="800" dirty="0">
                    <a:cs typeface="Arial" charset="0"/>
                  </a:rPr>
                  <a:t>Life sciences &amp; healthcare </a:t>
                </a:r>
              </a:p>
            </p:txBody>
          </p:sp>
          <p:sp>
            <p:nvSpPr>
              <p:cNvPr id="377" name="Isosceles Triangle 376"/>
              <p:cNvSpPr/>
              <p:nvPr/>
            </p:nvSpPr>
            <p:spPr bwMode="gray">
              <a:xfrm rot="5400000">
                <a:off x="9087591" y="4402111"/>
                <a:ext cx="103948" cy="89610"/>
              </a:xfrm>
              <a:prstGeom prst="triangle">
                <a:avLst/>
              </a:prstGeom>
              <a:solidFill>
                <a:schemeClr val="accent2"/>
              </a:solidFill>
              <a:ln w="19050" algn="ctr">
                <a:noFill/>
                <a:miter lim="800000"/>
                <a:headEnd/>
                <a:tailEnd/>
              </a:ln>
            </p:spPr>
            <p:txBody>
              <a:bodyPr wrap="square" lIns="71130" tIns="71130" rIns="71130" bIns="71130" rtlCol="0" anchor="ctr"/>
              <a:lstStyle/>
              <a:p>
                <a:pPr algn="ctr">
                  <a:lnSpc>
                    <a:spcPct val="106000"/>
                  </a:lnSpc>
                  <a:buFont typeface="Wingdings 2" pitchFamily="18" charset="2"/>
                  <a:buNone/>
                </a:pPr>
                <a:endParaRPr lang="en-IN" sz="1600" b="1" dirty="0">
                  <a:solidFill>
                    <a:schemeClr val="bg1"/>
                  </a:solidFill>
                </a:endParaRPr>
              </a:p>
            </p:txBody>
          </p:sp>
          <p:grpSp>
            <p:nvGrpSpPr>
              <p:cNvPr id="378" name="Group 327"/>
              <p:cNvGrpSpPr>
                <a:grpSpLocks/>
              </p:cNvGrpSpPr>
              <p:nvPr/>
            </p:nvGrpSpPr>
            <p:grpSpPr bwMode="auto">
              <a:xfrm>
                <a:off x="9217701" y="4258169"/>
                <a:ext cx="351923" cy="353505"/>
                <a:chOff x="5029" y="1186"/>
                <a:chExt cx="340" cy="340"/>
              </a:xfrm>
              <a:solidFill>
                <a:schemeClr val="accent2"/>
              </a:solidFill>
            </p:grpSpPr>
            <p:sp>
              <p:nvSpPr>
                <p:cNvPr id="379" name="Freeform 328"/>
                <p:cNvSpPr>
                  <a:spLocks noEditPoints="1"/>
                </p:cNvSpPr>
                <p:nvPr/>
              </p:nvSpPr>
              <p:spPr bwMode="auto">
                <a:xfrm>
                  <a:off x="5109" y="1266"/>
                  <a:ext cx="180" cy="180"/>
                </a:xfrm>
                <a:custGeom>
                  <a:avLst/>
                  <a:gdLst>
                    <a:gd name="T0" fmla="*/ 248 w 270"/>
                    <a:gd name="T1" fmla="*/ 142 h 270"/>
                    <a:gd name="T2" fmla="*/ 187 w 270"/>
                    <a:gd name="T3" fmla="*/ 82 h 270"/>
                    <a:gd name="T4" fmla="*/ 127 w 270"/>
                    <a:gd name="T5" fmla="*/ 22 h 270"/>
                    <a:gd name="T6" fmla="*/ 74 w 270"/>
                    <a:gd name="T7" fmla="*/ 0 h 270"/>
                    <a:gd name="T8" fmla="*/ 22 w 270"/>
                    <a:gd name="T9" fmla="*/ 22 h 270"/>
                    <a:gd name="T10" fmla="*/ 0 w 270"/>
                    <a:gd name="T11" fmla="*/ 74 h 270"/>
                    <a:gd name="T12" fmla="*/ 22 w 270"/>
                    <a:gd name="T13" fmla="*/ 127 h 270"/>
                    <a:gd name="T14" fmla="*/ 82 w 270"/>
                    <a:gd name="T15" fmla="*/ 187 h 270"/>
                    <a:gd name="T16" fmla="*/ 142 w 270"/>
                    <a:gd name="T17" fmla="*/ 248 h 270"/>
                    <a:gd name="T18" fmla="*/ 195 w 270"/>
                    <a:gd name="T19" fmla="*/ 270 h 270"/>
                    <a:gd name="T20" fmla="*/ 248 w 270"/>
                    <a:gd name="T21" fmla="*/ 248 h 270"/>
                    <a:gd name="T22" fmla="*/ 270 w 270"/>
                    <a:gd name="T23" fmla="*/ 195 h 270"/>
                    <a:gd name="T24" fmla="*/ 248 w 270"/>
                    <a:gd name="T25" fmla="*/ 142 h 270"/>
                    <a:gd name="T26" fmla="*/ 240 w 270"/>
                    <a:gd name="T27" fmla="*/ 167 h 270"/>
                    <a:gd name="T28" fmla="*/ 118 w 270"/>
                    <a:gd name="T29" fmla="*/ 167 h 270"/>
                    <a:gd name="T30" fmla="*/ 139 w 270"/>
                    <a:gd name="T31" fmla="*/ 145 h 270"/>
                    <a:gd name="T32" fmla="*/ 220 w 270"/>
                    <a:gd name="T33" fmla="*/ 145 h 270"/>
                    <a:gd name="T34" fmla="*/ 220 w 270"/>
                    <a:gd name="T35" fmla="*/ 145 h 270"/>
                    <a:gd name="T36" fmla="*/ 233 w 270"/>
                    <a:gd name="T37" fmla="*/ 157 h 270"/>
                    <a:gd name="T38" fmla="*/ 240 w 270"/>
                    <a:gd name="T39" fmla="*/ 167 h 270"/>
                    <a:gd name="T40" fmla="*/ 248 w 270"/>
                    <a:gd name="T41" fmla="*/ 195 h 270"/>
                    <a:gd name="T42" fmla="*/ 246 w 270"/>
                    <a:gd name="T43" fmla="*/ 209 h 270"/>
                    <a:gd name="T44" fmla="*/ 135 w 270"/>
                    <a:gd name="T45" fmla="*/ 209 h 270"/>
                    <a:gd name="T46" fmla="*/ 135 w 270"/>
                    <a:gd name="T47" fmla="*/ 210 h 270"/>
                    <a:gd name="T48" fmla="*/ 113 w 270"/>
                    <a:gd name="T49" fmla="*/ 188 h 270"/>
                    <a:gd name="T50" fmla="*/ 248 w 270"/>
                    <a:gd name="T51" fmla="*/ 188 h 270"/>
                    <a:gd name="T52" fmla="*/ 248 w 270"/>
                    <a:gd name="T53" fmla="*/ 195 h 270"/>
                    <a:gd name="T54" fmla="*/ 180 w 270"/>
                    <a:gd name="T55" fmla="*/ 105 h 270"/>
                    <a:gd name="T56" fmla="*/ 199 w 270"/>
                    <a:gd name="T57" fmla="*/ 124 h 270"/>
                    <a:gd name="T58" fmla="*/ 160 w 270"/>
                    <a:gd name="T59" fmla="*/ 124 h 270"/>
                    <a:gd name="T60" fmla="*/ 180 w 270"/>
                    <a:gd name="T61" fmla="*/ 105 h 270"/>
                    <a:gd name="T62" fmla="*/ 21 w 270"/>
                    <a:gd name="T63" fmla="*/ 74 h 270"/>
                    <a:gd name="T64" fmla="*/ 37 w 270"/>
                    <a:gd name="T65" fmla="*/ 37 h 270"/>
                    <a:gd name="T66" fmla="*/ 74 w 270"/>
                    <a:gd name="T67" fmla="*/ 21 h 270"/>
                    <a:gd name="T68" fmla="*/ 112 w 270"/>
                    <a:gd name="T69" fmla="*/ 37 h 270"/>
                    <a:gd name="T70" fmla="*/ 165 w 270"/>
                    <a:gd name="T71" fmla="*/ 89 h 270"/>
                    <a:gd name="T72" fmla="*/ 89 w 270"/>
                    <a:gd name="T73" fmla="*/ 165 h 270"/>
                    <a:gd name="T74" fmla="*/ 37 w 270"/>
                    <a:gd name="T75" fmla="*/ 112 h 270"/>
                    <a:gd name="T76" fmla="*/ 21 w 270"/>
                    <a:gd name="T77" fmla="*/ 74 h 270"/>
                    <a:gd name="T78" fmla="*/ 195 w 270"/>
                    <a:gd name="T79" fmla="*/ 248 h 270"/>
                    <a:gd name="T80" fmla="*/ 157 w 270"/>
                    <a:gd name="T81" fmla="*/ 233 h 270"/>
                    <a:gd name="T82" fmla="*/ 155 w 270"/>
                    <a:gd name="T83" fmla="*/ 231 h 270"/>
                    <a:gd name="T84" fmla="*/ 234 w 270"/>
                    <a:gd name="T85" fmla="*/ 231 h 270"/>
                    <a:gd name="T86" fmla="*/ 233 w 270"/>
                    <a:gd name="T87" fmla="*/ 233 h 270"/>
                    <a:gd name="T88" fmla="*/ 195 w 270"/>
                    <a:gd name="T89" fmla="*/ 248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70" h="270">
                      <a:moveTo>
                        <a:pt x="248" y="142"/>
                      </a:moveTo>
                      <a:cubicBezTo>
                        <a:pt x="187" y="82"/>
                        <a:pt x="187" y="82"/>
                        <a:pt x="187" y="82"/>
                      </a:cubicBezTo>
                      <a:cubicBezTo>
                        <a:pt x="127" y="22"/>
                        <a:pt x="127" y="22"/>
                        <a:pt x="127" y="22"/>
                      </a:cubicBezTo>
                      <a:cubicBezTo>
                        <a:pt x="113" y="7"/>
                        <a:pt x="94" y="0"/>
                        <a:pt x="74" y="0"/>
                      </a:cubicBezTo>
                      <a:cubicBezTo>
                        <a:pt x="54" y="0"/>
                        <a:pt x="36" y="7"/>
                        <a:pt x="22" y="22"/>
                      </a:cubicBezTo>
                      <a:cubicBezTo>
                        <a:pt x="7" y="36"/>
                        <a:pt x="0" y="54"/>
                        <a:pt x="0" y="74"/>
                      </a:cubicBezTo>
                      <a:cubicBezTo>
                        <a:pt x="0" y="94"/>
                        <a:pt x="7" y="113"/>
                        <a:pt x="22" y="127"/>
                      </a:cubicBezTo>
                      <a:cubicBezTo>
                        <a:pt x="82" y="187"/>
                        <a:pt x="82" y="187"/>
                        <a:pt x="82" y="187"/>
                      </a:cubicBezTo>
                      <a:cubicBezTo>
                        <a:pt x="142" y="248"/>
                        <a:pt x="142" y="248"/>
                        <a:pt x="142" y="248"/>
                      </a:cubicBezTo>
                      <a:cubicBezTo>
                        <a:pt x="156" y="262"/>
                        <a:pt x="175" y="270"/>
                        <a:pt x="195" y="270"/>
                      </a:cubicBezTo>
                      <a:cubicBezTo>
                        <a:pt x="215" y="270"/>
                        <a:pt x="234" y="262"/>
                        <a:pt x="248" y="248"/>
                      </a:cubicBezTo>
                      <a:cubicBezTo>
                        <a:pt x="262" y="234"/>
                        <a:pt x="270" y="215"/>
                        <a:pt x="270" y="195"/>
                      </a:cubicBezTo>
                      <a:cubicBezTo>
                        <a:pt x="270" y="175"/>
                        <a:pt x="262" y="156"/>
                        <a:pt x="248" y="142"/>
                      </a:cubicBezTo>
                      <a:close/>
                      <a:moveTo>
                        <a:pt x="240" y="167"/>
                      </a:moveTo>
                      <a:cubicBezTo>
                        <a:pt x="118" y="167"/>
                        <a:pt x="118" y="167"/>
                        <a:pt x="118" y="167"/>
                      </a:cubicBezTo>
                      <a:cubicBezTo>
                        <a:pt x="139" y="145"/>
                        <a:pt x="139" y="145"/>
                        <a:pt x="139" y="145"/>
                      </a:cubicBezTo>
                      <a:cubicBezTo>
                        <a:pt x="220" y="145"/>
                        <a:pt x="220" y="145"/>
                        <a:pt x="220" y="145"/>
                      </a:cubicBezTo>
                      <a:cubicBezTo>
                        <a:pt x="220" y="145"/>
                        <a:pt x="220" y="145"/>
                        <a:pt x="220" y="145"/>
                      </a:cubicBezTo>
                      <a:cubicBezTo>
                        <a:pt x="233" y="157"/>
                        <a:pt x="233" y="157"/>
                        <a:pt x="233" y="157"/>
                      </a:cubicBezTo>
                      <a:cubicBezTo>
                        <a:pt x="236" y="160"/>
                        <a:pt x="238" y="163"/>
                        <a:pt x="240" y="167"/>
                      </a:cubicBezTo>
                      <a:close/>
                      <a:moveTo>
                        <a:pt x="248" y="195"/>
                      </a:moveTo>
                      <a:cubicBezTo>
                        <a:pt x="248" y="200"/>
                        <a:pt x="247" y="205"/>
                        <a:pt x="246" y="209"/>
                      </a:cubicBezTo>
                      <a:cubicBezTo>
                        <a:pt x="135" y="209"/>
                        <a:pt x="135" y="209"/>
                        <a:pt x="135" y="209"/>
                      </a:cubicBezTo>
                      <a:cubicBezTo>
                        <a:pt x="135" y="210"/>
                        <a:pt x="135" y="210"/>
                        <a:pt x="135" y="210"/>
                      </a:cubicBezTo>
                      <a:cubicBezTo>
                        <a:pt x="113" y="188"/>
                        <a:pt x="113" y="188"/>
                        <a:pt x="113" y="188"/>
                      </a:cubicBezTo>
                      <a:cubicBezTo>
                        <a:pt x="248" y="188"/>
                        <a:pt x="248" y="188"/>
                        <a:pt x="248" y="188"/>
                      </a:cubicBezTo>
                      <a:cubicBezTo>
                        <a:pt x="248" y="190"/>
                        <a:pt x="248" y="193"/>
                        <a:pt x="248" y="195"/>
                      </a:cubicBezTo>
                      <a:close/>
                      <a:moveTo>
                        <a:pt x="180" y="105"/>
                      </a:moveTo>
                      <a:cubicBezTo>
                        <a:pt x="199" y="124"/>
                        <a:pt x="199" y="124"/>
                        <a:pt x="199" y="124"/>
                      </a:cubicBezTo>
                      <a:cubicBezTo>
                        <a:pt x="160" y="124"/>
                        <a:pt x="160" y="124"/>
                        <a:pt x="160" y="124"/>
                      </a:cubicBezTo>
                      <a:lnTo>
                        <a:pt x="180" y="105"/>
                      </a:lnTo>
                      <a:close/>
                      <a:moveTo>
                        <a:pt x="21" y="74"/>
                      </a:moveTo>
                      <a:cubicBezTo>
                        <a:pt x="21" y="60"/>
                        <a:pt x="27" y="47"/>
                        <a:pt x="37" y="37"/>
                      </a:cubicBezTo>
                      <a:cubicBezTo>
                        <a:pt x="47" y="27"/>
                        <a:pt x="60" y="21"/>
                        <a:pt x="74" y="21"/>
                      </a:cubicBezTo>
                      <a:cubicBezTo>
                        <a:pt x="89" y="21"/>
                        <a:pt x="102" y="27"/>
                        <a:pt x="112" y="37"/>
                      </a:cubicBezTo>
                      <a:cubicBezTo>
                        <a:pt x="165" y="89"/>
                        <a:pt x="165" y="89"/>
                        <a:pt x="165" y="89"/>
                      </a:cubicBezTo>
                      <a:cubicBezTo>
                        <a:pt x="89" y="165"/>
                        <a:pt x="89" y="165"/>
                        <a:pt x="89" y="165"/>
                      </a:cubicBezTo>
                      <a:cubicBezTo>
                        <a:pt x="37" y="112"/>
                        <a:pt x="37" y="112"/>
                        <a:pt x="37" y="112"/>
                      </a:cubicBezTo>
                      <a:cubicBezTo>
                        <a:pt x="27" y="102"/>
                        <a:pt x="21" y="89"/>
                        <a:pt x="21" y="74"/>
                      </a:cubicBezTo>
                      <a:close/>
                      <a:moveTo>
                        <a:pt x="195" y="248"/>
                      </a:moveTo>
                      <a:cubicBezTo>
                        <a:pt x="181" y="248"/>
                        <a:pt x="167" y="243"/>
                        <a:pt x="157" y="233"/>
                      </a:cubicBezTo>
                      <a:cubicBezTo>
                        <a:pt x="155" y="231"/>
                        <a:pt x="155" y="231"/>
                        <a:pt x="155" y="231"/>
                      </a:cubicBezTo>
                      <a:cubicBezTo>
                        <a:pt x="234" y="231"/>
                        <a:pt x="234" y="231"/>
                        <a:pt x="234" y="231"/>
                      </a:cubicBezTo>
                      <a:cubicBezTo>
                        <a:pt x="234" y="231"/>
                        <a:pt x="233" y="232"/>
                        <a:pt x="233" y="233"/>
                      </a:cubicBezTo>
                      <a:cubicBezTo>
                        <a:pt x="223" y="243"/>
                        <a:pt x="209" y="248"/>
                        <a:pt x="195" y="248"/>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3107" tIns="31553" rIns="63107" bIns="31553" numCol="1" anchor="t" anchorCtr="0" compatLnSpc="1">
                  <a:prstTxWarp prst="textNoShape">
                    <a:avLst/>
                  </a:prstTxWarp>
                </a:bodyPr>
                <a:lstStyle/>
                <a:p>
                  <a:pPr defTabSz="724471"/>
                  <a:endParaRPr lang="en-GB" sz="1600" dirty="0">
                    <a:solidFill>
                      <a:prstClr val="black"/>
                    </a:solidFill>
                    <a:cs typeface="Arial" charset="0"/>
                  </a:endParaRPr>
                </a:p>
              </p:txBody>
            </p:sp>
            <p:sp>
              <p:nvSpPr>
                <p:cNvPr id="380" name="Freeform 329"/>
                <p:cNvSpPr>
                  <a:spLocks noEditPoints="1"/>
                </p:cNvSpPr>
                <p:nvPr/>
              </p:nvSpPr>
              <p:spPr bwMode="auto">
                <a:xfrm>
                  <a:off x="5029" y="1186"/>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3107" tIns="31553" rIns="63107" bIns="31553" numCol="1" anchor="t" anchorCtr="0" compatLnSpc="1">
                  <a:prstTxWarp prst="textNoShape">
                    <a:avLst/>
                  </a:prstTxWarp>
                </a:bodyPr>
                <a:lstStyle/>
                <a:p>
                  <a:pPr defTabSz="724471"/>
                  <a:endParaRPr lang="en-GB" sz="1600" dirty="0">
                    <a:solidFill>
                      <a:prstClr val="black"/>
                    </a:solidFill>
                    <a:cs typeface="Arial" charset="0"/>
                  </a:endParaRPr>
                </a:p>
              </p:txBody>
            </p:sp>
          </p:grpSp>
        </p:grpSp>
        <p:grpSp>
          <p:nvGrpSpPr>
            <p:cNvPr id="348" name="Group 768"/>
            <p:cNvGrpSpPr>
              <a:grpSpLocks/>
            </p:cNvGrpSpPr>
            <p:nvPr/>
          </p:nvGrpSpPr>
          <p:grpSpPr bwMode="auto">
            <a:xfrm>
              <a:off x="6959477" y="5284626"/>
              <a:ext cx="351923" cy="353505"/>
              <a:chOff x="6591" y="3054"/>
              <a:chExt cx="340" cy="340"/>
            </a:xfrm>
            <a:solidFill>
              <a:schemeClr val="accent6">
                <a:lumMod val="50000"/>
              </a:schemeClr>
            </a:solidFill>
          </p:grpSpPr>
          <p:sp>
            <p:nvSpPr>
              <p:cNvPr id="372" name="Freeform 769"/>
              <p:cNvSpPr>
                <a:spLocks noEditPoints="1"/>
              </p:cNvSpPr>
              <p:nvPr/>
            </p:nvSpPr>
            <p:spPr bwMode="auto">
              <a:xfrm>
                <a:off x="6591" y="3054"/>
                <a:ext cx="340" cy="340"/>
              </a:xfrm>
              <a:custGeom>
                <a:avLst/>
                <a:gdLst>
                  <a:gd name="T0" fmla="*/ 256 w 512"/>
                  <a:gd name="T1" fmla="*/ 22 h 512"/>
                  <a:gd name="T2" fmla="*/ 491 w 512"/>
                  <a:gd name="T3" fmla="*/ 256 h 512"/>
                  <a:gd name="T4" fmla="*/ 256 w 512"/>
                  <a:gd name="T5" fmla="*/ 491 h 512"/>
                  <a:gd name="T6" fmla="*/ 21 w 512"/>
                  <a:gd name="T7" fmla="*/ 256 h 512"/>
                  <a:gd name="T8" fmla="*/ 256 w 512"/>
                  <a:gd name="T9" fmla="*/ 22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2"/>
                    </a:moveTo>
                    <a:cubicBezTo>
                      <a:pt x="385" y="22"/>
                      <a:pt x="491" y="127"/>
                      <a:pt x="491" y="256"/>
                    </a:cubicBezTo>
                    <a:cubicBezTo>
                      <a:pt x="491" y="386"/>
                      <a:pt x="385" y="491"/>
                      <a:pt x="256" y="491"/>
                    </a:cubicBezTo>
                    <a:cubicBezTo>
                      <a:pt x="127" y="491"/>
                      <a:pt x="21" y="386"/>
                      <a:pt x="21" y="256"/>
                    </a:cubicBezTo>
                    <a:cubicBezTo>
                      <a:pt x="21" y="127"/>
                      <a:pt x="127" y="22"/>
                      <a:pt x="256" y="22"/>
                    </a:cubicBezTo>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3107" tIns="31553" rIns="63107" bIns="31553" numCol="1" anchor="t" anchorCtr="0" compatLnSpc="1">
                <a:prstTxWarp prst="textNoShape">
                  <a:avLst/>
                </a:prstTxWarp>
              </a:bodyPr>
              <a:lstStyle/>
              <a:p>
                <a:pPr defTabSz="724471"/>
                <a:endParaRPr lang="en-GB" sz="1600" dirty="0">
                  <a:solidFill>
                    <a:prstClr val="black"/>
                  </a:solidFill>
                  <a:cs typeface="Arial" charset="0"/>
                </a:endParaRPr>
              </a:p>
            </p:txBody>
          </p:sp>
          <p:sp>
            <p:nvSpPr>
              <p:cNvPr id="373" name="Freeform 770"/>
              <p:cNvSpPr>
                <a:spLocks noEditPoints="1"/>
              </p:cNvSpPr>
              <p:nvPr/>
            </p:nvSpPr>
            <p:spPr bwMode="auto">
              <a:xfrm>
                <a:off x="6690" y="3132"/>
                <a:ext cx="149" cy="198"/>
              </a:xfrm>
              <a:custGeom>
                <a:avLst/>
                <a:gdLst>
                  <a:gd name="T0" fmla="*/ 142 w 224"/>
                  <a:gd name="T1" fmla="*/ 97 h 298"/>
                  <a:gd name="T2" fmla="*/ 147 w 224"/>
                  <a:gd name="T3" fmla="*/ 93 h 298"/>
                  <a:gd name="T4" fmla="*/ 147 w 224"/>
                  <a:gd name="T5" fmla="*/ 77 h 298"/>
                  <a:gd name="T6" fmla="*/ 131 w 224"/>
                  <a:gd name="T7" fmla="*/ 77 h 298"/>
                  <a:gd name="T8" fmla="*/ 127 w 224"/>
                  <a:gd name="T9" fmla="*/ 82 h 298"/>
                  <a:gd name="T10" fmla="*/ 74 w 224"/>
                  <a:gd name="T11" fmla="*/ 30 h 298"/>
                  <a:gd name="T12" fmla="*/ 59 w 224"/>
                  <a:gd name="T13" fmla="*/ 30 h 298"/>
                  <a:gd name="T14" fmla="*/ 59 w 224"/>
                  <a:gd name="T15" fmla="*/ 165 h 298"/>
                  <a:gd name="T16" fmla="*/ 64 w 224"/>
                  <a:gd name="T17" fmla="*/ 170 h 298"/>
                  <a:gd name="T18" fmla="*/ 25 w 224"/>
                  <a:gd name="T19" fmla="*/ 277 h 298"/>
                  <a:gd name="T20" fmla="*/ 11 w 224"/>
                  <a:gd name="T21" fmla="*/ 277 h 298"/>
                  <a:gd name="T22" fmla="*/ 0 w 224"/>
                  <a:gd name="T23" fmla="*/ 288 h 298"/>
                  <a:gd name="T24" fmla="*/ 11 w 224"/>
                  <a:gd name="T25" fmla="*/ 298 h 298"/>
                  <a:gd name="T26" fmla="*/ 139 w 224"/>
                  <a:gd name="T27" fmla="*/ 298 h 298"/>
                  <a:gd name="T28" fmla="*/ 150 w 224"/>
                  <a:gd name="T29" fmla="*/ 288 h 298"/>
                  <a:gd name="T30" fmla="*/ 139 w 224"/>
                  <a:gd name="T31" fmla="*/ 277 h 298"/>
                  <a:gd name="T32" fmla="*/ 125 w 224"/>
                  <a:gd name="T33" fmla="*/ 277 h 298"/>
                  <a:gd name="T34" fmla="*/ 92 w 224"/>
                  <a:gd name="T35" fmla="*/ 187 h 298"/>
                  <a:gd name="T36" fmla="*/ 127 w 224"/>
                  <a:gd name="T37" fmla="*/ 193 h 298"/>
                  <a:gd name="T38" fmla="*/ 194 w 224"/>
                  <a:gd name="T39" fmla="*/ 165 h 298"/>
                  <a:gd name="T40" fmla="*/ 198 w 224"/>
                  <a:gd name="T41" fmla="*/ 158 h 298"/>
                  <a:gd name="T42" fmla="*/ 194 w 224"/>
                  <a:gd name="T43" fmla="*/ 150 h 298"/>
                  <a:gd name="T44" fmla="*/ 142 w 224"/>
                  <a:gd name="T45" fmla="*/ 97 h 298"/>
                  <a:gd name="T46" fmla="*/ 48 w 224"/>
                  <a:gd name="T47" fmla="*/ 277 h 298"/>
                  <a:gd name="T48" fmla="*/ 75 w 224"/>
                  <a:gd name="T49" fmla="*/ 202 h 298"/>
                  <a:gd name="T50" fmla="*/ 102 w 224"/>
                  <a:gd name="T51" fmla="*/ 277 h 298"/>
                  <a:gd name="T52" fmla="*/ 48 w 224"/>
                  <a:gd name="T53" fmla="*/ 277 h 298"/>
                  <a:gd name="T54" fmla="*/ 74 w 224"/>
                  <a:gd name="T55" fmla="*/ 150 h 298"/>
                  <a:gd name="T56" fmla="*/ 67 w 224"/>
                  <a:gd name="T57" fmla="*/ 53 h 298"/>
                  <a:gd name="T58" fmla="*/ 171 w 224"/>
                  <a:gd name="T59" fmla="*/ 157 h 298"/>
                  <a:gd name="T60" fmla="*/ 74 w 224"/>
                  <a:gd name="T61" fmla="*/ 150 h 298"/>
                  <a:gd name="T62" fmla="*/ 139 w 224"/>
                  <a:gd name="T63" fmla="*/ 64 h 298"/>
                  <a:gd name="T64" fmla="*/ 128 w 224"/>
                  <a:gd name="T65" fmla="*/ 53 h 298"/>
                  <a:gd name="T66" fmla="*/ 139 w 224"/>
                  <a:gd name="T67" fmla="*/ 42 h 298"/>
                  <a:gd name="T68" fmla="*/ 182 w 224"/>
                  <a:gd name="T69" fmla="*/ 85 h 298"/>
                  <a:gd name="T70" fmla="*/ 171 w 224"/>
                  <a:gd name="T71" fmla="*/ 96 h 298"/>
                  <a:gd name="T72" fmla="*/ 160 w 224"/>
                  <a:gd name="T73" fmla="*/ 85 h 298"/>
                  <a:gd name="T74" fmla="*/ 139 w 224"/>
                  <a:gd name="T75" fmla="*/ 64 h 298"/>
                  <a:gd name="T76" fmla="*/ 224 w 224"/>
                  <a:gd name="T77" fmla="*/ 85 h 298"/>
                  <a:gd name="T78" fmla="*/ 214 w 224"/>
                  <a:gd name="T79" fmla="*/ 96 h 298"/>
                  <a:gd name="T80" fmla="*/ 203 w 224"/>
                  <a:gd name="T81" fmla="*/ 85 h 298"/>
                  <a:gd name="T82" fmla="*/ 139 w 224"/>
                  <a:gd name="T83" fmla="*/ 21 h 298"/>
                  <a:gd name="T84" fmla="*/ 128 w 224"/>
                  <a:gd name="T85" fmla="*/ 10 h 298"/>
                  <a:gd name="T86" fmla="*/ 139 w 224"/>
                  <a:gd name="T87" fmla="*/ 0 h 298"/>
                  <a:gd name="T88" fmla="*/ 224 w 224"/>
                  <a:gd name="T89" fmla="*/ 85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24" h="298">
                    <a:moveTo>
                      <a:pt x="142" y="97"/>
                    </a:moveTo>
                    <a:cubicBezTo>
                      <a:pt x="147" y="93"/>
                      <a:pt x="147" y="93"/>
                      <a:pt x="147" y="93"/>
                    </a:cubicBezTo>
                    <a:cubicBezTo>
                      <a:pt x="151" y="88"/>
                      <a:pt x="151" y="82"/>
                      <a:pt x="147" y="77"/>
                    </a:cubicBezTo>
                    <a:cubicBezTo>
                      <a:pt x="142" y="73"/>
                      <a:pt x="136" y="73"/>
                      <a:pt x="131" y="77"/>
                    </a:cubicBezTo>
                    <a:cubicBezTo>
                      <a:pt x="127" y="82"/>
                      <a:pt x="127" y="82"/>
                      <a:pt x="127" y="82"/>
                    </a:cubicBezTo>
                    <a:cubicBezTo>
                      <a:pt x="74" y="30"/>
                      <a:pt x="74" y="30"/>
                      <a:pt x="74" y="30"/>
                    </a:cubicBezTo>
                    <a:cubicBezTo>
                      <a:pt x="70" y="25"/>
                      <a:pt x="63" y="25"/>
                      <a:pt x="59" y="30"/>
                    </a:cubicBezTo>
                    <a:cubicBezTo>
                      <a:pt x="21" y="67"/>
                      <a:pt x="21" y="128"/>
                      <a:pt x="59" y="165"/>
                    </a:cubicBezTo>
                    <a:cubicBezTo>
                      <a:pt x="60" y="167"/>
                      <a:pt x="62" y="169"/>
                      <a:pt x="64" y="170"/>
                    </a:cubicBezTo>
                    <a:cubicBezTo>
                      <a:pt x="25" y="277"/>
                      <a:pt x="25" y="277"/>
                      <a:pt x="25" y="277"/>
                    </a:cubicBezTo>
                    <a:cubicBezTo>
                      <a:pt x="11" y="277"/>
                      <a:pt x="11" y="277"/>
                      <a:pt x="11" y="277"/>
                    </a:cubicBezTo>
                    <a:cubicBezTo>
                      <a:pt x="5" y="277"/>
                      <a:pt x="0" y="282"/>
                      <a:pt x="0" y="288"/>
                    </a:cubicBezTo>
                    <a:cubicBezTo>
                      <a:pt x="0" y="294"/>
                      <a:pt x="5" y="298"/>
                      <a:pt x="11" y="298"/>
                    </a:cubicBezTo>
                    <a:cubicBezTo>
                      <a:pt x="139" y="298"/>
                      <a:pt x="139" y="298"/>
                      <a:pt x="139" y="298"/>
                    </a:cubicBezTo>
                    <a:cubicBezTo>
                      <a:pt x="145" y="298"/>
                      <a:pt x="150" y="294"/>
                      <a:pt x="150" y="288"/>
                    </a:cubicBezTo>
                    <a:cubicBezTo>
                      <a:pt x="150" y="282"/>
                      <a:pt x="145" y="277"/>
                      <a:pt x="139" y="277"/>
                    </a:cubicBezTo>
                    <a:cubicBezTo>
                      <a:pt x="125" y="277"/>
                      <a:pt x="125" y="277"/>
                      <a:pt x="125" y="277"/>
                    </a:cubicBezTo>
                    <a:cubicBezTo>
                      <a:pt x="92" y="187"/>
                      <a:pt x="92" y="187"/>
                      <a:pt x="92" y="187"/>
                    </a:cubicBezTo>
                    <a:cubicBezTo>
                      <a:pt x="103" y="191"/>
                      <a:pt x="115" y="193"/>
                      <a:pt x="127" y="193"/>
                    </a:cubicBezTo>
                    <a:cubicBezTo>
                      <a:pt x="151" y="193"/>
                      <a:pt x="176" y="184"/>
                      <a:pt x="194" y="165"/>
                    </a:cubicBezTo>
                    <a:cubicBezTo>
                      <a:pt x="196" y="163"/>
                      <a:pt x="198" y="161"/>
                      <a:pt x="198" y="158"/>
                    </a:cubicBezTo>
                    <a:cubicBezTo>
                      <a:pt x="198" y="155"/>
                      <a:pt x="196" y="152"/>
                      <a:pt x="194" y="150"/>
                    </a:cubicBezTo>
                    <a:lnTo>
                      <a:pt x="142" y="97"/>
                    </a:lnTo>
                    <a:close/>
                    <a:moveTo>
                      <a:pt x="48" y="277"/>
                    </a:moveTo>
                    <a:cubicBezTo>
                      <a:pt x="75" y="202"/>
                      <a:pt x="75" y="202"/>
                      <a:pt x="75" y="202"/>
                    </a:cubicBezTo>
                    <a:cubicBezTo>
                      <a:pt x="102" y="277"/>
                      <a:pt x="102" y="277"/>
                      <a:pt x="102" y="277"/>
                    </a:cubicBezTo>
                    <a:lnTo>
                      <a:pt x="48" y="277"/>
                    </a:lnTo>
                    <a:close/>
                    <a:moveTo>
                      <a:pt x="74" y="150"/>
                    </a:moveTo>
                    <a:cubicBezTo>
                      <a:pt x="47" y="124"/>
                      <a:pt x="45" y="82"/>
                      <a:pt x="67" y="53"/>
                    </a:cubicBezTo>
                    <a:cubicBezTo>
                      <a:pt x="171" y="157"/>
                      <a:pt x="171" y="157"/>
                      <a:pt x="171" y="157"/>
                    </a:cubicBezTo>
                    <a:cubicBezTo>
                      <a:pt x="142" y="179"/>
                      <a:pt x="100" y="177"/>
                      <a:pt x="74" y="150"/>
                    </a:cubicBezTo>
                    <a:close/>
                    <a:moveTo>
                      <a:pt x="139" y="64"/>
                    </a:moveTo>
                    <a:cubicBezTo>
                      <a:pt x="133" y="64"/>
                      <a:pt x="128" y="59"/>
                      <a:pt x="128" y="53"/>
                    </a:cubicBezTo>
                    <a:cubicBezTo>
                      <a:pt x="128" y="47"/>
                      <a:pt x="133" y="42"/>
                      <a:pt x="139" y="42"/>
                    </a:cubicBezTo>
                    <a:cubicBezTo>
                      <a:pt x="163" y="42"/>
                      <a:pt x="182" y="61"/>
                      <a:pt x="182" y="85"/>
                    </a:cubicBezTo>
                    <a:cubicBezTo>
                      <a:pt x="182" y="91"/>
                      <a:pt x="177" y="96"/>
                      <a:pt x="171" y="96"/>
                    </a:cubicBezTo>
                    <a:cubicBezTo>
                      <a:pt x="165" y="96"/>
                      <a:pt x="160" y="91"/>
                      <a:pt x="160" y="85"/>
                    </a:cubicBezTo>
                    <a:cubicBezTo>
                      <a:pt x="160" y="73"/>
                      <a:pt x="151" y="64"/>
                      <a:pt x="139" y="64"/>
                    </a:cubicBezTo>
                    <a:close/>
                    <a:moveTo>
                      <a:pt x="224" y="85"/>
                    </a:moveTo>
                    <a:cubicBezTo>
                      <a:pt x="224" y="91"/>
                      <a:pt x="220" y="96"/>
                      <a:pt x="214" y="96"/>
                    </a:cubicBezTo>
                    <a:cubicBezTo>
                      <a:pt x="208" y="96"/>
                      <a:pt x="203" y="91"/>
                      <a:pt x="203" y="85"/>
                    </a:cubicBezTo>
                    <a:cubicBezTo>
                      <a:pt x="203" y="50"/>
                      <a:pt x="174" y="21"/>
                      <a:pt x="139" y="21"/>
                    </a:cubicBezTo>
                    <a:cubicBezTo>
                      <a:pt x="133" y="21"/>
                      <a:pt x="128" y="16"/>
                      <a:pt x="128" y="10"/>
                    </a:cubicBezTo>
                    <a:cubicBezTo>
                      <a:pt x="128" y="4"/>
                      <a:pt x="133" y="0"/>
                      <a:pt x="139" y="0"/>
                    </a:cubicBezTo>
                    <a:cubicBezTo>
                      <a:pt x="186" y="0"/>
                      <a:pt x="224" y="38"/>
                      <a:pt x="224" y="85"/>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3107" tIns="31553" rIns="63107" bIns="31553" numCol="1" anchor="t" anchorCtr="0" compatLnSpc="1">
                <a:prstTxWarp prst="textNoShape">
                  <a:avLst/>
                </a:prstTxWarp>
              </a:bodyPr>
              <a:lstStyle/>
              <a:p>
                <a:pPr defTabSz="724471"/>
                <a:endParaRPr lang="en-GB" sz="1600" dirty="0">
                  <a:solidFill>
                    <a:prstClr val="black"/>
                  </a:solidFill>
                  <a:cs typeface="Arial" charset="0"/>
                </a:endParaRPr>
              </a:p>
            </p:txBody>
          </p:sp>
        </p:grpSp>
        <p:grpSp>
          <p:nvGrpSpPr>
            <p:cNvPr id="349" name="Group 348"/>
            <p:cNvGrpSpPr/>
            <p:nvPr/>
          </p:nvGrpSpPr>
          <p:grpSpPr>
            <a:xfrm>
              <a:off x="8043685" y="4969598"/>
              <a:ext cx="2054387" cy="900427"/>
              <a:chOff x="8206515" y="4969598"/>
              <a:chExt cx="2054387" cy="900427"/>
            </a:xfrm>
          </p:grpSpPr>
          <p:grpSp>
            <p:nvGrpSpPr>
              <p:cNvPr id="358" name="Group 357"/>
              <p:cNvGrpSpPr/>
              <p:nvPr/>
            </p:nvGrpSpPr>
            <p:grpSpPr>
              <a:xfrm>
                <a:off x="9504099" y="4969598"/>
                <a:ext cx="756803" cy="900427"/>
                <a:chOff x="6760515" y="3143193"/>
                <a:chExt cx="756803" cy="900427"/>
              </a:xfrm>
            </p:grpSpPr>
            <p:sp>
              <p:nvSpPr>
                <p:cNvPr id="366" name="Rectangle 365"/>
                <p:cNvSpPr/>
                <p:nvPr/>
              </p:nvSpPr>
              <p:spPr bwMode="gray">
                <a:xfrm>
                  <a:off x="6917392" y="3143193"/>
                  <a:ext cx="599925" cy="900427"/>
                </a:xfrm>
                <a:prstGeom prst="rect">
                  <a:avLst/>
                </a:prstGeom>
                <a:solidFill>
                  <a:schemeClr val="bg1"/>
                </a:solidFill>
                <a:ln w="19050" algn="ctr">
                  <a:solidFill>
                    <a:schemeClr val="accent4"/>
                  </a:solidFill>
                  <a:miter lim="800000"/>
                  <a:headEnd/>
                  <a:tailEnd/>
                </a:ln>
              </p:spPr>
              <p:txBody>
                <a:bodyPr wrap="square" lIns="71130" tIns="71130" rIns="71130" bIns="71130" rtlCol="0" anchor="ctr"/>
                <a:lstStyle/>
                <a:p>
                  <a:pPr algn="ctr">
                    <a:lnSpc>
                      <a:spcPct val="106000"/>
                    </a:lnSpc>
                    <a:buFont typeface="Wingdings 2" pitchFamily="18" charset="2"/>
                    <a:buNone/>
                  </a:pPr>
                  <a:r>
                    <a:rPr lang="en-US" sz="1600" b="1" dirty="0">
                      <a:solidFill>
                        <a:schemeClr val="bg1"/>
                      </a:solidFill>
                    </a:rPr>
                    <a:t>4</a:t>
                  </a:r>
                  <a:endParaRPr lang="en-IN" sz="1600" b="1" dirty="0">
                    <a:solidFill>
                      <a:schemeClr val="bg1"/>
                    </a:solidFill>
                  </a:endParaRPr>
                </a:p>
              </p:txBody>
            </p:sp>
            <p:sp>
              <p:nvSpPr>
                <p:cNvPr id="367" name="Rectangle 366"/>
                <p:cNvSpPr/>
                <p:nvPr/>
              </p:nvSpPr>
              <p:spPr>
                <a:xfrm>
                  <a:off x="7072960" y="3274738"/>
                  <a:ext cx="339295" cy="257878"/>
                </a:xfrm>
                <a:prstGeom prst="rect">
                  <a:avLst/>
                </a:prstGeom>
              </p:spPr>
              <p:txBody>
                <a:bodyPr wrap="none" tIns="0" bIns="0">
                  <a:spAutoFit/>
                </a:bodyPr>
                <a:lstStyle/>
                <a:p>
                  <a:r>
                    <a:rPr lang="en-US" sz="1600" b="1" dirty="0">
                      <a:solidFill>
                        <a:srgbClr val="313131"/>
                      </a:solidFill>
                      <a:cs typeface="Arial" charset="0"/>
                    </a:rPr>
                    <a:t>6</a:t>
                  </a:r>
                  <a:endParaRPr lang="en-IN" sz="1600" b="1" dirty="0"/>
                </a:p>
              </p:txBody>
            </p:sp>
            <p:sp>
              <p:nvSpPr>
                <p:cNvPr id="368" name="Rectangle 367"/>
                <p:cNvSpPr/>
                <p:nvPr/>
              </p:nvSpPr>
              <p:spPr>
                <a:xfrm>
                  <a:off x="7102931" y="3723080"/>
                  <a:ext cx="276768" cy="169233"/>
                </a:xfrm>
                <a:prstGeom prst="rect">
                  <a:avLst/>
                </a:prstGeom>
              </p:spPr>
              <p:txBody>
                <a:bodyPr wrap="none" tIns="0" bIns="0">
                  <a:spAutoFit/>
                </a:bodyPr>
                <a:lstStyle/>
                <a:p>
                  <a:r>
                    <a:rPr lang="en-US" sz="1050" dirty="0">
                      <a:solidFill>
                        <a:srgbClr val="313131"/>
                      </a:solidFill>
                      <a:cs typeface="Arial" charset="0"/>
                    </a:rPr>
                    <a:t>7</a:t>
                  </a:r>
                  <a:endParaRPr lang="en-IN" sz="1050" dirty="0">
                    <a:solidFill>
                      <a:srgbClr val="313131"/>
                    </a:solidFill>
                    <a:cs typeface="Arial" charset="0"/>
                  </a:endParaRPr>
                </a:p>
              </p:txBody>
            </p:sp>
            <p:sp>
              <p:nvSpPr>
                <p:cNvPr id="369" name="Rectangle 368"/>
                <p:cNvSpPr/>
                <p:nvPr/>
              </p:nvSpPr>
              <p:spPr>
                <a:xfrm>
                  <a:off x="6760515" y="3538178"/>
                  <a:ext cx="756803" cy="161174"/>
                </a:xfrm>
                <a:prstGeom prst="rect">
                  <a:avLst/>
                </a:prstGeom>
                <a:solidFill>
                  <a:schemeClr val="accent4"/>
                </a:solidFill>
              </p:spPr>
              <p:txBody>
                <a:bodyPr wrap="square" lIns="219488" tIns="0" bIns="0">
                  <a:spAutoFit/>
                </a:bodyPr>
                <a:lstStyle/>
                <a:p>
                  <a:pPr algn="ctr"/>
                  <a:r>
                    <a:rPr lang="en-US" sz="1000" b="1" dirty="0">
                      <a:solidFill>
                        <a:schemeClr val="bg1"/>
                      </a:solidFill>
                      <a:cs typeface="Arial" charset="0"/>
                    </a:rPr>
                    <a:t>of</a:t>
                  </a:r>
                  <a:endParaRPr lang="en-IN" sz="1000" b="1" dirty="0">
                    <a:solidFill>
                      <a:schemeClr val="bg1"/>
                    </a:solidFill>
                    <a:cs typeface="Arial" charset="0"/>
                  </a:endParaRPr>
                </a:p>
              </p:txBody>
            </p:sp>
            <p:sp>
              <p:nvSpPr>
                <p:cNvPr id="370" name="Rectangle 369"/>
                <p:cNvSpPr/>
                <p:nvPr/>
              </p:nvSpPr>
              <p:spPr>
                <a:xfrm>
                  <a:off x="6950512" y="3882663"/>
                  <a:ext cx="562748" cy="128940"/>
                </a:xfrm>
                <a:prstGeom prst="rect">
                  <a:avLst/>
                </a:prstGeom>
              </p:spPr>
              <p:txBody>
                <a:bodyPr wrap="none" lIns="0" tIns="0" rIns="0" bIns="0">
                  <a:spAutoFit/>
                </a:bodyPr>
                <a:lstStyle/>
                <a:p>
                  <a:pPr defTabSz="825971"/>
                  <a:r>
                    <a:rPr lang="en-US" sz="800" dirty="0">
                      <a:solidFill>
                        <a:srgbClr val="313131"/>
                      </a:solidFill>
                      <a:cs typeface="Arial" charset="0"/>
                    </a:rPr>
                    <a:t>companies</a:t>
                  </a:r>
                </a:p>
              </p:txBody>
            </p:sp>
            <p:sp>
              <p:nvSpPr>
                <p:cNvPr id="371" name="Rectangle 370"/>
                <p:cNvSpPr/>
                <p:nvPr/>
              </p:nvSpPr>
              <p:spPr>
                <a:xfrm>
                  <a:off x="7054045" y="3171396"/>
                  <a:ext cx="358711" cy="128940"/>
                </a:xfrm>
                <a:prstGeom prst="rect">
                  <a:avLst/>
                </a:prstGeom>
              </p:spPr>
              <p:txBody>
                <a:bodyPr wrap="none" lIns="0" tIns="0" rIns="0" bIns="0">
                  <a:spAutoFit/>
                </a:bodyPr>
                <a:lstStyle/>
                <a:p>
                  <a:pPr defTabSz="825971"/>
                  <a:r>
                    <a:rPr lang="en-US" sz="800" dirty="0">
                      <a:solidFill>
                        <a:srgbClr val="313131"/>
                      </a:solidFill>
                      <a:cs typeface="Arial" charset="0"/>
                    </a:rPr>
                    <a:t>Serves</a:t>
                  </a:r>
                </a:p>
              </p:txBody>
            </p:sp>
          </p:grpSp>
          <p:sp>
            <p:nvSpPr>
              <p:cNvPr id="359" name="Oval 358"/>
              <p:cNvSpPr/>
              <p:nvPr/>
            </p:nvSpPr>
            <p:spPr bwMode="gray">
              <a:xfrm>
                <a:off x="9190709" y="5245593"/>
                <a:ext cx="405566" cy="405566"/>
              </a:xfrm>
              <a:prstGeom prst="ellipse">
                <a:avLst/>
              </a:prstGeom>
              <a:solidFill>
                <a:schemeClr val="bg1"/>
              </a:solidFill>
              <a:ln w="19050" algn="ctr">
                <a:noFill/>
                <a:miter lim="800000"/>
                <a:headEnd/>
                <a:tailEnd/>
              </a:ln>
            </p:spPr>
            <p:txBody>
              <a:bodyPr wrap="square" lIns="71130" tIns="71130" rIns="71130" bIns="71130" rtlCol="0" anchor="ctr"/>
              <a:lstStyle/>
              <a:p>
                <a:pPr algn="ctr">
                  <a:lnSpc>
                    <a:spcPct val="106000"/>
                  </a:lnSpc>
                  <a:buFont typeface="Wingdings 2" pitchFamily="18" charset="2"/>
                  <a:buNone/>
                </a:pPr>
                <a:endParaRPr lang="en-IN" sz="1600" b="1" dirty="0">
                  <a:solidFill>
                    <a:schemeClr val="bg1"/>
                  </a:solidFill>
                </a:endParaRPr>
              </a:p>
            </p:txBody>
          </p:sp>
          <p:sp>
            <p:nvSpPr>
              <p:cNvPr id="360" name="Rectangle 359"/>
              <p:cNvSpPr/>
              <p:nvPr/>
            </p:nvSpPr>
            <p:spPr>
              <a:xfrm>
                <a:off x="8206515" y="5344868"/>
                <a:ext cx="827970" cy="204154"/>
              </a:xfrm>
              <a:prstGeom prst="rect">
                <a:avLst/>
              </a:prstGeom>
            </p:spPr>
            <p:txBody>
              <a:bodyPr wrap="square" lIns="0" rIns="0">
                <a:spAutoFit/>
              </a:bodyPr>
              <a:lstStyle/>
              <a:p>
                <a:pPr algn="r" defTabSz="724471">
                  <a:lnSpc>
                    <a:spcPts val="801"/>
                  </a:lnSpc>
                </a:pPr>
                <a:r>
                  <a:rPr lang="en-GB" sz="800" dirty="0">
                    <a:cs typeface="Arial" charset="0"/>
                  </a:rPr>
                  <a:t>Public sector</a:t>
                </a:r>
              </a:p>
            </p:txBody>
          </p:sp>
          <p:sp>
            <p:nvSpPr>
              <p:cNvPr id="361" name="Isosceles Triangle 360"/>
              <p:cNvSpPr/>
              <p:nvPr/>
            </p:nvSpPr>
            <p:spPr bwMode="gray">
              <a:xfrm rot="5400000">
                <a:off x="9087591" y="5410424"/>
                <a:ext cx="103948" cy="89610"/>
              </a:xfrm>
              <a:prstGeom prst="triangle">
                <a:avLst/>
              </a:prstGeom>
              <a:solidFill>
                <a:schemeClr val="accent4"/>
              </a:solidFill>
              <a:ln w="19050" algn="ctr">
                <a:noFill/>
                <a:miter lim="800000"/>
                <a:headEnd/>
                <a:tailEnd/>
              </a:ln>
            </p:spPr>
            <p:txBody>
              <a:bodyPr wrap="square" lIns="71130" tIns="71130" rIns="71130" bIns="71130" rtlCol="0" anchor="ctr"/>
              <a:lstStyle/>
              <a:p>
                <a:pPr algn="ctr">
                  <a:lnSpc>
                    <a:spcPct val="106000"/>
                  </a:lnSpc>
                  <a:buFont typeface="Wingdings 2" pitchFamily="18" charset="2"/>
                  <a:buNone/>
                </a:pPr>
                <a:endParaRPr lang="en-IN" sz="1600" b="1" dirty="0">
                  <a:solidFill>
                    <a:schemeClr val="bg1"/>
                  </a:solidFill>
                </a:endParaRPr>
              </a:p>
            </p:txBody>
          </p:sp>
          <p:grpSp>
            <p:nvGrpSpPr>
              <p:cNvPr id="362" name="Group 29"/>
              <p:cNvGrpSpPr>
                <a:grpSpLocks/>
              </p:cNvGrpSpPr>
              <p:nvPr/>
            </p:nvGrpSpPr>
            <p:grpSpPr bwMode="auto">
              <a:xfrm>
                <a:off x="9216283" y="5276665"/>
                <a:ext cx="351923" cy="352176"/>
                <a:chOff x="2899" y="653"/>
                <a:chExt cx="340" cy="340"/>
              </a:xfrm>
              <a:solidFill>
                <a:schemeClr val="accent4"/>
              </a:solidFill>
            </p:grpSpPr>
            <p:sp>
              <p:nvSpPr>
                <p:cNvPr id="363" name="Freeform 30"/>
                <p:cNvSpPr>
                  <a:spLocks noEditPoints="1"/>
                </p:cNvSpPr>
                <p:nvPr/>
              </p:nvSpPr>
              <p:spPr bwMode="auto">
                <a:xfrm>
                  <a:off x="2963" y="717"/>
                  <a:ext cx="212" cy="213"/>
                </a:xfrm>
                <a:custGeom>
                  <a:avLst/>
                  <a:gdLst>
                    <a:gd name="T0" fmla="*/ 316 w 320"/>
                    <a:gd name="T1" fmla="*/ 126 h 321"/>
                    <a:gd name="T2" fmla="*/ 275 w 320"/>
                    <a:gd name="T3" fmla="*/ 105 h 321"/>
                    <a:gd name="T4" fmla="*/ 289 w 320"/>
                    <a:gd name="T5" fmla="*/ 66 h 321"/>
                    <a:gd name="T6" fmla="*/ 287 w 320"/>
                    <a:gd name="T7" fmla="*/ 63 h 321"/>
                    <a:gd name="T8" fmla="*/ 254 w 320"/>
                    <a:gd name="T9" fmla="*/ 31 h 321"/>
                    <a:gd name="T10" fmla="*/ 215 w 320"/>
                    <a:gd name="T11" fmla="*/ 45 h 321"/>
                    <a:gd name="T12" fmla="*/ 194 w 320"/>
                    <a:gd name="T13" fmla="*/ 4 h 321"/>
                    <a:gd name="T14" fmla="*/ 125 w 320"/>
                    <a:gd name="T15" fmla="*/ 4 h 321"/>
                    <a:gd name="T16" fmla="*/ 105 w 320"/>
                    <a:gd name="T17" fmla="*/ 45 h 321"/>
                    <a:gd name="T18" fmla="*/ 64 w 320"/>
                    <a:gd name="T19" fmla="*/ 32 h 321"/>
                    <a:gd name="T20" fmla="*/ 26 w 320"/>
                    <a:gd name="T21" fmla="*/ 87 h 321"/>
                    <a:gd name="T22" fmla="*/ 14 w 320"/>
                    <a:gd name="T23" fmla="*/ 118 h 321"/>
                    <a:gd name="T24" fmla="*/ 0 w 320"/>
                    <a:gd name="T25" fmla="*/ 147 h 321"/>
                    <a:gd name="T26" fmla="*/ 0 w 320"/>
                    <a:gd name="T27" fmla="*/ 156 h 321"/>
                    <a:gd name="T28" fmla="*/ 0 w 320"/>
                    <a:gd name="T29" fmla="*/ 160 h 321"/>
                    <a:gd name="T30" fmla="*/ 3 w 320"/>
                    <a:gd name="T31" fmla="*/ 195 h 321"/>
                    <a:gd name="T32" fmla="*/ 44 w 320"/>
                    <a:gd name="T33" fmla="*/ 215 h 321"/>
                    <a:gd name="T34" fmla="*/ 31 w 320"/>
                    <a:gd name="T35" fmla="*/ 254 h 321"/>
                    <a:gd name="T36" fmla="*/ 33 w 320"/>
                    <a:gd name="T37" fmla="*/ 257 h 321"/>
                    <a:gd name="T38" fmla="*/ 65 w 320"/>
                    <a:gd name="T39" fmla="*/ 289 h 321"/>
                    <a:gd name="T40" fmla="*/ 105 w 320"/>
                    <a:gd name="T41" fmla="*/ 275 h 321"/>
                    <a:gd name="T42" fmla="*/ 125 w 320"/>
                    <a:gd name="T43" fmla="*/ 317 h 321"/>
                    <a:gd name="T44" fmla="*/ 147 w 320"/>
                    <a:gd name="T45" fmla="*/ 321 h 321"/>
                    <a:gd name="T46" fmla="*/ 160 w 320"/>
                    <a:gd name="T47" fmla="*/ 321 h 321"/>
                    <a:gd name="T48" fmla="*/ 168 w 320"/>
                    <a:gd name="T49" fmla="*/ 321 h 321"/>
                    <a:gd name="T50" fmla="*/ 173 w 320"/>
                    <a:gd name="T51" fmla="*/ 321 h 321"/>
                    <a:gd name="T52" fmla="*/ 202 w 320"/>
                    <a:gd name="T53" fmla="*/ 306 h 321"/>
                    <a:gd name="T54" fmla="*/ 233 w 320"/>
                    <a:gd name="T55" fmla="*/ 293 h 321"/>
                    <a:gd name="T56" fmla="*/ 288 w 320"/>
                    <a:gd name="T57" fmla="*/ 256 h 321"/>
                    <a:gd name="T58" fmla="*/ 275 w 320"/>
                    <a:gd name="T59" fmla="*/ 215 h 321"/>
                    <a:gd name="T60" fmla="*/ 316 w 320"/>
                    <a:gd name="T61" fmla="*/ 195 h 321"/>
                    <a:gd name="T62" fmla="*/ 320 w 320"/>
                    <a:gd name="T63" fmla="*/ 147 h 321"/>
                    <a:gd name="T64" fmla="*/ 272 w 320"/>
                    <a:gd name="T65" fmla="*/ 182 h 321"/>
                    <a:gd name="T66" fmla="*/ 255 w 320"/>
                    <a:gd name="T67" fmla="*/ 225 h 321"/>
                    <a:gd name="T68" fmla="*/ 243 w 320"/>
                    <a:gd name="T69" fmla="*/ 271 h 321"/>
                    <a:gd name="T70" fmla="*/ 212 w 320"/>
                    <a:gd name="T71" fmla="*/ 253 h 321"/>
                    <a:gd name="T72" fmla="*/ 181 w 320"/>
                    <a:gd name="T73" fmla="*/ 297 h 321"/>
                    <a:gd name="T74" fmla="*/ 149 w 320"/>
                    <a:gd name="T75" fmla="*/ 299 h 321"/>
                    <a:gd name="T76" fmla="*/ 138 w 320"/>
                    <a:gd name="T77" fmla="*/ 297 h 321"/>
                    <a:gd name="T78" fmla="*/ 108 w 320"/>
                    <a:gd name="T79" fmla="*/ 253 h 321"/>
                    <a:gd name="T80" fmla="*/ 77 w 320"/>
                    <a:gd name="T81" fmla="*/ 271 h 321"/>
                    <a:gd name="T82" fmla="*/ 50 w 320"/>
                    <a:gd name="T83" fmla="*/ 244 h 321"/>
                    <a:gd name="T84" fmla="*/ 48 w 320"/>
                    <a:gd name="T85" fmla="*/ 242 h 321"/>
                    <a:gd name="T86" fmla="*/ 57 w 320"/>
                    <a:gd name="T87" fmla="*/ 189 h 321"/>
                    <a:gd name="T88" fmla="*/ 22 w 320"/>
                    <a:gd name="T89" fmla="*/ 171 h 321"/>
                    <a:gd name="T90" fmla="*/ 23 w 320"/>
                    <a:gd name="T91" fmla="*/ 139 h 321"/>
                    <a:gd name="T92" fmla="*/ 67 w 320"/>
                    <a:gd name="T93" fmla="*/ 108 h 321"/>
                    <a:gd name="T94" fmla="*/ 49 w 320"/>
                    <a:gd name="T95" fmla="*/ 77 h 321"/>
                    <a:gd name="T96" fmla="*/ 95 w 320"/>
                    <a:gd name="T97" fmla="*/ 65 h 321"/>
                    <a:gd name="T98" fmla="*/ 138 w 320"/>
                    <a:gd name="T99" fmla="*/ 47 h 321"/>
                    <a:gd name="T100" fmla="*/ 171 w 320"/>
                    <a:gd name="T101" fmla="*/ 22 h 321"/>
                    <a:gd name="T102" fmla="*/ 189 w 320"/>
                    <a:gd name="T103" fmla="*/ 58 h 321"/>
                    <a:gd name="T104" fmla="*/ 241 w 320"/>
                    <a:gd name="T105" fmla="*/ 48 h 321"/>
                    <a:gd name="T106" fmla="*/ 244 w 320"/>
                    <a:gd name="T107" fmla="*/ 50 h 321"/>
                    <a:gd name="T108" fmla="*/ 270 w 320"/>
                    <a:gd name="T109" fmla="*/ 77 h 321"/>
                    <a:gd name="T110" fmla="*/ 253 w 320"/>
                    <a:gd name="T111" fmla="*/ 108 h 321"/>
                    <a:gd name="T112" fmla="*/ 297 w 320"/>
                    <a:gd name="T113" fmla="*/ 139 h 321"/>
                    <a:gd name="T114" fmla="*/ 298 w 320"/>
                    <a:gd name="T115" fmla="*/ 171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20" h="321">
                      <a:moveTo>
                        <a:pt x="320" y="147"/>
                      </a:moveTo>
                      <a:cubicBezTo>
                        <a:pt x="320" y="147"/>
                        <a:pt x="320" y="147"/>
                        <a:pt x="320" y="147"/>
                      </a:cubicBezTo>
                      <a:cubicBezTo>
                        <a:pt x="318" y="140"/>
                        <a:pt x="318" y="133"/>
                        <a:pt x="316" y="126"/>
                      </a:cubicBezTo>
                      <a:cubicBezTo>
                        <a:pt x="315" y="121"/>
                        <a:pt x="310" y="118"/>
                        <a:pt x="305" y="118"/>
                      </a:cubicBezTo>
                      <a:cubicBezTo>
                        <a:pt x="280" y="118"/>
                        <a:pt x="280" y="118"/>
                        <a:pt x="280" y="118"/>
                      </a:cubicBezTo>
                      <a:cubicBezTo>
                        <a:pt x="279" y="113"/>
                        <a:pt x="277" y="109"/>
                        <a:pt x="275" y="105"/>
                      </a:cubicBezTo>
                      <a:cubicBezTo>
                        <a:pt x="293" y="87"/>
                        <a:pt x="293" y="87"/>
                        <a:pt x="293" y="87"/>
                      </a:cubicBezTo>
                      <a:cubicBezTo>
                        <a:pt x="296" y="84"/>
                        <a:pt x="297" y="78"/>
                        <a:pt x="294" y="74"/>
                      </a:cubicBezTo>
                      <a:cubicBezTo>
                        <a:pt x="293" y="71"/>
                        <a:pt x="291" y="68"/>
                        <a:pt x="289" y="66"/>
                      </a:cubicBezTo>
                      <a:cubicBezTo>
                        <a:pt x="289" y="66"/>
                        <a:pt x="289" y="66"/>
                        <a:pt x="289" y="66"/>
                      </a:cubicBezTo>
                      <a:cubicBezTo>
                        <a:pt x="288" y="65"/>
                        <a:pt x="288" y="65"/>
                        <a:pt x="288" y="64"/>
                      </a:cubicBezTo>
                      <a:cubicBezTo>
                        <a:pt x="287" y="64"/>
                        <a:pt x="287" y="63"/>
                        <a:pt x="287" y="63"/>
                      </a:cubicBezTo>
                      <a:cubicBezTo>
                        <a:pt x="278" y="52"/>
                        <a:pt x="268" y="42"/>
                        <a:pt x="257" y="33"/>
                      </a:cubicBezTo>
                      <a:cubicBezTo>
                        <a:pt x="257" y="33"/>
                        <a:pt x="256" y="32"/>
                        <a:pt x="255" y="32"/>
                      </a:cubicBezTo>
                      <a:cubicBezTo>
                        <a:pt x="255" y="32"/>
                        <a:pt x="254" y="31"/>
                        <a:pt x="254" y="31"/>
                      </a:cubicBezTo>
                      <a:cubicBezTo>
                        <a:pt x="251" y="29"/>
                        <a:pt x="249" y="27"/>
                        <a:pt x="246" y="25"/>
                      </a:cubicBezTo>
                      <a:cubicBezTo>
                        <a:pt x="242" y="23"/>
                        <a:pt x="236" y="23"/>
                        <a:pt x="233" y="27"/>
                      </a:cubicBezTo>
                      <a:cubicBezTo>
                        <a:pt x="215" y="45"/>
                        <a:pt x="215" y="45"/>
                        <a:pt x="215" y="45"/>
                      </a:cubicBezTo>
                      <a:cubicBezTo>
                        <a:pt x="211" y="43"/>
                        <a:pt x="207" y="41"/>
                        <a:pt x="202" y="39"/>
                      </a:cubicBezTo>
                      <a:cubicBezTo>
                        <a:pt x="202" y="14"/>
                        <a:pt x="202" y="14"/>
                        <a:pt x="202" y="14"/>
                      </a:cubicBezTo>
                      <a:cubicBezTo>
                        <a:pt x="202" y="9"/>
                        <a:pt x="199" y="5"/>
                        <a:pt x="194" y="4"/>
                      </a:cubicBezTo>
                      <a:cubicBezTo>
                        <a:pt x="187" y="2"/>
                        <a:pt x="180" y="1"/>
                        <a:pt x="172" y="1"/>
                      </a:cubicBezTo>
                      <a:cubicBezTo>
                        <a:pt x="164" y="0"/>
                        <a:pt x="155" y="0"/>
                        <a:pt x="147" y="1"/>
                      </a:cubicBezTo>
                      <a:cubicBezTo>
                        <a:pt x="140" y="1"/>
                        <a:pt x="132" y="2"/>
                        <a:pt x="125" y="4"/>
                      </a:cubicBezTo>
                      <a:cubicBezTo>
                        <a:pt x="120" y="5"/>
                        <a:pt x="117" y="9"/>
                        <a:pt x="117" y="14"/>
                      </a:cubicBezTo>
                      <a:cubicBezTo>
                        <a:pt x="117" y="39"/>
                        <a:pt x="117" y="39"/>
                        <a:pt x="117" y="39"/>
                      </a:cubicBezTo>
                      <a:cubicBezTo>
                        <a:pt x="113" y="41"/>
                        <a:pt x="109" y="43"/>
                        <a:pt x="105" y="45"/>
                      </a:cubicBezTo>
                      <a:cubicBezTo>
                        <a:pt x="87" y="27"/>
                        <a:pt x="87" y="27"/>
                        <a:pt x="87" y="27"/>
                      </a:cubicBezTo>
                      <a:cubicBezTo>
                        <a:pt x="83" y="23"/>
                        <a:pt x="78" y="23"/>
                        <a:pt x="73" y="25"/>
                      </a:cubicBezTo>
                      <a:cubicBezTo>
                        <a:pt x="70" y="27"/>
                        <a:pt x="67" y="30"/>
                        <a:pt x="64" y="32"/>
                      </a:cubicBezTo>
                      <a:cubicBezTo>
                        <a:pt x="52" y="41"/>
                        <a:pt x="41" y="52"/>
                        <a:pt x="32" y="64"/>
                      </a:cubicBezTo>
                      <a:cubicBezTo>
                        <a:pt x="29" y="67"/>
                        <a:pt x="27" y="71"/>
                        <a:pt x="25" y="74"/>
                      </a:cubicBezTo>
                      <a:cubicBezTo>
                        <a:pt x="22" y="78"/>
                        <a:pt x="23" y="84"/>
                        <a:pt x="26" y="87"/>
                      </a:cubicBezTo>
                      <a:cubicBezTo>
                        <a:pt x="44" y="105"/>
                        <a:pt x="44" y="105"/>
                        <a:pt x="44" y="105"/>
                      </a:cubicBezTo>
                      <a:cubicBezTo>
                        <a:pt x="42" y="109"/>
                        <a:pt x="41" y="113"/>
                        <a:pt x="39" y="118"/>
                      </a:cubicBezTo>
                      <a:cubicBezTo>
                        <a:pt x="14" y="118"/>
                        <a:pt x="14" y="118"/>
                        <a:pt x="14" y="118"/>
                      </a:cubicBezTo>
                      <a:cubicBezTo>
                        <a:pt x="9" y="118"/>
                        <a:pt x="4" y="121"/>
                        <a:pt x="3" y="126"/>
                      </a:cubicBezTo>
                      <a:cubicBezTo>
                        <a:pt x="2" y="133"/>
                        <a:pt x="1" y="140"/>
                        <a:pt x="0" y="147"/>
                      </a:cubicBezTo>
                      <a:cubicBezTo>
                        <a:pt x="0" y="147"/>
                        <a:pt x="0" y="147"/>
                        <a:pt x="0" y="147"/>
                      </a:cubicBezTo>
                      <a:cubicBezTo>
                        <a:pt x="0" y="147"/>
                        <a:pt x="0" y="147"/>
                        <a:pt x="0" y="147"/>
                      </a:cubicBezTo>
                      <a:cubicBezTo>
                        <a:pt x="0" y="147"/>
                        <a:pt x="0" y="147"/>
                        <a:pt x="0" y="147"/>
                      </a:cubicBezTo>
                      <a:cubicBezTo>
                        <a:pt x="0" y="150"/>
                        <a:pt x="0" y="153"/>
                        <a:pt x="0" y="156"/>
                      </a:cubicBezTo>
                      <a:cubicBezTo>
                        <a:pt x="0" y="157"/>
                        <a:pt x="0" y="159"/>
                        <a:pt x="0" y="160"/>
                      </a:cubicBezTo>
                      <a:cubicBezTo>
                        <a:pt x="0" y="160"/>
                        <a:pt x="0" y="160"/>
                        <a:pt x="0" y="160"/>
                      </a:cubicBezTo>
                      <a:cubicBezTo>
                        <a:pt x="0" y="160"/>
                        <a:pt x="0" y="160"/>
                        <a:pt x="0" y="160"/>
                      </a:cubicBezTo>
                      <a:cubicBezTo>
                        <a:pt x="0" y="161"/>
                        <a:pt x="0" y="163"/>
                        <a:pt x="0" y="164"/>
                      </a:cubicBezTo>
                      <a:cubicBezTo>
                        <a:pt x="0" y="167"/>
                        <a:pt x="0" y="170"/>
                        <a:pt x="0" y="173"/>
                      </a:cubicBezTo>
                      <a:cubicBezTo>
                        <a:pt x="1" y="180"/>
                        <a:pt x="2" y="188"/>
                        <a:pt x="3" y="195"/>
                      </a:cubicBezTo>
                      <a:cubicBezTo>
                        <a:pt x="4" y="200"/>
                        <a:pt x="9" y="203"/>
                        <a:pt x="14" y="203"/>
                      </a:cubicBezTo>
                      <a:cubicBezTo>
                        <a:pt x="39" y="203"/>
                        <a:pt x="39" y="203"/>
                        <a:pt x="39" y="203"/>
                      </a:cubicBezTo>
                      <a:cubicBezTo>
                        <a:pt x="41" y="207"/>
                        <a:pt x="42" y="211"/>
                        <a:pt x="44" y="215"/>
                      </a:cubicBezTo>
                      <a:cubicBezTo>
                        <a:pt x="26" y="233"/>
                        <a:pt x="26" y="233"/>
                        <a:pt x="26" y="233"/>
                      </a:cubicBezTo>
                      <a:cubicBezTo>
                        <a:pt x="23" y="237"/>
                        <a:pt x="22" y="242"/>
                        <a:pt x="25" y="246"/>
                      </a:cubicBezTo>
                      <a:cubicBezTo>
                        <a:pt x="27" y="249"/>
                        <a:pt x="29" y="252"/>
                        <a:pt x="31" y="254"/>
                      </a:cubicBezTo>
                      <a:cubicBezTo>
                        <a:pt x="31" y="254"/>
                        <a:pt x="31" y="254"/>
                        <a:pt x="31" y="254"/>
                      </a:cubicBezTo>
                      <a:cubicBezTo>
                        <a:pt x="31" y="255"/>
                        <a:pt x="31" y="255"/>
                        <a:pt x="32" y="256"/>
                      </a:cubicBezTo>
                      <a:cubicBezTo>
                        <a:pt x="32" y="256"/>
                        <a:pt x="32" y="257"/>
                        <a:pt x="33" y="257"/>
                      </a:cubicBezTo>
                      <a:cubicBezTo>
                        <a:pt x="41" y="268"/>
                        <a:pt x="51" y="278"/>
                        <a:pt x="62" y="287"/>
                      </a:cubicBezTo>
                      <a:cubicBezTo>
                        <a:pt x="63" y="287"/>
                        <a:pt x="64" y="288"/>
                        <a:pt x="64" y="288"/>
                      </a:cubicBezTo>
                      <a:cubicBezTo>
                        <a:pt x="64" y="288"/>
                        <a:pt x="65" y="289"/>
                        <a:pt x="65" y="289"/>
                      </a:cubicBezTo>
                      <a:cubicBezTo>
                        <a:pt x="68" y="291"/>
                        <a:pt x="71" y="293"/>
                        <a:pt x="73" y="295"/>
                      </a:cubicBezTo>
                      <a:cubicBezTo>
                        <a:pt x="78" y="297"/>
                        <a:pt x="83" y="297"/>
                        <a:pt x="87" y="293"/>
                      </a:cubicBezTo>
                      <a:cubicBezTo>
                        <a:pt x="105" y="275"/>
                        <a:pt x="105" y="275"/>
                        <a:pt x="105" y="275"/>
                      </a:cubicBezTo>
                      <a:cubicBezTo>
                        <a:pt x="109" y="277"/>
                        <a:pt x="113" y="279"/>
                        <a:pt x="117" y="281"/>
                      </a:cubicBezTo>
                      <a:cubicBezTo>
                        <a:pt x="117" y="306"/>
                        <a:pt x="117" y="306"/>
                        <a:pt x="117" y="306"/>
                      </a:cubicBezTo>
                      <a:cubicBezTo>
                        <a:pt x="117" y="311"/>
                        <a:pt x="120" y="316"/>
                        <a:pt x="125" y="317"/>
                      </a:cubicBezTo>
                      <a:cubicBezTo>
                        <a:pt x="132" y="318"/>
                        <a:pt x="139" y="321"/>
                        <a:pt x="147" y="321"/>
                      </a:cubicBezTo>
                      <a:cubicBezTo>
                        <a:pt x="147" y="321"/>
                        <a:pt x="147" y="321"/>
                        <a:pt x="147" y="321"/>
                      </a:cubicBezTo>
                      <a:cubicBezTo>
                        <a:pt x="147" y="321"/>
                        <a:pt x="147" y="321"/>
                        <a:pt x="147" y="321"/>
                      </a:cubicBezTo>
                      <a:cubicBezTo>
                        <a:pt x="147" y="321"/>
                        <a:pt x="147" y="321"/>
                        <a:pt x="147" y="321"/>
                      </a:cubicBezTo>
                      <a:cubicBezTo>
                        <a:pt x="149" y="321"/>
                        <a:pt x="151" y="321"/>
                        <a:pt x="153" y="321"/>
                      </a:cubicBezTo>
                      <a:cubicBezTo>
                        <a:pt x="155" y="321"/>
                        <a:pt x="157" y="321"/>
                        <a:pt x="160" y="321"/>
                      </a:cubicBezTo>
                      <a:cubicBezTo>
                        <a:pt x="160" y="321"/>
                        <a:pt x="160" y="321"/>
                        <a:pt x="160" y="321"/>
                      </a:cubicBezTo>
                      <a:cubicBezTo>
                        <a:pt x="160" y="321"/>
                        <a:pt x="160" y="321"/>
                        <a:pt x="160" y="321"/>
                      </a:cubicBezTo>
                      <a:cubicBezTo>
                        <a:pt x="162" y="321"/>
                        <a:pt x="165" y="321"/>
                        <a:pt x="168" y="321"/>
                      </a:cubicBezTo>
                      <a:cubicBezTo>
                        <a:pt x="169" y="320"/>
                        <a:pt x="171" y="321"/>
                        <a:pt x="172" y="321"/>
                      </a:cubicBezTo>
                      <a:cubicBezTo>
                        <a:pt x="172" y="321"/>
                        <a:pt x="172" y="321"/>
                        <a:pt x="172" y="321"/>
                      </a:cubicBezTo>
                      <a:cubicBezTo>
                        <a:pt x="172" y="321"/>
                        <a:pt x="172" y="321"/>
                        <a:pt x="173" y="321"/>
                      </a:cubicBezTo>
                      <a:cubicBezTo>
                        <a:pt x="173" y="321"/>
                        <a:pt x="173" y="320"/>
                        <a:pt x="173" y="320"/>
                      </a:cubicBezTo>
                      <a:cubicBezTo>
                        <a:pt x="180" y="319"/>
                        <a:pt x="187" y="318"/>
                        <a:pt x="194" y="317"/>
                      </a:cubicBezTo>
                      <a:cubicBezTo>
                        <a:pt x="199" y="315"/>
                        <a:pt x="202" y="311"/>
                        <a:pt x="202" y="306"/>
                      </a:cubicBezTo>
                      <a:cubicBezTo>
                        <a:pt x="202" y="281"/>
                        <a:pt x="202" y="281"/>
                        <a:pt x="202" y="281"/>
                      </a:cubicBezTo>
                      <a:cubicBezTo>
                        <a:pt x="207" y="279"/>
                        <a:pt x="211" y="277"/>
                        <a:pt x="215" y="275"/>
                      </a:cubicBezTo>
                      <a:cubicBezTo>
                        <a:pt x="233" y="293"/>
                        <a:pt x="233" y="293"/>
                        <a:pt x="233" y="293"/>
                      </a:cubicBezTo>
                      <a:cubicBezTo>
                        <a:pt x="236" y="297"/>
                        <a:pt x="242" y="297"/>
                        <a:pt x="246" y="295"/>
                      </a:cubicBezTo>
                      <a:cubicBezTo>
                        <a:pt x="249" y="293"/>
                        <a:pt x="252" y="290"/>
                        <a:pt x="255" y="288"/>
                      </a:cubicBezTo>
                      <a:cubicBezTo>
                        <a:pt x="268" y="279"/>
                        <a:pt x="279" y="268"/>
                        <a:pt x="288" y="256"/>
                      </a:cubicBezTo>
                      <a:cubicBezTo>
                        <a:pt x="290" y="253"/>
                        <a:pt x="292" y="249"/>
                        <a:pt x="294" y="246"/>
                      </a:cubicBezTo>
                      <a:cubicBezTo>
                        <a:pt x="297" y="242"/>
                        <a:pt x="296" y="236"/>
                        <a:pt x="293" y="233"/>
                      </a:cubicBezTo>
                      <a:cubicBezTo>
                        <a:pt x="275" y="215"/>
                        <a:pt x="275" y="215"/>
                        <a:pt x="275" y="215"/>
                      </a:cubicBezTo>
                      <a:cubicBezTo>
                        <a:pt x="277" y="211"/>
                        <a:pt x="279" y="207"/>
                        <a:pt x="280" y="203"/>
                      </a:cubicBezTo>
                      <a:cubicBezTo>
                        <a:pt x="305" y="203"/>
                        <a:pt x="305" y="203"/>
                        <a:pt x="305" y="203"/>
                      </a:cubicBezTo>
                      <a:cubicBezTo>
                        <a:pt x="310" y="203"/>
                        <a:pt x="315" y="200"/>
                        <a:pt x="316" y="195"/>
                      </a:cubicBezTo>
                      <a:cubicBezTo>
                        <a:pt x="317" y="188"/>
                        <a:pt x="318" y="180"/>
                        <a:pt x="319" y="173"/>
                      </a:cubicBezTo>
                      <a:cubicBezTo>
                        <a:pt x="319" y="169"/>
                        <a:pt x="320" y="164"/>
                        <a:pt x="320" y="160"/>
                      </a:cubicBezTo>
                      <a:cubicBezTo>
                        <a:pt x="320" y="156"/>
                        <a:pt x="320" y="152"/>
                        <a:pt x="320" y="147"/>
                      </a:cubicBezTo>
                      <a:close/>
                      <a:moveTo>
                        <a:pt x="298" y="171"/>
                      </a:moveTo>
                      <a:cubicBezTo>
                        <a:pt x="297" y="175"/>
                        <a:pt x="297" y="178"/>
                        <a:pt x="297" y="182"/>
                      </a:cubicBezTo>
                      <a:cubicBezTo>
                        <a:pt x="272" y="182"/>
                        <a:pt x="272" y="182"/>
                        <a:pt x="272" y="182"/>
                      </a:cubicBezTo>
                      <a:cubicBezTo>
                        <a:pt x="268" y="182"/>
                        <a:pt x="263" y="185"/>
                        <a:pt x="262" y="189"/>
                      </a:cubicBezTo>
                      <a:cubicBezTo>
                        <a:pt x="260" y="197"/>
                        <a:pt x="257" y="205"/>
                        <a:pt x="253" y="212"/>
                      </a:cubicBezTo>
                      <a:cubicBezTo>
                        <a:pt x="250" y="216"/>
                        <a:pt x="251" y="221"/>
                        <a:pt x="255" y="225"/>
                      </a:cubicBezTo>
                      <a:cubicBezTo>
                        <a:pt x="272" y="242"/>
                        <a:pt x="272" y="242"/>
                        <a:pt x="272" y="242"/>
                      </a:cubicBezTo>
                      <a:cubicBezTo>
                        <a:pt x="271" y="242"/>
                        <a:pt x="271" y="243"/>
                        <a:pt x="271" y="243"/>
                      </a:cubicBezTo>
                      <a:cubicBezTo>
                        <a:pt x="263" y="254"/>
                        <a:pt x="253" y="263"/>
                        <a:pt x="243" y="271"/>
                      </a:cubicBezTo>
                      <a:cubicBezTo>
                        <a:pt x="242" y="271"/>
                        <a:pt x="242" y="272"/>
                        <a:pt x="241" y="272"/>
                      </a:cubicBezTo>
                      <a:cubicBezTo>
                        <a:pt x="224" y="255"/>
                        <a:pt x="224" y="255"/>
                        <a:pt x="224" y="255"/>
                      </a:cubicBezTo>
                      <a:cubicBezTo>
                        <a:pt x="221" y="251"/>
                        <a:pt x="216" y="251"/>
                        <a:pt x="212" y="253"/>
                      </a:cubicBezTo>
                      <a:cubicBezTo>
                        <a:pt x="204" y="257"/>
                        <a:pt x="197" y="260"/>
                        <a:pt x="189" y="262"/>
                      </a:cubicBezTo>
                      <a:cubicBezTo>
                        <a:pt x="184" y="264"/>
                        <a:pt x="181" y="268"/>
                        <a:pt x="181" y="273"/>
                      </a:cubicBezTo>
                      <a:cubicBezTo>
                        <a:pt x="181" y="297"/>
                        <a:pt x="181" y="297"/>
                        <a:pt x="181" y="297"/>
                      </a:cubicBezTo>
                      <a:cubicBezTo>
                        <a:pt x="178" y="297"/>
                        <a:pt x="174" y="298"/>
                        <a:pt x="171" y="299"/>
                      </a:cubicBezTo>
                      <a:cubicBezTo>
                        <a:pt x="163" y="299"/>
                        <a:pt x="156" y="299"/>
                        <a:pt x="149" y="299"/>
                      </a:cubicBezTo>
                      <a:cubicBezTo>
                        <a:pt x="149" y="299"/>
                        <a:pt x="149" y="299"/>
                        <a:pt x="149" y="299"/>
                      </a:cubicBezTo>
                      <a:cubicBezTo>
                        <a:pt x="149" y="299"/>
                        <a:pt x="149" y="299"/>
                        <a:pt x="149" y="299"/>
                      </a:cubicBezTo>
                      <a:cubicBezTo>
                        <a:pt x="149" y="299"/>
                        <a:pt x="149" y="299"/>
                        <a:pt x="149" y="299"/>
                      </a:cubicBezTo>
                      <a:cubicBezTo>
                        <a:pt x="145" y="299"/>
                        <a:pt x="142" y="297"/>
                        <a:pt x="138" y="297"/>
                      </a:cubicBezTo>
                      <a:cubicBezTo>
                        <a:pt x="138" y="273"/>
                        <a:pt x="138" y="273"/>
                        <a:pt x="138" y="273"/>
                      </a:cubicBezTo>
                      <a:cubicBezTo>
                        <a:pt x="138" y="268"/>
                        <a:pt x="135" y="264"/>
                        <a:pt x="131" y="262"/>
                      </a:cubicBezTo>
                      <a:cubicBezTo>
                        <a:pt x="123" y="260"/>
                        <a:pt x="115" y="257"/>
                        <a:pt x="108" y="253"/>
                      </a:cubicBezTo>
                      <a:cubicBezTo>
                        <a:pt x="104" y="251"/>
                        <a:pt x="98" y="251"/>
                        <a:pt x="95" y="255"/>
                      </a:cubicBezTo>
                      <a:cubicBezTo>
                        <a:pt x="78" y="272"/>
                        <a:pt x="78" y="272"/>
                        <a:pt x="78" y="272"/>
                      </a:cubicBezTo>
                      <a:cubicBezTo>
                        <a:pt x="77" y="271"/>
                        <a:pt x="77" y="271"/>
                        <a:pt x="77" y="271"/>
                      </a:cubicBezTo>
                      <a:cubicBezTo>
                        <a:pt x="77" y="271"/>
                        <a:pt x="76" y="270"/>
                        <a:pt x="76" y="270"/>
                      </a:cubicBezTo>
                      <a:cubicBezTo>
                        <a:pt x="76" y="270"/>
                        <a:pt x="76" y="270"/>
                        <a:pt x="76" y="270"/>
                      </a:cubicBezTo>
                      <a:cubicBezTo>
                        <a:pt x="66" y="262"/>
                        <a:pt x="57" y="254"/>
                        <a:pt x="50" y="244"/>
                      </a:cubicBezTo>
                      <a:cubicBezTo>
                        <a:pt x="50" y="244"/>
                        <a:pt x="49" y="244"/>
                        <a:pt x="49" y="244"/>
                      </a:cubicBezTo>
                      <a:cubicBezTo>
                        <a:pt x="49" y="243"/>
                        <a:pt x="49" y="243"/>
                        <a:pt x="49" y="243"/>
                      </a:cubicBezTo>
                      <a:cubicBezTo>
                        <a:pt x="48" y="242"/>
                        <a:pt x="48" y="242"/>
                        <a:pt x="48" y="242"/>
                      </a:cubicBezTo>
                      <a:cubicBezTo>
                        <a:pt x="65" y="225"/>
                        <a:pt x="65" y="225"/>
                        <a:pt x="65" y="225"/>
                      </a:cubicBezTo>
                      <a:cubicBezTo>
                        <a:pt x="68" y="221"/>
                        <a:pt x="69" y="216"/>
                        <a:pt x="67" y="212"/>
                      </a:cubicBezTo>
                      <a:cubicBezTo>
                        <a:pt x="63" y="205"/>
                        <a:pt x="59" y="197"/>
                        <a:pt x="57" y="189"/>
                      </a:cubicBezTo>
                      <a:cubicBezTo>
                        <a:pt x="56" y="185"/>
                        <a:pt x="52" y="182"/>
                        <a:pt x="47" y="182"/>
                      </a:cubicBezTo>
                      <a:cubicBezTo>
                        <a:pt x="23" y="182"/>
                        <a:pt x="23" y="182"/>
                        <a:pt x="23" y="182"/>
                      </a:cubicBezTo>
                      <a:cubicBezTo>
                        <a:pt x="22" y="178"/>
                        <a:pt x="22" y="175"/>
                        <a:pt x="22" y="171"/>
                      </a:cubicBezTo>
                      <a:cubicBezTo>
                        <a:pt x="21" y="168"/>
                        <a:pt x="21" y="164"/>
                        <a:pt x="21" y="160"/>
                      </a:cubicBezTo>
                      <a:cubicBezTo>
                        <a:pt x="21" y="156"/>
                        <a:pt x="21" y="153"/>
                        <a:pt x="22" y="149"/>
                      </a:cubicBezTo>
                      <a:cubicBezTo>
                        <a:pt x="22" y="146"/>
                        <a:pt x="22" y="142"/>
                        <a:pt x="23" y="139"/>
                      </a:cubicBezTo>
                      <a:cubicBezTo>
                        <a:pt x="47" y="139"/>
                        <a:pt x="47" y="139"/>
                        <a:pt x="47" y="139"/>
                      </a:cubicBezTo>
                      <a:cubicBezTo>
                        <a:pt x="52" y="139"/>
                        <a:pt x="56" y="136"/>
                        <a:pt x="57" y="131"/>
                      </a:cubicBezTo>
                      <a:cubicBezTo>
                        <a:pt x="59" y="123"/>
                        <a:pt x="63" y="115"/>
                        <a:pt x="67" y="108"/>
                      </a:cubicBezTo>
                      <a:cubicBezTo>
                        <a:pt x="69" y="104"/>
                        <a:pt x="68" y="99"/>
                        <a:pt x="65" y="95"/>
                      </a:cubicBezTo>
                      <a:cubicBezTo>
                        <a:pt x="48" y="78"/>
                        <a:pt x="48" y="78"/>
                        <a:pt x="48" y="78"/>
                      </a:cubicBezTo>
                      <a:cubicBezTo>
                        <a:pt x="48" y="78"/>
                        <a:pt x="48" y="78"/>
                        <a:pt x="49" y="77"/>
                      </a:cubicBezTo>
                      <a:cubicBezTo>
                        <a:pt x="57" y="66"/>
                        <a:pt x="66" y="57"/>
                        <a:pt x="77" y="49"/>
                      </a:cubicBezTo>
                      <a:cubicBezTo>
                        <a:pt x="77" y="49"/>
                        <a:pt x="78" y="48"/>
                        <a:pt x="78" y="48"/>
                      </a:cubicBezTo>
                      <a:cubicBezTo>
                        <a:pt x="95" y="65"/>
                        <a:pt x="95" y="65"/>
                        <a:pt x="95" y="65"/>
                      </a:cubicBezTo>
                      <a:cubicBezTo>
                        <a:pt x="98" y="69"/>
                        <a:pt x="104" y="69"/>
                        <a:pt x="108" y="67"/>
                      </a:cubicBezTo>
                      <a:cubicBezTo>
                        <a:pt x="115" y="63"/>
                        <a:pt x="123" y="60"/>
                        <a:pt x="131" y="58"/>
                      </a:cubicBezTo>
                      <a:cubicBezTo>
                        <a:pt x="135" y="56"/>
                        <a:pt x="138" y="52"/>
                        <a:pt x="138" y="47"/>
                      </a:cubicBezTo>
                      <a:cubicBezTo>
                        <a:pt x="138" y="23"/>
                        <a:pt x="138" y="23"/>
                        <a:pt x="138" y="23"/>
                      </a:cubicBezTo>
                      <a:cubicBezTo>
                        <a:pt x="142" y="23"/>
                        <a:pt x="145" y="22"/>
                        <a:pt x="149" y="22"/>
                      </a:cubicBezTo>
                      <a:cubicBezTo>
                        <a:pt x="156" y="21"/>
                        <a:pt x="163" y="21"/>
                        <a:pt x="171" y="22"/>
                      </a:cubicBezTo>
                      <a:cubicBezTo>
                        <a:pt x="174" y="22"/>
                        <a:pt x="178" y="23"/>
                        <a:pt x="181" y="23"/>
                      </a:cubicBezTo>
                      <a:cubicBezTo>
                        <a:pt x="181" y="47"/>
                        <a:pt x="181" y="47"/>
                        <a:pt x="181" y="47"/>
                      </a:cubicBezTo>
                      <a:cubicBezTo>
                        <a:pt x="181" y="52"/>
                        <a:pt x="184" y="56"/>
                        <a:pt x="189" y="58"/>
                      </a:cubicBezTo>
                      <a:cubicBezTo>
                        <a:pt x="197" y="60"/>
                        <a:pt x="204" y="63"/>
                        <a:pt x="212" y="67"/>
                      </a:cubicBezTo>
                      <a:cubicBezTo>
                        <a:pt x="216" y="69"/>
                        <a:pt x="221" y="69"/>
                        <a:pt x="224" y="65"/>
                      </a:cubicBezTo>
                      <a:cubicBezTo>
                        <a:pt x="241" y="48"/>
                        <a:pt x="241" y="48"/>
                        <a:pt x="241" y="48"/>
                      </a:cubicBezTo>
                      <a:cubicBezTo>
                        <a:pt x="242" y="49"/>
                        <a:pt x="242" y="49"/>
                        <a:pt x="242" y="49"/>
                      </a:cubicBezTo>
                      <a:cubicBezTo>
                        <a:pt x="243" y="49"/>
                        <a:pt x="243" y="50"/>
                        <a:pt x="243" y="50"/>
                      </a:cubicBezTo>
                      <a:cubicBezTo>
                        <a:pt x="244" y="50"/>
                        <a:pt x="244" y="50"/>
                        <a:pt x="244" y="50"/>
                      </a:cubicBezTo>
                      <a:cubicBezTo>
                        <a:pt x="253" y="58"/>
                        <a:pt x="262" y="66"/>
                        <a:pt x="270" y="76"/>
                      </a:cubicBezTo>
                      <a:cubicBezTo>
                        <a:pt x="270" y="76"/>
                        <a:pt x="270" y="76"/>
                        <a:pt x="270" y="76"/>
                      </a:cubicBezTo>
                      <a:cubicBezTo>
                        <a:pt x="270" y="77"/>
                        <a:pt x="270" y="77"/>
                        <a:pt x="270" y="77"/>
                      </a:cubicBezTo>
                      <a:cubicBezTo>
                        <a:pt x="271" y="78"/>
                        <a:pt x="271" y="78"/>
                        <a:pt x="271" y="78"/>
                      </a:cubicBezTo>
                      <a:cubicBezTo>
                        <a:pt x="255" y="95"/>
                        <a:pt x="255" y="95"/>
                        <a:pt x="255" y="95"/>
                      </a:cubicBezTo>
                      <a:cubicBezTo>
                        <a:pt x="251" y="99"/>
                        <a:pt x="250" y="104"/>
                        <a:pt x="253" y="108"/>
                      </a:cubicBezTo>
                      <a:cubicBezTo>
                        <a:pt x="257" y="115"/>
                        <a:pt x="260" y="123"/>
                        <a:pt x="262" y="131"/>
                      </a:cubicBezTo>
                      <a:cubicBezTo>
                        <a:pt x="263" y="136"/>
                        <a:pt x="268" y="139"/>
                        <a:pt x="272" y="139"/>
                      </a:cubicBezTo>
                      <a:cubicBezTo>
                        <a:pt x="297" y="139"/>
                        <a:pt x="297" y="139"/>
                        <a:pt x="297" y="139"/>
                      </a:cubicBezTo>
                      <a:cubicBezTo>
                        <a:pt x="297" y="142"/>
                        <a:pt x="297" y="146"/>
                        <a:pt x="298" y="149"/>
                      </a:cubicBezTo>
                      <a:cubicBezTo>
                        <a:pt x="298" y="153"/>
                        <a:pt x="298" y="157"/>
                        <a:pt x="298" y="160"/>
                      </a:cubicBezTo>
                      <a:cubicBezTo>
                        <a:pt x="298" y="164"/>
                        <a:pt x="298" y="168"/>
                        <a:pt x="298" y="17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3107" tIns="31553" rIns="63107" bIns="31553" numCol="1" anchor="t" anchorCtr="0" compatLnSpc="1">
                  <a:prstTxWarp prst="textNoShape">
                    <a:avLst/>
                  </a:prstTxWarp>
                </a:bodyPr>
                <a:lstStyle/>
                <a:p>
                  <a:pPr defTabSz="724471"/>
                  <a:endParaRPr lang="en-GB" sz="1600" dirty="0">
                    <a:solidFill>
                      <a:prstClr val="black"/>
                    </a:solidFill>
                    <a:cs typeface="Arial" charset="0"/>
                  </a:endParaRPr>
                </a:p>
              </p:txBody>
            </p:sp>
            <p:sp>
              <p:nvSpPr>
                <p:cNvPr id="364" name="Freeform 31"/>
                <p:cNvSpPr>
                  <a:spLocks noEditPoints="1"/>
                </p:cNvSpPr>
                <p:nvPr/>
              </p:nvSpPr>
              <p:spPr bwMode="auto">
                <a:xfrm>
                  <a:off x="3026" y="781"/>
                  <a:ext cx="85" cy="85"/>
                </a:xfrm>
                <a:custGeom>
                  <a:avLst/>
                  <a:gdLst>
                    <a:gd name="T0" fmla="*/ 64 w 128"/>
                    <a:gd name="T1" fmla="*/ 0 h 128"/>
                    <a:gd name="T2" fmla="*/ 0 w 128"/>
                    <a:gd name="T3" fmla="*/ 64 h 128"/>
                    <a:gd name="T4" fmla="*/ 64 w 128"/>
                    <a:gd name="T5" fmla="*/ 128 h 128"/>
                    <a:gd name="T6" fmla="*/ 128 w 128"/>
                    <a:gd name="T7" fmla="*/ 64 h 128"/>
                    <a:gd name="T8" fmla="*/ 64 w 128"/>
                    <a:gd name="T9" fmla="*/ 0 h 128"/>
                    <a:gd name="T10" fmla="*/ 64 w 128"/>
                    <a:gd name="T11" fmla="*/ 107 h 128"/>
                    <a:gd name="T12" fmla="*/ 21 w 128"/>
                    <a:gd name="T13" fmla="*/ 64 h 128"/>
                    <a:gd name="T14" fmla="*/ 64 w 128"/>
                    <a:gd name="T15" fmla="*/ 21 h 128"/>
                    <a:gd name="T16" fmla="*/ 106 w 128"/>
                    <a:gd name="T17" fmla="*/ 64 h 128"/>
                    <a:gd name="T18" fmla="*/ 64 w 128"/>
                    <a:gd name="T19" fmla="*/ 107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8">
                      <a:moveTo>
                        <a:pt x="64" y="0"/>
                      </a:moveTo>
                      <a:cubicBezTo>
                        <a:pt x="28" y="0"/>
                        <a:pt x="0" y="29"/>
                        <a:pt x="0" y="64"/>
                      </a:cubicBezTo>
                      <a:cubicBezTo>
                        <a:pt x="0" y="99"/>
                        <a:pt x="28" y="128"/>
                        <a:pt x="64" y="128"/>
                      </a:cubicBezTo>
                      <a:cubicBezTo>
                        <a:pt x="99" y="128"/>
                        <a:pt x="128" y="99"/>
                        <a:pt x="128" y="64"/>
                      </a:cubicBezTo>
                      <a:cubicBezTo>
                        <a:pt x="128" y="29"/>
                        <a:pt x="99" y="0"/>
                        <a:pt x="64" y="0"/>
                      </a:cubicBezTo>
                      <a:close/>
                      <a:moveTo>
                        <a:pt x="64" y="107"/>
                      </a:moveTo>
                      <a:cubicBezTo>
                        <a:pt x="40" y="107"/>
                        <a:pt x="21" y="88"/>
                        <a:pt x="21" y="64"/>
                      </a:cubicBezTo>
                      <a:cubicBezTo>
                        <a:pt x="21" y="40"/>
                        <a:pt x="40" y="21"/>
                        <a:pt x="64" y="21"/>
                      </a:cubicBezTo>
                      <a:cubicBezTo>
                        <a:pt x="87" y="21"/>
                        <a:pt x="106" y="40"/>
                        <a:pt x="106" y="64"/>
                      </a:cubicBezTo>
                      <a:cubicBezTo>
                        <a:pt x="106" y="88"/>
                        <a:pt x="87" y="107"/>
                        <a:pt x="64" y="10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3107" tIns="31553" rIns="63107" bIns="31553" numCol="1" anchor="t" anchorCtr="0" compatLnSpc="1">
                  <a:prstTxWarp prst="textNoShape">
                    <a:avLst/>
                  </a:prstTxWarp>
                </a:bodyPr>
                <a:lstStyle/>
                <a:p>
                  <a:pPr defTabSz="724471"/>
                  <a:endParaRPr lang="en-GB" sz="1600" dirty="0">
                    <a:solidFill>
                      <a:prstClr val="black"/>
                    </a:solidFill>
                    <a:cs typeface="Arial" charset="0"/>
                  </a:endParaRPr>
                </a:p>
              </p:txBody>
            </p:sp>
            <p:sp>
              <p:nvSpPr>
                <p:cNvPr id="365" name="Freeform 32"/>
                <p:cNvSpPr>
                  <a:spLocks noEditPoints="1"/>
                </p:cNvSpPr>
                <p:nvPr/>
              </p:nvSpPr>
              <p:spPr bwMode="auto">
                <a:xfrm>
                  <a:off x="2899" y="653"/>
                  <a:ext cx="340" cy="340"/>
                </a:xfrm>
                <a:custGeom>
                  <a:avLst/>
                  <a:gdLst>
                    <a:gd name="T0" fmla="*/ 256 w 512"/>
                    <a:gd name="T1" fmla="*/ 21 h 512"/>
                    <a:gd name="T2" fmla="*/ 490 w 512"/>
                    <a:gd name="T3" fmla="*/ 256 h 512"/>
                    <a:gd name="T4" fmla="*/ 256 w 512"/>
                    <a:gd name="T5" fmla="*/ 491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7"/>
                        <a:pt x="490" y="256"/>
                      </a:cubicBezTo>
                      <a:cubicBezTo>
                        <a:pt x="490" y="385"/>
                        <a:pt x="385" y="491"/>
                        <a:pt x="256" y="491"/>
                      </a:cubicBezTo>
                      <a:cubicBezTo>
                        <a:pt x="126" y="491"/>
                        <a:pt x="21" y="385"/>
                        <a:pt x="21" y="256"/>
                      </a:cubicBezTo>
                      <a:cubicBezTo>
                        <a:pt x="21" y="127"/>
                        <a:pt x="126" y="21"/>
                        <a:pt x="256" y="21"/>
                      </a:cubicBezTo>
                      <a:moveTo>
                        <a:pt x="256" y="0"/>
                      </a:moveTo>
                      <a:cubicBezTo>
                        <a:pt x="114" y="0"/>
                        <a:pt x="0" y="115"/>
                        <a:pt x="0" y="256"/>
                      </a:cubicBezTo>
                      <a:cubicBezTo>
                        <a:pt x="0" y="397"/>
                        <a:pt x="114" y="512"/>
                        <a:pt x="256" y="512"/>
                      </a:cubicBezTo>
                      <a:cubicBezTo>
                        <a:pt x="397" y="512"/>
                        <a:pt x="512" y="397"/>
                        <a:pt x="512" y="256"/>
                      </a:cubicBezTo>
                      <a:cubicBezTo>
                        <a:pt x="512" y="115"/>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3107" tIns="31553" rIns="63107" bIns="31553" numCol="1" anchor="t" anchorCtr="0" compatLnSpc="1">
                  <a:prstTxWarp prst="textNoShape">
                    <a:avLst/>
                  </a:prstTxWarp>
                </a:bodyPr>
                <a:lstStyle/>
                <a:p>
                  <a:pPr defTabSz="724471"/>
                  <a:endParaRPr lang="en-GB" sz="1600" dirty="0">
                    <a:solidFill>
                      <a:prstClr val="black"/>
                    </a:solidFill>
                    <a:cs typeface="Arial" charset="0"/>
                  </a:endParaRPr>
                </a:p>
              </p:txBody>
            </p:sp>
          </p:grpSp>
        </p:grpSp>
        <p:grpSp>
          <p:nvGrpSpPr>
            <p:cNvPr id="350" name="Group 349"/>
            <p:cNvGrpSpPr>
              <a:grpSpLocks noChangeAspect="1"/>
            </p:cNvGrpSpPr>
            <p:nvPr/>
          </p:nvGrpSpPr>
          <p:grpSpPr>
            <a:xfrm>
              <a:off x="5904103" y="2314062"/>
              <a:ext cx="372673" cy="370800"/>
              <a:chOff x="5672138" y="4513263"/>
              <a:chExt cx="1579562" cy="1571625"/>
            </a:xfrm>
            <a:solidFill>
              <a:schemeClr val="accent2"/>
            </a:solidFill>
          </p:grpSpPr>
          <p:sp>
            <p:nvSpPr>
              <p:cNvPr id="351" name="Rectangle 5"/>
              <p:cNvSpPr>
                <a:spLocks noChangeArrowheads="1"/>
              </p:cNvSpPr>
              <p:nvPr/>
            </p:nvSpPr>
            <p:spPr bwMode="auto">
              <a:xfrm>
                <a:off x="6067425" y="5135563"/>
                <a:ext cx="131762" cy="1968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73163" tIns="36581" rIns="73163" bIns="36581" numCol="1" anchor="t" anchorCtr="0" compatLnSpc="1">
                <a:prstTxWarp prst="textNoShape">
                  <a:avLst/>
                </a:prstTxWarp>
              </a:bodyPr>
              <a:lstStyle/>
              <a:p>
                <a:endParaRPr lang="en-US" sz="1800" dirty="0"/>
              </a:p>
            </p:txBody>
          </p:sp>
          <p:sp>
            <p:nvSpPr>
              <p:cNvPr id="352" name="Oval 6"/>
              <p:cNvSpPr>
                <a:spLocks noChangeArrowheads="1"/>
              </p:cNvSpPr>
              <p:nvPr/>
            </p:nvSpPr>
            <p:spPr bwMode="auto">
              <a:xfrm>
                <a:off x="6100763" y="4873626"/>
                <a:ext cx="65087" cy="650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3163" tIns="36581" rIns="73163" bIns="36581" numCol="1" anchor="t" anchorCtr="0" compatLnSpc="1">
                <a:prstTxWarp prst="textNoShape">
                  <a:avLst/>
                </a:prstTxWarp>
              </a:bodyPr>
              <a:lstStyle/>
              <a:p>
                <a:endParaRPr lang="en-US" sz="1800" dirty="0"/>
              </a:p>
            </p:txBody>
          </p:sp>
          <p:sp>
            <p:nvSpPr>
              <p:cNvPr id="353" name="Rectangle 7"/>
              <p:cNvSpPr>
                <a:spLocks noChangeArrowheads="1"/>
              </p:cNvSpPr>
              <p:nvPr/>
            </p:nvSpPr>
            <p:spPr bwMode="auto">
              <a:xfrm>
                <a:off x="6396038" y="5135563"/>
                <a:ext cx="131762" cy="1968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73163" tIns="36581" rIns="73163" bIns="36581" numCol="1" anchor="t" anchorCtr="0" compatLnSpc="1">
                <a:prstTxWarp prst="textNoShape">
                  <a:avLst/>
                </a:prstTxWarp>
              </a:bodyPr>
              <a:lstStyle/>
              <a:p>
                <a:endParaRPr lang="en-US" sz="1800" dirty="0"/>
              </a:p>
            </p:txBody>
          </p:sp>
          <p:sp>
            <p:nvSpPr>
              <p:cNvPr id="354" name="Oval 8"/>
              <p:cNvSpPr>
                <a:spLocks noChangeArrowheads="1"/>
              </p:cNvSpPr>
              <p:nvPr/>
            </p:nvSpPr>
            <p:spPr bwMode="auto">
              <a:xfrm>
                <a:off x="6429375" y="4873626"/>
                <a:ext cx="65087" cy="650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3163" tIns="36581" rIns="73163" bIns="36581" numCol="1" anchor="t" anchorCtr="0" compatLnSpc="1">
                <a:prstTxWarp prst="textNoShape">
                  <a:avLst/>
                </a:prstTxWarp>
              </a:bodyPr>
              <a:lstStyle/>
              <a:p>
                <a:endParaRPr lang="en-US" sz="1800" dirty="0"/>
              </a:p>
            </p:txBody>
          </p:sp>
          <p:sp>
            <p:nvSpPr>
              <p:cNvPr id="355" name="Oval 9"/>
              <p:cNvSpPr>
                <a:spLocks noChangeArrowheads="1"/>
              </p:cNvSpPr>
              <p:nvPr/>
            </p:nvSpPr>
            <p:spPr bwMode="auto">
              <a:xfrm>
                <a:off x="6757988" y="4873626"/>
                <a:ext cx="66675" cy="650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3163" tIns="36581" rIns="73163" bIns="36581" numCol="1" anchor="t" anchorCtr="0" compatLnSpc="1">
                <a:prstTxWarp prst="textNoShape">
                  <a:avLst/>
                </a:prstTxWarp>
              </a:bodyPr>
              <a:lstStyle/>
              <a:p>
                <a:endParaRPr lang="en-US" sz="1800" dirty="0"/>
              </a:p>
            </p:txBody>
          </p:sp>
          <p:sp>
            <p:nvSpPr>
              <p:cNvPr id="356" name="Freeform 10"/>
              <p:cNvSpPr>
                <a:spLocks noEditPoints="1"/>
              </p:cNvSpPr>
              <p:nvPr/>
            </p:nvSpPr>
            <p:spPr bwMode="auto">
              <a:xfrm>
                <a:off x="5672138" y="4513263"/>
                <a:ext cx="1579562" cy="1571625"/>
              </a:xfrm>
              <a:custGeom>
                <a:avLst/>
                <a:gdLst>
                  <a:gd name="T0" fmla="*/ 0 w 384"/>
                  <a:gd name="T1" fmla="*/ 192 h 384"/>
                  <a:gd name="T2" fmla="*/ 384 w 384"/>
                  <a:gd name="T3" fmla="*/ 192 h 384"/>
                  <a:gd name="T4" fmla="*/ 272 w 384"/>
                  <a:gd name="T5" fmla="*/ 72 h 384"/>
                  <a:gd name="T6" fmla="*/ 272 w 384"/>
                  <a:gd name="T7" fmla="*/ 120 h 384"/>
                  <a:gd name="T8" fmla="*/ 272 w 384"/>
                  <a:gd name="T9" fmla="*/ 72 h 384"/>
                  <a:gd name="T10" fmla="*/ 216 w 384"/>
                  <a:gd name="T11" fmla="*/ 96 h 384"/>
                  <a:gd name="T12" fmla="*/ 168 w 384"/>
                  <a:gd name="T13" fmla="*/ 96 h 384"/>
                  <a:gd name="T14" fmla="*/ 112 w 384"/>
                  <a:gd name="T15" fmla="*/ 72 h 384"/>
                  <a:gd name="T16" fmla="*/ 112 w 384"/>
                  <a:gd name="T17" fmla="*/ 120 h 384"/>
                  <a:gd name="T18" fmla="*/ 112 w 384"/>
                  <a:gd name="T19" fmla="*/ 72 h 384"/>
                  <a:gd name="T20" fmla="*/ 136 w 384"/>
                  <a:gd name="T21" fmla="*/ 216 h 384"/>
                  <a:gd name="T22" fmla="*/ 128 w 384"/>
                  <a:gd name="T23" fmla="*/ 296 h 384"/>
                  <a:gd name="T24" fmla="*/ 120 w 384"/>
                  <a:gd name="T25" fmla="*/ 216 h 384"/>
                  <a:gd name="T26" fmla="*/ 104 w 384"/>
                  <a:gd name="T27" fmla="*/ 288 h 384"/>
                  <a:gd name="T28" fmla="*/ 88 w 384"/>
                  <a:gd name="T29" fmla="*/ 288 h 384"/>
                  <a:gd name="T30" fmla="*/ 80 w 384"/>
                  <a:gd name="T31" fmla="*/ 208 h 384"/>
                  <a:gd name="T32" fmla="*/ 88 w 384"/>
                  <a:gd name="T33" fmla="*/ 136 h 384"/>
                  <a:gd name="T34" fmla="*/ 144 w 384"/>
                  <a:gd name="T35" fmla="*/ 144 h 384"/>
                  <a:gd name="T36" fmla="*/ 224 w 384"/>
                  <a:gd name="T37" fmla="*/ 208 h 384"/>
                  <a:gd name="T38" fmla="*/ 216 w 384"/>
                  <a:gd name="T39" fmla="*/ 288 h 384"/>
                  <a:gd name="T40" fmla="*/ 200 w 384"/>
                  <a:gd name="T41" fmla="*/ 288 h 384"/>
                  <a:gd name="T42" fmla="*/ 184 w 384"/>
                  <a:gd name="T43" fmla="*/ 216 h 384"/>
                  <a:gd name="T44" fmla="*/ 176 w 384"/>
                  <a:gd name="T45" fmla="*/ 296 h 384"/>
                  <a:gd name="T46" fmla="*/ 168 w 384"/>
                  <a:gd name="T47" fmla="*/ 216 h 384"/>
                  <a:gd name="T48" fmla="*/ 160 w 384"/>
                  <a:gd name="T49" fmla="*/ 144 h 384"/>
                  <a:gd name="T50" fmla="*/ 216 w 384"/>
                  <a:gd name="T51" fmla="*/ 136 h 384"/>
                  <a:gd name="T52" fmla="*/ 224 w 384"/>
                  <a:gd name="T53" fmla="*/ 208 h 384"/>
                  <a:gd name="T54" fmla="*/ 296 w 384"/>
                  <a:gd name="T55" fmla="*/ 232 h 384"/>
                  <a:gd name="T56" fmla="*/ 288 w 384"/>
                  <a:gd name="T57" fmla="*/ 296 h 384"/>
                  <a:gd name="T58" fmla="*/ 280 w 384"/>
                  <a:gd name="T59" fmla="*/ 232 h 384"/>
                  <a:gd name="T60" fmla="*/ 264 w 384"/>
                  <a:gd name="T61" fmla="*/ 288 h 384"/>
                  <a:gd name="T62" fmla="*/ 248 w 384"/>
                  <a:gd name="T63" fmla="*/ 288 h 384"/>
                  <a:gd name="T64" fmla="*/ 241 w 384"/>
                  <a:gd name="T65" fmla="*/ 229 h 384"/>
                  <a:gd name="T66" fmla="*/ 256 w 384"/>
                  <a:gd name="T67" fmla="*/ 142 h 384"/>
                  <a:gd name="T68" fmla="*/ 280 w 384"/>
                  <a:gd name="T69" fmla="*/ 136 h 384"/>
                  <a:gd name="T70" fmla="*/ 304 w 384"/>
                  <a:gd name="T71" fmla="*/ 22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272" y="72"/>
                    </a:moveTo>
                    <a:cubicBezTo>
                      <a:pt x="285" y="72"/>
                      <a:pt x="296" y="82"/>
                      <a:pt x="296" y="96"/>
                    </a:cubicBezTo>
                    <a:cubicBezTo>
                      <a:pt x="296" y="109"/>
                      <a:pt x="285" y="120"/>
                      <a:pt x="272" y="120"/>
                    </a:cubicBezTo>
                    <a:cubicBezTo>
                      <a:pt x="258" y="120"/>
                      <a:pt x="248" y="109"/>
                      <a:pt x="248" y="96"/>
                    </a:cubicBezTo>
                    <a:cubicBezTo>
                      <a:pt x="248" y="82"/>
                      <a:pt x="258" y="72"/>
                      <a:pt x="272" y="72"/>
                    </a:cubicBezTo>
                    <a:close/>
                    <a:moveTo>
                      <a:pt x="192" y="72"/>
                    </a:moveTo>
                    <a:cubicBezTo>
                      <a:pt x="205" y="72"/>
                      <a:pt x="216" y="82"/>
                      <a:pt x="216" y="96"/>
                    </a:cubicBezTo>
                    <a:cubicBezTo>
                      <a:pt x="216" y="109"/>
                      <a:pt x="205" y="120"/>
                      <a:pt x="192" y="120"/>
                    </a:cubicBezTo>
                    <a:cubicBezTo>
                      <a:pt x="178" y="120"/>
                      <a:pt x="168" y="109"/>
                      <a:pt x="168" y="96"/>
                    </a:cubicBezTo>
                    <a:cubicBezTo>
                      <a:pt x="168" y="82"/>
                      <a:pt x="178" y="72"/>
                      <a:pt x="192" y="72"/>
                    </a:cubicBezTo>
                    <a:close/>
                    <a:moveTo>
                      <a:pt x="112" y="72"/>
                    </a:moveTo>
                    <a:cubicBezTo>
                      <a:pt x="125" y="72"/>
                      <a:pt x="136" y="82"/>
                      <a:pt x="136" y="96"/>
                    </a:cubicBezTo>
                    <a:cubicBezTo>
                      <a:pt x="136" y="109"/>
                      <a:pt x="125" y="120"/>
                      <a:pt x="112" y="120"/>
                    </a:cubicBezTo>
                    <a:cubicBezTo>
                      <a:pt x="98" y="120"/>
                      <a:pt x="88" y="109"/>
                      <a:pt x="88" y="96"/>
                    </a:cubicBezTo>
                    <a:cubicBezTo>
                      <a:pt x="88" y="82"/>
                      <a:pt x="98" y="72"/>
                      <a:pt x="112" y="72"/>
                    </a:cubicBezTo>
                    <a:close/>
                    <a:moveTo>
                      <a:pt x="144" y="208"/>
                    </a:moveTo>
                    <a:cubicBezTo>
                      <a:pt x="144" y="212"/>
                      <a:pt x="140" y="216"/>
                      <a:pt x="136" y="216"/>
                    </a:cubicBezTo>
                    <a:cubicBezTo>
                      <a:pt x="136" y="288"/>
                      <a:pt x="136" y="288"/>
                      <a:pt x="136" y="288"/>
                    </a:cubicBezTo>
                    <a:cubicBezTo>
                      <a:pt x="136" y="292"/>
                      <a:pt x="132" y="296"/>
                      <a:pt x="128" y="296"/>
                    </a:cubicBezTo>
                    <a:cubicBezTo>
                      <a:pt x="123" y="296"/>
                      <a:pt x="120" y="292"/>
                      <a:pt x="120" y="288"/>
                    </a:cubicBezTo>
                    <a:cubicBezTo>
                      <a:pt x="120" y="216"/>
                      <a:pt x="120" y="216"/>
                      <a:pt x="120" y="216"/>
                    </a:cubicBezTo>
                    <a:cubicBezTo>
                      <a:pt x="104" y="216"/>
                      <a:pt x="104" y="216"/>
                      <a:pt x="104" y="216"/>
                    </a:cubicBezTo>
                    <a:cubicBezTo>
                      <a:pt x="104" y="288"/>
                      <a:pt x="104" y="288"/>
                      <a:pt x="104" y="288"/>
                    </a:cubicBezTo>
                    <a:cubicBezTo>
                      <a:pt x="104" y="292"/>
                      <a:pt x="100" y="296"/>
                      <a:pt x="96" y="296"/>
                    </a:cubicBezTo>
                    <a:cubicBezTo>
                      <a:pt x="91" y="296"/>
                      <a:pt x="88" y="292"/>
                      <a:pt x="88" y="288"/>
                    </a:cubicBezTo>
                    <a:cubicBezTo>
                      <a:pt x="88" y="216"/>
                      <a:pt x="88" y="216"/>
                      <a:pt x="88" y="216"/>
                    </a:cubicBezTo>
                    <a:cubicBezTo>
                      <a:pt x="84" y="216"/>
                      <a:pt x="80" y="212"/>
                      <a:pt x="80" y="208"/>
                    </a:cubicBezTo>
                    <a:cubicBezTo>
                      <a:pt x="80" y="144"/>
                      <a:pt x="80" y="144"/>
                      <a:pt x="80" y="144"/>
                    </a:cubicBezTo>
                    <a:cubicBezTo>
                      <a:pt x="80" y="139"/>
                      <a:pt x="83" y="136"/>
                      <a:pt x="88" y="136"/>
                    </a:cubicBezTo>
                    <a:cubicBezTo>
                      <a:pt x="136" y="136"/>
                      <a:pt x="136" y="136"/>
                      <a:pt x="136" y="136"/>
                    </a:cubicBezTo>
                    <a:cubicBezTo>
                      <a:pt x="140" y="136"/>
                      <a:pt x="144" y="139"/>
                      <a:pt x="144" y="144"/>
                    </a:cubicBezTo>
                    <a:lnTo>
                      <a:pt x="144" y="208"/>
                    </a:lnTo>
                    <a:close/>
                    <a:moveTo>
                      <a:pt x="224" y="208"/>
                    </a:moveTo>
                    <a:cubicBezTo>
                      <a:pt x="224" y="212"/>
                      <a:pt x="224" y="216"/>
                      <a:pt x="216" y="216"/>
                    </a:cubicBezTo>
                    <a:cubicBezTo>
                      <a:pt x="216" y="288"/>
                      <a:pt x="216" y="288"/>
                      <a:pt x="216" y="288"/>
                    </a:cubicBezTo>
                    <a:cubicBezTo>
                      <a:pt x="216" y="292"/>
                      <a:pt x="212" y="296"/>
                      <a:pt x="208" y="296"/>
                    </a:cubicBezTo>
                    <a:cubicBezTo>
                      <a:pt x="203" y="296"/>
                      <a:pt x="200" y="292"/>
                      <a:pt x="200" y="288"/>
                    </a:cubicBezTo>
                    <a:cubicBezTo>
                      <a:pt x="200" y="216"/>
                      <a:pt x="200" y="216"/>
                      <a:pt x="200" y="216"/>
                    </a:cubicBezTo>
                    <a:cubicBezTo>
                      <a:pt x="184" y="216"/>
                      <a:pt x="184" y="216"/>
                      <a:pt x="184" y="216"/>
                    </a:cubicBezTo>
                    <a:cubicBezTo>
                      <a:pt x="184" y="288"/>
                      <a:pt x="184" y="288"/>
                      <a:pt x="184" y="288"/>
                    </a:cubicBezTo>
                    <a:cubicBezTo>
                      <a:pt x="184" y="292"/>
                      <a:pt x="180" y="296"/>
                      <a:pt x="176" y="296"/>
                    </a:cubicBezTo>
                    <a:cubicBezTo>
                      <a:pt x="171" y="296"/>
                      <a:pt x="168" y="292"/>
                      <a:pt x="168" y="288"/>
                    </a:cubicBezTo>
                    <a:cubicBezTo>
                      <a:pt x="168" y="216"/>
                      <a:pt x="168" y="216"/>
                      <a:pt x="168" y="216"/>
                    </a:cubicBezTo>
                    <a:cubicBezTo>
                      <a:pt x="160" y="216"/>
                      <a:pt x="160" y="212"/>
                      <a:pt x="160" y="208"/>
                    </a:cubicBezTo>
                    <a:cubicBezTo>
                      <a:pt x="160" y="144"/>
                      <a:pt x="160" y="144"/>
                      <a:pt x="160" y="144"/>
                    </a:cubicBezTo>
                    <a:cubicBezTo>
                      <a:pt x="160" y="139"/>
                      <a:pt x="163" y="136"/>
                      <a:pt x="168" y="136"/>
                    </a:cubicBezTo>
                    <a:cubicBezTo>
                      <a:pt x="216" y="136"/>
                      <a:pt x="216" y="136"/>
                      <a:pt x="216" y="136"/>
                    </a:cubicBezTo>
                    <a:cubicBezTo>
                      <a:pt x="220" y="136"/>
                      <a:pt x="224" y="139"/>
                      <a:pt x="224" y="144"/>
                    </a:cubicBezTo>
                    <a:lnTo>
                      <a:pt x="224" y="208"/>
                    </a:lnTo>
                    <a:close/>
                    <a:moveTo>
                      <a:pt x="302" y="229"/>
                    </a:moveTo>
                    <a:cubicBezTo>
                      <a:pt x="300" y="231"/>
                      <a:pt x="296" y="232"/>
                      <a:pt x="296" y="232"/>
                    </a:cubicBezTo>
                    <a:cubicBezTo>
                      <a:pt x="296" y="288"/>
                      <a:pt x="296" y="288"/>
                      <a:pt x="296" y="288"/>
                    </a:cubicBezTo>
                    <a:cubicBezTo>
                      <a:pt x="296" y="292"/>
                      <a:pt x="292" y="296"/>
                      <a:pt x="288" y="296"/>
                    </a:cubicBezTo>
                    <a:cubicBezTo>
                      <a:pt x="283" y="296"/>
                      <a:pt x="280" y="292"/>
                      <a:pt x="280" y="288"/>
                    </a:cubicBezTo>
                    <a:cubicBezTo>
                      <a:pt x="280" y="232"/>
                      <a:pt x="280" y="232"/>
                      <a:pt x="280" y="232"/>
                    </a:cubicBezTo>
                    <a:cubicBezTo>
                      <a:pt x="264" y="232"/>
                      <a:pt x="264" y="232"/>
                      <a:pt x="264" y="232"/>
                    </a:cubicBezTo>
                    <a:cubicBezTo>
                      <a:pt x="264" y="288"/>
                      <a:pt x="264" y="288"/>
                      <a:pt x="264" y="288"/>
                    </a:cubicBezTo>
                    <a:cubicBezTo>
                      <a:pt x="264" y="292"/>
                      <a:pt x="260" y="296"/>
                      <a:pt x="256" y="296"/>
                    </a:cubicBezTo>
                    <a:cubicBezTo>
                      <a:pt x="251" y="296"/>
                      <a:pt x="248" y="292"/>
                      <a:pt x="248" y="288"/>
                    </a:cubicBezTo>
                    <a:cubicBezTo>
                      <a:pt x="248" y="232"/>
                      <a:pt x="248" y="232"/>
                      <a:pt x="248" y="232"/>
                    </a:cubicBezTo>
                    <a:cubicBezTo>
                      <a:pt x="248" y="232"/>
                      <a:pt x="243" y="231"/>
                      <a:pt x="241" y="229"/>
                    </a:cubicBezTo>
                    <a:cubicBezTo>
                      <a:pt x="240" y="227"/>
                      <a:pt x="239" y="224"/>
                      <a:pt x="240" y="222"/>
                    </a:cubicBezTo>
                    <a:cubicBezTo>
                      <a:pt x="256" y="142"/>
                      <a:pt x="256" y="142"/>
                      <a:pt x="256" y="142"/>
                    </a:cubicBezTo>
                    <a:cubicBezTo>
                      <a:pt x="257" y="138"/>
                      <a:pt x="260" y="136"/>
                      <a:pt x="264" y="136"/>
                    </a:cubicBezTo>
                    <a:cubicBezTo>
                      <a:pt x="280" y="136"/>
                      <a:pt x="280" y="136"/>
                      <a:pt x="280" y="136"/>
                    </a:cubicBezTo>
                    <a:cubicBezTo>
                      <a:pt x="283" y="136"/>
                      <a:pt x="287" y="138"/>
                      <a:pt x="288" y="142"/>
                    </a:cubicBezTo>
                    <a:cubicBezTo>
                      <a:pt x="304" y="222"/>
                      <a:pt x="304" y="222"/>
                      <a:pt x="304" y="222"/>
                    </a:cubicBezTo>
                    <a:cubicBezTo>
                      <a:pt x="304" y="224"/>
                      <a:pt x="303" y="227"/>
                      <a:pt x="302"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3163" tIns="36581" rIns="73163" bIns="36581" numCol="1" anchor="t" anchorCtr="0" compatLnSpc="1">
                <a:prstTxWarp prst="textNoShape">
                  <a:avLst/>
                </a:prstTxWarp>
              </a:bodyPr>
              <a:lstStyle/>
              <a:p>
                <a:endParaRPr lang="en-US" sz="1800" dirty="0"/>
              </a:p>
            </p:txBody>
          </p:sp>
          <p:sp>
            <p:nvSpPr>
              <p:cNvPr id="357" name="Freeform 11"/>
              <p:cNvSpPr>
                <a:spLocks/>
              </p:cNvSpPr>
              <p:nvPr/>
            </p:nvSpPr>
            <p:spPr bwMode="auto">
              <a:xfrm>
                <a:off x="6729413" y="5135563"/>
                <a:ext cx="119062" cy="261938"/>
              </a:xfrm>
              <a:custGeom>
                <a:avLst/>
                <a:gdLst>
                  <a:gd name="T0" fmla="*/ 34 w 75"/>
                  <a:gd name="T1" fmla="*/ 0 h 165"/>
                  <a:gd name="T2" fmla="*/ 0 w 75"/>
                  <a:gd name="T3" fmla="*/ 165 h 165"/>
                  <a:gd name="T4" fmla="*/ 75 w 75"/>
                  <a:gd name="T5" fmla="*/ 165 h 165"/>
                  <a:gd name="T6" fmla="*/ 41 w 75"/>
                  <a:gd name="T7" fmla="*/ 0 h 165"/>
                  <a:gd name="T8" fmla="*/ 34 w 75"/>
                  <a:gd name="T9" fmla="*/ 0 h 165"/>
                </a:gdLst>
                <a:ahLst/>
                <a:cxnLst>
                  <a:cxn ang="0">
                    <a:pos x="T0" y="T1"/>
                  </a:cxn>
                  <a:cxn ang="0">
                    <a:pos x="T2" y="T3"/>
                  </a:cxn>
                  <a:cxn ang="0">
                    <a:pos x="T4" y="T5"/>
                  </a:cxn>
                  <a:cxn ang="0">
                    <a:pos x="T6" y="T7"/>
                  </a:cxn>
                  <a:cxn ang="0">
                    <a:pos x="T8" y="T9"/>
                  </a:cxn>
                </a:cxnLst>
                <a:rect l="0" t="0" r="r" b="b"/>
                <a:pathLst>
                  <a:path w="75" h="165">
                    <a:moveTo>
                      <a:pt x="34" y="0"/>
                    </a:moveTo>
                    <a:lnTo>
                      <a:pt x="0" y="165"/>
                    </a:lnTo>
                    <a:lnTo>
                      <a:pt x="75" y="165"/>
                    </a:lnTo>
                    <a:lnTo>
                      <a:pt x="41" y="0"/>
                    </a:lnTo>
                    <a:lnTo>
                      <a:pt x="3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3163" tIns="36581" rIns="73163" bIns="36581" numCol="1" anchor="t" anchorCtr="0" compatLnSpc="1">
                <a:prstTxWarp prst="textNoShape">
                  <a:avLst/>
                </a:prstTxWarp>
              </a:bodyPr>
              <a:lstStyle/>
              <a:p>
                <a:endParaRPr lang="en-US" sz="1800" dirty="0"/>
              </a:p>
            </p:txBody>
          </p:sp>
        </p:grpSp>
      </p:grpSp>
      <p:sp>
        <p:nvSpPr>
          <p:cNvPr id="432" name="Rectangle 431"/>
          <p:cNvSpPr/>
          <p:nvPr/>
        </p:nvSpPr>
        <p:spPr>
          <a:xfrm>
            <a:off x="4510662" y="5300992"/>
            <a:ext cx="1558910" cy="370207"/>
          </a:xfrm>
          <a:prstGeom prst="rect">
            <a:avLst/>
          </a:prstGeom>
          <a:solidFill>
            <a:schemeClr val="accent5"/>
          </a:solidFill>
        </p:spPr>
        <p:txBody>
          <a:bodyPr wrap="square" lIns="36581" tIns="36581" rIns="36581" bIns="36581">
            <a:spAutoFit/>
          </a:bodyPr>
          <a:lstStyle/>
          <a:p>
            <a:pPr algn="ctr" defTabSz="724471"/>
            <a:r>
              <a:rPr lang="en-US" sz="801" dirty="0">
                <a:solidFill>
                  <a:schemeClr val="bg1"/>
                </a:solidFill>
                <a:cs typeface="Arial" charset="0"/>
              </a:rPr>
              <a:t>Years of successful client service</a:t>
            </a:r>
          </a:p>
        </p:txBody>
      </p:sp>
      <p:sp>
        <p:nvSpPr>
          <p:cNvPr id="433" name="Rectangle 432"/>
          <p:cNvSpPr/>
          <p:nvPr/>
        </p:nvSpPr>
        <p:spPr>
          <a:xfrm>
            <a:off x="4510662" y="3975415"/>
            <a:ext cx="1558910" cy="227790"/>
          </a:xfrm>
          <a:prstGeom prst="rect">
            <a:avLst/>
          </a:prstGeom>
          <a:solidFill>
            <a:schemeClr val="accent5"/>
          </a:solidFill>
        </p:spPr>
        <p:txBody>
          <a:bodyPr wrap="square" lIns="36581" tIns="36581" rIns="36581" bIns="36581">
            <a:spAutoFit/>
          </a:bodyPr>
          <a:lstStyle/>
          <a:p>
            <a:pPr algn="ctr" defTabSz="724471"/>
            <a:r>
              <a:rPr lang="en-US" sz="801" dirty="0">
                <a:solidFill>
                  <a:schemeClr val="bg1"/>
                </a:solidFill>
                <a:cs typeface="Arial" charset="0"/>
              </a:rPr>
              <a:t>locations</a:t>
            </a:r>
          </a:p>
        </p:txBody>
      </p:sp>
      <p:sp>
        <p:nvSpPr>
          <p:cNvPr id="434" name="Rectangle 433"/>
          <p:cNvSpPr/>
          <p:nvPr/>
        </p:nvSpPr>
        <p:spPr>
          <a:xfrm>
            <a:off x="4510236" y="2553344"/>
            <a:ext cx="1559758" cy="352128"/>
          </a:xfrm>
          <a:prstGeom prst="rect">
            <a:avLst/>
          </a:prstGeom>
          <a:solidFill>
            <a:schemeClr val="accent5"/>
          </a:solidFill>
        </p:spPr>
        <p:txBody>
          <a:bodyPr wrap="square" lIns="36581" tIns="36581" rIns="36581" bIns="36581">
            <a:spAutoFit/>
          </a:bodyPr>
          <a:lstStyle/>
          <a:p>
            <a:pPr algn="ctr" defTabSz="724471">
              <a:lnSpc>
                <a:spcPts val="881"/>
              </a:lnSpc>
            </a:pPr>
            <a:r>
              <a:rPr lang="en-US" sz="801" dirty="0">
                <a:solidFill>
                  <a:schemeClr val="bg1"/>
                </a:solidFill>
                <a:cs typeface="Arial" charset="0"/>
              </a:rPr>
              <a:t>Professionals</a:t>
            </a:r>
          </a:p>
          <a:p>
            <a:pPr algn="ctr" defTabSz="724471">
              <a:lnSpc>
                <a:spcPts val="881"/>
              </a:lnSpc>
            </a:pPr>
            <a:r>
              <a:rPr lang="en-US" sz="801" dirty="0">
                <a:solidFill>
                  <a:schemeClr val="bg1"/>
                </a:solidFill>
                <a:cs typeface="Arial" charset="0"/>
              </a:rPr>
              <a:t>spread across</a:t>
            </a:r>
          </a:p>
        </p:txBody>
      </p:sp>
      <p:sp>
        <p:nvSpPr>
          <p:cNvPr id="435" name="TextBox 434"/>
          <p:cNvSpPr txBox="1"/>
          <p:nvPr/>
        </p:nvSpPr>
        <p:spPr>
          <a:xfrm>
            <a:off x="4510562" y="3392937"/>
            <a:ext cx="1549982" cy="602147"/>
          </a:xfrm>
          <a:prstGeom prst="rect">
            <a:avLst/>
          </a:prstGeom>
          <a:solidFill>
            <a:schemeClr val="bg1"/>
          </a:solidFill>
          <a:ln w="1905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defPPr>
              <a:defRPr lang="en-US"/>
            </a:defPPr>
            <a:lvl1pPr algn="ctr">
              <a:lnSpc>
                <a:spcPct val="106000"/>
              </a:lnSpc>
              <a:buFont typeface="Wingdings 2" pitchFamily="18" charset="2"/>
              <a:buNone/>
              <a:defRPr sz="1600" b="1">
                <a:solidFill>
                  <a:schemeClr val="bg1"/>
                </a:solidFill>
              </a:defRPr>
            </a:lvl1pPr>
          </a:lstStyle>
          <a:p>
            <a:pPr>
              <a:lnSpc>
                <a:spcPct val="100000"/>
              </a:lnSpc>
            </a:pPr>
            <a:r>
              <a:rPr lang="en-US" sz="3841" b="0" dirty="0">
                <a:solidFill>
                  <a:schemeClr val="tx1"/>
                </a:solidFill>
              </a:rPr>
              <a:t>14</a:t>
            </a:r>
          </a:p>
        </p:txBody>
      </p:sp>
      <p:sp>
        <p:nvSpPr>
          <p:cNvPr id="436" name="TextBox 435"/>
          <p:cNvSpPr txBox="1"/>
          <p:nvPr/>
        </p:nvSpPr>
        <p:spPr>
          <a:xfrm>
            <a:off x="4510256" y="4667568"/>
            <a:ext cx="1559329" cy="654087"/>
          </a:xfrm>
          <a:prstGeom prst="rect">
            <a:avLst/>
          </a:prstGeom>
          <a:solidFill>
            <a:schemeClr val="bg1"/>
          </a:solidFill>
          <a:ln w="1905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defPPr>
              <a:defRPr lang="en-US"/>
            </a:defPPr>
            <a:lvl1pPr algn="ctr">
              <a:lnSpc>
                <a:spcPct val="106000"/>
              </a:lnSpc>
              <a:buFont typeface="Wingdings 2" pitchFamily="18" charset="2"/>
              <a:buNone/>
              <a:defRPr sz="1600" b="1">
                <a:solidFill>
                  <a:schemeClr val="bg1"/>
                </a:solidFill>
              </a:defRPr>
            </a:lvl1pPr>
          </a:lstStyle>
          <a:p>
            <a:pPr>
              <a:lnSpc>
                <a:spcPct val="100000"/>
              </a:lnSpc>
            </a:pPr>
            <a:r>
              <a:rPr lang="en-US" sz="4802" b="0" dirty="0">
                <a:solidFill>
                  <a:schemeClr val="tx1"/>
                </a:solidFill>
              </a:rPr>
              <a:t>125</a:t>
            </a:r>
          </a:p>
        </p:txBody>
      </p:sp>
      <p:graphicFrame>
        <p:nvGraphicFramePr>
          <p:cNvPr id="437" name="Table 436"/>
          <p:cNvGraphicFramePr>
            <a:graphicFrameLocks noGrp="1"/>
          </p:cNvGraphicFramePr>
          <p:nvPr/>
        </p:nvGraphicFramePr>
        <p:xfrm>
          <a:off x="797958" y="4708450"/>
          <a:ext cx="2515758" cy="1272204"/>
        </p:xfrm>
        <a:graphic>
          <a:graphicData uri="http://schemas.openxmlformats.org/drawingml/2006/table">
            <a:tbl>
              <a:tblPr firstRow="1" bandRow="1">
                <a:tableStyleId>{5C22544A-7EE6-4342-B048-85BDC9FD1C3A}</a:tableStyleId>
              </a:tblPr>
              <a:tblGrid>
                <a:gridCol w="2515758">
                  <a:extLst>
                    <a:ext uri="{9D8B030D-6E8A-4147-A177-3AD203B41FA5}">
                      <a16:colId xmlns:a16="http://schemas.microsoft.com/office/drawing/2014/main" val="20000"/>
                    </a:ext>
                  </a:extLst>
                </a:gridCol>
              </a:tblGrid>
              <a:tr h="212034">
                <a:tc>
                  <a:txBody>
                    <a:bodyPr/>
                    <a:lstStyle/>
                    <a:p>
                      <a:r>
                        <a:rPr lang="en-IN" sz="700" dirty="0">
                          <a:solidFill>
                            <a:schemeClr val="accent5"/>
                          </a:solidFill>
                        </a:rPr>
                        <a:t>Deloitte India Services</a:t>
                      </a:r>
                    </a:p>
                  </a:txBody>
                  <a:tcPr marL="36581" marR="36581" marT="36581" marB="36581" anchor="ctr">
                    <a:lnL w="12700" cmpd="sng">
                      <a:noFill/>
                    </a:lnL>
                    <a:lnR w="12700" cmpd="sng">
                      <a:noFill/>
                    </a:lnR>
                    <a:lnT w="38100" cap="flat" cmpd="sng" algn="ctr">
                      <a:solidFill>
                        <a:schemeClr val="accent5"/>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12034">
                <a:tc>
                  <a:txBody>
                    <a:bodyPr/>
                    <a:lstStyle/>
                    <a:p>
                      <a:r>
                        <a:rPr lang="en-IN" sz="700" dirty="0"/>
                        <a:t>Audit &amp; Assurance </a:t>
                      </a:r>
                    </a:p>
                  </a:txBody>
                  <a:tcPr marL="36581" marR="36581" marT="36581" marB="36581"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12034">
                <a:tc>
                  <a:txBody>
                    <a:bodyPr/>
                    <a:lstStyle/>
                    <a:p>
                      <a:r>
                        <a:rPr lang="en-IN" sz="700" dirty="0"/>
                        <a:t>Tax &amp; Regulatory</a:t>
                      </a:r>
                    </a:p>
                  </a:txBody>
                  <a:tcPr marL="36581" marR="36581" marT="36581" marB="36581"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12034">
                <a:tc>
                  <a:txBody>
                    <a:bodyPr/>
                    <a:lstStyle/>
                    <a:p>
                      <a:r>
                        <a:rPr lang="en-IN" sz="700" dirty="0"/>
                        <a:t>Financial Advisory </a:t>
                      </a:r>
                    </a:p>
                  </a:txBody>
                  <a:tcPr marL="36581" marR="36581" marT="36581" marB="36581"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12034">
                <a:tc>
                  <a:txBody>
                    <a:bodyPr/>
                    <a:lstStyle/>
                    <a:p>
                      <a:r>
                        <a:rPr lang="en-IN" sz="700" dirty="0"/>
                        <a:t>Risk Advisory</a:t>
                      </a:r>
                    </a:p>
                  </a:txBody>
                  <a:tcPr marL="36581" marR="36581" marT="36581" marB="36581"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2034">
                <a:tc>
                  <a:txBody>
                    <a:bodyPr/>
                    <a:lstStyle/>
                    <a:p>
                      <a:r>
                        <a:rPr lang="en-IN" sz="700" dirty="0"/>
                        <a:t>Consulting</a:t>
                      </a:r>
                    </a:p>
                  </a:txBody>
                  <a:tcPr marL="36581" marR="36581" marT="36581" marB="36581"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grpSp>
        <p:nvGrpSpPr>
          <p:cNvPr id="438" name="Group 437"/>
          <p:cNvGrpSpPr/>
          <p:nvPr/>
        </p:nvGrpSpPr>
        <p:grpSpPr>
          <a:xfrm>
            <a:off x="669643" y="1620770"/>
            <a:ext cx="2679649" cy="2702616"/>
            <a:chOff x="441043" y="2183380"/>
            <a:chExt cx="2679649" cy="2702616"/>
          </a:xfrm>
        </p:grpSpPr>
        <p:grpSp>
          <p:nvGrpSpPr>
            <p:cNvPr id="439" name="Group 438"/>
            <p:cNvGrpSpPr/>
            <p:nvPr/>
          </p:nvGrpSpPr>
          <p:grpSpPr>
            <a:xfrm>
              <a:off x="441043" y="2183380"/>
              <a:ext cx="2679649" cy="2702616"/>
              <a:chOff x="6785533" y="1562777"/>
              <a:chExt cx="2517580" cy="2539158"/>
            </a:xfrm>
          </p:grpSpPr>
          <p:sp>
            <p:nvSpPr>
              <p:cNvPr id="442" name="Freeform 14"/>
              <p:cNvSpPr>
                <a:spLocks noChangeAspect="1"/>
              </p:cNvSpPr>
              <p:nvPr/>
            </p:nvSpPr>
            <p:spPr bwMode="auto">
              <a:xfrm>
                <a:off x="6785533" y="1562777"/>
                <a:ext cx="2517580" cy="2539158"/>
              </a:xfrm>
              <a:custGeom>
                <a:avLst/>
                <a:gdLst>
                  <a:gd name="T0" fmla="*/ 2147483647 w 1903"/>
                  <a:gd name="T1" fmla="*/ 2147483647 h 2101"/>
                  <a:gd name="T2" fmla="*/ 2147483647 w 1903"/>
                  <a:gd name="T3" fmla="*/ 2147483647 h 2101"/>
                  <a:gd name="T4" fmla="*/ 2147483647 w 1903"/>
                  <a:gd name="T5" fmla="*/ 2147483647 h 2101"/>
                  <a:gd name="T6" fmla="*/ 2147483647 w 1903"/>
                  <a:gd name="T7" fmla="*/ 2147483647 h 2101"/>
                  <a:gd name="T8" fmla="*/ 2147483647 w 1903"/>
                  <a:gd name="T9" fmla="*/ 2147483647 h 2101"/>
                  <a:gd name="T10" fmla="*/ 2147483647 w 1903"/>
                  <a:gd name="T11" fmla="*/ 2147483647 h 2101"/>
                  <a:gd name="T12" fmla="*/ 2147483647 w 1903"/>
                  <a:gd name="T13" fmla="*/ 2147483647 h 2101"/>
                  <a:gd name="T14" fmla="*/ 2147483647 w 1903"/>
                  <a:gd name="T15" fmla="*/ 2147483647 h 2101"/>
                  <a:gd name="T16" fmla="*/ 2147483647 w 1903"/>
                  <a:gd name="T17" fmla="*/ 2147483647 h 2101"/>
                  <a:gd name="T18" fmla="*/ 2147483647 w 1903"/>
                  <a:gd name="T19" fmla="*/ 2147483647 h 2101"/>
                  <a:gd name="T20" fmla="*/ 2147483647 w 1903"/>
                  <a:gd name="T21" fmla="*/ 2147483647 h 2101"/>
                  <a:gd name="T22" fmla="*/ 2147483647 w 1903"/>
                  <a:gd name="T23" fmla="*/ 2147483647 h 2101"/>
                  <a:gd name="T24" fmla="*/ 2147483647 w 1903"/>
                  <a:gd name="T25" fmla="*/ 2147483647 h 2101"/>
                  <a:gd name="T26" fmla="*/ 2147483647 w 1903"/>
                  <a:gd name="T27" fmla="*/ 2147483647 h 2101"/>
                  <a:gd name="T28" fmla="*/ 2147483647 w 1903"/>
                  <a:gd name="T29" fmla="*/ 2147483647 h 2101"/>
                  <a:gd name="T30" fmla="*/ 2147483647 w 1903"/>
                  <a:gd name="T31" fmla="*/ 2147483647 h 2101"/>
                  <a:gd name="T32" fmla="*/ 2147483647 w 1903"/>
                  <a:gd name="T33" fmla="*/ 2147483647 h 2101"/>
                  <a:gd name="T34" fmla="*/ 2147483647 w 1903"/>
                  <a:gd name="T35" fmla="*/ 2147483647 h 2101"/>
                  <a:gd name="T36" fmla="*/ 2147483647 w 1903"/>
                  <a:gd name="T37" fmla="*/ 2147483647 h 2101"/>
                  <a:gd name="T38" fmla="*/ 2147483647 w 1903"/>
                  <a:gd name="T39" fmla="*/ 1847412083 h 2101"/>
                  <a:gd name="T40" fmla="*/ 2147483647 w 1903"/>
                  <a:gd name="T41" fmla="*/ 256577569 h 2101"/>
                  <a:gd name="T42" fmla="*/ 2147483647 w 1903"/>
                  <a:gd name="T43" fmla="*/ 2147483647 h 2101"/>
                  <a:gd name="T44" fmla="*/ 2147483647 w 1903"/>
                  <a:gd name="T45" fmla="*/ 2147483647 h 2101"/>
                  <a:gd name="T46" fmla="*/ 2147483647 w 1903"/>
                  <a:gd name="T47" fmla="*/ 2147483647 h 2101"/>
                  <a:gd name="T48" fmla="*/ 2147483647 w 1903"/>
                  <a:gd name="T49" fmla="*/ 2147483647 h 2101"/>
                  <a:gd name="T50" fmla="*/ 2147483647 w 1903"/>
                  <a:gd name="T51" fmla="*/ 2147483647 h 2101"/>
                  <a:gd name="T52" fmla="*/ 2147483647 w 1903"/>
                  <a:gd name="T53" fmla="*/ 2147483647 h 2101"/>
                  <a:gd name="T54" fmla="*/ 2147483647 w 1903"/>
                  <a:gd name="T55" fmla="*/ 2147483647 h 2101"/>
                  <a:gd name="T56" fmla="*/ 2147483647 w 1903"/>
                  <a:gd name="T57" fmla="*/ 2147483647 h 2101"/>
                  <a:gd name="T58" fmla="*/ 2147483647 w 1903"/>
                  <a:gd name="T59" fmla="*/ 2147483647 h 2101"/>
                  <a:gd name="T60" fmla="*/ 2147483647 w 1903"/>
                  <a:gd name="T61" fmla="*/ 2147483647 h 2101"/>
                  <a:gd name="T62" fmla="*/ 2016059137 w 1903"/>
                  <a:gd name="T63" fmla="*/ 2147483647 h 2101"/>
                  <a:gd name="T64" fmla="*/ 2147483647 w 1903"/>
                  <a:gd name="T65" fmla="*/ 2147483647 h 2101"/>
                  <a:gd name="T66" fmla="*/ 2147483647 w 1903"/>
                  <a:gd name="T67" fmla="*/ 2147483647 h 2101"/>
                  <a:gd name="T68" fmla="*/ 2147483647 w 1903"/>
                  <a:gd name="T69" fmla="*/ 2147483647 h 2101"/>
                  <a:gd name="T70" fmla="*/ 2147483647 w 1903"/>
                  <a:gd name="T71" fmla="*/ 2147483647 h 2101"/>
                  <a:gd name="T72" fmla="*/ 2147483647 w 1903"/>
                  <a:gd name="T73" fmla="*/ 2147483647 h 2101"/>
                  <a:gd name="T74" fmla="*/ 2147483647 w 1903"/>
                  <a:gd name="T75" fmla="*/ 2147483647 h 2101"/>
                  <a:gd name="T76" fmla="*/ 2147483647 w 1903"/>
                  <a:gd name="T77" fmla="*/ 2147483647 h 2101"/>
                  <a:gd name="T78" fmla="*/ 2147483647 w 1903"/>
                  <a:gd name="T79" fmla="*/ 2147483647 h 2101"/>
                  <a:gd name="T80" fmla="*/ 2147483647 w 1903"/>
                  <a:gd name="T81" fmla="*/ 2147483647 h 2101"/>
                  <a:gd name="T82" fmla="*/ 2147483647 w 1903"/>
                  <a:gd name="T83" fmla="*/ 2147483647 h 2101"/>
                  <a:gd name="T84" fmla="*/ 2147483647 w 1903"/>
                  <a:gd name="T85" fmla="*/ 2147483647 h 2101"/>
                  <a:gd name="T86" fmla="*/ 2147483647 w 1903"/>
                  <a:gd name="T87" fmla="*/ 2147483647 h 2101"/>
                  <a:gd name="T88" fmla="*/ 2147483647 w 1903"/>
                  <a:gd name="T89" fmla="*/ 2147483647 h 2101"/>
                  <a:gd name="T90" fmla="*/ 2147483647 w 1903"/>
                  <a:gd name="T91" fmla="*/ 2147483647 h 2101"/>
                  <a:gd name="T92" fmla="*/ 2147483647 w 1903"/>
                  <a:gd name="T93" fmla="*/ 2147483647 h 2101"/>
                  <a:gd name="T94" fmla="*/ 2147483647 w 1903"/>
                  <a:gd name="T95" fmla="*/ 2147483647 h 2101"/>
                  <a:gd name="T96" fmla="*/ 2147483647 w 1903"/>
                  <a:gd name="T97" fmla="*/ 2147483647 h 2101"/>
                  <a:gd name="T98" fmla="*/ 2147483647 w 1903"/>
                  <a:gd name="T99" fmla="*/ 2147483647 h 2101"/>
                  <a:gd name="T100" fmla="*/ 2147483647 w 1903"/>
                  <a:gd name="T101" fmla="*/ 2147483647 h 2101"/>
                  <a:gd name="T102" fmla="*/ 2147483647 w 1903"/>
                  <a:gd name="T103" fmla="*/ 2147483647 h 2101"/>
                  <a:gd name="T104" fmla="*/ 2147483647 w 1903"/>
                  <a:gd name="T105" fmla="*/ 2147483647 h 2101"/>
                  <a:gd name="T106" fmla="*/ 2147483647 w 1903"/>
                  <a:gd name="T107" fmla="*/ 2147483647 h 2101"/>
                  <a:gd name="T108" fmla="*/ 2147483647 w 1903"/>
                  <a:gd name="T109" fmla="*/ 2147483647 h 2101"/>
                  <a:gd name="T110" fmla="*/ 2147483647 w 1903"/>
                  <a:gd name="T111" fmla="*/ 2147483647 h 2101"/>
                  <a:gd name="T112" fmla="*/ 2147483647 w 1903"/>
                  <a:gd name="T113" fmla="*/ 2147483647 h 2101"/>
                  <a:gd name="T114" fmla="*/ 2147483647 w 1903"/>
                  <a:gd name="T115" fmla="*/ 2147483647 h 2101"/>
                  <a:gd name="T116" fmla="*/ 2147483647 w 1903"/>
                  <a:gd name="T117" fmla="*/ 2147483647 h 2101"/>
                  <a:gd name="T118" fmla="*/ 2147483647 w 1903"/>
                  <a:gd name="T119" fmla="*/ 2147483647 h 2101"/>
                  <a:gd name="T120" fmla="*/ 2147483647 w 1903"/>
                  <a:gd name="T121" fmla="*/ 2147483647 h 2101"/>
                  <a:gd name="T122" fmla="*/ 2147483647 w 1903"/>
                  <a:gd name="T123" fmla="*/ 2147483647 h 2101"/>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903"/>
                  <a:gd name="T187" fmla="*/ 0 h 2101"/>
                  <a:gd name="T188" fmla="*/ 1903 w 1903"/>
                  <a:gd name="T189" fmla="*/ 2101 h 2101"/>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903" h="2101">
                    <a:moveTo>
                      <a:pt x="1856" y="553"/>
                    </a:moveTo>
                    <a:lnTo>
                      <a:pt x="1839" y="543"/>
                    </a:lnTo>
                    <a:lnTo>
                      <a:pt x="1840" y="542"/>
                    </a:lnTo>
                    <a:lnTo>
                      <a:pt x="1841" y="537"/>
                    </a:lnTo>
                    <a:lnTo>
                      <a:pt x="1839" y="532"/>
                    </a:lnTo>
                    <a:lnTo>
                      <a:pt x="1832" y="522"/>
                    </a:lnTo>
                    <a:lnTo>
                      <a:pt x="1824" y="513"/>
                    </a:lnTo>
                    <a:lnTo>
                      <a:pt x="1820" y="510"/>
                    </a:lnTo>
                    <a:lnTo>
                      <a:pt x="1818" y="507"/>
                    </a:lnTo>
                    <a:lnTo>
                      <a:pt x="1815" y="503"/>
                    </a:lnTo>
                    <a:lnTo>
                      <a:pt x="1811" y="496"/>
                    </a:lnTo>
                    <a:lnTo>
                      <a:pt x="1803" y="491"/>
                    </a:lnTo>
                    <a:lnTo>
                      <a:pt x="1792" y="497"/>
                    </a:lnTo>
                    <a:lnTo>
                      <a:pt x="1783" y="507"/>
                    </a:lnTo>
                    <a:lnTo>
                      <a:pt x="1777" y="514"/>
                    </a:lnTo>
                    <a:lnTo>
                      <a:pt x="1771" y="518"/>
                    </a:lnTo>
                    <a:lnTo>
                      <a:pt x="1764" y="519"/>
                    </a:lnTo>
                    <a:lnTo>
                      <a:pt x="1759" y="518"/>
                    </a:lnTo>
                    <a:lnTo>
                      <a:pt x="1752" y="517"/>
                    </a:lnTo>
                    <a:lnTo>
                      <a:pt x="1744" y="514"/>
                    </a:lnTo>
                    <a:lnTo>
                      <a:pt x="1736" y="513"/>
                    </a:lnTo>
                    <a:lnTo>
                      <a:pt x="1727" y="511"/>
                    </a:lnTo>
                    <a:lnTo>
                      <a:pt x="1719" y="511"/>
                    </a:lnTo>
                    <a:lnTo>
                      <a:pt x="1712" y="512"/>
                    </a:lnTo>
                    <a:lnTo>
                      <a:pt x="1707" y="514"/>
                    </a:lnTo>
                    <a:lnTo>
                      <a:pt x="1699" y="522"/>
                    </a:lnTo>
                    <a:lnTo>
                      <a:pt x="1690" y="529"/>
                    </a:lnTo>
                    <a:lnTo>
                      <a:pt x="1682" y="537"/>
                    </a:lnTo>
                    <a:lnTo>
                      <a:pt x="1675" y="547"/>
                    </a:lnTo>
                    <a:lnTo>
                      <a:pt x="1672" y="552"/>
                    </a:lnTo>
                    <a:lnTo>
                      <a:pt x="1667" y="557"/>
                    </a:lnTo>
                    <a:lnTo>
                      <a:pt x="1661" y="560"/>
                    </a:lnTo>
                    <a:lnTo>
                      <a:pt x="1655" y="565"/>
                    </a:lnTo>
                    <a:lnTo>
                      <a:pt x="1648" y="568"/>
                    </a:lnTo>
                    <a:lnTo>
                      <a:pt x="1643" y="573"/>
                    </a:lnTo>
                    <a:lnTo>
                      <a:pt x="1637" y="578"/>
                    </a:lnTo>
                    <a:lnTo>
                      <a:pt x="1632" y="582"/>
                    </a:lnTo>
                    <a:lnTo>
                      <a:pt x="1624" y="592"/>
                    </a:lnTo>
                    <a:lnTo>
                      <a:pt x="1616" y="600"/>
                    </a:lnTo>
                    <a:lnTo>
                      <a:pt x="1608" y="608"/>
                    </a:lnTo>
                    <a:lnTo>
                      <a:pt x="1600" y="615"/>
                    </a:lnTo>
                    <a:lnTo>
                      <a:pt x="1596" y="618"/>
                    </a:lnTo>
                    <a:lnTo>
                      <a:pt x="1589" y="623"/>
                    </a:lnTo>
                    <a:lnTo>
                      <a:pt x="1582" y="626"/>
                    </a:lnTo>
                    <a:lnTo>
                      <a:pt x="1575" y="628"/>
                    </a:lnTo>
                    <a:lnTo>
                      <a:pt x="1568" y="632"/>
                    </a:lnTo>
                    <a:lnTo>
                      <a:pt x="1563" y="633"/>
                    </a:lnTo>
                    <a:lnTo>
                      <a:pt x="1559" y="635"/>
                    </a:lnTo>
                    <a:lnTo>
                      <a:pt x="1558" y="635"/>
                    </a:lnTo>
                    <a:lnTo>
                      <a:pt x="1554" y="635"/>
                    </a:lnTo>
                    <a:lnTo>
                      <a:pt x="1547" y="638"/>
                    </a:lnTo>
                    <a:lnTo>
                      <a:pt x="1540" y="645"/>
                    </a:lnTo>
                    <a:lnTo>
                      <a:pt x="1537" y="657"/>
                    </a:lnTo>
                    <a:lnTo>
                      <a:pt x="1541" y="668"/>
                    </a:lnTo>
                    <a:lnTo>
                      <a:pt x="1553" y="672"/>
                    </a:lnTo>
                    <a:lnTo>
                      <a:pt x="1562" y="676"/>
                    </a:lnTo>
                    <a:lnTo>
                      <a:pt x="1566" y="685"/>
                    </a:lnTo>
                    <a:lnTo>
                      <a:pt x="1561" y="693"/>
                    </a:lnTo>
                    <a:lnTo>
                      <a:pt x="1552" y="695"/>
                    </a:lnTo>
                    <a:lnTo>
                      <a:pt x="1543" y="694"/>
                    </a:lnTo>
                    <a:lnTo>
                      <a:pt x="1533" y="696"/>
                    </a:lnTo>
                    <a:lnTo>
                      <a:pt x="1529" y="699"/>
                    </a:lnTo>
                    <a:lnTo>
                      <a:pt x="1525" y="700"/>
                    </a:lnTo>
                    <a:lnTo>
                      <a:pt x="1521" y="702"/>
                    </a:lnTo>
                    <a:lnTo>
                      <a:pt x="1516" y="702"/>
                    </a:lnTo>
                    <a:lnTo>
                      <a:pt x="1510" y="703"/>
                    </a:lnTo>
                    <a:lnTo>
                      <a:pt x="1506" y="703"/>
                    </a:lnTo>
                    <a:lnTo>
                      <a:pt x="1502" y="703"/>
                    </a:lnTo>
                    <a:lnTo>
                      <a:pt x="1498" y="703"/>
                    </a:lnTo>
                    <a:lnTo>
                      <a:pt x="1493" y="703"/>
                    </a:lnTo>
                    <a:lnTo>
                      <a:pt x="1488" y="701"/>
                    </a:lnTo>
                    <a:lnTo>
                      <a:pt x="1483" y="700"/>
                    </a:lnTo>
                    <a:lnTo>
                      <a:pt x="1476" y="699"/>
                    </a:lnTo>
                    <a:lnTo>
                      <a:pt x="1470" y="698"/>
                    </a:lnTo>
                    <a:lnTo>
                      <a:pt x="1463" y="699"/>
                    </a:lnTo>
                    <a:lnTo>
                      <a:pt x="1457" y="702"/>
                    </a:lnTo>
                    <a:lnTo>
                      <a:pt x="1452" y="707"/>
                    </a:lnTo>
                    <a:lnTo>
                      <a:pt x="1445" y="715"/>
                    </a:lnTo>
                    <a:lnTo>
                      <a:pt x="1441" y="716"/>
                    </a:lnTo>
                    <a:lnTo>
                      <a:pt x="1434" y="714"/>
                    </a:lnTo>
                    <a:lnTo>
                      <a:pt x="1419" y="710"/>
                    </a:lnTo>
                    <a:lnTo>
                      <a:pt x="1409" y="709"/>
                    </a:lnTo>
                    <a:lnTo>
                      <a:pt x="1401" y="708"/>
                    </a:lnTo>
                    <a:lnTo>
                      <a:pt x="1393" y="706"/>
                    </a:lnTo>
                    <a:lnTo>
                      <a:pt x="1386" y="704"/>
                    </a:lnTo>
                    <a:lnTo>
                      <a:pt x="1380" y="702"/>
                    </a:lnTo>
                    <a:lnTo>
                      <a:pt x="1377" y="700"/>
                    </a:lnTo>
                    <a:lnTo>
                      <a:pt x="1374" y="696"/>
                    </a:lnTo>
                    <a:lnTo>
                      <a:pt x="1373" y="693"/>
                    </a:lnTo>
                    <a:lnTo>
                      <a:pt x="1373" y="685"/>
                    </a:lnTo>
                    <a:lnTo>
                      <a:pt x="1373" y="676"/>
                    </a:lnTo>
                    <a:lnTo>
                      <a:pt x="1373" y="665"/>
                    </a:lnTo>
                    <a:lnTo>
                      <a:pt x="1373" y="654"/>
                    </a:lnTo>
                    <a:lnTo>
                      <a:pt x="1373" y="640"/>
                    </a:lnTo>
                    <a:lnTo>
                      <a:pt x="1371" y="628"/>
                    </a:lnTo>
                    <a:lnTo>
                      <a:pt x="1366" y="621"/>
                    </a:lnTo>
                    <a:lnTo>
                      <a:pt x="1356" y="618"/>
                    </a:lnTo>
                    <a:lnTo>
                      <a:pt x="1343" y="620"/>
                    </a:lnTo>
                    <a:lnTo>
                      <a:pt x="1335" y="626"/>
                    </a:lnTo>
                    <a:lnTo>
                      <a:pt x="1329" y="633"/>
                    </a:lnTo>
                    <a:lnTo>
                      <a:pt x="1327" y="635"/>
                    </a:lnTo>
                    <a:lnTo>
                      <a:pt x="1324" y="636"/>
                    </a:lnTo>
                    <a:lnTo>
                      <a:pt x="1317" y="640"/>
                    </a:lnTo>
                    <a:lnTo>
                      <a:pt x="1309" y="646"/>
                    </a:lnTo>
                    <a:lnTo>
                      <a:pt x="1305" y="654"/>
                    </a:lnTo>
                    <a:lnTo>
                      <a:pt x="1305" y="668"/>
                    </a:lnTo>
                    <a:lnTo>
                      <a:pt x="1306" y="687"/>
                    </a:lnTo>
                    <a:lnTo>
                      <a:pt x="1309" y="707"/>
                    </a:lnTo>
                    <a:lnTo>
                      <a:pt x="1313" y="721"/>
                    </a:lnTo>
                    <a:lnTo>
                      <a:pt x="1317" y="730"/>
                    </a:lnTo>
                    <a:lnTo>
                      <a:pt x="1316" y="738"/>
                    </a:lnTo>
                    <a:lnTo>
                      <a:pt x="1311" y="744"/>
                    </a:lnTo>
                    <a:lnTo>
                      <a:pt x="1302" y="746"/>
                    </a:lnTo>
                    <a:lnTo>
                      <a:pt x="1295" y="746"/>
                    </a:lnTo>
                    <a:lnTo>
                      <a:pt x="1285" y="746"/>
                    </a:lnTo>
                    <a:lnTo>
                      <a:pt x="1273" y="747"/>
                    </a:lnTo>
                    <a:lnTo>
                      <a:pt x="1260" y="747"/>
                    </a:lnTo>
                    <a:lnTo>
                      <a:pt x="1248" y="747"/>
                    </a:lnTo>
                    <a:lnTo>
                      <a:pt x="1236" y="746"/>
                    </a:lnTo>
                    <a:lnTo>
                      <a:pt x="1227" y="745"/>
                    </a:lnTo>
                    <a:lnTo>
                      <a:pt x="1221" y="742"/>
                    </a:lnTo>
                    <a:lnTo>
                      <a:pt x="1215" y="740"/>
                    </a:lnTo>
                    <a:lnTo>
                      <a:pt x="1209" y="737"/>
                    </a:lnTo>
                    <a:lnTo>
                      <a:pt x="1200" y="734"/>
                    </a:lnTo>
                    <a:lnTo>
                      <a:pt x="1191" y="732"/>
                    </a:lnTo>
                    <a:lnTo>
                      <a:pt x="1183" y="731"/>
                    </a:lnTo>
                    <a:lnTo>
                      <a:pt x="1176" y="729"/>
                    </a:lnTo>
                    <a:lnTo>
                      <a:pt x="1172" y="727"/>
                    </a:lnTo>
                    <a:lnTo>
                      <a:pt x="1171" y="727"/>
                    </a:lnTo>
                    <a:lnTo>
                      <a:pt x="1169" y="725"/>
                    </a:lnTo>
                    <a:lnTo>
                      <a:pt x="1166" y="719"/>
                    </a:lnTo>
                    <a:lnTo>
                      <a:pt x="1159" y="716"/>
                    </a:lnTo>
                    <a:lnTo>
                      <a:pt x="1150" y="717"/>
                    </a:lnTo>
                    <a:lnTo>
                      <a:pt x="1144" y="719"/>
                    </a:lnTo>
                    <a:lnTo>
                      <a:pt x="1137" y="719"/>
                    </a:lnTo>
                    <a:lnTo>
                      <a:pt x="1131" y="719"/>
                    </a:lnTo>
                    <a:lnTo>
                      <a:pt x="1124" y="718"/>
                    </a:lnTo>
                    <a:lnTo>
                      <a:pt x="1119" y="717"/>
                    </a:lnTo>
                    <a:lnTo>
                      <a:pt x="1114" y="715"/>
                    </a:lnTo>
                    <a:lnTo>
                      <a:pt x="1112" y="714"/>
                    </a:lnTo>
                    <a:lnTo>
                      <a:pt x="1111" y="714"/>
                    </a:lnTo>
                    <a:lnTo>
                      <a:pt x="1111" y="712"/>
                    </a:lnTo>
                    <a:lnTo>
                      <a:pt x="1110" y="709"/>
                    </a:lnTo>
                    <a:lnTo>
                      <a:pt x="1107" y="703"/>
                    </a:lnTo>
                    <a:lnTo>
                      <a:pt x="1104" y="698"/>
                    </a:lnTo>
                    <a:lnTo>
                      <a:pt x="1098" y="692"/>
                    </a:lnTo>
                    <a:lnTo>
                      <a:pt x="1091" y="686"/>
                    </a:lnTo>
                    <a:lnTo>
                      <a:pt x="1083" y="683"/>
                    </a:lnTo>
                    <a:lnTo>
                      <a:pt x="1072" y="681"/>
                    </a:lnTo>
                    <a:lnTo>
                      <a:pt x="1059" y="681"/>
                    </a:lnTo>
                    <a:lnTo>
                      <a:pt x="1045" y="681"/>
                    </a:lnTo>
                    <a:lnTo>
                      <a:pt x="1030" y="680"/>
                    </a:lnTo>
                    <a:lnTo>
                      <a:pt x="1017" y="679"/>
                    </a:lnTo>
                    <a:lnTo>
                      <a:pt x="1005" y="679"/>
                    </a:lnTo>
                    <a:lnTo>
                      <a:pt x="995" y="678"/>
                    </a:lnTo>
                    <a:lnTo>
                      <a:pt x="989" y="678"/>
                    </a:lnTo>
                    <a:lnTo>
                      <a:pt x="986" y="678"/>
                    </a:lnTo>
                    <a:lnTo>
                      <a:pt x="986" y="677"/>
                    </a:lnTo>
                    <a:lnTo>
                      <a:pt x="985" y="676"/>
                    </a:lnTo>
                    <a:lnTo>
                      <a:pt x="983" y="672"/>
                    </a:lnTo>
                    <a:lnTo>
                      <a:pt x="979" y="669"/>
                    </a:lnTo>
                    <a:lnTo>
                      <a:pt x="974" y="666"/>
                    </a:lnTo>
                    <a:lnTo>
                      <a:pt x="967" y="663"/>
                    </a:lnTo>
                    <a:lnTo>
                      <a:pt x="959" y="662"/>
                    </a:lnTo>
                    <a:lnTo>
                      <a:pt x="947" y="661"/>
                    </a:lnTo>
                    <a:lnTo>
                      <a:pt x="946" y="659"/>
                    </a:lnTo>
                    <a:lnTo>
                      <a:pt x="944" y="658"/>
                    </a:lnTo>
                    <a:lnTo>
                      <a:pt x="940" y="655"/>
                    </a:lnTo>
                    <a:lnTo>
                      <a:pt x="936" y="651"/>
                    </a:lnTo>
                    <a:lnTo>
                      <a:pt x="930" y="649"/>
                    </a:lnTo>
                    <a:lnTo>
                      <a:pt x="923" y="647"/>
                    </a:lnTo>
                    <a:lnTo>
                      <a:pt x="916" y="646"/>
                    </a:lnTo>
                    <a:lnTo>
                      <a:pt x="908" y="647"/>
                    </a:lnTo>
                    <a:lnTo>
                      <a:pt x="906" y="645"/>
                    </a:lnTo>
                    <a:lnTo>
                      <a:pt x="899" y="640"/>
                    </a:lnTo>
                    <a:lnTo>
                      <a:pt x="888" y="632"/>
                    </a:lnTo>
                    <a:lnTo>
                      <a:pt x="877" y="623"/>
                    </a:lnTo>
                    <a:lnTo>
                      <a:pt x="864" y="615"/>
                    </a:lnTo>
                    <a:lnTo>
                      <a:pt x="852" y="606"/>
                    </a:lnTo>
                    <a:lnTo>
                      <a:pt x="841" y="602"/>
                    </a:lnTo>
                    <a:lnTo>
                      <a:pt x="834" y="600"/>
                    </a:lnTo>
                    <a:lnTo>
                      <a:pt x="826" y="597"/>
                    </a:lnTo>
                    <a:lnTo>
                      <a:pt x="820" y="593"/>
                    </a:lnTo>
                    <a:lnTo>
                      <a:pt x="818" y="588"/>
                    </a:lnTo>
                    <a:lnTo>
                      <a:pt x="817" y="586"/>
                    </a:lnTo>
                    <a:lnTo>
                      <a:pt x="818" y="583"/>
                    </a:lnTo>
                    <a:lnTo>
                      <a:pt x="823" y="578"/>
                    </a:lnTo>
                    <a:lnTo>
                      <a:pt x="827" y="570"/>
                    </a:lnTo>
                    <a:lnTo>
                      <a:pt x="831" y="557"/>
                    </a:lnTo>
                    <a:lnTo>
                      <a:pt x="833" y="544"/>
                    </a:lnTo>
                    <a:lnTo>
                      <a:pt x="837" y="532"/>
                    </a:lnTo>
                    <a:lnTo>
                      <a:pt x="842" y="522"/>
                    </a:lnTo>
                    <a:lnTo>
                      <a:pt x="849" y="514"/>
                    </a:lnTo>
                    <a:lnTo>
                      <a:pt x="857" y="509"/>
                    </a:lnTo>
                    <a:lnTo>
                      <a:pt x="863" y="502"/>
                    </a:lnTo>
                    <a:lnTo>
                      <a:pt x="863" y="492"/>
                    </a:lnTo>
                    <a:lnTo>
                      <a:pt x="856" y="483"/>
                    </a:lnTo>
                    <a:lnTo>
                      <a:pt x="849" y="477"/>
                    </a:lnTo>
                    <a:lnTo>
                      <a:pt x="841" y="473"/>
                    </a:lnTo>
                    <a:lnTo>
                      <a:pt x="832" y="467"/>
                    </a:lnTo>
                    <a:lnTo>
                      <a:pt x="825" y="464"/>
                    </a:lnTo>
                    <a:lnTo>
                      <a:pt x="817" y="459"/>
                    </a:lnTo>
                    <a:lnTo>
                      <a:pt x="811" y="457"/>
                    </a:lnTo>
                    <a:lnTo>
                      <a:pt x="808" y="456"/>
                    </a:lnTo>
                    <a:lnTo>
                      <a:pt x="807" y="454"/>
                    </a:lnTo>
                    <a:lnTo>
                      <a:pt x="804" y="451"/>
                    </a:lnTo>
                    <a:lnTo>
                      <a:pt x="799" y="442"/>
                    </a:lnTo>
                    <a:lnTo>
                      <a:pt x="789" y="431"/>
                    </a:lnTo>
                    <a:lnTo>
                      <a:pt x="778" y="426"/>
                    </a:lnTo>
                    <a:lnTo>
                      <a:pt x="765" y="422"/>
                    </a:lnTo>
                    <a:lnTo>
                      <a:pt x="755" y="419"/>
                    </a:lnTo>
                    <a:lnTo>
                      <a:pt x="748" y="416"/>
                    </a:lnTo>
                    <a:lnTo>
                      <a:pt x="746" y="415"/>
                    </a:lnTo>
                    <a:lnTo>
                      <a:pt x="743" y="413"/>
                    </a:lnTo>
                    <a:lnTo>
                      <a:pt x="739" y="407"/>
                    </a:lnTo>
                    <a:lnTo>
                      <a:pt x="733" y="397"/>
                    </a:lnTo>
                    <a:lnTo>
                      <a:pt x="725" y="383"/>
                    </a:lnTo>
                    <a:lnTo>
                      <a:pt x="720" y="374"/>
                    </a:lnTo>
                    <a:lnTo>
                      <a:pt x="721" y="373"/>
                    </a:lnTo>
                    <a:lnTo>
                      <a:pt x="720" y="371"/>
                    </a:lnTo>
                    <a:lnTo>
                      <a:pt x="714" y="362"/>
                    </a:lnTo>
                    <a:lnTo>
                      <a:pt x="710" y="356"/>
                    </a:lnTo>
                    <a:lnTo>
                      <a:pt x="706" y="351"/>
                    </a:lnTo>
                    <a:lnTo>
                      <a:pt x="704" y="346"/>
                    </a:lnTo>
                    <a:lnTo>
                      <a:pt x="702" y="343"/>
                    </a:lnTo>
                    <a:lnTo>
                      <a:pt x="702" y="340"/>
                    </a:lnTo>
                    <a:lnTo>
                      <a:pt x="703" y="338"/>
                    </a:lnTo>
                    <a:lnTo>
                      <a:pt x="704" y="336"/>
                    </a:lnTo>
                    <a:lnTo>
                      <a:pt x="705" y="333"/>
                    </a:lnTo>
                    <a:lnTo>
                      <a:pt x="710" y="330"/>
                    </a:lnTo>
                    <a:lnTo>
                      <a:pt x="716" y="332"/>
                    </a:lnTo>
                    <a:lnTo>
                      <a:pt x="723" y="339"/>
                    </a:lnTo>
                    <a:lnTo>
                      <a:pt x="731" y="348"/>
                    </a:lnTo>
                    <a:lnTo>
                      <a:pt x="735" y="351"/>
                    </a:lnTo>
                    <a:lnTo>
                      <a:pt x="739" y="352"/>
                    </a:lnTo>
                    <a:lnTo>
                      <a:pt x="743" y="351"/>
                    </a:lnTo>
                    <a:lnTo>
                      <a:pt x="748" y="348"/>
                    </a:lnTo>
                    <a:lnTo>
                      <a:pt x="752" y="346"/>
                    </a:lnTo>
                    <a:lnTo>
                      <a:pt x="757" y="343"/>
                    </a:lnTo>
                    <a:lnTo>
                      <a:pt x="762" y="339"/>
                    </a:lnTo>
                    <a:lnTo>
                      <a:pt x="766" y="336"/>
                    </a:lnTo>
                    <a:lnTo>
                      <a:pt x="771" y="327"/>
                    </a:lnTo>
                    <a:lnTo>
                      <a:pt x="770" y="314"/>
                    </a:lnTo>
                    <a:lnTo>
                      <a:pt x="764" y="302"/>
                    </a:lnTo>
                    <a:lnTo>
                      <a:pt x="757" y="293"/>
                    </a:lnTo>
                    <a:lnTo>
                      <a:pt x="754" y="290"/>
                    </a:lnTo>
                    <a:lnTo>
                      <a:pt x="751" y="285"/>
                    </a:lnTo>
                    <a:lnTo>
                      <a:pt x="750" y="279"/>
                    </a:lnTo>
                    <a:lnTo>
                      <a:pt x="748" y="274"/>
                    </a:lnTo>
                    <a:lnTo>
                      <a:pt x="748" y="271"/>
                    </a:lnTo>
                    <a:lnTo>
                      <a:pt x="748" y="269"/>
                    </a:lnTo>
                    <a:lnTo>
                      <a:pt x="747" y="267"/>
                    </a:lnTo>
                    <a:lnTo>
                      <a:pt x="746" y="264"/>
                    </a:lnTo>
                    <a:lnTo>
                      <a:pt x="744" y="261"/>
                    </a:lnTo>
                    <a:lnTo>
                      <a:pt x="742" y="257"/>
                    </a:lnTo>
                    <a:lnTo>
                      <a:pt x="741" y="254"/>
                    </a:lnTo>
                    <a:lnTo>
                      <a:pt x="739" y="250"/>
                    </a:lnTo>
                    <a:lnTo>
                      <a:pt x="735" y="244"/>
                    </a:lnTo>
                    <a:lnTo>
                      <a:pt x="738" y="238"/>
                    </a:lnTo>
                    <a:lnTo>
                      <a:pt x="744" y="234"/>
                    </a:lnTo>
                    <a:lnTo>
                      <a:pt x="754" y="233"/>
                    </a:lnTo>
                    <a:lnTo>
                      <a:pt x="761" y="231"/>
                    </a:lnTo>
                    <a:lnTo>
                      <a:pt x="765" y="227"/>
                    </a:lnTo>
                    <a:lnTo>
                      <a:pt x="766" y="223"/>
                    </a:lnTo>
                    <a:lnTo>
                      <a:pt x="767" y="216"/>
                    </a:lnTo>
                    <a:lnTo>
                      <a:pt x="769" y="211"/>
                    </a:lnTo>
                    <a:lnTo>
                      <a:pt x="772" y="206"/>
                    </a:lnTo>
                    <a:lnTo>
                      <a:pt x="776" y="200"/>
                    </a:lnTo>
                    <a:lnTo>
                      <a:pt x="780" y="193"/>
                    </a:lnTo>
                    <a:lnTo>
                      <a:pt x="786" y="186"/>
                    </a:lnTo>
                    <a:lnTo>
                      <a:pt x="792" y="179"/>
                    </a:lnTo>
                    <a:lnTo>
                      <a:pt x="797" y="172"/>
                    </a:lnTo>
                    <a:lnTo>
                      <a:pt x="803" y="165"/>
                    </a:lnTo>
                    <a:lnTo>
                      <a:pt x="810" y="150"/>
                    </a:lnTo>
                    <a:lnTo>
                      <a:pt x="811" y="134"/>
                    </a:lnTo>
                    <a:lnTo>
                      <a:pt x="807" y="120"/>
                    </a:lnTo>
                    <a:lnTo>
                      <a:pt x="800" y="112"/>
                    </a:lnTo>
                    <a:lnTo>
                      <a:pt x="792" y="108"/>
                    </a:lnTo>
                    <a:lnTo>
                      <a:pt x="784" y="101"/>
                    </a:lnTo>
                    <a:lnTo>
                      <a:pt x="776" y="93"/>
                    </a:lnTo>
                    <a:lnTo>
                      <a:pt x="766" y="82"/>
                    </a:lnTo>
                    <a:lnTo>
                      <a:pt x="761" y="78"/>
                    </a:lnTo>
                    <a:lnTo>
                      <a:pt x="752" y="76"/>
                    </a:lnTo>
                    <a:lnTo>
                      <a:pt x="743" y="76"/>
                    </a:lnTo>
                    <a:lnTo>
                      <a:pt x="733" y="79"/>
                    </a:lnTo>
                    <a:lnTo>
                      <a:pt x="721" y="82"/>
                    </a:lnTo>
                    <a:lnTo>
                      <a:pt x="710" y="87"/>
                    </a:lnTo>
                    <a:lnTo>
                      <a:pt x="698" y="93"/>
                    </a:lnTo>
                    <a:lnTo>
                      <a:pt x="688" y="98"/>
                    </a:lnTo>
                    <a:lnTo>
                      <a:pt x="680" y="104"/>
                    </a:lnTo>
                    <a:lnTo>
                      <a:pt x="674" y="109"/>
                    </a:lnTo>
                    <a:lnTo>
                      <a:pt x="668" y="115"/>
                    </a:lnTo>
                    <a:lnTo>
                      <a:pt x="665" y="119"/>
                    </a:lnTo>
                    <a:lnTo>
                      <a:pt x="660" y="116"/>
                    </a:lnTo>
                    <a:lnTo>
                      <a:pt x="656" y="113"/>
                    </a:lnTo>
                    <a:lnTo>
                      <a:pt x="649" y="112"/>
                    </a:lnTo>
                    <a:lnTo>
                      <a:pt x="643" y="112"/>
                    </a:lnTo>
                    <a:lnTo>
                      <a:pt x="636" y="112"/>
                    </a:lnTo>
                    <a:lnTo>
                      <a:pt x="630" y="111"/>
                    </a:lnTo>
                    <a:lnTo>
                      <a:pt x="626" y="111"/>
                    </a:lnTo>
                    <a:lnTo>
                      <a:pt x="622" y="109"/>
                    </a:lnTo>
                    <a:lnTo>
                      <a:pt x="619" y="106"/>
                    </a:lnTo>
                    <a:lnTo>
                      <a:pt x="615" y="105"/>
                    </a:lnTo>
                    <a:lnTo>
                      <a:pt x="610" y="104"/>
                    </a:lnTo>
                    <a:lnTo>
                      <a:pt x="605" y="103"/>
                    </a:lnTo>
                    <a:lnTo>
                      <a:pt x="599" y="103"/>
                    </a:lnTo>
                    <a:lnTo>
                      <a:pt x="595" y="101"/>
                    </a:lnTo>
                    <a:lnTo>
                      <a:pt x="590" y="98"/>
                    </a:lnTo>
                    <a:lnTo>
                      <a:pt x="587" y="95"/>
                    </a:lnTo>
                    <a:lnTo>
                      <a:pt x="581" y="89"/>
                    </a:lnTo>
                    <a:lnTo>
                      <a:pt x="576" y="86"/>
                    </a:lnTo>
                    <a:lnTo>
                      <a:pt x="571" y="83"/>
                    </a:lnTo>
                    <a:lnTo>
                      <a:pt x="564" y="80"/>
                    </a:lnTo>
                    <a:lnTo>
                      <a:pt x="557" y="74"/>
                    </a:lnTo>
                    <a:lnTo>
                      <a:pt x="551" y="68"/>
                    </a:lnTo>
                    <a:lnTo>
                      <a:pt x="549" y="62"/>
                    </a:lnTo>
                    <a:lnTo>
                      <a:pt x="549" y="53"/>
                    </a:lnTo>
                    <a:lnTo>
                      <a:pt x="550" y="44"/>
                    </a:lnTo>
                    <a:lnTo>
                      <a:pt x="546" y="36"/>
                    </a:lnTo>
                    <a:lnTo>
                      <a:pt x="541" y="30"/>
                    </a:lnTo>
                    <a:lnTo>
                      <a:pt x="534" y="28"/>
                    </a:lnTo>
                    <a:lnTo>
                      <a:pt x="528" y="27"/>
                    </a:lnTo>
                    <a:lnTo>
                      <a:pt x="523" y="23"/>
                    </a:lnTo>
                    <a:lnTo>
                      <a:pt x="519" y="18"/>
                    </a:lnTo>
                    <a:lnTo>
                      <a:pt x="515" y="10"/>
                    </a:lnTo>
                    <a:lnTo>
                      <a:pt x="509" y="4"/>
                    </a:lnTo>
                    <a:lnTo>
                      <a:pt x="501" y="2"/>
                    </a:lnTo>
                    <a:lnTo>
                      <a:pt x="491" y="3"/>
                    </a:lnTo>
                    <a:lnTo>
                      <a:pt x="483" y="2"/>
                    </a:lnTo>
                    <a:lnTo>
                      <a:pt x="480" y="0"/>
                    </a:lnTo>
                    <a:lnTo>
                      <a:pt x="475" y="0"/>
                    </a:lnTo>
                    <a:lnTo>
                      <a:pt x="470" y="0"/>
                    </a:lnTo>
                    <a:lnTo>
                      <a:pt x="466" y="2"/>
                    </a:lnTo>
                    <a:lnTo>
                      <a:pt x="461" y="3"/>
                    </a:lnTo>
                    <a:lnTo>
                      <a:pt x="457" y="5"/>
                    </a:lnTo>
                    <a:lnTo>
                      <a:pt x="452" y="7"/>
                    </a:lnTo>
                    <a:lnTo>
                      <a:pt x="448" y="10"/>
                    </a:lnTo>
                    <a:lnTo>
                      <a:pt x="445" y="13"/>
                    </a:lnTo>
                    <a:lnTo>
                      <a:pt x="440" y="15"/>
                    </a:lnTo>
                    <a:lnTo>
                      <a:pt x="435" y="18"/>
                    </a:lnTo>
                    <a:lnTo>
                      <a:pt x="430" y="19"/>
                    </a:lnTo>
                    <a:lnTo>
                      <a:pt x="424" y="20"/>
                    </a:lnTo>
                    <a:lnTo>
                      <a:pt x="419" y="21"/>
                    </a:lnTo>
                    <a:lnTo>
                      <a:pt x="414" y="21"/>
                    </a:lnTo>
                    <a:lnTo>
                      <a:pt x="410" y="21"/>
                    </a:lnTo>
                    <a:lnTo>
                      <a:pt x="404" y="21"/>
                    </a:lnTo>
                    <a:lnTo>
                      <a:pt x="395" y="23"/>
                    </a:lnTo>
                    <a:lnTo>
                      <a:pt x="386" y="26"/>
                    </a:lnTo>
                    <a:lnTo>
                      <a:pt x="379" y="29"/>
                    </a:lnTo>
                    <a:lnTo>
                      <a:pt x="372" y="36"/>
                    </a:lnTo>
                    <a:lnTo>
                      <a:pt x="362" y="45"/>
                    </a:lnTo>
                    <a:lnTo>
                      <a:pt x="353" y="56"/>
                    </a:lnTo>
                    <a:lnTo>
                      <a:pt x="347" y="63"/>
                    </a:lnTo>
                    <a:lnTo>
                      <a:pt x="346" y="67"/>
                    </a:lnTo>
                    <a:lnTo>
                      <a:pt x="348" y="72"/>
                    </a:lnTo>
                    <a:lnTo>
                      <a:pt x="353" y="75"/>
                    </a:lnTo>
                    <a:lnTo>
                      <a:pt x="360" y="78"/>
                    </a:lnTo>
                    <a:lnTo>
                      <a:pt x="363" y="79"/>
                    </a:lnTo>
                    <a:lnTo>
                      <a:pt x="367" y="81"/>
                    </a:lnTo>
                    <a:lnTo>
                      <a:pt x="370" y="83"/>
                    </a:lnTo>
                    <a:lnTo>
                      <a:pt x="374" y="87"/>
                    </a:lnTo>
                    <a:lnTo>
                      <a:pt x="378" y="90"/>
                    </a:lnTo>
                    <a:lnTo>
                      <a:pt x="384" y="94"/>
                    </a:lnTo>
                    <a:lnTo>
                      <a:pt x="390" y="98"/>
                    </a:lnTo>
                    <a:lnTo>
                      <a:pt x="397" y="102"/>
                    </a:lnTo>
                    <a:lnTo>
                      <a:pt x="409" y="111"/>
                    </a:lnTo>
                    <a:lnTo>
                      <a:pt x="419" y="123"/>
                    </a:lnTo>
                    <a:lnTo>
                      <a:pt x="424" y="134"/>
                    </a:lnTo>
                    <a:lnTo>
                      <a:pt x="427" y="142"/>
                    </a:lnTo>
                    <a:lnTo>
                      <a:pt x="423" y="150"/>
                    </a:lnTo>
                    <a:lnTo>
                      <a:pt x="415" y="161"/>
                    </a:lnTo>
                    <a:lnTo>
                      <a:pt x="406" y="172"/>
                    </a:lnTo>
                    <a:lnTo>
                      <a:pt x="398" y="179"/>
                    </a:lnTo>
                    <a:lnTo>
                      <a:pt x="394" y="185"/>
                    </a:lnTo>
                    <a:lnTo>
                      <a:pt x="393" y="193"/>
                    </a:lnTo>
                    <a:lnTo>
                      <a:pt x="394" y="203"/>
                    </a:lnTo>
                    <a:lnTo>
                      <a:pt x="397" y="215"/>
                    </a:lnTo>
                    <a:lnTo>
                      <a:pt x="398" y="231"/>
                    </a:lnTo>
                    <a:lnTo>
                      <a:pt x="399" y="249"/>
                    </a:lnTo>
                    <a:lnTo>
                      <a:pt x="400" y="268"/>
                    </a:lnTo>
                    <a:lnTo>
                      <a:pt x="404" y="280"/>
                    </a:lnTo>
                    <a:lnTo>
                      <a:pt x="407" y="285"/>
                    </a:lnTo>
                    <a:lnTo>
                      <a:pt x="412" y="290"/>
                    </a:lnTo>
                    <a:lnTo>
                      <a:pt x="417" y="293"/>
                    </a:lnTo>
                    <a:lnTo>
                      <a:pt x="424" y="298"/>
                    </a:lnTo>
                    <a:lnTo>
                      <a:pt x="430" y="301"/>
                    </a:lnTo>
                    <a:lnTo>
                      <a:pt x="436" y="303"/>
                    </a:lnTo>
                    <a:lnTo>
                      <a:pt x="442" y="306"/>
                    </a:lnTo>
                    <a:lnTo>
                      <a:pt x="447" y="308"/>
                    </a:lnTo>
                    <a:lnTo>
                      <a:pt x="447" y="309"/>
                    </a:lnTo>
                    <a:lnTo>
                      <a:pt x="447" y="317"/>
                    </a:lnTo>
                    <a:lnTo>
                      <a:pt x="448" y="324"/>
                    </a:lnTo>
                    <a:lnTo>
                      <a:pt x="453" y="330"/>
                    </a:lnTo>
                    <a:lnTo>
                      <a:pt x="458" y="335"/>
                    </a:lnTo>
                    <a:lnTo>
                      <a:pt x="463" y="338"/>
                    </a:lnTo>
                    <a:lnTo>
                      <a:pt x="469" y="340"/>
                    </a:lnTo>
                    <a:lnTo>
                      <a:pt x="476" y="343"/>
                    </a:lnTo>
                    <a:lnTo>
                      <a:pt x="483" y="344"/>
                    </a:lnTo>
                    <a:lnTo>
                      <a:pt x="488" y="345"/>
                    </a:lnTo>
                    <a:lnTo>
                      <a:pt x="490" y="347"/>
                    </a:lnTo>
                    <a:lnTo>
                      <a:pt x="489" y="350"/>
                    </a:lnTo>
                    <a:lnTo>
                      <a:pt x="485" y="351"/>
                    </a:lnTo>
                    <a:lnTo>
                      <a:pt x="481" y="353"/>
                    </a:lnTo>
                    <a:lnTo>
                      <a:pt x="475" y="355"/>
                    </a:lnTo>
                    <a:lnTo>
                      <a:pt x="470" y="358"/>
                    </a:lnTo>
                    <a:lnTo>
                      <a:pt x="466" y="359"/>
                    </a:lnTo>
                    <a:lnTo>
                      <a:pt x="457" y="362"/>
                    </a:lnTo>
                    <a:lnTo>
                      <a:pt x="448" y="367"/>
                    </a:lnTo>
                    <a:lnTo>
                      <a:pt x="443" y="375"/>
                    </a:lnTo>
                    <a:lnTo>
                      <a:pt x="440" y="386"/>
                    </a:lnTo>
                    <a:lnTo>
                      <a:pt x="439" y="400"/>
                    </a:lnTo>
                    <a:lnTo>
                      <a:pt x="437" y="415"/>
                    </a:lnTo>
                    <a:lnTo>
                      <a:pt x="433" y="428"/>
                    </a:lnTo>
                    <a:lnTo>
                      <a:pt x="427" y="441"/>
                    </a:lnTo>
                    <a:lnTo>
                      <a:pt x="416" y="452"/>
                    </a:lnTo>
                    <a:lnTo>
                      <a:pt x="406" y="465"/>
                    </a:lnTo>
                    <a:lnTo>
                      <a:pt x="398" y="479"/>
                    </a:lnTo>
                    <a:lnTo>
                      <a:pt x="394" y="490"/>
                    </a:lnTo>
                    <a:lnTo>
                      <a:pt x="391" y="497"/>
                    </a:lnTo>
                    <a:lnTo>
                      <a:pt x="382" y="502"/>
                    </a:lnTo>
                    <a:lnTo>
                      <a:pt x="371" y="507"/>
                    </a:lnTo>
                    <a:lnTo>
                      <a:pt x="362" y="519"/>
                    </a:lnTo>
                    <a:lnTo>
                      <a:pt x="354" y="532"/>
                    </a:lnTo>
                    <a:lnTo>
                      <a:pt x="346" y="541"/>
                    </a:lnTo>
                    <a:lnTo>
                      <a:pt x="340" y="550"/>
                    </a:lnTo>
                    <a:lnTo>
                      <a:pt x="338" y="562"/>
                    </a:lnTo>
                    <a:lnTo>
                      <a:pt x="337" y="567"/>
                    </a:lnTo>
                    <a:lnTo>
                      <a:pt x="332" y="571"/>
                    </a:lnTo>
                    <a:lnTo>
                      <a:pt x="326" y="572"/>
                    </a:lnTo>
                    <a:lnTo>
                      <a:pt x="319" y="574"/>
                    </a:lnTo>
                    <a:lnTo>
                      <a:pt x="311" y="575"/>
                    </a:lnTo>
                    <a:lnTo>
                      <a:pt x="305" y="579"/>
                    </a:lnTo>
                    <a:lnTo>
                      <a:pt x="299" y="582"/>
                    </a:lnTo>
                    <a:lnTo>
                      <a:pt x="295" y="589"/>
                    </a:lnTo>
                    <a:lnTo>
                      <a:pt x="288" y="604"/>
                    </a:lnTo>
                    <a:lnTo>
                      <a:pt x="279" y="617"/>
                    </a:lnTo>
                    <a:lnTo>
                      <a:pt x="271" y="628"/>
                    </a:lnTo>
                    <a:lnTo>
                      <a:pt x="266" y="639"/>
                    </a:lnTo>
                    <a:lnTo>
                      <a:pt x="224" y="650"/>
                    </a:lnTo>
                    <a:lnTo>
                      <a:pt x="223" y="651"/>
                    </a:lnTo>
                    <a:lnTo>
                      <a:pt x="218" y="653"/>
                    </a:lnTo>
                    <a:lnTo>
                      <a:pt x="212" y="651"/>
                    </a:lnTo>
                    <a:lnTo>
                      <a:pt x="207" y="647"/>
                    </a:lnTo>
                    <a:lnTo>
                      <a:pt x="201" y="638"/>
                    </a:lnTo>
                    <a:lnTo>
                      <a:pt x="194" y="631"/>
                    </a:lnTo>
                    <a:lnTo>
                      <a:pt x="186" y="627"/>
                    </a:lnTo>
                    <a:lnTo>
                      <a:pt x="174" y="628"/>
                    </a:lnTo>
                    <a:lnTo>
                      <a:pt x="167" y="632"/>
                    </a:lnTo>
                    <a:lnTo>
                      <a:pt x="161" y="638"/>
                    </a:lnTo>
                    <a:lnTo>
                      <a:pt x="155" y="643"/>
                    </a:lnTo>
                    <a:lnTo>
                      <a:pt x="150" y="650"/>
                    </a:lnTo>
                    <a:lnTo>
                      <a:pt x="146" y="657"/>
                    </a:lnTo>
                    <a:lnTo>
                      <a:pt x="142" y="663"/>
                    </a:lnTo>
                    <a:lnTo>
                      <a:pt x="140" y="666"/>
                    </a:lnTo>
                    <a:lnTo>
                      <a:pt x="139" y="668"/>
                    </a:lnTo>
                    <a:lnTo>
                      <a:pt x="134" y="670"/>
                    </a:lnTo>
                    <a:lnTo>
                      <a:pt x="123" y="677"/>
                    </a:lnTo>
                    <a:lnTo>
                      <a:pt x="111" y="689"/>
                    </a:lnTo>
                    <a:lnTo>
                      <a:pt x="106" y="710"/>
                    </a:lnTo>
                    <a:lnTo>
                      <a:pt x="109" y="732"/>
                    </a:lnTo>
                    <a:lnTo>
                      <a:pt x="116" y="747"/>
                    </a:lnTo>
                    <a:lnTo>
                      <a:pt x="125" y="757"/>
                    </a:lnTo>
                    <a:lnTo>
                      <a:pt x="135" y="763"/>
                    </a:lnTo>
                    <a:lnTo>
                      <a:pt x="136" y="770"/>
                    </a:lnTo>
                    <a:lnTo>
                      <a:pt x="139" y="787"/>
                    </a:lnTo>
                    <a:lnTo>
                      <a:pt x="144" y="806"/>
                    </a:lnTo>
                    <a:lnTo>
                      <a:pt x="152" y="817"/>
                    </a:lnTo>
                    <a:lnTo>
                      <a:pt x="164" y="827"/>
                    </a:lnTo>
                    <a:lnTo>
                      <a:pt x="174" y="842"/>
                    </a:lnTo>
                    <a:lnTo>
                      <a:pt x="181" y="854"/>
                    </a:lnTo>
                    <a:lnTo>
                      <a:pt x="185" y="860"/>
                    </a:lnTo>
                    <a:lnTo>
                      <a:pt x="188" y="913"/>
                    </a:lnTo>
                    <a:lnTo>
                      <a:pt x="187" y="912"/>
                    </a:lnTo>
                    <a:lnTo>
                      <a:pt x="185" y="908"/>
                    </a:lnTo>
                    <a:lnTo>
                      <a:pt x="181" y="905"/>
                    </a:lnTo>
                    <a:lnTo>
                      <a:pt x="176" y="900"/>
                    </a:lnTo>
                    <a:lnTo>
                      <a:pt x="167" y="898"/>
                    </a:lnTo>
                    <a:lnTo>
                      <a:pt x="158" y="897"/>
                    </a:lnTo>
                    <a:lnTo>
                      <a:pt x="148" y="898"/>
                    </a:lnTo>
                    <a:lnTo>
                      <a:pt x="135" y="903"/>
                    </a:lnTo>
                    <a:lnTo>
                      <a:pt x="133" y="903"/>
                    </a:lnTo>
                    <a:lnTo>
                      <a:pt x="126" y="900"/>
                    </a:lnTo>
                    <a:lnTo>
                      <a:pt x="116" y="899"/>
                    </a:lnTo>
                    <a:lnTo>
                      <a:pt x="103" y="897"/>
                    </a:lnTo>
                    <a:lnTo>
                      <a:pt x="90" y="895"/>
                    </a:lnTo>
                    <a:lnTo>
                      <a:pt x="78" y="893"/>
                    </a:lnTo>
                    <a:lnTo>
                      <a:pt x="67" y="891"/>
                    </a:lnTo>
                    <a:lnTo>
                      <a:pt x="60" y="891"/>
                    </a:lnTo>
                    <a:lnTo>
                      <a:pt x="51" y="896"/>
                    </a:lnTo>
                    <a:lnTo>
                      <a:pt x="45" y="905"/>
                    </a:lnTo>
                    <a:lnTo>
                      <a:pt x="41" y="915"/>
                    </a:lnTo>
                    <a:lnTo>
                      <a:pt x="40" y="920"/>
                    </a:lnTo>
                    <a:lnTo>
                      <a:pt x="38" y="920"/>
                    </a:lnTo>
                    <a:lnTo>
                      <a:pt x="35" y="920"/>
                    </a:lnTo>
                    <a:lnTo>
                      <a:pt x="29" y="921"/>
                    </a:lnTo>
                    <a:lnTo>
                      <a:pt x="22" y="922"/>
                    </a:lnTo>
                    <a:lnTo>
                      <a:pt x="15" y="924"/>
                    </a:lnTo>
                    <a:lnTo>
                      <a:pt x="10" y="927"/>
                    </a:lnTo>
                    <a:lnTo>
                      <a:pt x="4" y="931"/>
                    </a:lnTo>
                    <a:lnTo>
                      <a:pt x="0" y="937"/>
                    </a:lnTo>
                    <a:lnTo>
                      <a:pt x="3" y="937"/>
                    </a:lnTo>
                    <a:lnTo>
                      <a:pt x="9" y="939"/>
                    </a:lnTo>
                    <a:lnTo>
                      <a:pt x="15" y="943"/>
                    </a:lnTo>
                    <a:lnTo>
                      <a:pt x="21" y="952"/>
                    </a:lnTo>
                    <a:lnTo>
                      <a:pt x="50" y="941"/>
                    </a:lnTo>
                    <a:lnTo>
                      <a:pt x="49" y="944"/>
                    </a:lnTo>
                    <a:lnTo>
                      <a:pt x="44" y="952"/>
                    </a:lnTo>
                    <a:lnTo>
                      <a:pt x="37" y="960"/>
                    </a:lnTo>
                    <a:lnTo>
                      <a:pt x="28" y="966"/>
                    </a:lnTo>
                    <a:lnTo>
                      <a:pt x="32" y="969"/>
                    </a:lnTo>
                    <a:lnTo>
                      <a:pt x="38" y="979"/>
                    </a:lnTo>
                    <a:lnTo>
                      <a:pt x="48" y="990"/>
                    </a:lnTo>
                    <a:lnTo>
                      <a:pt x="57" y="1002"/>
                    </a:lnTo>
                    <a:lnTo>
                      <a:pt x="62" y="1006"/>
                    </a:lnTo>
                    <a:lnTo>
                      <a:pt x="65" y="1011"/>
                    </a:lnTo>
                    <a:lnTo>
                      <a:pt x="71" y="1014"/>
                    </a:lnTo>
                    <a:lnTo>
                      <a:pt x="75" y="1017"/>
                    </a:lnTo>
                    <a:lnTo>
                      <a:pt x="81" y="1019"/>
                    </a:lnTo>
                    <a:lnTo>
                      <a:pt x="87" y="1021"/>
                    </a:lnTo>
                    <a:lnTo>
                      <a:pt x="93" y="1022"/>
                    </a:lnTo>
                    <a:lnTo>
                      <a:pt x="100" y="1022"/>
                    </a:lnTo>
                    <a:lnTo>
                      <a:pt x="106" y="1022"/>
                    </a:lnTo>
                    <a:lnTo>
                      <a:pt x="114" y="1021"/>
                    </a:lnTo>
                    <a:lnTo>
                      <a:pt x="121" y="1019"/>
                    </a:lnTo>
                    <a:lnTo>
                      <a:pt x="129" y="1017"/>
                    </a:lnTo>
                    <a:lnTo>
                      <a:pt x="135" y="1016"/>
                    </a:lnTo>
                    <a:lnTo>
                      <a:pt x="141" y="1013"/>
                    </a:lnTo>
                    <a:lnTo>
                      <a:pt x="144" y="1012"/>
                    </a:lnTo>
                    <a:lnTo>
                      <a:pt x="146" y="1012"/>
                    </a:lnTo>
                    <a:lnTo>
                      <a:pt x="147" y="1016"/>
                    </a:lnTo>
                    <a:lnTo>
                      <a:pt x="149" y="1024"/>
                    </a:lnTo>
                    <a:lnTo>
                      <a:pt x="149" y="1034"/>
                    </a:lnTo>
                    <a:lnTo>
                      <a:pt x="142" y="1041"/>
                    </a:lnTo>
                    <a:lnTo>
                      <a:pt x="133" y="1044"/>
                    </a:lnTo>
                    <a:lnTo>
                      <a:pt x="125" y="1045"/>
                    </a:lnTo>
                    <a:lnTo>
                      <a:pt x="118" y="1048"/>
                    </a:lnTo>
                    <a:lnTo>
                      <a:pt x="110" y="1051"/>
                    </a:lnTo>
                    <a:lnTo>
                      <a:pt x="101" y="1055"/>
                    </a:lnTo>
                    <a:lnTo>
                      <a:pt x="90" y="1056"/>
                    </a:lnTo>
                    <a:lnTo>
                      <a:pt x="82" y="1055"/>
                    </a:lnTo>
                    <a:lnTo>
                      <a:pt x="79" y="1055"/>
                    </a:lnTo>
                    <a:lnTo>
                      <a:pt x="60" y="1048"/>
                    </a:lnTo>
                    <a:lnTo>
                      <a:pt x="64" y="1065"/>
                    </a:lnTo>
                    <a:lnTo>
                      <a:pt x="67" y="1069"/>
                    </a:lnTo>
                    <a:lnTo>
                      <a:pt x="75" y="1075"/>
                    </a:lnTo>
                    <a:lnTo>
                      <a:pt x="86" y="1087"/>
                    </a:lnTo>
                    <a:lnTo>
                      <a:pt x="93" y="1097"/>
                    </a:lnTo>
                    <a:lnTo>
                      <a:pt x="96" y="1103"/>
                    </a:lnTo>
                    <a:lnTo>
                      <a:pt x="100" y="1111"/>
                    </a:lnTo>
                    <a:lnTo>
                      <a:pt x="104" y="1119"/>
                    </a:lnTo>
                    <a:lnTo>
                      <a:pt x="110" y="1128"/>
                    </a:lnTo>
                    <a:lnTo>
                      <a:pt x="117" y="1138"/>
                    </a:lnTo>
                    <a:lnTo>
                      <a:pt x="124" y="1147"/>
                    </a:lnTo>
                    <a:lnTo>
                      <a:pt x="131" y="1154"/>
                    </a:lnTo>
                    <a:lnTo>
                      <a:pt x="139" y="1161"/>
                    </a:lnTo>
                    <a:lnTo>
                      <a:pt x="146" y="1165"/>
                    </a:lnTo>
                    <a:lnTo>
                      <a:pt x="151" y="1169"/>
                    </a:lnTo>
                    <a:lnTo>
                      <a:pt x="156" y="1172"/>
                    </a:lnTo>
                    <a:lnTo>
                      <a:pt x="161" y="1174"/>
                    </a:lnTo>
                    <a:lnTo>
                      <a:pt x="164" y="1176"/>
                    </a:lnTo>
                    <a:lnTo>
                      <a:pt x="170" y="1177"/>
                    </a:lnTo>
                    <a:lnTo>
                      <a:pt x="177" y="1178"/>
                    </a:lnTo>
                    <a:lnTo>
                      <a:pt x="185" y="1178"/>
                    </a:lnTo>
                    <a:lnTo>
                      <a:pt x="195" y="1177"/>
                    </a:lnTo>
                    <a:lnTo>
                      <a:pt x="205" y="1174"/>
                    </a:lnTo>
                    <a:lnTo>
                      <a:pt x="216" y="1171"/>
                    </a:lnTo>
                    <a:lnTo>
                      <a:pt x="226" y="1168"/>
                    </a:lnTo>
                    <a:lnTo>
                      <a:pt x="235" y="1163"/>
                    </a:lnTo>
                    <a:lnTo>
                      <a:pt x="243" y="1160"/>
                    </a:lnTo>
                    <a:lnTo>
                      <a:pt x="250" y="1156"/>
                    </a:lnTo>
                    <a:lnTo>
                      <a:pt x="256" y="1154"/>
                    </a:lnTo>
                    <a:lnTo>
                      <a:pt x="264" y="1148"/>
                    </a:lnTo>
                    <a:lnTo>
                      <a:pt x="270" y="1140"/>
                    </a:lnTo>
                    <a:lnTo>
                      <a:pt x="275" y="1128"/>
                    </a:lnTo>
                    <a:lnTo>
                      <a:pt x="277" y="1116"/>
                    </a:lnTo>
                    <a:lnTo>
                      <a:pt x="278" y="1102"/>
                    </a:lnTo>
                    <a:lnTo>
                      <a:pt x="281" y="1090"/>
                    </a:lnTo>
                    <a:lnTo>
                      <a:pt x="287" y="1083"/>
                    </a:lnTo>
                    <a:lnTo>
                      <a:pt x="295" y="1083"/>
                    </a:lnTo>
                    <a:lnTo>
                      <a:pt x="301" y="1090"/>
                    </a:lnTo>
                    <a:lnTo>
                      <a:pt x="302" y="1098"/>
                    </a:lnTo>
                    <a:lnTo>
                      <a:pt x="302" y="1110"/>
                    </a:lnTo>
                    <a:lnTo>
                      <a:pt x="302" y="1123"/>
                    </a:lnTo>
                    <a:lnTo>
                      <a:pt x="305" y="1135"/>
                    </a:lnTo>
                    <a:lnTo>
                      <a:pt x="310" y="1149"/>
                    </a:lnTo>
                    <a:lnTo>
                      <a:pt x="315" y="1163"/>
                    </a:lnTo>
                    <a:lnTo>
                      <a:pt x="316" y="1178"/>
                    </a:lnTo>
                    <a:lnTo>
                      <a:pt x="313" y="1193"/>
                    </a:lnTo>
                    <a:lnTo>
                      <a:pt x="309" y="1208"/>
                    </a:lnTo>
                    <a:lnTo>
                      <a:pt x="306" y="1225"/>
                    </a:lnTo>
                    <a:lnTo>
                      <a:pt x="302" y="1246"/>
                    </a:lnTo>
                    <a:lnTo>
                      <a:pt x="303" y="1267"/>
                    </a:lnTo>
                    <a:lnTo>
                      <a:pt x="309" y="1283"/>
                    </a:lnTo>
                    <a:lnTo>
                      <a:pt x="315" y="1297"/>
                    </a:lnTo>
                    <a:lnTo>
                      <a:pt x="316" y="1309"/>
                    </a:lnTo>
                    <a:lnTo>
                      <a:pt x="313" y="1323"/>
                    </a:lnTo>
                    <a:lnTo>
                      <a:pt x="309" y="1338"/>
                    </a:lnTo>
                    <a:lnTo>
                      <a:pt x="308" y="1353"/>
                    </a:lnTo>
                    <a:lnTo>
                      <a:pt x="313" y="1367"/>
                    </a:lnTo>
                    <a:lnTo>
                      <a:pt x="317" y="1375"/>
                    </a:lnTo>
                    <a:lnTo>
                      <a:pt x="323" y="1386"/>
                    </a:lnTo>
                    <a:lnTo>
                      <a:pt x="329" y="1399"/>
                    </a:lnTo>
                    <a:lnTo>
                      <a:pt x="334" y="1413"/>
                    </a:lnTo>
                    <a:lnTo>
                      <a:pt x="339" y="1427"/>
                    </a:lnTo>
                    <a:lnTo>
                      <a:pt x="343" y="1441"/>
                    </a:lnTo>
                    <a:lnTo>
                      <a:pt x="345" y="1453"/>
                    </a:lnTo>
                    <a:lnTo>
                      <a:pt x="345" y="1463"/>
                    </a:lnTo>
                    <a:lnTo>
                      <a:pt x="343" y="1478"/>
                    </a:lnTo>
                    <a:lnTo>
                      <a:pt x="344" y="1492"/>
                    </a:lnTo>
                    <a:lnTo>
                      <a:pt x="347" y="1510"/>
                    </a:lnTo>
                    <a:lnTo>
                      <a:pt x="355" y="1533"/>
                    </a:lnTo>
                    <a:lnTo>
                      <a:pt x="361" y="1545"/>
                    </a:lnTo>
                    <a:lnTo>
                      <a:pt x="367" y="1558"/>
                    </a:lnTo>
                    <a:lnTo>
                      <a:pt x="372" y="1570"/>
                    </a:lnTo>
                    <a:lnTo>
                      <a:pt x="378" y="1580"/>
                    </a:lnTo>
                    <a:lnTo>
                      <a:pt x="384" y="1592"/>
                    </a:lnTo>
                    <a:lnTo>
                      <a:pt x="389" y="1602"/>
                    </a:lnTo>
                    <a:lnTo>
                      <a:pt x="393" y="1612"/>
                    </a:lnTo>
                    <a:lnTo>
                      <a:pt x="398" y="1623"/>
                    </a:lnTo>
                    <a:lnTo>
                      <a:pt x="402" y="1638"/>
                    </a:lnTo>
                    <a:lnTo>
                      <a:pt x="404" y="1647"/>
                    </a:lnTo>
                    <a:lnTo>
                      <a:pt x="405" y="1660"/>
                    </a:lnTo>
                    <a:lnTo>
                      <a:pt x="412" y="1683"/>
                    </a:lnTo>
                    <a:lnTo>
                      <a:pt x="417" y="1699"/>
                    </a:lnTo>
                    <a:lnTo>
                      <a:pt x="423" y="1714"/>
                    </a:lnTo>
                    <a:lnTo>
                      <a:pt x="430" y="1729"/>
                    </a:lnTo>
                    <a:lnTo>
                      <a:pt x="435" y="1743"/>
                    </a:lnTo>
                    <a:lnTo>
                      <a:pt x="440" y="1755"/>
                    </a:lnTo>
                    <a:lnTo>
                      <a:pt x="444" y="1767"/>
                    </a:lnTo>
                    <a:lnTo>
                      <a:pt x="446" y="1775"/>
                    </a:lnTo>
                    <a:lnTo>
                      <a:pt x="447" y="1782"/>
                    </a:lnTo>
                    <a:lnTo>
                      <a:pt x="448" y="1789"/>
                    </a:lnTo>
                    <a:lnTo>
                      <a:pt x="452" y="1796"/>
                    </a:lnTo>
                    <a:lnTo>
                      <a:pt x="457" y="1805"/>
                    </a:lnTo>
                    <a:lnTo>
                      <a:pt x="462" y="1813"/>
                    </a:lnTo>
                    <a:lnTo>
                      <a:pt x="469" y="1822"/>
                    </a:lnTo>
                    <a:lnTo>
                      <a:pt x="476" y="1829"/>
                    </a:lnTo>
                    <a:lnTo>
                      <a:pt x="483" y="1835"/>
                    </a:lnTo>
                    <a:lnTo>
                      <a:pt x="490" y="1839"/>
                    </a:lnTo>
                    <a:lnTo>
                      <a:pt x="493" y="1849"/>
                    </a:lnTo>
                    <a:lnTo>
                      <a:pt x="503" y="1869"/>
                    </a:lnTo>
                    <a:lnTo>
                      <a:pt x="513" y="1896"/>
                    </a:lnTo>
                    <a:lnTo>
                      <a:pt x="519" y="1921"/>
                    </a:lnTo>
                    <a:lnTo>
                      <a:pt x="523" y="1938"/>
                    </a:lnTo>
                    <a:lnTo>
                      <a:pt x="530" y="1951"/>
                    </a:lnTo>
                    <a:lnTo>
                      <a:pt x="537" y="1964"/>
                    </a:lnTo>
                    <a:lnTo>
                      <a:pt x="539" y="1978"/>
                    </a:lnTo>
                    <a:lnTo>
                      <a:pt x="542" y="1995"/>
                    </a:lnTo>
                    <a:lnTo>
                      <a:pt x="548" y="2012"/>
                    </a:lnTo>
                    <a:lnTo>
                      <a:pt x="556" y="2031"/>
                    </a:lnTo>
                    <a:lnTo>
                      <a:pt x="565" y="2046"/>
                    </a:lnTo>
                    <a:lnTo>
                      <a:pt x="571" y="2052"/>
                    </a:lnTo>
                    <a:lnTo>
                      <a:pt x="577" y="2062"/>
                    </a:lnTo>
                    <a:lnTo>
                      <a:pt x="586" y="2070"/>
                    </a:lnTo>
                    <a:lnTo>
                      <a:pt x="594" y="2079"/>
                    </a:lnTo>
                    <a:lnTo>
                      <a:pt x="600" y="2086"/>
                    </a:lnTo>
                    <a:lnTo>
                      <a:pt x="605" y="2093"/>
                    </a:lnTo>
                    <a:lnTo>
                      <a:pt x="610" y="2097"/>
                    </a:lnTo>
                    <a:lnTo>
                      <a:pt x="611" y="2099"/>
                    </a:lnTo>
                    <a:lnTo>
                      <a:pt x="612" y="2099"/>
                    </a:lnTo>
                    <a:lnTo>
                      <a:pt x="615" y="2100"/>
                    </a:lnTo>
                    <a:lnTo>
                      <a:pt x="620" y="2101"/>
                    </a:lnTo>
                    <a:lnTo>
                      <a:pt x="626" y="2101"/>
                    </a:lnTo>
                    <a:lnTo>
                      <a:pt x="629" y="2101"/>
                    </a:lnTo>
                    <a:lnTo>
                      <a:pt x="634" y="2101"/>
                    </a:lnTo>
                    <a:lnTo>
                      <a:pt x="637" y="2100"/>
                    </a:lnTo>
                    <a:lnTo>
                      <a:pt x="642" y="2099"/>
                    </a:lnTo>
                    <a:lnTo>
                      <a:pt x="647" y="2096"/>
                    </a:lnTo>
                    <a:lnTo>
                      <a:pt x="651" y="2095"/>
                    </a:lnTo>
                    <a:lnTo>
                      <a:pt x="656" y="2092"/>
                    </a:lnTo>
                    <a:lnTo>
                      <a:pt x="660" y="2088"/>
                    </a:lnTo>
                    <a:lnTo>
                      <a:pt x="673" y="2072"/>
                    </a:lnTo>
                    <a:lnTo>
                      <a:pt x="678" y="2057"/>
                    </a:lnTo>
                    <a:lnTo>
                      <a:pt x="680" y="2046"/>
                    </a:lnTo>
                    <a:lnTo>
                      <a:pt x="686" y="2037"/>
                    </a:lnTo>
                    <a:lnTo>
                      <a:pt x="691" y="2035"/>
                    </a:lnTo>
                    <a:lnTo>
                      <a:pt x="697" y="2032"/>
                    </a:lnTo>
                    <a:lnTo>
                      <a:pt x="704" y="2029"/>
                    </a:lnTo>
                    <a:lnTo>
                      <a:pt x="711" y="2026"/>
                    </a:lnTo>
                    <a:lnTo>
                      <a:pt x="716" y="2024"/>
                    </a:lnTo>
                    <a:lnTo>
                      <a:pt x="720" y="2021"/>
                    </a:lnTo>
                    <a:lnTo>
                      <a:pt x="724" y="2020"/>
                    </a:lnTo>
                    <a:lnTo>
                      <a:pt x="725" y="2020"/>
                    </a:lnTo>
                    <a:lnTo>
                      <a:pt x="725" y="2018"/>
                    </a:lnTo>
                    <a:lnTo>
                      <a:pt x="726" y="2012"/>
                    </a:lnTo>
                    <a:lnTo>
                      <a:pt x="728" y="2004"/>
                    </a:lnTo>
                    <a:lnTo>
                      <a:pt x="732" y="1995"/>
                    </a:lnTo>
                    <a:lnTo>
                      <a:pt x="738" y="1987"/>
                    </a:lnTo>
                    <a:lnTo>
                      <a:pt x="746" y="1978"/>
                    </a:lnTo>
                    <a:lnTo>
                      <a:pt x="752" y="1968"/>
                    </a:lnTo>
                    <a:lnTo>
                      <a:pt x="757" y="1959"/>
                    </a:lnTo>
                    <a:lnTo>
                      <a:pt x="761" y="1953"/>
                    </a:lnTo>
                    <a:lnTo>
                      <a:pt x="766" y="1950"/>
                    </a:lnTo>
                    <a:lnTo>
                      <a:pt x="773" y="1949"/>
                    </a:lnTo>
                    <a:lnTo>
                      <a:pt x="781" y="1949"/>
                    </a:lnTo>
                    <a:lnTo>
                      <a:pt x="789" y="1948"/>
                    </a:lnTo>
                    <a:lnTo>
                      <a:pt x="796" y="1943"/>
                    </a:lnTo>
                    <a:lnTo>
                      <a:pt x="801" y="1940"/>
                    </a:lnTo>
                    <a:lnTo>
                      <a:pt x="803" y="1938"/>
                    </a:lnTo>
                    <a:lnTo>
                      <a:pt x="803" y="1934"/>
                    </a:lnTo>
                    <a:lnTo>
                      <a:pt x="802" y="1922"/>
                    </a:lnTo>
                    <a:lnTo>
                      <a:pt x="802" y="1908"/>
                    </a:lnTo>
                    <a:lnTo>
                      <a:pt x="803" y="1896"/>
                    </a:lnTo>
                    <a:lnTo>
                      <a:pt x="802" y="1884"/>
                    </a:lnTo>
                    <a:lnTo>
                      <a:pt x="797" y="1872"/>
                    </a:lnTo>
                    <a:lnTo>
                      <a:pt x="791" y="1859"/>
                    </a:lnTo>
                    <a:lnTo>
                      <a:pt x="788" y="1850"/>
                    </a:lnTo>
                    <a:lnTo>
                      <a:pt x="789" y="1842"/>
                    </a:lnTo>
                    <a:lnTo>
                      <a:pt x="794" y="1834"/>
                    </a:lnTo>
                    <a:lnTo>
                      <a:pt x="801" y="1824"/>
                    </a:lnTo>
                    <a:lnTo>
                      <a:pt x="810" y="1810"/>
                    </a:lnTo>
                    <a:lnTo>
                      <a:pt x="820" y="1792"/>
                    </a:lnTo>
                    <a:lnTo>
                      <a:pt x="829" y="1764"/>
                    </a:lnTo>
                    <a:lnTo>
                      <a:pt x="829" y="1725"/>
                    </a:lnTo>
                    <a:lnTo>
                      <a:pt x="817" y="1669"/>
                    </a:lnTo>
                    <a:lnTo>
                      <a:pt x="817" y="1661"/>
                    </a:lnTo>
                    <a:lnTo>
                      <a:pt x="817" y="1640"/>
                    </a:lnTo>
                    <a:lnTo>
                      <a:pt x="816" y="1616"/>
                    </a:lnTo>
                    <a:lnTo>
                      <a:pt x="814" y="1594"/>
                    </a:lnTo>
                    <a:lnTo>
                      <a:pt x="814" y="1577"/>
                    </a:lnTo>
                    <a:lnTo>
                      <a:pt x="819" y="1563"/>
                    </a:lnTo>
                    <a:lnTo>
                      <a:pt x="830" y="1552"/>
                    </a:lnTo>
                    <a:lnTo>
                      <a:pt x="842" y="1548"/>
                    </a:lnTo>
                    <a:lnTo>
                      <a:pt x="853" y="1547"/>
                    </a:lnTo>
                    <a:lnTo>
                      <a:pt x="858" y="1548"/>
                    </a:lnTo>
                    <a:lnTo>
                      <a:pt x="861" y="1550"/>
                    </a:lnTo>
                    <a:lnTo>
                      <a:pt x="862" y="1551"/>
                    </a:lnTo>
                    <a:lnTo>
                      <a:pt x="867" y="1550"/>
                    </a:lnTo>
                    <a:lnTo>
                      <a:pt x="877" y="1545"/>
                    </a:lnTo>
                    <a:lnTo>
                      <a:pt x="887" y="1537"/>
                    </a:lnTo>
                    <a:lnTo>
                      <a:pt x="894" y="1526"/>
                    </a:lnTo>
                    <a:lnTo>
                      <a:pt x="900" y="1516"/>
                    </a:lnTo>
                    <a:lnTo>
                      <a:pt x="908" y="1509"/>
                    </a:lnTo>
                    <a:lnTo>
                      <a:pt x="915" y="1506"/>
                    </a:lnTo>
                    <a:lnTo>
                      <a:pt x="918" y="1505"/>
                    </a:lnTo>
                    <a:lnTo>
                      <a:pt x="921" y="1505"/>
                    </a:lnTo>
                    <a:lnTo>
                      <a:pt x="925" y="1505"/>
                    </a:lnTo>
                    <a:lnTo>
                      <a:pt x="933" y="1504"/>
                    </a:lnTo>
                    <a:lnTo>
                      <a:pt x="943" y="1503"/>
                    </a:lnTo>
                    <a:lnTo>
                      <a:pt x="952" y="1502"/>
                    </a:lnTo>
                    <a:lnTo>
                      <a:pt x="961" y="1499"/>
                    </a:lnTo>
                    <a:lnTo>
                      <a:pt x="968" y="1495"/>
                    </a:lnTo>
                    <a:lnTo>
                      <a:pt x="972" y="1490"/>
                    </a:lnTo>
                    <a:lnTo>
                      <a:pt x="974" y="1484"/>
                    </a:lnTo>
                    <a:lnTo>
                      <a:pt x="972" y="1479"/>
                    </a:lnTo>
                    <a:lnTo>
                      <a:pt x="969" y="1472"/>
                    </a:lnTo>
                    <a:lnTo>
                      <a:pt x="967" y="1465"/>
                    </a:lnTo>
                    <a:lnTo>
                      <a:pt x="966" y="1458"/>
                    </a:lnTo>
                    <a:lnTo>
                      <a:pt x="967" y="1451"/>
                    </a:lnTo>
                    <a:lnTo>
                      <a:pt x="972" y="1445"/>
                    </a:lnTo>
                    <a:lnTo>
                      <a:pt x="983" y="1441"/>
                    </a:lnTo>
                    <a:lnTo>
                      <a:pt x="995" y="1436"/>
                    </a:lnTo>
                    <a:lnTo>
                      <a:pt x="1005" y="1430"/>
                    </a:lnTo>
                    <a:lnTo>
                      <a:pt x="1013" y="1423"/>
                    </a:lnTo>
                    <a:lnTo>
                      <a:pt x="1021" y="1416"/>
                    </a:lnTo>
                    <a:lnTo>
                      <a:pt x="1028" y="1408"/>
                    </a:lnTo>
                    <a:lnTo>
                      <a:pt x="1033" y="1400"/>
                    </a:lnTo>
                    <a:lnTo>
                      <a:pt x="1042" y="1392"/>
                    </a:lnTo>
                    <a:lnTo>
                      <a:pt x="1050" y="1384"/>
                    </a:lnTo>
                    <a:lnTo>
                      <a:pt x="1060" y="1376"/>
                    </a:lnTo>
                    <a:lnTo>
                      <a:pt x="1070" y="1368"/>
                    </a:lnTo>
                    <a:lnTo>
                      <a:pt x="1082" y="1359"/>
                    </a:lnTo>
                    <a:lnTo>
                      <a:pt x="1093" y="1351"/>
                    </a:lnTo>
                    <a:lnTo>
                      <a:pt x="1104" y="1342"/>
                    </a:lnTo>
                    <a:lnTo>
                      <a:pt x="1113" y="1331"/>
                    </a:lnTo>
                    <a:lnTo>
                      <a:pt x="1122" y="1321"/>
                    </a:lnTo>
                    <a:lnTo>
                      <a:pt x="1128" y="1309"/>
                    </a:lnTo>
                    <a:lnTo>
                      <a:pt x="1135" y="1298"/>
                    </a:lnTo>
                    <a:lnTo>
                      <a:pt x="1142" y="1287"/>
                    </a:lnTo>
                    <a:lnTo>
                      <a:pt x="1151" y="1279"/>
                    </a:lnTo>
                    <a:lnTo>
                      <a:pt x="1160" y="1271"/>
                    </a:lnTo>
                    <a:lnTo>
                      <a:pt x="1169" y="1264"/>
                    </a:lnTo>
                    <a:lnTo>
                      <a:pt x="1179" y="1259"/>
                    </a:lnTo>
                    <a:lnTo>
                      <a:pt x="1186" y="1254"/>
                    </a:lnTo>
                    <a:lnTo>
                      <a:pt x="1192" y="1249"/>
                    </a:lnTo>
                    <a:lnTo>
                      <a:pt x="1198" y="1246"/>
                    </a:lnTo>
                    <a:lnTo>
                      <a:pt x="1206" y="1244"/>
                    </a:lnTo>
                    <a:lnTo>
                      <a:pt x="1214" y="1242"/>
                    </a:lnTo>
                    <a:lnTo>
                      <a:pt x="1222" y="1241"/>
                    </a:lnTo>
                    <a:lnTo>
                      <a:pt x="1230" y="1240"/>
                    </a:lnTo>
                    <a:lnTo>
                      <a:pt x="1237" y="1239"/>
                    </a:lnTo>
                    <a:lnTo>
                      <a:pt x="1243" y="1236"/>
                    </a:lnTo>
                    <a:lnTo>
                      <a:pt x="1245" y="1231"/>
                    </a:lnTo>
                    <a:lnTo>
                      <a:pt x="1250" y="1218"/>
                    </a:lnTo>
                    <a:lnTo>
                      <a:pt x="1259" y="1204"/>
                    </a:lnTo>
                    <a:lnTo>
                      <a:pt x="1268" y="1192"/>
                    </a:lnTo>
                    <a:lnTo>
                      <a:pt x="1278" y="1181"/>
                    </a:lnTo>
                    <a:lnTo>
                      <a:pt x="1281" y="1172"/>
                    </a:lnTo>
                    <a:lnTo>
                      <a:pt x="1278" y="1162"/>
                    </a:lnTo>
                    <a:lnTo>
                      <a:pt x="1273" y="1153"/>
                    </a:lnTo>
                    <a:lnTo>
                      <a:pt x="1271" y="1149"/>
                    </a:lnTo>
                    <a:lnTo>
                      <a:pt x="1270" y="1147"/>
                    </a:lnTo>
                    <a:lnTo>
                      <a:pt x="1270" y="1140"/>
                    </a:lnTo>
                    <a:lnTo>
                      <a:pt x="1274" y="1130"/>
                    </a:lnTo>
                    <a:lnTo>
                      <a:pt x="1288" y="1116"/>
                    </a:lnTo>
                    <a:lnTo>
                      <a:pt x="1297" y="1109"/>
                    </a:lnTo>
                    <a:lnTo>
                      <a:pt x="1306" y="1103"/>
                    </a:lnTo>
                    <a:lnTo>
                      <a:pt x="1315" y="1098"/>
                    </a:lnTo>
                    <a:lnTo>
                      <a:pt x="1321" y="1096"/>
                    </a:lnTo>
                    <a:lnTo>
                      <a:pt x="1328" y="1094"/>
                    </a:lnTo>
                    <a:lnTo>
                      <a:pt x="1335" y="1094"/>
                    </a:lnTo>
                    <a:lnTo>
                      <a:pt x="1340" y="1095"/>
                    </a:lnTo>
                    <a:lnTo>
                      <a:pt x="1344" y="1097"/>
                    </a:lnTo>
                    <a:lnTo>
                      <a:pt x="1349" y="1100"/>
                    </a:lnTo>
                    <a:lnTo>
                      <a:pt x="1354" y="1101"/>
                    </a:lnTo>
                    <a:lnTo>
                      <a:pt x="1358" y="1102"/>
                    </a:lnTo>
                    <a:lnTo>
                      <a:pt x="1363" y="1103"/>
                    </a:lnTo>
                    <a:lnTo>
                      <a:pt x="1369" y="1103"/>
                    </a:lnTo>
                    <a:lnTo>
                      <a:pt x="1373" y="1103"/>
                    </a:lnTo>
                    <a:lnTo>
                      <a:pt x="1379" y="1102"/>
                    </a:lnTo>
                    <a:lnTo>
                      <a:pt x="1384" y="1101"/>
                    </a:lnTo>
                    <a:lnTo>
                      <a:pt x="1395" y="1098"/>
                    </a:lnTo>
                    <a:lnTo>
                      <a:pt x="1405" y="1096"/>
                    </a:lnTo>
                    <a:lnTo>
                      <a:pt x="1412" y="1095"/>
                    </a:lnTo>
                    <a:lnTo>
                      <a:pt x="1416" y="1094"/>
                    </a:lnTo>
                    <a:lnTo>
                      <a:pt x="1415" y="1086"/>
                    </a:lnTo>
                    <a:lnTo>
                      <a:pt x="1414" y="1069"/>
                    </a:lnTo>
                    <a:lnTo>
                      <a:pt x="1411" y="1045"/>
                    </a:lnTo>
                    <a:lnTo>
                      <a:pt x="1409" y="1026"/>
                    </a:lnTo>
                    <a:lnTo>
                      <a:pt x="1404" y="1005"/>
                    </a:lnTo>
                    <a:lnTo>
                      <a:pt x="1397" y="981"/>
                    </a:lnTo>
                    <a:lnTo>
                      <a:pt x="1387" y="959"/>
                    </a:lnTo>
                    <a:lnTo>
                      <a:pt x="1377" y="949"/>
                    </a:lnTo>
                    <a:lnTo>
                      <a:pt x="1379" y="945"/>
                    </a:lnTo>
                    <a:lnTo>
                      <a:pt x="1384" y="937"/>
                    </a:lnTo>
                    <a:lnTo>
                      <a:pt x="1387" y="927"/>
                    </a:lnTo>
                    <a:lnTo>
                      <a:pt x="1387" y="916"/>
                    </a:lnTo>
                    <a:lnTo>
                      <a:pt x="1385" y="907"/>
                    </a:lnTo>
                    <a:lnTo>
                      <a:pt x="1381" y="901"/>
                    </a:lnTo>
                    <a:lnTo>
                      <a:pt x="1377" y="898"/>
                    </a:lnTo>
                    <a:lnTo>
                      <a:pt x="1370" y="895"/>
                    </a:lnTo>
                    <a:lnTo>
                      <a:pt x="1365" y="892"/>
                    </a:lnTo>
                    <a:lnTo>
                      <a:pt x="1359" y="890"/>
                    </a:lnTo>
                    <a:lnTo>
                      <a:pt x="1354" y="888"/>
                    </a:lnTo>
                    <a:lnTo>
                      <a:pt x="1348" y="884"/>
                    </a:lnTo>
                    <a:lnTo>
                      <a:pt x="1342" y="882"/>
                    </a:lnTo>
                    <a:lnTo>
                      <a:pt x="1339" y="880"/>
                    </a:lnTo>
                    <a:lnTo>
                      <a:pt x="1335" y="878"/>
                    </a:lnTo>
                    <a:lnTo>
                      <a:pt x="1334" y="877"/>
                    </a:lnTo>
                    <a:lnTo>
                      <a:pt x="1335" y="876"/>
                    </a:lnTo>
                    <a:lnTo>
                      <a:pt x="1339" y="873"/>
                    </a:lnTo>
                    <a:lnTo>
                      <a:pt x="1344" y="867"/>
                    </a:lnTo>
                    <a:lnTo>
                      <a:pt x="1350" y="861"/>
                    </a:lnTo>
                    <a:lnTo>
                      <a:pt x="1357" y="855"/>
                    </a:lnTo>
                    <a:lnTo>
                      <a:pt x="1364" y="850"/>
                    </a:lnTo>
                    <a:lnTo>
                      <a:pt x="1371" y="846"/>
                    </a:lnTo>
                    <a:lnTo>
                      <a:pt x="1377" y="845"/>
                    </a:lnTo>
                    <a:lnTo>
                      <a:pt x="1385" y="840"/>
                    </a:lnTo>
                    <a:lnTo>
                      <a:pt x="1387" y="829"/>
                    </a:lnTo>
                    <a:lnTo>
                      <a:pt x="1384" y="817"/>
                    </a:lnTo>
                    <a:lnTo>
                      <a:pt x="1373" y="813"/>
                    </a:lnTo>
                    <a:lnTo>
                      <a:pt x="1366" y="813"/>
                    </a:lnTo>
                    <a:lnTo>
                      <a:pt x="1361" y="810"/>
                    </a:lnTo>
                    <a:lnTo>
                      <a:pt x="1354" y="807"/>
                    </a:lnTo>
                    <a:lnTo>
                      <a:pt x="1349" y="802"/>
                    </a:lnTo>
                    <a:lnTo>
                      <a:pt x="1346" y="795"/>
                    </a:lnTo>
                    <a:lnTo>
                      <a:pt x="1343" y="786"/>
                    </a:lnTo>
                    <a:lnTo>
                      <a:pt x="1344" y="775"/>
                    </a:lnTo>
                    <a:lnTo>
                      <a:pt x="1348" y="760"/>
                    </a:lnTo>
                    <a:lnTo>
                      <a:pt x="1350" y="761"/>
                    </a:lnTo>
                    <a:lnTo>
                      <a:pt x="1356" y="763"/>
                    </a:lnTo>
                    <a:lnTo>
                      <a:pt x="1365" y="767"/>
                    </a:lnTo>
                    <a:lnTo>
                      <a:pt x="1376" y="772"/>
                    </a:lnTo>
                    <a:lnTo>
                      <a:pt x="1387" y="777"/>
                    </a:lnTo>
                    <a:lnTo>
                      <a:pt x="1397" y="783"/>
                    </a:lnTo>
                    <a:lnTo>
                      <a:pt x="1408" y="787"/>
                    </a:lnTo>
                    <a:lnTo>
                      <a:pt x="1416" y="792"/>
                    </a:lnTo>
                    <a:lnTo>
                      <a:pt x="1425" y="801"/>
                    </a:lnTo>
                    <a:lnTo>
                      <a:pt x="1430" y="814"/>
                    </a:lnTo>
                    <a:lnTo>
                      <a:pt x="1433" y="827"/>
                    </a:lnTo>
                    <a:lnTo>
                      <a:pt x="1441" y="838"/>
                    </a:lnTo>
                    <a:lnTo>
                      <a:pt x="1447" y="843"/>
                    </a:lnTo>
                    <a:lnTo>
                      <a:pt x="1454" y="845"/>
                    </a:lnTo>
                    <a:lnTo>
                      <a:pt x="1462" y="847"/>
                    </a:lnTo>
                    <a:lnTo>
                      <a:pt x="1470" y="848"/>
                    </a:lnTo>
                    <a:lnTo>
                      <a:pt x="1479" y="848"/>
                    </a:lnTo>
                    <a:lnTo>
                      <a:pt x="1488" y="847"/>
                    </a:lnTo>
                    <a:lnTo>
                      <a:pt x="1496" y="846"/>
                    </a:lnTo>
                    <a:lnTo>
                      <a:pt x="1505" y="845"/>
                    </a:lnTo>
                    <a:lnTo>
                      <a:pt x="1515" y="844"/>
                    </a:lnTo>
                    <a:lnTo>
                      <a:pt x="1528" y="844"/>
                    </a:lnTo>
                    <a:lnTo>
                      <a:pt x="1543" y="844"/>
                    </a:lnTo>
                    <a:lnTo>
                      <a:pt x="1558" y="844"/>
                    </a:lnTo>
                    <a:lnTo>
                      <a:pt x="1571" y="844"/>
                    </a:lnTo>
                    <a:lnTo>
                      <a:pt x="1583" y="845"/>
                    </a:lnTo>
                    <a:lnTo>
                      <a:pt x="1590" y="845"/>
                    </a:lnTo>
                    <a:lnTo>
                      <a:pt x="1593" y="845"/>
                    </a:lnTo>
                    <a:lnTo>
                      <a:pt x="1591" y="850"/>
                    </a:lnTo>
                    <a:lnTo>
                      <a:pt x="1586" y="862"/>
                    </a:lnTo>
                    <a:lnTo>
                      <a:pt x="1581" y="875"/>
                    </a:lnTo>
                    <a:lnTo>
                      <a:pt x="1572" y="884"/>
                    </a:lnTo>
                    <a:lnTo>
                      <a:pt x="1568" y="888"/>
                    </a:lnTo>
                    <a:lnTo>
                      <a:pt x="1561" y="892"/>
                    </a:lnTo>
                    <a:lnTo>
                      <a:pt x="1553" y="898"/>
                    </a:lnTo>
                    <a:lnTo>
                      <a:pt x="1545" y="905"/>
                    </a:lnTo>
                    <a:lnTo>
                      <a:pt x="1538" y="912"/>
                    </a:lnTo>
                    <a:lnTo>
                      <a:pt x="1531" y="919"/>
                    </a:lnTo>
                    <a:lnTo>
                      <a:pt x="1525" y="924"/>
                    </a:lnTo>
                    <a:lnTo>
                      <a:pt x="1523" y="930"/>
                    </a:lnTo>
                    <a:lnTo>
                      <a:pt x="1524" y="941"/>
                    </a:lnTo>
                    <a:lnTo>
                      <a:pt x="1530" y="951"/>
                    </a:lnTo>
                    <a:lnTo>
                      <a:pt x="1537" y="961"/>
                    </a:lnTo>
                    <a:lnTo>
                      <a:pt x="1544" y="973"/>
                    </a:lnTo>
                    <a:lnTo>
                      <a:pt x="1551" y="987"/>
                    </a:lnTo>
                    <a:lnTo>
                      <a:pt x="1561" y="997"/>
                    </a:lnTo>
                    <a:lnTo>
                      <a:pt x="1569" y="1005"/>
                    </a:lnTo>
                    <a:lnTo>
                      <a:pt x="1572" y="1009"/>
                    </a:lnTo>
                    <a:lnTo>
                      <a:pt x="1576" y="1006"/>
                    </a:lnTo>
                    <a:lnTo>
                      <a:pt x="1585" y="999"/>
                    </a:lnTo>
                    <a:lnTo>
                      <a:pt x="1593" y="989"/>
                    </a:lnTo>
                    <a:lnTo>
                      <a:pt x="1597" y="976"/>
                    </a:lnTo>
                    <a:lnTo>
                      <a:pt x="1598" y="963"/>
                    </a:lnTo>
                    <a:lnTo>
                      <a:pt x="1601" y="951"/>
                    </a:lnTo>
                    <a:lnTo>
                      <a:pt x="1606" y="949"/>
                    </a:lnTo>
                    <a:lnTo>
                      <a:pt x="1612" y="963"/>
                    </a:lnTo>
                    <a:lnTo>
                      <a:pt x="1619" y="987"/>
                    </a:lnTo>
                    <a:lnTo>
                      <a:pt x="1627" y="1010"/>
                    </a:lnTo>
                    <a:lnTo>
                      <a:pt x="1634" y="1029"/>
                    </a:lnTo>
                    <a:lnTo>
                      <a:pt x="1636" y="1041"/>
                    </a:lnTo>
                    <a:lnTo>
                      <a:pt x="1637" y="1044"/>
                    </a:lnTo>
                    <a:lnTo>
                      <a:pt x="1639" y="1049"/>
                    </a:lnTo>
                    <a:lnTo>
                      <a:pt x="1643" y="1052"/>
                    </a:lnTo>
                    <a:lnTo>
                      <a:pt x="1647" y="1056"/>
                    </a:lnTo>
                    <a:lnTo>
                      <a:pt x="1653" y="1059"/>
                    </a:lnTo>
                    <a:lnTo>
                      <a:pt x="1659" y="1062"/>
                    </a:lnTo>
                    <a:lnTo>
                      <a:pt x="1665" y="1062"/>
                    </a:lnTo>
                    <a:lnTo>
                      <a:pt x="1672" y="1062"/>
                    </a:lnTo>
                    <a:lnTo>
                      <a:pt x="1682" y="1057"/>
                    </a:lnTo>
                    <a:lnTo>
                      <a:pt x="1688" y="1049"/>
                    </a:lnTo>
                    <a:lnTo>
                      <a:pt x="1690" y="1040"/>
                    </a:lnTo>
                    <a:lnTo>
                      <a:pt x="1690" y="1030"/>
                    </a:lnTo>
                    <a:lnTo>
                      <a:pt x="1689" y="1020"/>
                    </a:lnTo>
                    <a:lnTo>
                      <a:pt x="1686" y="1006"/>
                    </a:lnTo>
                    <a:lnTo>
                      <a:pt x="1686" y="994"/>
                    </a:lnTo>
                    <a:lnTo>
                      <a:pt x="1690" y="983"/>
                    </a:lnTo>
                    <a:lnTo>
                      <a:pt x="1693" y="976"/>
                    </a:lnTo>
                    <a:lnTo>
                      <a:pt x="1696" y="971"/>
                    </a:lnTo>
                    <a:lnTo>
                      <a:pt x="1697" y="963"/>
                    </a:lnTo>
                    <a:lnTo>
                      <a:pt x="1697" y="949"/>
                    </a:lnTo>
                    <a:lnTo>
                      <a:pt x="1697" y="933"/>
                    </a:lnTo>
                    <a:lnTo>
                      <a:pt x="1697" y="922"/>
                    </a:lnTo>
                    <a:lnTo>
                      <a:pt x="1700" y="916"/>
                    </a:lnTo>
                    <a:lnTo>
                      <a:pt x="1707" y="916"/>
                    </a:lnTo>
                    <a:lnTo>
                      <a:pt x="1713" y="918"/>
                    </a:lnTo>
                    <a:lnTo>
                      <a:pt x="1718" y="919"/>
                    </a:lnTo>
                    <a:lnTo>
                      <a:pt x="1723" y="921"/>
                    </a:lnTo>
                    <a:lnTo>
                      <a:pt x="1729" y="921"/>
                    </a:lnTo>
                    <a:lnTo>
                      <a:pt x="1734" y="921"/>
                    </a:lnTo>
                    <a:lnTo>
                      <a:pt x="1738" y="920"/>
                    </a:lnTo>
                    <a:lnTo>
                      <a:pt x="1741" y="918"/>
                    </a:lnTo>
                    <a:lnTo>
                      <a:pt x="1743" y="913"/>
                    </a:lnTo>
                    <a:lnTo>
                      <a:pt x="1749" y="900"/>
                    </a:lnTo>
                    <a:lnTo>
                      <a:pt x="1757" y="884"/>
                    </a:lnTo>
                    <a:lnTo>
                      <a:pt x="1764" y="867"/>
                    </a:lnTo>
                    <a:lnTo>
                      <a:pt x="1767" y="848"/>
                    </a:lnTo>
                    <a:lnTo>
                      <a:pt x="1767" y="831"/>
                    </a:lnTo>
                    <a:lnTo>
                      <a:pt x="1767" y="816"/>
                    </a:lnTo>
                    <a:lnTo>
                      <a:pt x="1767" y="806"/>
                    </a:lnTo>
                    <a:lnTo>
                      <a:pt x="1767" y="802"/>
                    </a:lnTo>
                    <a:lnTo>
                      <a:pt x="1782" y="775"/>
                    </a:lnTo>
                    <a:lnTo>
                      <a:pt x="1783" y="771"/>
                    </a:lnTo>
                    <a:lnTo>
                      <a:pt x="1786" y="761"/>
                    </a:lnTo>
                    <a:lnTo>
                      <a:pt x="1787" y="746"/>
                    </a:lnTo>
                    <a:lnTo>
                      <a:pt x="1786" y="727"/>
                    </a:lnTo>
                    <a:lnTo>
                      <a:pt x="1786" y="712"/>
                    </a:lnTo>
                    <a:lnTo>
                      <a:pt x="1789" y="702"/>
                    </a:lnTo>
                    <a:lnTo>
                      <a:pt x="1795" y="696"/>
                    </a:lnTo>
                    <a:lnTo>
                      <a:pt x="1803" y="693"/>
                    </a:lnTo>
                    <a:lnTo>
                      <a:pt x="1810" y="689"/>
                    </a:lnTo>
                    <a:lnTo>
                      <a:pt x="1817" y="686"/>
                    </a:lnTo>
                    <a:lnTo>
                      <a:pt x="1821" y="680"/>
                    </a:lnTo>
                    <a:lnTo>
                      <a:pt x="1825" y="671"/>
                    </a:lnTo>
                    <a:lnTo>
                      <a:pt x="1826" y="666"/>
                    </a:lnTo>
                    <a:lnTo>
                      <a:pt x="1828" y="662"/>
                    </a:lnTo>
                    <a:lnTo>
                      <a:pt x="1832" y="658"/>
                    </a:lnTo>
                    <a:lnTo>
                      <a:pt x="1836" y="655"/>
                    </a:lnTo>
                    <a:lnTo>
                      <a:pt x="1842" y="653"/>
                    </a:lnTo>
                    <a:lnTo>
                      <a:pt x="1850" y="650"/>
                    </a:lnTo>
                    <a:lnTo>
                      <a:pt x="1862" y="648"/>
                    </a:lnTo>
                    <a:lnTo>
                      <a:pt x="1874" y="647"/>
                    </a:lnTo>
                    <a:lnTo>
                      <a:pt x="1885" y="632"/>
                    </a:lnTo>
                    <a:lnTo>
                      <a:pt x="1883" y="630"/>
                    </a:lnTo>
                    <a:lnTo>
                      <a:pt x="1882" y="625"/>
                    </a:lnTo>
                    <a:lnTo>
                      <a:pt x="1883" y="619"/>
                    </a:lnTo>
                    <a:lnTo>
                      <a:pt x="1888" y="615"/>
                    </a:lnTo>
                    <a:lnTo>
                      <a:pt x="1895" y="605"/>
                    </a:lnTo>
                    <a:lnTo>
                      <a:pt x="1900" y="590"/>
                    </a:lnTo>
                    <a:lnTo>
                      <a:pt x="1902" y="575"/>
                    </a:lnTo>
                    <a:lnTo>
                      <a:pt x="1903" y="568"/>
                    </a:lnTo>
                    <a:lnTo>
                      <a:pt x="1856" y="553"/>
                    </a:lnTo>
                    <a:close/>
                  </a:path>
                </a:pathLst>
              </a:custGeom>
              <a:pattFill prst="pct50">
                <a:fgClr>
                  <a:schemeClr val="accent5"/>
                </a:fgClr>
                <a:bgClr>
                  <a:schemeClr val="accent5">
                    <a:lumMod val="50000"/>
                  </a:schemeClr>
                </a:bgClr>
              </a:pattFill>
              <a:ln w="6350">
                <a:solidFill>
                  <a:srgbClr val="FFFFFF"/>
                </a:solidFill>
                <a:round/>
                <a:headEnd/>
                <a:tailEnd/>
              </a:ln>
            </p:spPr>
            <p:txBody>
              <a:bodyPr/>
              <a:lstStyle/>
              <a:p>
                <a:endParaRPr lang="en-US" dirty="0"/>
              </a:p>
            </p:txBody>
          </p:sp>
          <p:sp>
            <p:nvSpPr>
              <p:cNvPr id="443" name="TextBox 290"/>
              <p:cNvSpPr txBox="1">
                <a:spLocks noChangeArrowheads="1"/>
              </p:cNvSpPr>
              <p:nvPr/>
            </p:nvSpPr>
            <p:spPr bwMode="auto">
              <a:xfrm>
                <a:off x="7381332" y="2137098"/>
                <a:ext cx="489738" cy="100027"/>
              </a:xfrm>
              <a:prstGeom prst="rect">
                <a:avLst/>
              </a:prstGeom>
              <a:noFill/>
              <a:ln w="9525">
                <a:noFill/>
                <a:miter lim="800000"/>
                <a:headEnd/>
                <a:tailEnd/>
              </a:ln>
            </p:spPr>
            <p:txBody>
              <a:bodyPr wrap="square" lIns="0" tIns="0" rIns="0" bIns="0">
                <a:spAutoFit/>
              </a:bodyPr>
              <a:lstStyle/>
              <a:p>
                <a:r>
                  <a:rPr lang="en-US" sz="650" dirty="0">
                    <a:solidFill>
                      <a:schemeClr val="bg1"/>
                    </a:solidFill>
                  </a:rPr>
                  <a:t>New Delhi</a:t>
                </a:r>
              </a:p>
            </p:txBody>
          </p:sp>
          <p:sp>
            <p:nvSpPr>
              <p:cNvPr id="444" name="Oval 443"/>
              <p:cNvSpPr/>
              <p:nvPr/>
            </p:nvSpPr>
            <p:spPr>
              <a:xfrm>
                <a:off x="8100496" y="2688450"/>
                <a:ext cx="58968" cy="58968"/>
              </a:xfrm>
              <a:prstGeom prst="ellipse">
                <a:avLst/>
              </a:prstGeom>
              <a:solidFill>
                <a:schemeClr val="bg1"/>
              </a:solidFill>
              <a:ln w="952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5" name="Oval 444"/>
              <p:cNvSpPr/>
              <p:nvPr/>
            </p:nvSpPr>
            <p:spPr>
              <a:xfrm>
                <a:off x="8404545" y="2812170"/>
                <a:ext cx="58968" cy="58968"/>
              </a:xfrm>
              <a:prstGeom prst="ellipse">
                <a:avLst/>
              </a:prstGeom>
              <a:solidFill>
                <a:schemeClr val="bg1"/>
              </a:solidFill>
              <a:ln w="952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6" name="Oval 445"/>
              <p:cNvSpPr/>
              <p:nvPr/>
            </p:nvSpPr>
            <p:spPr>
              <a:xfrm>
                <a:off x="7182299" y="2773389"/>
                <a:ext cx="58967" cy="58967"/>
              </a:xfrm>
              <a:prstGeom prst="ellipse">
                <a:avLst/>
              </a:prstGeom>
              <a:solidFill>
                <a:schemeClr val="bg1"/>
              </a:solidFill>
              <a:ln w="952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7" name="Oval 446"/>
              <p:cNvSpPr/>
              <p:nvPr/>
            </p:nvSpPr>
            <p:spPr>
              <a:xfrm>
                <a:off x="7271089" y="2816254"/>
                <a:ext cx="58968" cy="58968"/>
              </a:xfrm>
              <a:prstGeom prst="ellipse">
                <a:avLst/>
              </a:prstGeom>
              <a:solidFill>
                <a:schemeClr val="bg1"/>
              </a:solidFill>
              <a:ln w="952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8" name="Oval 447"/>
              <p:cNvSpPr/>
              <p:nvPr/>
            </p:nvSpPr>
            <p:spPr>
              <a:xfrm>
                <a:off x="7361771" y="3168517"/>
                <a:ext cx="58968" cy="58968"/>
              </a:xfrm>
              <a:prstGeom prst="ellipse">
                <a:avLst/>
              </a:prstGeom>
              <a:solidFill>
                <a:schemeClr val="bg1"/>
              </a:solidFill>
              <a:ln w="952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9" name="Oval 448"/>
              <p:cNvSpPr/>
              <p:nvPr/>
            </p:nvSpPr>
            <p:spPr>
              <a:xfrm>
                <a:off x="7249267" y="3386712"/>
                <a:ext cx="58968" cy="58968"/>
              </a:xfrm>
              <a:prstGeom prst="ellipse">
                <a:avLst/>
              </a:prstGeom>
              <a:solidFill>
                <a:schemeClr val="bg1"/>
              </a:solidFill>
              <a:ln w="952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0" name="Oval 449"/>
              <p:cNvSpPr/>
              <p:nvPr/>
            </p:nvSpPr>
            <p:spPr>
              <a:xfrm>
                <a:off x="7863982" y="3691185"/>
                <a:ext cx="58968" cy="58968"/>
              </a:xfrm>
              <a:prstGeom prst="ellipse">
                <a:avLst/>
              </a:prstGeom>
              <a:solidFill>
                <a:schemeClr val="bg1"/>
              </a:solidFill>
              <a:ln w="952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1" name="Oval 450"/>
              <p:cNvSpPr/>
              <p:nvPr/>
            </p:nvSpPr>
            <p:spPr>
              <a:xfrm>
                <a:off x="7567233" y="3860279"/>
                <a:ext cx="58968" cy="58968"/>
              </a:xfrm>
              <a:prstGeom prst="ellipse">
                <a:avLst/>
              </a:prstGeom>
              <a:solidFill>
                <a:schemeClr val="bg1"/>
              </a:solidFill>
              <a:ln w="952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2" name="Oval 451"/>
              <p:cNvSpPr/>
              <p:nvPr/>
            </p:nvSpPr>
            <p:spPr>
              <a:xfrm>
                <a:off x="7462849" y="3909987"/>
                <a:ext cx="58968" cy="58968"/>
              </a:xfrm>
              <a:prstGeom prst="ellipse">
                <a:avLst/>
              </a:prstGeom>
              <a:solidFill>
                <a:schemeClr val="bg1"/>
              </a:solidFill>
              <a:ln w="952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3" name="TextBox 290"/>
              <p:cNvSpPr txBox="1">
                <a:spLocks noChangeArrowheads="1"/>
              </p:cNvSpPr>
              <p:nvPr/>
            </p:nvSpPr>
            <p:spPr bwMode="auto">
              <a:xfrm>
                <a:off x="7171273" y="2633422"/>
                <a:ext cx="568677" cy="100027"/>
              </a:xfrm>
              <a:prstGeom prst="rect">
                <a:avLst/>
              </a:prstGeom>
              <a:noFill/>
              <a:ln w="9525">
                <a:noFill/>
                <a:miter lim="800000"/>
                <a:headEnd/>
                <a:tailEnd/>
              </a:ln>
            </p:spPr>
            <p:txBody>
              <a:bodyPr wrap="square" lIns="0" tIns="0" rIns="0" bIns="0">
                <a:spAutoFit/>
              </a:bodyPr>
              <a:lstStyle/>
              <a:p>
                <a:r>
                  <a:rPr lang="en-US" sz="650" dirty="0">
                    <a:solidFill>
                      <a:schemeClr val="bg1"/>
                    </a:solidFill>
                  </a:rPr>
                  <a:t>Ahmedabad</a:t>
                </a:r>
              </a:p>
            </p:txBody>
          </p:sp>
          <p:sp>
            <p:nvSpPr>
              <p:cNvPr id="454" name="TextBox 290"/>
              <p:cNvSpPr txBox="1">
                <a:spLocks noChangeArrowheads="1"/>
              </p:cNvSpPr>
              <p:nvPr/>
            </p:nvSpPr>
            <p:spPr bwMode="auto">
              <a:xfrm>
                <a:off x="7357599" y="2782832"/>
                <a:ext cx="568677" cy="100027"/>
              </a:xfrm>
              <a:prstGeom prst="rect">
                <a:avLst/>
              </a:prstGeom>
              <a:noFill/>
              <a:ln w="9525">
                <a:noFill/>
                <a:miter lim="800000"/>
                <a:headEnd/>
                <a:tailEnd/>
              </a:ln>
            </p:spPr>
            <p:txBody>
              <a:bodyPr wrap="square" lIns="0" tIns="0" rIns="0" bIns="0">
                <a:spAutoFit/>
              </a:bodyPr>
              <a:lstStyle/>
              <a:p>
                <a:r>
                  <a:rPr lang="en-US" sz="650" dirty="0">
                    <a:solidFill>
                      <a:schemeClr val="bg1"/>
                    </a:solidFill>
                  </a:rPr>
                  <a:t>Vadodara</a:t>
                </a:r>
              </a:p>
            </p:txBody>
          </p:sp>
          <p:sp>
            <p:nvSpPr>
              <p:cNvPr id="455" name="TextBox 290"/>
              <p:cNvSpPr txBox="1">
                <a:spLocks noChangeArrowheads="1"/>
              </p:cNvSpPr>
              <p:nvPr/>
            </p:nvSpPr>
            <p:spPr bwMode="auto">
              <a:xfrm>
                <a:off x="6858593" y="3068216"/>
                <a:ext cx="350565" cy="100027"/>
              </a:xfrm>
              <a:prstGeom prst="rect">
                <a:avLst/>
              </a:prstGeom>
              <a:noFill/>
              <a:ln w="9525">
                <a:noFill/>
                <a:miter lim="800000"/>
                <a:headEnd/>
                <a:tailEnd/>
              </a:ln>
            </p:spPr>
            <p:txBody>
              <a:bodyPr wrap="square" lIns="0" tIns="0" rIns="0" bIns="0">
                <a:spAutoFit/>
              </a:bodyPr>
              <a:lstStyle/>
              <a:p>
                <a:r>
                  <a:rPr lang="en-US" sz="650" dirty="0"/>
                  <a:t>Mumbai</a:t>
                </a:r>
              </a:p>
            </p:txBody>
          </p:sp>
          <p:sp>
            <p:nvSpPr>
              <p:cNvPr id="456" name="TextBox 290"/>
              <p:cNvSpPr txBox="1">
                <a:spLocks noChangeArrowheads="1"/>
              </p:cNvSpPr>
              <p:nvPr/>
            </p:nvSpPr>
            <p:spPr bwMode="auto">
              <a:xfrm>
                <a:off x="7286709" y="3237008"/>
                <a:ext cx="226739" cy="100027"/>
              </a:xfrm>
              <a:prstGeom prst="rect">
                <a:avLst/>
              </a:prstGeom>
              <a:noFill/>
              <a:ln w="9525">
                <a:noFill/>
                <a:miter lim="800000"/>
                <a:headEnd/>
                <a:tailEnd/>
              </a:ln>
            </p:spPr>
            <p:txBody>
              <a:bodyPr wrap="square" lIns="0" tIns="0" rIns="0" bIns="0">
                <a:spAutoFit/>
              </a:bodyPr>
              <a:lstStyle/>
              <a:p>
                <a:r>
                  <a:rPr lang="en-US" sz="650" dirty="0">
                    <a:solidFill>
                      <a:schemeClr val="bg1"/>
                    </a:solidFill>
                  </a:rPr>
                  <a:t>Pune</a:t>
                </a:r>
              </a:p>
            </p:txBody>
          </p:sp>
          <p:sp>
            <p:nvSpPr>
              <p:cNvPr id="457" name="TextBox 290"/>
              <p:cNvSpPr txBox="1">
                <a:spLocks noChangeArrowheads="1"/>
              </p:cNvSpPr>
              <p:nvPr/>
            </p:nvSpPr>
            <p:spPr bwMode="auto">
              <a:xfrm>
                <a:off x="7363142" y="3359827"/>
                <a:ext cx="226739" cy="100027"/>
              </a:xfrm>
              <a:prstGeom prst="rect">
                <a:avLst/>
              </a:prstGeom>
              <a:noFill/>
              <a:ln w="9525">
                <a:noFill/>
                <a:miter lim="800000"/>
                <a:headEnd/>
                <a:tailEnd/>
              </a:ln>
            </p:spPr>
            <p:txBody>
              <a:bodyPr wrap="square" lIns="0" tIns="0" rIns="0" bIns="0">
                <a:spAutoFit/>
              </a:bodyPr>
              <a:lstStyle/>
              <a:p>
                <a:r>
                  <a:rPr lang="en-US" sz="650" dirty="0">
                    <a:solidFill>
                      <a:schemeClr val="bg1"/>
                    </a:solidFill>
                  </a:rPr>
                  <a:t>Goa</a:t>
                </a:r>
              </a:p>
            </p:txBody>
          </p:sp>
          <p:sp>
            <p:nvSpPr>
              <p:cNvPr id="458" name="TextBox 290"/>
              <p:cNvSpPr txBox="1">
                <a:spLocks noChangeArrowheads="1"/>
              </p:cNvSpPr>
              <p:nvPr/>
            </p:nvSpPr>
            <p:spPr bwMode="auto">
              <a:xfrm>
                <a:off x="7739632" y="3097346"/>
                <a:ext cx="486762" cy="100027"/>
              </a:xfrm>
              <a:prstGeom prst="rect">
                <a:avLst/>
              </a:prstGeom>
              <a:noFill/>
              <a:ln w="9525">
                <a:noFill/>
                <a:miter lim="800000"/>
                <a:headEnd/>
                <a:tailEnd/>
              </a:ln>
            </p:spPr>
            <p:txBody>
              <a:bodyPr wrap="square" lIns="0" tIns="0" rIns="0" bIns="0">
                <a:spAutoFit/>
              </a:bodyPr>
              <a:lstStyle/>
              <a:p>
                <a:r>
                  <a:rPr lang="en-US" sz="650" dirty="0">
                    <a:solidFill>
                      <a:schemeClr val="bg1"/>
                    </a:solidFill>
                  </a:rPr>
                  <a:t>Hyderabad</a:t>
                </a:r>
              </a:p>
            </p:txBody>
          </p:sp>
          <p:sp>
            <p:nvSpPr>
              <p:cNvPr id="459" name="TextBox 290"/>
              <p:cNvSpPr txBox="1">
                <a:spLocks noChangeArrowheads="1"/>
              </p:cNvSpPr>
              <p:nvPr/>
            </p:nvSpPr>
            <p:spPr bwMode="auto">
              <a:xfrm>
                <a:off x="7953973" y="3664936"/>
                <a:ext cx="486762" cy="100027"/>
              </a:xfrm>
              <a:prstGeom prst="rect">
                <a:avLst/>
              </a:prstGeom>
              <a:noFill/>
              <a:ln w="9525">
                <a:noFill/>
                <a:miter lim="800000"/>
                <a:headEnd/>
                <a:tailEnd/>
              </a:ln>
            </p:spPr>
            <p:txBody>
              <a:bodyPr wrap="square" lIns="0" tIns="0" rIns="0" bIns="0">
                <a:spAutoFit/>
              </a:bodyPr>
              <a:lstStyle/>
              <a:p>
                <a:r>
                  <a:rPr lang="en-US" sz="650" dirty="0"/>
                  <a:t>Chennai</a:t>
                </a:r>
              </a:p>
            </p:txBody>
          </p:sp>
          <p:sp>
            <p:nvSpPr>
              <p:cNvPr id="460" name="TextBox 290"/>
              <p:cNvSpPr txBox="1">
                <a:spLocks noChangeArrowheads="1"/>
              </p:cNvSpPr>
              <p:nvPr/>
            </p:nvSpPr>
            <p:spPr bwMode="auto">
              <a:xfrm>
                <a:off x="7671617" y="3833421"/>
                <a:ext cx="486762" cy="100027"/>
              </a:xfrm>
              <a:prstGeom prst="rect">
                <a:avLst/>
              </a:prstGeom>
              <a:noFill/>
              <a:ln w="9525">
                <a:noFill/>
                <a:miter lim="800000"/>
                <a:headEnd/>
                <a:tailEnd/>
              </a:ln>
            </p:spPr>
            <p:txBody>
              <a:bodyPr wrap="square" lIns="0" tIns="0" rIns="0" bIns="0">
                <a:spAutoFit/>
              </a:bodyPr>
              <a:lstStyle/>
              <a:p>
                <a:r>
                  <a:rPr lang="en-US" sz="650" dirty="0"/>
                  <a:t>Coimbatore</a:t>
                </a:r>
              </a:p>
            </p:txBody>
          </p:sp>
          <p:sp>
            <p:nvSpPr>
              <p:cNvPr id="461" name="TextBox 290"/>
              <p:cNvSpPr txBox="1">
                <a:spLocks noChangeArrowheads="1"/>
              </p:cNvSpPr>
              <p:nvPr/>
            </p:nvSpPr>
            <p:spPr bwMode="auto">
              <a:xfrm>
                <a:off x="7171272" y="3900524"/>
                <a:ext cx="280987" cy="100027"/>
              </a:xfrm>
              <a:prstGeom prst="rect">
                <a:avLst/>
              </a:prstGeom>
              <a:noFill/>
              <a:ln w="9525">
                <a:noFill/>
                <a:miter lim="800000"/>
                <a:headEnd/>
                <a:tailEnd/>
              </a:ln>
            </p:spPr>
            <p:txBody>
              <a:bodyPr wrap="square" lIns="0" tIns="0" rIns="0" bIns="0">
                <a:spAutoFit/>
              </a:bodyPr>
              <a:lstStyle/>
              <a:p>
                <a:r>
                  <a:rPr lang="en-US" sz="650" dirty="0"/>
                  <a:t>Kochi</a:t>
                </a:r>
              </a:p>
            </p:txBody>
          </p:sp>
          <p:sp>
            <p:nvSpPr>
              <p:cNvPr id="462" name="TextBox 461"/>
              <p:cNvSpPr txBox="1">
                <a:spLocks noChangeArrowheads="1"/>
              </p:cNvSpPr>
              <p:nvPr/>
            </p:nvSpPr>
            <p:spPr bwMode="auto">
              <a:xfrm>
                <a:off x="7379634" y="3474181"/>
                <a:ext cx="486762" cy="100027"/>
              </a:xfrm>
              <a:prstGeom prst="rect">
                <a:avLst/>
              </a:prstGeom>
              <a:noFill/>
              <a:ln w="9525">
                <a:noFill/>
                <a:miter lim="800000"/>
                <a:headEnd/>
                <a:tailEnd/>
              </a:ln>
            </p:spPr>
            <p:txBody>
              <a:bodyPr wrap="square" lIns="0" tIns="0" rIns="0" bIns="0">
                <a:spAutoFit/>
              </a:bodyPr>
              <a:lstStyle/>
              <a:p>
                <a:r>
                  <a:rPr lang="en-US" sz="650" dirty="0">
                    <a:solidFill>
                      <a:schemeClr val="bg1"/>
                    </a:solidFill>
                  </a:rPr>
                  <a:t>Bengaluru</a:t>
                </a:r>
              </a:p>
            </p:txBody>
          </p:sp>
          <p:sp>
            <p:nvSpPr>
              <p:cNvPr id="463" name="TextBox 290"/>
              <p:cNvSpPr txBox="1">
                <a:spLocks noChangeArrowheads="1"/>
              </p:cNvSpPr>
              <p:nvPr/>
            </p:nvSpPr>
            <p:spPr bwMode="auto">
              <a:xfrm>
                <a:off x="8025131" y="2568867"/>
                <a:ext cx="611014" cy="100027"/>
              </a:xfrm>
              <a:prstGeom prst="rect">
                <a:avLst/>
              </a:prstGeom>
              <a:noFill/>
              <a:ln w="9525">
                <a:noFill/>
                <a:miter lim="800000"/>
                <a:headEnd/>
                <a:tailEnd/>
              </a:ln>
            </p:spPr>
            <p:txBody>
              <a:bodyPr wrap="square" lIns="0" tIns="0" rIns="0" bIns="0">
                <a:spAutoFit/>
              </a:bodyPr>
              <a:lstStyle/>
              <a:p>
                <a:r>
                  <a:rPr lang="en-US" sz="650" dirty="0">
                    <a:solidFill>
                      <a:schemeClr val="bg1"/>
                    </a:solidFill>
                  </a:rPr>
                  <a:t>Jamshedpur</a:t>
                </a:r>
              </a:p>
            </p:txBody>
          </p:sp>
          <p:sp>
            <p:nvSpPr>
              <p:cNvPr id="464" name="TextBox 290"/>
              <p:cNvSpPr txBox="1">
                <a:spLocks noChangeArrowheads="1"/>
              </p:cNvSpPr>
              <p:nvPr/>
            </p:nvSpPr>
            <p:spPr bwMode="auto">
              <a:xfrm>
                <a:off x="8062848" y="2848746"/>
                <a:ext cx="341697" cy="100027"/>
              </a:xfrm>
              <a:prstGeom prst="rect">
                <a:avLst/>
              </a:prstGeom>
              <a:noFill/>
              <a:ln w="9525">
                <a:noFill/>
                <a:miter lim="800000"/>
                <a:headEnd/>
                <a:tailEnd/>
              </a:ln>
            </p:spPr>
            <p:txBody>
              <a:bodyPr wrap="square" lIns="0" tIns="0" rIns="0" bIns="0">
                <a:spAutoFit/>
              </a:bodyPr>
              <a:lstStyle/>
              <a:p>
                <a:pPr algn="r"/>
                <a:r>
                  <a:rPr lang="en-US" sz="650" dirty="0">
                    <a:solidFill>
                      <a:schemeClr val="bg1"/>
                    </a:solidFill>
                  </a:rPr>
                  <a:t>Kolkata</a:t>
                </a:r>
              </a:p>
            </p:txBody>
          </p:sp>
          <p:sp>
            <p:nvSpPr>
              <p:cNvPr id="465" name="Oval 464"/>
              <p:cNvSpPr/>
              <p:nvPr/>
            </p:nvSpPr>
            <p:spPr>
              <a:xfrm>
                <a:off x="7526656" y="2282767"/>
                <a:ext cx="58968" cy="58968"/>
              </a:xfrm>
              <a:prstGeom prst="ellipse">
                <a:avLst/>
              </a:prstGeom>
              <a:solidFill>
                <a:schemeClr val="bg1"/>
              </a:solidFill>
              <a:ln w="952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6" name="Oval 465"/>
              <p:cNvSpPr/>
              <p:nvPr/>
            </p:nvSpPr>
            <p:spPr>
              <a:xfrm>
                <a:off x="7229554" y="3078062"/>
                <a:ext cx="58968" cy="58968"/>
              </a:xfrm>
              <a:prstGeom prst="ellipse">
                <a:avLst/>
              </a:prstGeom>
              <a:solidFill>
                <a:schemeClr val="bg1"/>
              </a:solidFill>
              <a:ln w="952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7" name="Oval 466"/>
              <p:cNvSpPr/>
              <p:nvPr/>
            </p:nvSpPr>
            <p:spPr>
              <a:xfrm>
                <a:off x="7750260" y="3213058"/>
                <a:ext cx="58968" cy="58968"/>
              </a:xfrm>
              <a:prstGeom prst="ellipse">
                <a:avLst/>
              </a:prstGeom>
              <a:solidFill>
                <a:schemeClr val="bg1"/>
              </a:solidFill>
              <a:ln w="952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8" name="Oval 467"/>
              <p:cNvSpPr/>
              <p:nvPr/>
            </p:nvSpPr>
            <p:spPr>
              <a:xfrm>
                <a:off x="7560397" y="3636992"/>
                <a:ext cx="58968" cy="58968"/>
              </a:xfrm>
              <a:prstGeom prst="ellipse">
                <a:avLst/>
              </a:prstGeom>
              <a:solidFill>
                <a:schemeClr val="bg1"/>
              </a:solidFill>
              <a:ln w="952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40" name="Oval 439"/>
            <p:cNvSpPr/>
            <p:nvPr/>
          </p:nvSpPr>
          <p:spPr>
            <a:xfrm>
              <a:off x="1693435" y="4019605"/>
              <a:ext cx="62764" cy="62764"/>
            </a:xfrm>
            <a:prstGeom prst="ellipse">
              <a:avLst/>
            </a:prstGeom>
            <a:solidFill>
              <a:schemeClr val="bg1"/>
            </a:solidFill>
            <a:ln w="952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1" name="TextBox 290"/>
            <p:cNvSpPr txBox="1">
              <a:spLocks noChangeArrowheads="1"/>
            </p:cNvSpPr>
            <p:nvPr/>
          </p:nvSpPr>
          <p:spPr bwMode="auto">
            <a:xfrm>
              <a:off x="1840657" y="4024179"/>
              <a:ext cx="518097" cy="100027"/>
            </a:xfrm>
            <a:prstGeom prst="rect">
              <a:avLst/>
            </a:prstGeom>
            <a:noFill/>
            <a:ln w="9525">
              <a:noFill/>
              <a:miter lim="800000"/>
              <a:headEnd/>
              <a:tailEnd/>
            </a:ln>
          </p:spPr>
          <p:txBody>
            <a:bodyPr wrap="square" lIns="0" tIns="0" rIns="0" bIns="0">
              <a:spAutoFit/>
            </a:bodyPr>
            <a:lstStyle/>
            <a:p>
              <a:r>
                <a:rPr lang="en-US" sz="650" dirty="0"/>
                <a:t>Vijayawada</a:t>
              </a:r>
            </a:p>
          </p:txBody>
        </p:sp>
      </p:grpSp>
    </p:spTree>
    <p:extLst>
      <p:ext uri="{BB962C8B-B14F-4D97-AF65-F5344CB8AC3E}">
        <p14:creationId xmlns:p14="http://schemas.microsoft.com/office/powerpoint/2010/main" val="225627779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7" name="Object 76"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77" name="Object 76"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2" name="Text Placeholder 2"/>
          <p:cNvSpPr txBox="1">
            <a:spLocks/>
          </p:cNvSpPr>
          <p:nvPr/>
        </p:nvSpPr>
        <p:spPr>
          <a:xfrm>
            <a:off x="469900" y="736688"/>
            <a:ext cx="11252200" cy="757255"/>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ClrTx/>
              <a:buSzPct val="100000"/>
              <a:buFont typeface="Arial" panose="020B0604020202020204" pitchFamily="34" charset="0"/>
              <a:buNone/>
              <a:defRPr sz="2000" b="0" kern="1200">
                <a:solidFill>
                  <a:srgbClr val="575757"/>
                </a:solidFill>
                <a:latin typeface="+mn-lt"/>
                <a:ea typeface="+mn-ea"/>
                <a:cs typeface="+mn-cs"/>
              </a:defRPr>
            </a:lvl1pPr>
            <a:lvl2pPr marL="0" indent="0" algn="l" defTabSz="1219170" rtl="0" eaLnBrk="1" latinLnBrk="0" hangingPunct="1">
              <a:spcBef>
                <a:spcPts val="0"/>
              </a:spcBef>
              <a:spcAft>
                <a:spcPts val="1333"/>
              </a:spcAft>
              <a:buClrTx/>
              <a:buSzPct val="100000"/>
              <a:buFont typeface="Arial" panose="020B0604020202020204" pitchFamily="34" charset="0"/>
              <a:buChar char="​"/>
              <a:defRPr lang="en-US" sz="1200" b="1" kern="1200" dirty="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2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9pPr>
          </a:lstStyle>
          <a:p>
            <a:pPr lvl="0"/>
            <a:r>
              <a:rPr lang="en-US" dirty="0"/>
              <a:t>Deloitte India has worked across power sector value chain in India on a range of assignments</a:t>
            </a:r>
          </a:p>
        </p:txBody>
      </p:sp>
      <p:sp>
        <p:nvSpPr>
          <p:cNvPr id="75" name="Title 1"/>
          <p:cNvSpPr txBox="1">
            <a:spLocks/>
          </p:cNvSpPr>
          <p:nvPr/>
        </p:nvSpPr>
        <p:spPr bwMode="gray">
          <a:xfrm>
            <a:off x="469900" y="402586"/>
            <a:ext cx="11252200" cy="698501"/>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lang="en-US" noProof="0" dirty="0">
                <a:solidFill>
                  <a:srgbClr val="000000"/>
                </a:solidFill>
                <a:latin typeface="Verdana"/>
              </a:rPr>
              <a:t>Power sector service offerings</a:t>
            </a:r>
            <a:endParaRPr kumimoji="0" lang="en-IN" sz="2000" b="0" i="0" u="none" strike="noStrike" kern="1200" cap="none" spc="0" normalizeH="0" baseline="0" noProof="0" dirty="0">
              <a:ln>
                <a:noFill/>
              </a:ln>
              <a:solidFill>
                <a:srgbClr val="000000"/>
              </a:solidFill>
              <a:effectLst/>
              <a:uLnTx/>
              <a:uFillTx/>
              <a:latin typeface="Verdana"/>
              <a:ea typeface="+mj-ea"/>
              <a:cs typeface="+mj-cs"/>
            </a:endParaRPr>
          </a:p>
        </p:txBody>
      </p:sp>
      <p:graphicFrame>
        <p:nvGraphicFramePr>
          <p:cNvPr id="438" name="Table 437"/>
          <p:cNvGraphicFramePr>
            <a:graphicFrameLocks noGrp="1"/>
          </p:cNvGraphicFramePr>
          <p:nvPr/>
        </p:nvGraphicFramePr>
        <p:xfrm>
          <a:off x="469900" y="1994686"/>
          <a:ext cx="11252200" cy="4423837"/>
        </p:xfrm>
        <a:graphic>
          <a:graphicData uri="http://schemas.openxmlformats.org/drawingml/2006/table">
            <a:tbl>
              <a:tblPr firstCol="1" bandCol="1">
                <a:tableStyleId>{10A1B5D5-9B99-4C35-A422-299274C87663}</a:tableStyleId>
              </a:tblPr>
              <a:tblGrid>
                <a:gridCol w="796053">
                  <a:extLst>
                    <a:ext uri="{9D8B030D-6E8A-4147-A177-3AD203B41FA5}">
                      <a16:colId xmlns:a16="http://schemas.microsoft.com/office/drawing/2014/main" val="248904287"/>
                    </a:ext>
                  </a:extLst>
                </a:gridCol>
                <a:gridCol w="2096554">
                  <a:extLst>
                    <a:ext uri="{9D8B030D-6E8A-4147-A177-3AD203B41FA5}">
                      <a16:colId xmlns:a16="http://schemas.microsoft.com/office/drawing/2014/main" val="2981549055"/>
                    </a:ext>
                  </a:extLst>
                </a:gridCol>
                <a:gridCol w="3789407">
                  <a:extLst>
                    <a:ext uri="{9D8B030D-6E8A-4147-A177-3AD203B41FA5}">
                      <a16:colId xmlns:a16="http://schemas.microsoft.com/office/drawing/2014/main" val="3096722345"/>
                    </a:ext>
                  </a:extLst>
                </a:gridCol>
                <a:gridCol w="4570186">
                  <a:extLst>
                    <a:ext uri="{9D8B030D-6E8A-4147-A177-3AD203B41FA5}">
                      <a16:colId xmlns:a16="http://schemas.microsoft.com/office/drawing/2014/main" val="2259865407"/>
                    </a:ext>
                  </a:extLst>
                </a:gridCol>
              </a:tblGrid>
              <a:tr h="820704">
                <a:tc>
                  <a:txBody>
                    <a:bodyPr/>
                    <a:lstStyle/>
                    <a:p>
                      <a:pPr algn="ctr">
                        <a:lnSpc>
                          <a:spcPct val="107000"/>
                        </a:lnSpc>
                      </a:pPr>
                      <a:endParaRPr lang="en-IN" sz="1100" b="1" dirty="0">
                        <a:effectLst/>
                        <a:latin typeface="Verdana" panose="020B0604030504040204" pitchFamily="34" charset="0"/>
                      </a:endParaRPr>
                    </a:p>
                  </a:txBody>
                  <a:tcPr marL="62318" marR="62318" marT="0" marB="0"/>
                </a:tc>
                <a:tc>
                  <a:txBody>
                    <a:bodyPr/>
                    <a:lstStyle/>
                    <a:p>
                      <a:pPr algn="l">
                        <a:lnSpc>
                          <a:spcPct val="107000"/>
                        </a:lnSpc>
                      </a:pPr>
                      <a:r>
                        <a:rPr lang="en-US" sz="1100" b="1" dirty="0">
                          <a:effectLst/>
                        </a:rPr>
                        <a:t>Strategy &amp; Business Plan </a:t>
                      </a:r>
                      <a:endParaRPr lang="en-IN" sz="1100" b="1" dirty="0">
                        <a:effectLst/>
                        <a:latin typeface="Verdana" panose="020B0604030504040204" pitchFamily="34" charset="0"/>
                      </a:endParaRPr>
                    </a:p>
                  </a:txBody>
                  <a:tcPr marL="62318" marR="62318" marT="0" marB="0" anchor="ctr"/>
                </a:tc>
                <a:tc>
                  <a:txBody>
                    <a:bodyPr/>
                    <a:lstStyle/>
                    <a:p>
                      <a:pPr marL="342900" lvl="0" indent="-342900">
                        <a:lnSpc>
                          <a:spcPct val="107000"/>
                        </a:lnSpc>
                        <a:buFont typeface="Symbol" panose="05050102010706020507" pitchFamily="18" charset="2"/>
                        <a:buChar char=""/>
                      </a:pPr>
                      <a:r>
                        <a:rPr lang="en-US" sz="1100" dirty="0">
                          <a:effectLst/>
                        </a:rPr>
                        <a:t>Vision/ Mission Development</a:t>
                      </a:r>
                      <a:endParaRPr lang="en-IN" sz="1100" dirty="0">
                        <a:effectLst/>
                      </a:endParaRPr>
                    </a:p>
                    <a:p>
                      <a:pPr marL="342900" lvl="0" indent="-342900">
                        <a:lnSpc>
                          <a:spcPct val="107000"/>
                        </a:lnSpc>
                        <a:buFont typeface="Symbol" panose="05050102010706020507" pitchFamily="18" charset="2"/>
                        <a:buChar char=""/>
                      </a:pPr>
                      <a:r>
                        <a:rPr lang="en-US" sz="1100" dirty="0">
                          <a:effectLst/>
                        </a:rPr>
                        <a:t>Development of Corporate Strategy</a:t>
                      </a:r>
                      <a:endParaRPr lang="en-IN" sz="1100" dirty="0">
                        <a:effectLst/>
                      </a:endParaRPr>
                    </a:p>
                    <a:p>
                      <a:pPr marL="342900" lvl="0" indent="-342900">
                        <a:lnSpc>
                          <a:spcPct val="107000"/>
                        </a:lnSpc>
                        <a:buFont typeface="Symbol" panose="05050102010706020507" pitchFamily="18" charset="2"/>
                        <a:buChar char=""/>
                      </a:pPr>
                      <a:r>
                        <a:rPr lang="en-US" sz="1100" dirty="0">
                          <a:effectLst/>
                        </a:rPr>
                        <a:t>Diversification/ entry strategy</a:t>
                      </a:r>
                      <a:endParaRPr lang="en-IN" sz="1100" dirty="0">
                        <a:effectLst/>
                      </a:endParaRPr>
                    </a:p>
                    <a:p>
                      <a:pPr marL="342900" lvl="0" indent="-342900">
                        <a:lnSpc>
                          <a:spcPct val="107000"/>
                        </a:lnSpc>
                        <a:buFont typeface="Symbol" panose="05050102010706020507" pitchFamily="18" charset="2"/>
                        <a:buChar char=""/>
                      </a:pPr>
                      <a:r>
                        <a:rPr lang="en-US" sz="1100" dirty="0">
                          <a:effectLst/>
                        </a:rPr>
                        <a:t>Business plans/ including financial projections</a:t>
                      </a:r>
                      <a:endParaRPr lang="en-IN" sz="1100" dirty="0">
                        <a:effectLst/>
                        <a:latin typeface="Verdana" panose="020B0604030504040204" pitchFamily="34" charset="0"/>
                      </a:endParaRPr>
                    </a:p>
                  </a:txBody>
                  <a:tcPr marL="62318" marR="62318" marT="0" marB="0" anchor="ctr"/>
                </a:tc>
                <a:tc>
                  <a:txBody>
                    <a:bodyPr/>
                    <a:lstStyle/>
                    <a:p>
                      <a:pPr marL="0" lvl="0" indent="0">
                        <a:lnSpc>
                          <a:spcPct val="107000"/>
                        </a:lnSpc>
                        <a:buFont typeface="Symbol" panose="05050102010706020507" pitchFamily="18" charset="2"/>
                        <a:buNone/>
                      </a:pPr>
                      <a:r>
                        <a:rPr lang="en-US" sz="1100" dirty="0">
                          <a:effectLst/>
                        </a:rPr>
                        <a:t>Adani, Jindal Power Limited, Tata</a:t>
                      </a:r>
                      <a:r>
                        <a:rPr lang="en-US" sz="1100" baseline="0" dirty="0">
                          <a:effectLst/>
                        </a:rPr>
                        <a:t> Power, </a:t>
                      </a:r>
                      <a:r>
                        <a:rPr lang="en-US" sz="1100" dirty="0">
                          <a:effectLst/>
                        </a:rPr>
                        <a:t>DVC, PFC, BF-NTPC Energy Systems Ltd,</a:t>
                      </a:r>
                      <a:r>
                        <a:rPr lang="en-US" sz="1100" baseline="0" dirty="0">
                          <a:effectLst/>
                        </a:rPr>
                        <a:t> </a:t>
                      </a:r>
                      <a:r>
                        <a:rPr lang="en-US" sz="1100" dirty="0">
                          <a:effectLst/>
                        </a:rPr>
                        <a:t>NTPC SAIL Power Company Pvt. Ltd., NTPC, NSETC (World Bank),</a:t>
                      </a:r>
                      <a:r>
                        <a:rPr lang="en-US" sz="1100" baseline="0" dirty="0">
                          <a:effectLst/>
                        </a:rPr>
                        <a:t> </a:t>
                      </a:r>
                      <a:r>
                        <a:rPr lang="en-US" sz="1100" dirty="0">
                          <a:effectLst/>
                        </a:rPr>
                        <a:t>UHBVN, CSPDCL, JBVNL, BSEB, EESL</a:t>
                      </a:r>
                      <a:endParaRPr lang="en-IN" sz="1100" dirty="0">
                        <a:effectLst/>
                        <a:latin typeface="Verdana" panose="020B0604030504040204" pitchFamily="34" charset="0"/>
                      </a:endParaRPr>
                    </a:p>
                  </a:txBody>
                  <a:tcPr marL="62318" marR="62318" marT="0" marB="0" anchor="ctr"/>
                </a:tc>
                <a:extLst>
                  <a:ext uri="{0D108BD9-81ED-4DB2-BD59-A6C34878D82A}">
                    <a16:rowId xmlns:a16="http://schemas.microsoft.com/office/drawing/2014/main" val="2980917954"/>
                  </a:ext>
                </a:extLst>
              </a:tr>
              <a:tr h="653614">
                <a:tc>
                  <a:txBody>
                    <a:bodyPr/>
                    <a:lstStyle/>
                    <a:p>
                      <a:pPr algn="ctr">
                        <a:lnSpc>
                          <a:spcPct val="107000"/>
                        </a:lnSpc>
                      </a:pPr>
                      <a:endParaRPr lang="en-IN" sz="1100" b="1" dirty="0">
                        <a:effectLst/>
                        <a:latin typeface="Verdana" panose="020B0604030504040204" pitchFamily="34" charset="0"/>
                      </a:endParaRPr>
                    </a:p>
                  </a:txBody>
                  <a:tcPr marL="62318" marR="62318" marT="0" marB="0"/>
                </a:tc>
                <a:tc>
                  <a:txBody>
                    <a:bodyPr/>
                    <a:lstStyle/>
                    <a:p>
                      <a:pPr algn="l">
                        <a:lnSpc>
                          <a:spcPct val="107000"/>
                        </a:lnSpc>
                      </a:pPr>
                      <a:endParaRPr lang="en-US" sz="1100" b="1" dirty="0">
                        <a:effectLst/>
                      </a:endParaRPr>
                    </a:p>
                    <a:p>
                      <a:pPr algn="l">
                        <a:lnSpc>
                          <a:spcPct val="107000"/>
                        </a:lnSpc>
                      </a:pPr>
                      <a:r>
                        <a:rPr lang="en-US" sz="1100" b="1" dirty="0">
                          <a:effectLst/>
                        </a:rPr>
                        <a:t>Transaction Advisory</a:t>
                      </a:r>
                      <a:endParaRPr lang="en-IN" sz="1100" b="1" dirty="0">
                        <a:effectLst/>
                        <a:latin typeface="Verdana" panose="020B0604030504040204" pitchFamily="34" charset="0"/>
                      </a:endParaRPr>
                    </a:p>
                  </a:txBody>
                  <a:tcPr marL="62318" marR="62318" marT="0" marB="0"/>
                </a:tc>
                <a:tc>
                  <a:txBody>
                    <a:bodyPr/>
                    <a:lstStyle/>
                    <a:p>
                      <a:pPr marL="342900" lvl="0" indent="-342900">
                        <a:lnSpc>
                          <a:spcPct val="107000"/>
                        </a:lnSpc>
                        <a:buFont typeface="Symbol" panose="05050102010706020507" pitchFamily="18" charset="2"/>
                        <a:buChar char=""/>
                      </a:pPr>
                      <a:r>
                        <a:rPr lang="en-US" sz="1100" dirty="0">
                          <a:effectLst/>
                        </a:rPr>
                        <a:t>Bid process management and bid advisory</a:t>
                      </a:r>
                    </a:p>
                    <a:p>
                      <a:pPr marL="342900" lvl="0" indent="-342900">
                        <a:lnSpc>
                          <a:spcPct val="107000"/>
                        </a:lnSpc>
                        <a:buFont typeface="Symbol" panose="05050102010706020507" pitchFamily="18" charset="2"/>
                        <a:buChar char=""/>
                      </a:pPr>
                      <a:r>
                        <a:rPr lang="en-US" sz="1100" dirty="0">
                          <a:effectLst/>
                        </a:rPr>
                        <a:t>M&amp;A transactions in utility space</a:t>
                      </a:r>
                    </a:p>
                    <a:p>
                      <a:pPr marL="342900" lvl="0" indent="-342900">
                        <a:lnSpc>
                          <a:spcPct val="107000"/>
                        </a:lnSpc>
                        <a:buFont typeface="Symbol" panose="05050102010706020507" pitchFamily="18" charset="2"/>
                        <a:buChar char=""/>
                      </a:pPr>
                      <a:r>
                        <a:rPr lang="en-US" sz="1100" dirty="0">
                          <a:effectLst/>
                          <a:latin typeface="Verdana" panose="020B0604030504040204" pitchFamily="34" charset="0"/>
                        </a:rPr>
                        <a:t>Distribution Franchisee</a:t>
                      </a:r>
                      <a:endParaRPr lang="en-IN" sz="1100" dirty="0">
                        <a:effectLst/>
                        <a:latin typeface="Verdana" panose="020B0604030504040204" pitchFamily="34" charset="0"/>
                      </a:endParaRPr>
                    </a:p>
                  </a:txBody>
                  <a:tcPr marL="62318" marR="62318" marT="0" marB="0" anchor="ctr"/>
                </a:tc>
                <a:tc>
                  <a:txBody>
                    <a:bodyPr/>
                    <a:lstStyle/>
                    <a:p>
                      <a:pPr marL="0" lvl="0" indent="0">
                        <a:lnSpc>
                          <a:spcPct val="107000"/>
                        </a:lnSpc>
                        <a:buFont typeface="Symbol" panose="05050102010706020507" pitchFamily="18" charset="2"/>
                        <a:buNone/>
                      </a:pPr>
                      <a:r>
                        <a:rPr lang="en-US" sz="1100" dirty="0">
                          <a:effectLst/>
                        </a:rPr>
                        <a:t>Adani, GMR, Tata Power, CESC, L&amp;T, </a:t>
                      </a:r>
                      <a:r>
                        <a:rPr lang="en-US" sz="1100" dirty="0" err="1">
                          <a:effectLst/>
                        </a:rPr>
                        <a:t>Shyam</a:t>
                      </a:r>
                      <a:r>
                        <a:rPr lang="en-US" sz="1100" dirty="0">
                          <a:effectLst/>
                        </a:rPr>
                        <a:t> Indus Power, REC, UJVNL, NTPC, IFC/ Govt. of Gujarat, </a:t>
                      </a:r>
                      <a:r>
                        <a:rPr lang="en-US" sz="1100" dirty="0" err="1">
                          <a:effectLst/>
                        </a:rPr>
                        <a:t>Sterlite</a:t>
                      </a:r>
                      <a:r>
                        <a:rPr lang="en-US" sz="1100" dirty="0">
                          <a:effectLst/>
                        </a:rPr>
                        <a:t>, Ashoka Buildcom, CLP Power, Genus Oriental Structures and others</a:t>
                      </a:r>
                      <a:endParaRPr lang="en-IN" sz="1100" dirty="0">
                        <a:effectLst/>
                        <a:latin typeface="Verdana" panose="020B0604030504040204" pitchFamily="34" charset="0"/>
                      </a:endParaRPr>
                    </a:p>
                  </a:txBody>
                  <a:tcPr marL="62318" marR="62318" marT="0" marB="0" anchor="ctr"/>
                </a:tc>
                <a:extLst>
                  <a:ext uri="{0D108BD9-81ED-4DB2-BD59-A6C34878D82A}">
                    <a16:rowId xmlns:a16="http://schemas.microsoft.com/office/drawing/2014/main" val="4150457608"/>
                  </a:ext>
                </a:extLst>
              </a:tr>
              <a:tr h="653614">
                <a:tc>
                  <a:txBody>
                    <a:bodyPr/>
                    <a:lstStyle/>
                    <a:p>
                      <a:pPr algn="ctr">
                        <a:lnSpc>
                          <a:spcPct val="107000"/>
                        </a:lnSpc>
                      </a:pPr>
                      <a:endParaRPr lang="en-US" sz="1100" b="1" dirty="0">
                        <a:effectLst/>
                        <a:latin typeface="Verdana" panose="020B0604030504040204" pitchFamily="34" charset="0"/>
                      </a:endParaRPr>
                    </a:p>
                  </a:txBody>
                  <a:tcPr marL="62318" marR="62318" marT="0" marB="0" anchor="ctr"/>
                </a:tc>
                <a:tc>
                  <a:txBody>
                    <a:bodyPr/>
                    <a:lstStyle/>
                    <a:p>
                      <a:pPr algn="l">
                        <a:lnSpc>
                          <a:spcPct val="107000"/>
                        </a:lnSpc>
                      </a:pPr>
                      <a:endParaRPr lang="en-US" sz="1100" b="1" dirty="0">
                        <a:effectLst/>
                      </a:endParaRPr>
                    </a:p>
                    <a:p>
                      <a:pPr algn="l">
                        <a:lnSpc>
                          <a:spcPct val="107000"/>
                        </a:lnSpc>
                      </a:pPr>
                      <a:r>
                        <a:rPr lang="en-US" sz="1100" b="1" dirty="0">
                          <a:effectLst/>
                        </a:rPr>
                        <a:t>Institutional Strengthening</a:t>
                      </a:r>
                    </a:p>
                    <a:p>
                      <a:pPr algn="l">
                        <a:lnSpc>
                          <a:spcPct val="107000"/>
                        </a:lnSpc>
                      </a:pPr>
                      <a:endParaRPr lang="en-US" sz="1100" b="1" dirty="0">
                        <a:effectLst/>
                        <a:latin typeface="Verdana" panose="020B0604030504040204" pitchFamily="34" charset="0"/>
                      </a:endParaRPr>
                    </a:p>
                  </a:txBody>
                  <a:tcPr marL="62318" marR="62318" marT="0" marB="0" anchor="ctr"/>
                </a:tc>
                <a:tc>
                  <a:txBody>
                    <a:bodyPr/>
                    <a:lstStyle/>
                    <a:p>
                      <a:pPr marL="342900" lvl="0" indent="-342900">
                        <a:lnSpc>
                          <a:spcPct val="107000"/>
                        </a:lnSpc>
                        <a:buFont typeface="Symbol" panose="05050102010706020507" pitchFamily="18" charset="2"/>
                        <a:buChar char=""/>
                      </a:pPr>
                      <a:r>
                        <a:rPr lang="en-US" sz="1100" dirty="0">
                          <a:effectLst/>
                        </a:rPr>
                        <a:t>Handholding/ support in reforms</a:t>
                      </a:r>
                    </a:p>
                    <a:p>
                      <a:pPr marL="342900" lvl="0" indent="-342900">
                        <a:lnSpc>
                          <a:spcPct val="107000"/>
                        </a:lnSpc>
                        <a:buFont typeface="Symbol" panose="05050102010706020507" pitchFamily="18" charset="2"/>
                        <a:buChar char=""/>
                      </a:pPr>
                      <a:r>
                        <a:rPr lang="en-US" sz="1100" dirty="0">
                          <a:effectLst/>
                        </a:rPr>
                        <a:t>Capacity building</a:t>
                      </a:r>
                      <a:endParaRPr lang="en-IN" sz="1100" dirty="0">
                        <a:effectLst/>
                      </a:endParaRPr>
                    </a:p>
                    <a:p>
                      <a:pPr marL="342900" lvl="0" indent="-342900">
                        <a:lnSpc>
                          <a:spcPct val="107000"/>
                        </a:lnSpc>
                        <a:buFont typeface="Symbol" panose="05050102010706020507" pitchFamily="18" charset="2"/>
                        <a:buChar char=""/>
                      </a:pPr>
                      <a:r>
                        <a:rPr lang="en-US" sz="1100" dirty="0">
                          <a:effectLst/>
                        </a:rPr>
                        <a:t>Transition management</a:t>
                      </a:r>
                      <a:endParaRPr lang="en-IN" sz="1100" dirty="0">
                        <a:effectLst/>
                        <a:latin typeface="Verdana" panose="020B0604030504040204" pitchFamily="34" charset="0"/>
                      </a:endParaRPr>
                    </a:p>
                  </a:txBody>
                  <a:tcPr marL="62318" marR="62318" marT="0" marB="0" anchor="ctr"/>
                </a:tc>
                <a:tc>
                  <a:txBody>
                    <a:bodyPr/>
                    <a:lstStyle/>
                    <a:p>
                      <a:pPr marL="0" lvl="0" indent="0">
                        <a:lnSpc>
                          <a:spcPct val="107000"/>
                        </a:lnSpc>
                        <a:buFont typeface="Symbol" panose="05050102010706020507" pitchFamily="18" charset="2"/>
                        <a:buNone/>
                      </a:pPr>
                      <a:r>
                        <a:rPr lang="en-US" sz="1100" dirty="0">
                          <a:effectLst/>
                        </a:rPr>
                        <a:t>APTRANSCO/ DFID UK, MPSEB/ GoMP</a:t>
                      </a:r>
                      <a:r>
                        <a:rPr lang="en-IN" sz="1100" dirty="0">
                          <a:effectLst/>
                        </a:rPr>
                        <a:t>,</a:t>
                      </a:r>
                      <a:r>
                        <a:rPr lang="en-IN" sz="1100" baseline="0" dirty="0">
                          <a:effectLst/>
                        </a:rPr>
                        <a:t> </a:t>
                      </a:r>
                      <a:r>
                        <a:rPr lang="en-US" sz="1100" dirty="0">
                          <a:effectLst/>
                        </a:rPr>
                        <a:t>Uttarakhand</a:t>
                      </a:r>
                      <a:endParaRPr lang="en-IN" sz="1100" dirty="0">
                        <a:effectLst/>
                      </a:endParaRPr>
                    </a:p>
                    <a:p>
                      <a:pPr marL="0" lvl="0" indent="0">
                        <a:lnSpc>
                          <a:spcPct val="107000"/>
                        </a:lnSpc>
                        <a:buFont typeface="Symbol" panose="05050102010706020507" pitchFamily="18" charset="2"/>
                        <a:buNone/>
                      </a:pPr>
                      <a:r>
                        <a:rPr lang="en-US" sz="1100" dirty="0">
                          <a:effectLst/>
                        </a:rPr>
                        <a:t>Karnataka</a:t>
                      </a:r>
                      <a:endParaRPr lang="en-IN" sz="1100" dirty="0">
                        <a:effectLst/>
                        <a:latin typeface="Verdana" panose="020B0604030504040204" pitchFamily="34" charset="0"/>
                      </a:endParaRPr>
                    </a:p>
                  </a:txBody>
                  <a:tcPr marL="62318" marR="62318" marT="0" marB="0" anchor="ctr"/>
                </a:tc>
                <a:extLst>
                  <a:ext uri="{0D108BD9-81ED-4DB2-BD59-A6C34878D82A}">
                    <a16:rowId xmlns:a16="http://schemas.microsoft.com/office/drawing/2014/main" val="3448871671"/>
                  </a:ext>
                </a:extLst>
              </a:tr>
              <a:tr h="653614">
                <a:tc>
                  <a:txBody>
                    <a:bodyPr/>
                    <a:lstStyle/>
                    <a:p>
                      <a:pPr algn="ctr">
                        <a:lnSpc>
                          <a:spcPct val="107000"/>
                        </a:lnSpc>
                      </a:pPr>
                      <a:endParaRPr lang="en-US" sz="1100" b="1" dirty="0">
                        <a:effectLst/>
                        <a:latin typeface="Verdana" panose="020B0604030504040204" pitchFamily="34" charset="0"/>
                      </a:endParaRPr>
                    </a:p>
                  </a:txBody>
                  <a:tcPr marL="62318" marR="62318" marT="0" marB="0"/>
                </a:tc>
                <a:tc>
                  <a:txBody>
                    <a:bodyPr/>
                    <a:lstStyle/>
                    <a:p>
                      <a:pPr algn="l">
                        <a:lnSpc>
                          <a:spcPct val="107000"/>
                        </a:lnSpc>
                      </a:pPr>
                      <a:endParaRPr lang="en-US" sz="1100" b="1" dirty="0">
                        <a:effectLst/>
                      </a:endParaRPr>
                    </a:p>
                    <a:p>
                      <a:pPr algn="l">
                        <a:lnSpc>
                          <a:spcPct val="107000"/>
                        </a:lnSpc>
                      </a:pPr>
                      <a:r>
                        <a:rPr lang="en-US" sz="1100" b="1" dirty="0">
                          <a:effectLst/>
                        </a:rPr>
                        <a:t>Restructuring &amp; Reorganization</a:t>
                      </a:r>
                    </a:p>
                    <a:p>
                      <a:pPr algn="l">
                        <a:lnSpc>
                          <a:spcPct val="107000"/>
                        </a:lnSpc>
                      </a:pPr>
                      <a:endParaRPr lang="en-US" sz="1100" b="1" dirty="0">
                        <a:effectLst/>
                        <a:latin typeface="Verdana" panose="020B0604030504040204" pitchFamily="34" charset="0"/>
                      </a:endParaRPr>
                    </a:p>
                  </a:txBody>
                  <a:tcPr marL="62318" marR="62318" marT="0" marB="0"/>
                </a:tc>
                <a:tc>
                  <a:txBody>
                    <a:bodyPr/>
                    <a:lstStyle/>
                    <a:p>
                      <a:pPr marL="342900" lvl="0" indent="-342900">
                        <a:lnSpc>
                          <a:spcPct val="107000"/>
                        </a:lnSpc>
                        <a:buFont typeface="Symbol" panose="05050102010706020507" pitchFamily="18" charset="2"/>
                        <a:buChar char=""/>
                      </a:pPr>
                      <a:r>
                        <a:rPr lang="en-US" sz="1100" dirty="0">
                          <a:effectLst/>
                        </a:rPr>
                        <a:t>Financial restructuring</a:t>
                      </a:r>
                      <a:endParaRPr lang="en-IN" sz="1100" dirty="0">
                        <a:effectLst/>
                      </a:endParaRPr>
                    </a:p>
                    <a:p>
                      <a:pPr marL="342900" lvl="0" indent="-342900">
                        <a:lnSpc>
                          <a:spcPct val="107000"/>
                        </a:lnSpc>
                        <a:buFont typeface="Symbol" panose="05050102010706020507" pitchFamily="18" charset="2"/>
                        <a:buChar char=""/>
                      </a:pPr>
                      <a:r>
                        <a:rPr lang="en-US" sz="1100" dirty="0">
                          <a:effectLst/>
                        </a:rPr>
                        <a:t>Unbundling</a:t>
                      </a:r>
                      <a:endParaRPr lang="en-IN" sz="1100" dirty="0">
                        <a:effectLst/>
                        <a:latin typeface="Verdana" panose="020B0604030504040204" pitchFamily="34" charset="0"/>
                      </a:endParaRPr>
                    </a:p>
                  </a:txBody>
                  <a:tcPr marL="62318" marR="62318" marT="0" marB="0" anchor="ctr"/>
                </a:tc>
                <a:tc>
                  <a:txBody>
                    <a:bodyPr/>
                    <a:lstStyle/>
                    <a:p>
                      <a:pPr marL="0" lvl="0" indent="0">
                        <a:lnSpc>
                          <a:spcPct val="107000"/>
                        </a:lnSpc>
                        <a:buFont typeface="Symbol" panose="05050102010706020507" pitchFamily="18" charset="2"/>
                        <a:buNone/>
                      </a:pPr>
                      <a:r>
                        <a:rPr lang="en-US" sz="1100" dirty="0">
                          <a:effectLst/>
                        </a:rPr>
                        <a:t>YESC</a:t>
                      </a:r>
                      <a:r>
                        <a:rPr lang="en-US" sz="1100" baseline="0" dirty="0">
                          <a:effectLst/>
                        </a:rPr>
                        <a:t> and MESC, Myanmar</a:t>
                      </a:r>
                      <a:endParaRPr lang="en-US" sz="1100" dirty="0">
                        <a:effectLst/>
                      </a:endParaRPr>
                    </a:p>
                    <a:p>
                      <a:pPr marL="0" lvl="0" indent="0">
                        <a:lnSpc>
                          <a:spcPct val="107000"/>
                        </a:lnSpc>
                        <a:buFont typeface="Symbol" panose="05050102010706020507" pitchFamily="18" charset="2"/>
                        <a:buNone/>
                      </a:pPr>
                      <a:r>
                        <a:rPr lang="en-US" sz="1100" dirty="0">
                          <a:effectLst/>
                        </a:rPr>
                        <a:t>Maharashtra, Bihar, Jharkhand, Chhattisgarh</a:t>
                      </a:r>
                      <a:endParaRPr lang="en-IN" sz="1100" dirty="0">
                        <a:effectLst/>
                        <a:latin typeface="Verdana" panose="020B0604030504040204" pitchFamily="34" charset="0"/>
                      </a:endParaRPr>
                    </a:p>
                  </a:txBody>
                  <a:tcPr marL="62318" marR="62318" marT="0" marB="0" anchor="ctr"/>
                </a:tc>
                <a:extLst>
                  <a:ext uri="{0D108BD9-81ED-4DB2-BD59-A6C34878D82A}">
                    <a16:rowId xmlns:a16="http://schemas.microsoft.com/office/drawing/2014/main" val="3890392335"/>
                  </a:ext>
                </a:extLst>
              </a:tr>
              <a:tr h="820704">
                <a:tc>
                  <a:txBody>
                    <a:bodyPr/>
                    <a:lstStyle/>
                    <a:p>
                      <a:pPr algn="ctr">
                        <a:lnSpc>
                          <a:spcPct val="107000"/>
                        </a:lnSpc>
                      </a:pPr>
                      <a:endParaRPr lang="en-IN" sz="1100" b="1" dirty="0">
                        <a:effectLst/>
                        <a:latin typeface="Verdana" panose="020B0604030504040204" pitchFamily="34" charset="0"/>
                      </a:endParaRPr>
                    </a:p>
                  </a:txBody>
                  <a:tcPr marL="62318" marR="62318" marT="0" marB="0"/>
                </a:tc>
                <a:tc>
                  <a:txBody>
                    <a:bodyPr/>
                    <a:lstStyle/>
                    <a:p>
                      <a:pPr algn="l">
                        <a:lnSpc>
                          <a:spcPct val="107000"/>
                        </a:lnSpc>
                      </a:pPr>
                      <a:r>
                        <a:rPr lang="en-US" sz="1100" b="1" dirty="0">
                          <a:effectLst/>
                        </a:rPr>
                        <a:t>Regulatory Support</a:t>
                      </a:r>
                      <a:endParaRPr lang="en-IN" sz="1100" b="1" dirty="0">
                        <a:effectLst/>
                        <a:latin typeface="Verdana" panose="020B0604030504040204" pitchFamily="34" charset="0"/>
                      </a:endParaRPr>
                    </a:p>
                  </a:txBody>
                  <a:tcPr marL="62318" marR="62318" marT="0" marB="0" anchor="ctr"/>
                </a:tc>
                <a:tc>
                  <a:txBody>
                    <a:bodyPr/>
                    <a:lstStyle/>
                    <a:p>
                      <a:pPr marL="342900" lvl="0" indent="-342900">
                        <a:lnSpc>
                          <a:spcPct val="107000"/>
                        </a:lnSpc>
                        <a:buFont typeface="Symbol" panose="05050102010706020507" pitchFamily="18" charset="2"/>
                        <a:buChar char=""/>
                      </a:pPr>
                      <a:r>
                        <a:rPr lang="en-US" sz="1100" dirty="0">
                          <a:effectLst/>
                        </a:rPr>
                        <a:t>ARR and Tariff filings/ reviews</a:t>
                      </a:r>
                      <a:endParaRPr lang="en-IN" sz="1100" dirty="0">
                        <a:effectLst/>
                      </a:endParaRPr>
                    </a:p>
                    <a:p>
                      <a:pPr marL="342900" lvl="0" indent="-342900">
                        <a:lnSpc>
                          <a:spcPct val="107000"/>
                        </a:lnSpc>
                        <a:buFont typeface="Symbol" panose="05050102010706020507" pitchFamily="18" charset="2"/>
                        <a:buChar char=""/>
                      </a:pPr>
                      <a:r>
                        <a:rPr lang="en-US" sz="1100" dirty="0">
                          <a:effectLst/>
                        </a:rPr>
                        <a:t>Regulations</a:t>
                      </a:r>
                      <a:endParaRPr lang="en-IN" sz="1100" dirty="0">
                        <a:effectLst/>
                      </a:endParaRPr>
                    </a:p>
                    <a:p>
                      <a:pPr marL="342900" lvl="0" indent="-342900">
                        <a:lnSpc>
                          <a:spcPct val="107000"/>
                        </a:lnSpc>
                        <a:buFont typeface="Symbol" panose="05050102010706020507" pitchFamily="18" charset="2"/>
                        <a:buChar char=""/>
                      </a:pPr>
                      <a:r>
                        <a:rPr lang="en-US" sz="1100" dirty="0">
                          <a:effectLst/>
                        </a:rPr>
                        <a:t>Regulatory studies</a:t>
                      </a:r>
                    </a:p>
                    <a:p>
                      <a:pPr marL="342900" lvl="0" indent="-342900">
                        <a:lnSpc>
                          <a:spcPct val="107000"/>
                        </a:lnSpc>
                        <a:buFont typeface="Symbol" panose="05050102010706020507" pitchFamily="18" charset="2"/>
                        <a:buChar char=""/>
                      </a:pPr>
                      <a:r>
                        <a:rPr lang="en-US" sz="1100" dirty="0">
                          <a:effectLst/>
                          <a:latin typeface="Verdana" panose="020B0604030504040204" pitchFamily="34" charset="0"/>
                        </a:rPr>
                        <a:t>Utility Audit and Performance Review</a:t>
                      </a:r>
                      <a:endParaRPr lang="en-IN" sz="1100" dirty="0">
                        <a:effectLst/>
                        <a:latin typeface="Verdana" panose="020B0604030504040204" pitchFamily="34" charset="0"/>
                      </a:endParaRPr>
                    </a:p>
                  </a:txBody>
                  <a:tcPr marL="62318" marR="62318" marT="0" marB="0" anchor="ctr"/>
                </a:tc>
                <a:tc>
                  <a:txBody>
                    <a:bodyPr/>
                    <a:lstStyle/>
                    <a:p>
                      <a:pPr marL="0" lvl="0" indent="0">
                        <a:lnSpc>
                          <a:spcPct val="107000"/>
                        </a:lnSpc>
                        <a:buFont typeface="Symbol" panose="05050102010706020507" pitchFamily="18" charset="2"/>
                        <a:buNone/>
                      </a:pPr>
                      <a:r>
                        <a:rPr lang="en-US" sz="1100" dirty="0">
                          <a:effectLst/>
                        </a:rPr>
                        <a:t>CERC, FoR, MERC, HPERC, AERC, BERC, PSPCL, </a:t>
                      </a:r>
                      <a:r>
                        <a:rPr lang="en-US" sz="1100" baseline="0" dirty="0">
                          <a:effectLst/>
                        </a:rPr>
                        <a:t>JVVNL, MSPGCL, HPGCL, EDP, CED, BSPCL, NBPDCL, SBPDCL, MSPDCL, TSECL, </a:t>
                      </a:r>
                      <a:r>
                        <a:rPr lang="en-US" sz="1100" dirty="0">
                          <a:effectLst/>
                        </a:rPr>
                        <a:t>Indiabulls, Sterlite, Lanco, TPC, Renuka Sugar, Bhaskar Shrachi Alloys, Indian Tea Association, Pioneer Gas etc.</a:t>
                      </a:r>
                      <a:endParaRPr lang="en-IN" sz="1100" dirty="0">
                        <a:effectLst/>
                        <a:latin typeface="Verdana" panose="020B0604030504040204" pitchFamily="34" charset="0"/>
                      </a:endParaRPr>
                    </a:p>
                  </a:txBody>
                  <a:tcPr marL="62318" marR="62318" marT="0" marB="0" anchor="ctr"/>
                </a:tc>
                <a:extLst>
                  <a:ext uri="{0D108BD9-81ED-4DB2-BD59-A6C34878D82A}">
                    <a16:rowId xmlns:a16="http://schemas.microsoft.com/office/drawing/2014/main" val="2979229132"/>
                  </a:ext>
                </a:extLst>
              </a:tr>
              <a:tr h="665106">
                <a:tc>
                  <a:txBody>
                    <a:bodyPr/>
                    <a:lstStyle/>
                    <a:p>
                      <a:pPr algn="ctr">
                        <a:lnSpc>
                          <a:spcPct val="107000"/>
                        </a:lnSpc>
                      </a:pPr>
                      <a:endParaRPr lang="en-IN" sz="1100" b="1" dirty="0">
                        <a:effectLst/>
                        <a:latin typeface="Verdana" panose="020B0604030504040204" pitchFamily="34" charset="0"/>
                      </a:endParaRPr>
                    </a:p>
                  </a:txBody>
                  <a:tcPr marL="62318" marR="62318" marT="0" marB="0"/>
                </a:tc>
                <a:tc>
                  <a:txBody>
                    <a:bodyPr/>
                    <a:lstStyle/>
                    <a:p>
                      <a:pPr algn="l">
                        <a:lnSpc>
                          <a:spcPct val="107000"/>
                        </a:lnSpc>
                      </a:pPr>
                      <a:r>
                        <a:rPr lang="en-US" sz="1100" b="1" dirty="0">
                          <a:effectLst/>
                        </a:rPr>
                        <a:t>Renewable Energy</a:t>
                      </a:r>
                      <a:endParaRPr lang="en-US" sz="1100" b="1" dirty="0">
                        <a:effectLst/>
                        <a:latin typeface="Verdana" panose="020B0604030504040204" pitchFamily="34" charset="0"/>
                      </a:endParaRPr>
                    </a:p>
                  </a:txBody>
                  <a:tcPr marL="62318" marR="62318" marT="0" marB="0" anchor="ctr"/>
                </a:tc>
                <a:tc>
                  <a:txBody>
                    <a:bodyPr/>
                    <a:lstStyle/>
                    <a:p>
                      <a:pPr marL="342900" lvl="0" indent="-342900">
                        <a:lnSpc>
                          <a:spcPct val="107000"/>
                        </a:lnSpc>
                        <a:buFont typeface="Symbol" panose="05050102010706020507" pitchFamily="18" charset="2"/>
                        <a:buChar char=""/>
                      </a:pPr>
                      <a:r>
                        <a:rPr lang="en-US" sz="1100" dirty="0">
                          <a:effectLst/>
                        </a:rPr>
                        <a:t>Studies, project reviews, regulatory etc. Solar, Wind, SHP and other renewable projects</a:t>
                      </a:r>
                      <a:endParaRPr lang="en-IN" sz="1100" dirty="0">
                        <a:effectLst/>
                        <a:latin typeface="Verdana" panose="020B0604030504040204" pitchFamily="34" charset="0"/>
                      </a:endParaRPr>
                    </a:p>
                  </a:txBody>
                  <a:tcPr marL="62318" marR="62318" marT="0" marB="0" anchor="ctr"/>
                </a:tc>
                <a:tc>
                  <a:txBody>
                    <a:bodyPr/>
                    <a:lstStyle/>
                    <a:p>
                      <a:pPr marL="0" lvl="0" indent="0">
                        <a:lnSpc>
                          <a:spcPct val="107000"/>
                        </a:lnSpc>
                        <a:buFont typeface="Symbol" panose="05050102010706020507" pitchFamily="18" charset="2"/>
                        <a:buNone/>
                      </a:pPr>
                      <a:r>
                        <a:rPr lang="en-US" sz="1100" dirty="0">
                          <a:effectLst/>
                        </a:rPr>
                        <a:t>Govt. of Gujarat/ IFC,</a:t>
                      </a:r>
                      <a:r>
                        <a:rPr lang="en-US" sz="1100" baseline="0" dirty="0">
                          <a:effectLst/>
                        </a:rPr>
                        <a:t> </a:t>
                      </a:r>
                      <a:r>
                        <a:rPr lang="en-US" sz="1100" dirty="0">
                          <a:effectLst/>
                        </a:rPr>
                        <a:t>World Bank, IREDA, JETRO</a:t>
                      </a:r>
                      <a:endParaRPr lang="en-IN" sz="1100" dirty="0">
                        <a:effectLst/>
                      </a:endParaRPr>
                    </a:p>
                    <a:p>
                      <a:pPr marL="0" lvl="0" indent="0">
                        <a:lnSpc>
                          <a:spcPct val="107000"/>
                        </a:lnSpc>
                        <a:buFont typeface="Symbol" panose="05050102010706020507" pitchFamily="18" charset="2"/>
                        <a:buNone/>
                      </a:pPr>
                      <a:r>
                        <a:rPr lang="en-US" sz="1100" dirty="0">
                          <a:effectLst/>
                        </a:rPr>
                        <a:t>Various private sector players.</a:t>
                      </a:r>
                      <a:endParaRPr lang="en-IN" sz="1100" dirty="0">
                        <a:effectLst/>
                        <a:latin typeface="Verdana" panose="020B0604030504040204" pitchFamily="34" charset="0"/>
                      </a:endParaRPr>
                    </a:p>
                  </a:txBody>
                  <a:tcPr marL="62318" marR="62318" marT="0" marB="0" anchor="ctr"/>
                </a:tc>
                <a:extLst>
                  <a:ext uri="{0D108BD9-81ED-4DB2-BD59-A6C34878D82A}">
                    <a16:rowId xmlns:a16="http://schemas.microsoft.com/office/drawing/2014/main" val="829439277"/>
                  </a:ext>
                </a:extLst>
              </a:tr>
            </a:tbl>
          </a:graphicData>
        </a:graphic>
      </p:graphicFrame>
      <p:pic>
        <p:nvPicPr>
          <p:cNvPr id="439" name="Picture 4" descr="Image result for handshake ic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5208" y="2992166"/>
            <a:ext cx="540000" cy="356399"/>
          </a:xfrm>
          <a:prstGeom prst="rect">
            <a:avLst/>
          </a:prstGeom>
          <a:noFill/>
          <a:extLst>
            <a:ext uri="{909E8E84-426E-40DD-AFC4-6F175D3DCCD1}">
              <a14:hiddenFill xmlns:a14="http://schemas.microsoft.com/office/drawing/2010/main">
                <a:solidFill>
                  <a:srgbClr val="FFFFFF"/>
                </a:solidFill>
              </a14:hiddenFill>
            </a:ext>
          </a:extLst>
        </p:spPr>
      </p:pic>
      <p:sp>
        <p:nvSpPr>
          <p:cNvPr id="440" name="Freeform 533"/>
          <p:cNvSpPr>
            <a:spLocks noEditPoints="1"/>
          </p:cNvSpPr>
          <p:nvPr/>
        </p:nvSpPr>
        <p:spPr bwMode="auto">
          <a:xfrm>
            <a:off x="552679" y="3554232"/>
            <a:ext cx="540000" cy="540000"/>
          </a:xfrm>
          <a:custGeom>
            <a:avLst/>
            <a:gdLst>
              <a:gd name="T0" fmla="*/ 356 w 512"/>
              <a:gd name="T1" fmla="*/ 352 h 512"/>
              <a:gd name="T2" fmla="*/ 366 w 512"/>
              <a:gd name="T3" fmla="*/ 373 h 512"/>
              <a:gd name="T4" fmla="*/ 145 w 512"/>
              <a:gd name="T5" fmla="*/ 373 h 512"/>
              <a:gd name="T6" fmla="*/ 156 w 512"/>
              <a:gd name="T7" fmla="*/ 352 h 512"/>
              <a:gd name="T8" fmla="*/ 356 w 512"/>
              <a:gd name="T9" fmla="*/ 352 h 512"/>
              <a:gd name="T10" fmla="*/ 256 w 512"/>
              <a:gd name="T11" fmla="*/ 118 h 512"/>
              <a:gd name="T12" fmla="*/ 180 w 512"/>
              <a:gd name="T13" fmla="*/ 160 h 512"/>
              <a:gd name="T14" fmla="*/ 331 w 512"/>
              <a:gd name="T15" fmla="*/ 160 h 512"/>
              <a:gd name="T16" fmla="*/ 256 w 512"/>
              <a:gd name="T17" fmla="*/ 118 h 512"/>
              <a:gd name="T18" fmla="*/ 512 w 512"/>
              <a:gd name="T19" fmla="*/ 256 h 512"/>
              <a:gd name="T20" fmla="*/ 256 w 512"/>
              <a:gd name="T21" fmla="*/ 512 h 512"/>
              <a:gd name="T22" fmla="*/ 0 w 512"/>
              <a:gd name="T23" fmla="*/ 256 h 512"/>
              <a:gd name="T24" fmla="*/ 256 w 512"/>
              <a:gd name="T25" fmla="*/ 0 h 512"/>
              <a:gd name="T26" fmla="*/ 512 w 512"/>
              <a:gd name="T27" fmla="*/ 256 h 512"/>
              <a:gd name="T28" fmla="*/ 128 w 512"/>
              <a:gd name="T29" fmla="*/ 173 h 512"/>
              <a:gd name="T30" fmla="*/ 138 w 512"/>
              <a:gd name="T31" fmla="*/ 181 h 512"/>
              <a:gd name="T32" fmla="*/ 373 w 512"/>
              <a:gd name="T33" fmla="*/ 181 h 512"/>
              <a:gd name="T34" fmla="*/ 383 w 512"/>
              <a:gd name="T35" fmla="*/ 173 h 512"/>
              <a:gd name="T36" fmla="*/ 378 w 512"/>
              <a:gd name="T37" fmla="*/ 161 h 512"/>
              <a:gd name="T38" fmla="*/ 261 w 512"/>
              <a:gd name="T39" fmla="*/ 97 h 512"/>
              <a:gd name="T40" fmla="*/ 251 w 512"/>
              <a:gd name="T41" fmla="*/ 97 h 512"/>
              <a:gd name="T42" fmla="*/ 133 w 512"/>
              <a:gd name="T43" fmla="*/ 161 h 512"/>
              <a:gd name="T44" fmla="*/ 128 w 512"/>
              <a:gd name="T45" fmla="*/ 173 h 512"/>
              <a:gd name="T46" fmla="*/ 352 w 512"/>
              <a:gd name="T47" fmla="*/ 202 h 512"/>
              <a:gd name="T48" fmla="*/ 341 w 512"/>
              <a:gd name="T49" fmla="*/ 213 h 512"/>
              <a:gd name="T50" fmla="*/ 341 w 512"/>
              <a:gd name="T51" fmla="*/ 298 h 512"/>
              <a:gd name="T52" fmla="*/ 352 w 512"/>
              <a:gd name="T53" fmla="*/ 309 h 512"/>
              <a:gd name="T54" fmla="*/ 362 w 512"/>
              <a:gd name="T55" fmla="*/ 298 h 512"/>
              <a:gd name="T56" fmla="*/ 362 w 512"/>
              <a:gd name="T57" fmla="*/ 213 h 512"/>
              <a:gd name="T58" fmla="*/ 352 w 512"/>
              <a:gd name="T59" fmla="*/ 202 h 512"/>
              <a:gd name="T60" fmla="*/ 288 w 512"/>
              <a:gd name="T61" fmla="*/ 202 h 512"/>
              <a:gd name="T62" fmla="*/ 277 w 512"/>
              <a:gd name="T63" fmla="*/ 213 h 512"/>
              <a:gd name="T64" fmla="*/ 277 w 512"/>
              <a:gd name="T65" fmla="*/ 298 h 512"/>
              <a:gd name="T66" fmla="*/ 288 w 512"/>
              <a:gd name="T67" fmla="*/ 309 h 512"/>
              <a:gd name="T68" fmla="*/ 298 w 512"/>
              <a:gd name="T69" fmla="*/ 298 h 512"/>
              <a:gd name="T70" fmla="*/ 298 w 512"/>
              <a:gd name="T71" fmla="*/ 213 h 512"/>
              <a:gd name="T72" fmla="*/ 288 w 512"/>
              <a:gd name="T73" fmla="*/ 202 h 512"/>
              <a:gd name="T74" fmla="*/ 224 w 512"/>
              <a:gd name="T75" fmla="*/ 202 h 512"/>
              <a:gd name="T76" fmla="*/ 213 w 512"/>
              <a:gd name="T77" fmla="*/ 213 h 512"/>
              <a:gd name="T78" fmla="*/ 213 w 512"/>
              <a:gd name="T79" fmla="*/ 298 h 512"/>
              <a:gd name="T80" fmla="*/ 224 w 512"/>
              <a:gd name="T81" fmla="*/ 309 h 512"/>
              <a:gd name="T82" fmla="*/ 234 w 512"/>
              <a:gd name="T83" fmla="*/ 298 h 512"/>
              <a:gd name="T84" fmla="*/ 234 w 512"/>
              <a:gd name="T85" fmla="*/ 213 h 512"/>
              <a:gd name="T86" fmla="*/ 224 w 512"/>
              <a:gd name="T87" fmla="*/ 202 h 512"/>
              <a:gd name="T88" fmla="*/ 160 w 512"/>
              <a:gd name="T89" fmla="*/ 202 h 512"/>
              <a:gd name="T90" fmla="*/ 149 w 512"/>
              <a:gd name="T91" fmla="*/ 213 h 512"/>
              <a:gd name="T92" fmla="*/ 149 w 512"/>
              <a:gd name="T93" fmla="*/ 298 h 512"/>
              <a:gd name="T94" fmla="*/ 160 w 512"/>
              <a:gd name="T95" fmla="*/ 309 h 512"/>
              <a:gd name="T96" fmla="*/ 170 w 512"/>
              <a:gd name="T97" fmla="*/ 298 h 512"/>
              <a:gd name="T98" fmla="*/ 170 w 512"/>
              <a:gd name="T99" fmla="*/ 213 h 512"/>
              <a:gd name="T100" fmla="*/ 160 w 512"/>
              <a:gd name="T101" fmla="*/ 202 h 512"/>
              <a:gd name="T102" fmla="*/ 393 w 512"/>
              <a:gd name="T103" fmla="*/ 379 h 512"/>
              <a:gd name="T104" fmla="*/ 372 w 512"/>
              <a:gd name="T105" fmla="*/ 336 h 512"/>
              <a:gd name="T106" fmla="*/ 362 w 512"/>
              <a:gd name="T107" fmla="*/ 330 h 512"/>
              <a:gd name="T108" fmla="*/ 149 w 512"/>
              <a:gd name="T109" fmla="*/ 330 h 512"/>
              <a:gd name="T110" fmla="*/ 139 w 512"/>
              <a:gd name="T111" fmla="*/ 336 h 512"/>
              <a:gd name="T112" fmla="*/ 118 w 512"/>
              <a:gd name="T113" fmla="*/ 379 h 512"/>
              <a:gd name="T114" fmla="*/ 119 w 512"/>
              <a:gd name="T115" fmla="*/ 389 h 512"/>
              <a:gd name="T116" fmla="*/ 128 w 512"/>
              <a:gd name="T117" fmla="*/ 394 h 512"/>
              <a:gd name="T118" fmla="*/ 384 w 512"/>
              <a:gd name="T119" fmla="*/ 394 h 512"/>
              <a:gd name="T120" fmla="*/ 393 w 512"/>
              <a:gd name="T121" fmla="*/ 389 h 512"/>
              <a:gd name="T122" fmla="*/ 393 w 512"/>
              <a:gd name="T123" fmla="*/ 37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12" h="512">
                <a:moveTo>
                  <a:pt x="356" y="352"/>
                </a:moveTo>
                <a:cubicBezTo>
                  <a:pt x="366" y="373"/>
                  <a:pt x="366" y="373"/>
                  <a:pt x="366" y="373"/>
                </a:cubicBezTo>
                <a:cubicBezTo>
                  <a:pt x="145" y="373"/>
                  <a:pt x="145" y="373"/>
                  <a:pt x="145" y="373"/>
                </a:cubicBezTo>
                <a:cubicBezTo>
                  <a:pt x="156" y="352"/>
                  <a:pt x="156" y="352"/>
                  <a:pt x="156" y="352"/>
                </a:cubicBezTo>
                <a:lnTo>
                  <a:pt x="356" y="352"/>
                </a:lnTo>
                <a:close/>
                <a:moveTo>
                  <a:pt x="256" y="118"/>
                </a:moveTo>
                <a:cubicBezTo>
                  <a:pt x="180" y="160"/>
                  <a:pt x="180" y="160"/>
                  <a:pt x="180" y="160"/>
                </a:cubicBezTo>
                <a:cubicBezTo>
                  <a:pt x="331" y="160"/>
                  <a:pt x="331" y="160"/>
                  <a:pt x="331" y="160"/>
                </a:cubicBezTo>
                <a:lnTo>
                  <a:pt x="256" y="118"/>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28" y="173"/>
                </a:moveTo>
                <a:cubicBezTo>
                  <a:pt x="129" y="178"/>
                  <a:pt x="133" y="181"/>
                  <a:pt x="138" y="181"/>
                </a:cubicBezTo>
                <a:cubicBezTo>
                  <a:pt x="373" y="181"/>
                  <a:pt x="373" y="181"/>
                  <a:pt x="373" y="181"/>
                </a:cubicBezTo>
                <a:cubicBezTo>
                  <a:pt x="378" y="181"/>
                  <a:pt x="382" y="178"/>
                  <a:pt x="383" y="173"/>
                </a:cubicBezTo>
                <a:cubicBezTo>
                  <a:pt x="385" y="168"/>
                  <a:pt x="382" y="163"/>
                  <a:pt x="378" y="161"/>
                </a:cubicBezTo>
                <a:cubicBezTo>
                  <a:pt x="261" y="97"/>
                  <a:pt x="261" y="97"/>
                  <a:pt x="261" y="97"/>
                </a:cubicBezTo>
                <a:cubicBezTo>
                  <a:pt x="258" y="95"/>
                  <a:pt x="254" y="95"/>
                  <a:pt x="251" y="97"/>
                </a:cubicBezTo>
                <a:cubicBezTo>
                  <a:pt x="133" y="161"/>
                  <a:pt x="133" y="161"/>
                  <a:pt x="133" y="161"/>
                </a:cubicBezTo>
                <a:cubicBezTo>
                  <a:pt x="129" y="163"/>
                  <a:pt x="127" y="168"/>
                  <a:pt x="128" y="173"/>
                </a:cubicBezTo>
                <a:close/>
                <a:moveTo>
                  <a:pt x="352" y="202"/>
                </a:moveTo>
                <a:cubicBezTo>
                  <a:pt x="346" y="202"/>
                  <a:pt x="341" y="207"/>
                  <a:pt x="341" y="213"/>
                </a:cubicBezTo>
                <a:cubicBezTo>
                  <a:pt x="341" y="298"/>
                  <a:pt x="341" y="298"/>
                  <a:pt x="341" y="298"/>
                </a:cubicBezTo>
                <a:cubicBezTo>
                  <a:pt x="341" y="304"/>
                  <a:pt x="346" y="309"/>
                  <a:pt x="352" y="309"/>
                </a:cubicBezTo>
                <a:cubicBezTo>
                  <a:pt x="358" y="309"/>
                  <a:pt x="362" y="304"/>
                  <a:pt x="362" y="298"/>
                </a:cubicBezTo>
                <a:cubicBezTo>
                  <a:pt x="362" y="213"/>
                  <a:pt x="362" y="213"/>
                  <a:pt x="362" y="213"/>
                </a:cubicBezTo>
                <a:cubicBezTo>
                  <a:pt x="362" y="207"/>
                  <a:pt x="358" y="202"/>
                  <a:pt x="352" y="202"/>
                </a:cubicBezTo>
                <a:close/>
                <a:moveTo>
                  <a:pt x="288" y="202"/>
                </a:moveTo>
                <a:cubicBezTo>
                  <a:pt x="282" y="202"/>
                  <a:pt x="277" y="207"/>
                  <a:pt x="277" y="213"/>
                </a:cubicBezTo>
                <a:cubicBezTo>
                  <a:pt x="277" y="298"/>
                  <a:pt x="277" y="298"/>
                  <a:pt x="277" y="298"/>
                </a:cubicBezTo>
                <a:cubicBezTo>
                  <a:pt x="277" y="304"/>
                  <a:pt x="282" y="309"/>
                  <a:pt x="288" y="309"/>
                </a:cubicBezTo>
                <a:cubicBezTo>
                  <a:pt x="294" y="309"/>
                  <a:pt x="298" y="304"/>
                  <a:pt x="298" y="298"/>
                </a:cubicBezTo>
                <a:cubicBezTo>
                  <a:pt x="298" y="213"/>
                  <a:pt x="298" y="213"/>
                  <a:pt x="298" y="213"/>
                </a:cubicBezTo>
                <a:cubicBezTo>
                  <a:pt x="298" y="207"/>
                  <a:pt x="294" y="202"/>
                  <a:pt x="288" y="202"/>
                </a:cubicBezTo>
                <a:close/>
                <a:moveTo>
                  <a:pt x="224" y="202"/>
                </a:moveTo>
                <a:cubicBezTo>
                  <a:pt x="218" y="202"/>
                  <a:pt x="213" y="207"/>
                  <a:pt x="213" y="213"/>
                </a:cubicBezTo>
                <a:cubicBezTo>
                  <a:pt x="213" y="298"/>
                  <a:pt x="213" y="298"/>
                  <a:pt x="213" y="298"/>
                </a:cubicBezTo>
                <a:cubicBezTo>
                  <a:pt x="213" y="304"/>
                  <a:pt x="218" y="309"/>
                  <a:pt x="224" y="309"/>
                </a:cubicBezTo>
                <a:cubicBezTo>
                  <a:pt x="230" y="309"/>
                  <a:pt x="234" y="304"/>
                  <a:pt x="234" y="298"/>
                </a:cubicBezTo>
                <a:cubicBezTo>
                  <a:pt x="234" y="213"/>
                  <a:pt x="234" y="213"/>
                  <a:pt x="234" y="213"/>
                </a:cubicBezTo>
                <a:cubicBezTo>
                  <a:pt x="234" y="207"/>
                  <a:pt x="230" y="202"/>
                  <a:pt x="224" y="202"/>
                </a:cubicBezTo>
                <a:close/>
                <a:moveTo>
                  <a:pt x="160" y="202"/>
                </a:moveTo>
                <a:cubicBezTo>
                  <a:pt x="154" y="202"/>
                  <a:pt x="149" y="207"/>
                  <a:pt x="149" y="213"/>
                </a:cubicBezTo>
                <a:cubicBezTo>
                  <a:pt x="149" y="298"/>
                  <a:pt x="149" y="298"/>
                  <a:pt x="149" y="298"/>
                </a:cubicBezTo>
                <a:cubicBezTo>
                  <a:pt x="149" y="304"/>
                  <a:pt x="154" y="309"/>
                  <a:pt x="160" y="309"/>
                </a:cubicBezTo>
                <a:cubicBezTo>
                  <a:pt x="166" y="309"/>
                  <a:pt x="170" y="304"/>
                  <a:pt x="170" y="298"/>
                </a:cubicBezTo>
                <a:cubicBezTo>
                  <a:pt x="170" y="213"/>
                  <a:pt x="170" y="213"/>
                  <a:pt x="170" y="213"/>
                </a:cubicBezTo>
                <a:cubicBezTo>
                  <a:pt x="170" y="207"/>
                  <a:pt x="166" y="202"/>
                  <a:pt x="160" y="202"/>
                </a:cubicBezTo>
                <a:close/>
                <a:moveTo>
                  <a:pt x="393" y="379"/>
                </a:moveTo>
                <a:cubicBezTo>
                  <a:pt x="372" y="336"/>
                  <a:pt x="372" y="336"/>
                  <a:pt x="372" y="336"/>
                </a:cubicBezTo>
                <a:cubicBezTo>
                  <a:pt x="370" y="333"/>
                  <a:pt x="366" y="330"/>
                  <a:pt x="362" y="330"/>
                </a:cubicBezTo>
                <a:cubicBezTo>
                  <a:pt x="149" y="330"/>
                  <a:pt x="149" y="330"/>
                  <a:pt x="149" y="330"/>
                </a:cubicBezTo>
                <a:cubicBezTo>
                  <a:pt x="145" y="330"/>
                  <a:pt x="141" y="333"/>
                  <a:pt x="139" y="336"/>
                </a:cubicBezTo>
                <a:cubicBezTo>
                  <a:pt x="118" y="379"/>
                  <a:pt x="118" y="379"/>
                  <a:pt x="118" y="379"/>
                </a:cubicBezTo>
                <a:cubicBezTo>
                  <a:pt x="116" y="382"/>
                  <a:pt x="117" y="386"/>
                  <a:pt x="119" y="389"/>
                </a:cubicBezTo>
                <a:cubicBezTo>
                  <a:pt x="121" y="392"/>
                  <a:pt x="124" y="394"/>
                  <a:pt x="128" y="394"/>
                </a:cubicBezTo>
                <a:cubicBezTo>
                  <a:pt x="384" y="394"/>
                  <a:pt x="384" y="394"/>
                  <a:pt x="384" y="394"/>
                </a:cubicBezTo>
                <a:cubicBezTo>
                  <a:pt x="387" y="394"/>
                  <a:pt x="391" y="392"/>
                  <a:pt x="393" y="389"/>
                </a:cubicBezTo>
                <a:cubicBezTo>
                  <a:pt x="395" y="386"/>
                  <a:pt x="395" y="382"/>
                  <a:pt x="393" y="379"/>
                </a:cubicBezTo>
                <a:close/>
              </a:path>
            </a:pathLst>
          </a:custGeom>
          <a:solidFill>
            <a:schemeClr val="accent6"/>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nvGrpSpPr>
          <p:cNvPr id="441" name="Group 440"/>
          <p:cNvGrpSpPr/>
          <p:nvPr/>
        </p:nvGrpSpPr>
        <p:grpSpPr>
          <a:xfrm>
            <a:off x="552679" y="4250601"/>
            <a:ext cx="540000" cy="540000"/>
            <a:chOff x="522572" y="4401611"/>
            <a:chExt cx="540000" cy="540000"/>
          </a:xfrm>
        </p:grpSpPr>
        <p:sp>
          <p:nvSpPr>
            <p:cNvPr id="442" name="Freeform 342"/>
            <p:cNvSpPr>
              <a:spLocks noEditPoints="1"/>
            </p:cNvSpPr>
            <p:nvPr/>
          </p:nvSpPr>
          <p:spPr bwMode="auto">
            <a:xfrm>
              <a:off x="522572" y="4401611"/>
              <a:ext cx="540000" cy="54000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chemeClr val="accent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43" name="Freeform 343"/>
            <p:cNvSpPr>
              <a:spLocks noEditPoints="1"/>
            </p:cNvSpPr>
            <p:nvPr/>
          </p:nvSpPr>
          <p:spPr bwMode="auto">
            <a:xfrm>
              <a:off x="657175" y="4525493"/>
              <a:ext cx="270792" cy="292235"/>
            </a:xfrm>
            <a:custGeom>
              <a:avLst/>
              <a:gdLst>
                <a:gd name="T0" fmla="*/ 224 w 256"/>
                <a:gd name="T1" fmla="*/ 213 h 277"/>
                <a:gd name="T2" fmla="*/ 224 w 256"/>
                <a:gd name="T3" fmla="*/ 267 h 277"/>
                <a:gd name="T4" fmla="*/ 213 w 256"/>
                <a:gd name="T5" fmla="*/ 277 h 277"/>
                <a:gd name="T6" fmla="*/ 202 w 256"/>
                <a:gd name="T7" fmla="*/ 267 h 277"/>
                <a:gd name="T8" fmla="*/ 202 w 256"/>
                <a:gd name="T9" fmla="*/ 242 h 277"/>
                <a:gd name="T10" fmla="*/ 128 w 256"/>
                <a:gd name="T11" fmla="*/ 267 h 277"/>
                <a:gd name="T12" fmla="*/ 0 w 256"/>
                <a:gd name="T13" fmla="*/ 139 h 277"/>
                <a:gd name="T14" fmla="*/ 10 w 256"/>
                <a:gd name="T15" fmla="*/ 128 h 277"/>
                <a:gd name="T16" fmla="*/ 21 w 256"/>
                <a:gd name="T17" fmla="*/ 139 h 277"/>
                <a:gd name="T18" fmla="*/ 128 w 256"/>
                <a:gd name="T19" fmla="*/ 245 h 277"/>
                <a:gd name="T20" fmla="*/ 192 w 256"/>
                <a:gd name="T21" fmla="*/ 224 h 277"/>
                <a:gd name="T22" fmla="*/ 160 w 256"/>
                <a:gd name="T23" fmla="*/ 224 h 277"/>
                <a:gd name="T24" fmla="*/ 149 w 256"/>
                <a:gd name="T25" fmla="*/ 213 h 277"/>
                <a:gd name="T26" fmla="*/ 160 w 256"/>
                <a:gd name="T27" fmla="*/ 203 h 277"/>
                <a:gd name="T28" fmla="*/ 213 w 256"/>
                <a:gd name="T29" fmla="*/ 203 h 277"/>
                <a:gd name="T30" fmla="*/ 224 w 256"/>
                <a:gd name="T31" fmla="*/ 213 h 277"/>
                <a:gd name="T32" fmla="*/ 128 w 256"/>
                <a:gd name="T33" fmla="*/ 11 h 277"/>
                <a:gd name="T34" fmla="*/ 53 w 256"/>
                <a:gd name="T35" fmla="*/ 35 h 277"/>
                <a:gd name="T36" fmla="*/ 53 w 256"/>
                <a:gd name="T37" fmla="*/ 11 h 277"/>
                <a:gd name="T38" fmla="*/ 42 w 256"/>
                <a:gd name="T39" fmla="*/ 0 h 277"/>
                <a:gd name="T40" fmla="*/ 32 w 256"/>
                <a:gd name="T41" fmla="*/ 11 h 277"/>
                <a:gd name="T42" fmla="*/ 32 w 256"/>
                <a:gd name="T43" fmla="*/ 64 h 277"/>
                <a:gd name="T44" fmla="*/ 42 w 256"/>
                <a:gd name="T45" fmla="*/ 75 h 277"/>
                <a:gd name="T46" fmla="*/ 96 w 256"/>
                <a:gd name="T47" fmla="*/ 75 h 277"/>
                <a:gd name="T48" fmla="*/ 106 w 256"/>
                <a:gd name="T49" fmla="*/ 64 h 277"/>
                <a:gd name="T50" fmla="*/ 96 w 256"/>
                <a:gd name="T51" fmla="*/ 53 h 277"/>
                <a:gd name="T52" fmla="*/ 64 w 256"/>
                <a:gd name="T53" fmla="*/ 53 h 277"/>
                <a:gd name="T54" fmla="*/ 128 w 256"/>
                <a:gd name="T55" fmla="*/ 32 h 277"/>
                <a:gd name="T56" fmla="*/ 234 w 256"/>
                <a:gd name="T57" fmla="*/ 139 h 277"/>
                <a:gd name="T58" fmla="*/ 245 w 256"/>
                <a:gd name="T59" fmla="*/ 149 h 277"/>
                <a:gd name="T60" fmla="*/ 256 w 256"/>
                <a:gd name="T61" fmla="*/ 139 h 277"/>
                <a:gd name="T62" fmla="*/ 128 w 256"/>
                <a:gd name="T63" fmla="*/ 11 h 277"/>
                <a:gd name="T64" fmla="*/ 117 w 256"/>
                <a:gd name="T65" fmla="*/ 181 h 277"/>
                <a:gd name="T66" fmla="*/ 125 w 256"/>
                <a:gd name="T67" fmla="*/ 178 h 277"/>
                <a:gd name="T68" fmla="*/ 189 w 256"/>
                <a:gd name="T69" fmla="*/ 114 h 277"/>
                <a:gd name="T70" fmla="*/ 189 w 256"/>
                <a:gd name="T71" fmla="*/ 99 h 277"/>
                <a:gd name="T72" fmla="*/ 173 w 256"/>
                <a:gd name="T73" fmla="*/ 99 h 277"/>
                <a:gd name="T74" fmla="*/ 117 w 256"/>
                <a:gd name="T75" fmla="*/ 156 h 277"/>
                <a:gd name="T76" fmla="*/ 93 w 256"/>
                <a:gd name="T77" fmla="*/ 131 h 277"/>
                <a:gd name="T78" fmla="*/ 77 w 256"/>
                <a:gd name="T79" fmla="*/ 131 h 277"/>
                <a:gd name="T80" fmla="*/ 77 w 256"/>
                <a:gd name="T81" fmla="*/ 146 h 277"/>
                <a:gd name="T82" fmla="*/ 109 w 256"/>
                <a:gd name="T83" fmla="*/ 178 h 277"/>
                <a:gd name="T84" fmla="*/ 117 w 256"/>
                <a:gd name="T85" fmla="*/ 181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56" h="277">
                  <a:moveTo>
                    <a:pt x="224" y="213"/>
                  </a:moveTo>
                  <a:cubicBezTo>
                    <a:pt x="224" y="267"/>
                    <a:pt x="224" y="267"/>
                    <a:pt x="224" y="267"/>
                  </a:cubicBezTo>
                  <a:cubicBezTo>
                    <a:pt x="224" y="273"/>
                    <a:pt x="219" y="277"/>
                    <a:pt x="213" y="277"/>
                  </a:cubicBezTo>
                  <a:cubicBezTo>
                    <a:pt x="207" y="277"/>
                    <a:pt x="202" y="273"/>
                    <a:pt x="202" y="267"/>
                  </a:cubicBezTo>
                  <a:cubicBezTo>
                    <a:pt x="202" y="242"/>
                    <a:pt x="202" y="242"/>
                    <a:pt x="202" y="242"/>
                  </a:cubicBezTo>
                  <a:cubicBezTo>
                    <a:pt x="181" y="258"/>
                    <a:pt x="155" y="267"/>
                    <a:pt x="128" y="267"/>
                  </a:cubicBezTo>
                  <a:cubicBezTo>
                    <a:pt x="57" y="267"/>
                    <a:pt x="0" y="209"/>
                    <a:pt x="0" y="139"/>
                  </a:cubicBezTo>
                  <a:cubicBezTo>
                    <a:pt x="0" y="133"/>
                    <a:pt x="4" y="128"/>
                    <a:pt x="10" y="128"/>
                  </a:cubicBezTo>
                  <a:cubicBezTo>
                    <a:pt x="16" y="128"/>
                    <a:pt x="21" y="133"/>
                    <a:pt x="21" y="139"/>
                  </a:cubicBezTo>
                  <a:cubicBezTo>
                    <a:pt x="21" y="197"/>
                    <a:pt x="69" y="245"/>
                    <a:pt x="128" y="245"/>
                  </a:cubicBezTo>
                  <a:cubicBezTo>
                    <a:pt x="151" y="245"/>
                    <a:pt x="173" y="238"/>
                    <a:pt x="192" y="224"/>
                  </a:cubicBezTo>
                  <a:cubicBezTo>
                    <a:pt x="160" y="224"/>
                    <a:pt x="160" y="224"/>
                    <a:pt x="160" y="224"/>
                  </a:cubicBezTo>
                  <a:cubicBezTo>
                    <a:pt x="154" y="224"/>
                    <a:pt x="149" y="219"/>
                    <a:pt x="149" y="213"/>
                  </a:cubicBezTo>
                  <a:cubicBezTo>
                    <a:pt x="149" y="207"/>
                    <a:pt x="154" y="203"/>
                    <a:pt x="160" y="203"/>
                  </a:cubicBezTo>
                  <a:cubicBezTo>
                    <a:pt x="213" y="203"/>
                    <a:pt x="213" y="203"/>
                    <a:pt x="213" y="203"/>
                  </a:cubicBezTo>
                  <a:cubicBezTo>
                    <a:pt x="219" y="203"/>
                    <a:pt x="224" y="207"/>
                    <a:pt x="224" y="213"/>
                  </a:cubicBezTo>
                  <a:close/>
                  <a:moveTo>
                    <a:pt x="128" y="11"/>
                  </a:moveTo>
                  <a:cubicBezTo>
                    <a:pt x="101" y="11"/>
                    <a:pt x="75" y="19"/>
                    <a:pt x="53" y="35"/>
                  </a:cubicBezTo>
                  <a:cubicBezTo>
                    <a:pt x="53" y="11"/>
                    <a:pt x="53" y="11"/>
                    <a:pt x="53" y="11"/>
                  </a:cubicBezTo>
                  <a:cubicBezTo>
                    <a:pt x="53" y="5"/>
                    <a:pt x="48" y="0"/>
                    <a:pt x="42" y="0"/>
                  </a:cubicBezTo>
                  <a:cubicBezTo>
                    <a:pt x="36" y="0"/>
                    <a:pt x="32" y="5"/>
                    <a:pt x="32" y="11"/>
                  </a:cubicBezTo>
                  <a:cubicBezTo>
                    <a:pt x="32" y="64"/>
                    <a:pt x="32" y="64"/>
                    <a:pt x="32" y="64"/>
                  </a:cubicBezTo>
                  <a:cubicBezTo>
                    <a:pt x="32" y="70"/>
                    <a:pt x="36" y="75"/>
                    <a:pt x="42" y="75"/>
                  </a:cubicBezTo>
                  <a:cubicBezTo>
                    <a:pt x="96" y="75"/>
                    <a:pt x="96" y="75"/>
                    <a:pt x="96" y="75"/>
                  </a:cubicBezTo>
                  <a:cubicBezTo>
                    <a:pt x="102" y="75"/>
                    <a:pt x="106" y="70"/>
                    <a:pt x="106" y="64"/>
                  </a:cubicBezTo>
                  <a:cubicBezTo>
                    <a:pt x="106" y="58"/>
                    <a:pt x="102" y="53"/>
                    <a:pt x="96" y="53"/>
                  </a:cubicBezTo>
                  <a:cubicBezTo>
                    <a:pt x="64" y="53"/>
                    <a:pt x="64" y="53"/>
                    <a:pt x="64" y="53"/>
                  </a:cubicBezTo>
                  <a:cubicBezTo>
                    <a:pt x="82" y="40"/>
                    <a:pt x="104" y="32"/>
                    <a:pt x="128" y="32"/>
                  </a:cubicBezTo>
                  <a:cubicBezTo>
                    <a:pt x="186" y="32"/>
                    <a:pt x="234" y="80"/>
                    <a:pt x="234" y="139"/>
                  </a:cubicBezTo>
                  <a:cubicBezTo>
                    <a:pt x="234" y="145"/>
                    <a:pt x="239" y="149"/>
                    <a:pt x="245" y="149"/>
                  </a:cubicBezTo>
                  <a:cubicBezTo>
                    <a:pt x="251" y="149"/>
                    <a:pt x="256" y="145"/>
                    <a:pt x="256" y="139"/>
                  </a:cubicBezTo>
                  <a:cubicBezTo>
                    <a:pt x="256" y="68"/>
                    <a:pt x="198" y="11"/>
                    <a:pt x="128" y="11"/>
                  </a:cubicBezTo>
                  <a:close/>
                  <a:moveTo>
                    <a:pt x="117" y="181"/>
                  </a:moveTo>
                  <a:cubicBezTo>
                    <a:pt x="120" y="181"/>
                    <a:pt x="122" y="180"/>
                    <a:pt x="125" y="178"/>
                  </a:cubicBezTo>
                  <a:cubicBezTo>
                    <a:pt x="189" y="114"/>
                    <a:pt x="189" y="114"/>
                    <a:pt x="189" y="114"/>
                  </a:cubicBezTo>
                  <a:cubicBezTo>
                    <a:pt x="193" y="110"/>
                    <a:pt x="193" y="103"/>
                    <a:pt x="189" y="99"/>
                  </a:cubicBezTo>
                  <a:cubicBezTo>
                    <a:pt x="184" y="95"/>
                    <a:pt x="178" y="95"/>
                    <a:pt x="173" y="99"/>
                  </a:cubicBezTo>
                  <a:cubicBezTo>
                    <a:pt x="117" y="156"/>
                    <a:pt x="117" y="156"/>
                    <a:pt x="117" y="156"/>
                  </a:cubicBezTo>
                  <a:cubicBezTo>
                    <a:pt x="93" y="131"/>
                    <a:pt x="93" y="131"/>
                    <a:pt x="93" y="131"/>
                  </a:cubicBezTo>
                  <a:cubicBezTo>
                    <a:pt x="88" y="127"/>
                    <a:pt x="82" y="127"/>
                    <a:pt x="77" y="131"/>
                  </a:cubicBezTo>
                  <a:cubicBezTo>
                    <a:pt x="73" y="135"/>
                    <a:pt x="73" y="142"/>
                    <a:pt x="77" y="146"/>
                  </a:cubicBezTo>
                  <a:cubicBezTo>
                    <a:pt x="109" y="178"/>
                    <a:pt x="109" y="178"/>
                    <a:pt x="109" y="178"/>
                  </a:cubicBezTo>
                  <a:cubicBezTo>
                    <a:pt x="112" y="180"/>
                    <a:pt x="114" y="181"/>
                    <a:pt x="117" y="181"/>
                  </a:cubicBezTo>
                  <a:close/>
                </a:path>
              </a:pathLst>
            </a:custGeom>
            <a:solidFill>
              <a:schemeClr val="accent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444" name="Group 443"/>
          <p:cNvGrpSpPr/>
          <p:nvPr/>
        </p:nvGrpSpPr>
        <p:grpSpPr>
          <a:xfrm>
            <a:off x="552679" y="2171859"/>
            <a:ext cx="540000" cy="540000"/>
            <a:chOff x="522572" y="2011697"/>
            <a:chExt cx="540000" cy="540000"/>
          </a:xfrm>
        </p:grpSpPr>
        <p:sp>
          <p:nvSpPr>
            <p:cNvPr id="445" name="Freeform 948"/>
            <p:cNvSpPr>
              <a:spLocks noEditPoints="1"/>
            </p:cNvSpPr>
            <p:nvPr/>
          </p:nvSpPr>
          <p:spPr bwMode="auto">
            <a:xfrm>
              <a:off x="644866" y="2111756"/>
              <a:ext cx="260470" cy="327177"/>
            </a:xfrm>
            <a:custGeom>
              <a:avLst/>
              <a:gdLst>
                <a:gd name="T0" fmla="*/ 229 w 247"/>
                <a:gd name="T1" fmla="*/ 154 h 310"/>
                <a:gd name="T2" fmla="*/ 246 w 247"/>
                <a:gd name="T3" fmla="*/ 126 h 310"/>
                <a:gd name="T4" fmla="*/ 228 w 247"/>
                <a:gd name="T5" fmla="*/ 113 h 310"/>
                <a:gd name="T6" fmla="*/ 234 w 247"/>
                <a:gd name="T7" fmla="*/ 84 h 310"/>
                <a:gd name="T8" fmla="*/ 208 w 247"/>
                <a:gd name="T9" fmla="*/ 73 h 310"/>
                <a:gd name="T10" fmla="*/ 212 w 247"/>
                <a:gd name="T11" fmla="*/ 37 h 310"/>
                <a:gd name="T12" fmla="*/ 165 w 247"/>
                <a:gd name="T13" fmla="*/ 33 h 310"/>
                <a:gd name="T14" fmla="*/ 114 w 247"/>
                <a:gd name="T15" fmla="*/ 2 h 310"/>
                <a:gd name="T16" fmla="*/ 108 w 247"/>
                <a:gd name="T17" fmla="*/ 48 h 310"/>
                <a:gd name="T18" fmla="*/ 2 w 247"/>
                <a:gd name="T19" fmla="*/ 123 h 310"/>
                <a:gd name="T20" fmla="*/ 36 w 247"/>
                <a:gd name="T21" fmla="*/ 171 h 310"/>
                <a:gd name="T22" fmla="*/ 115 w 247"/>
                <a:gd name="T23" fmla="*/ 157 h 310"/>
                <a:gd name="T24" fmla="*/ 66 w 247"/>
                <a:gd name="T25" fmla="*/ 246 h 310"/>
                <a:gd name="T26" fmla="*/ 44 w 247"/>
                <a:gd name="T27" fmla="*/ 257 h 310"/>
                <a:gd name="T28" fmla="*/ 54 w 247"/>
                <a:gd name="T29" fmla="*/ 310 h 310"/>
                <a:gd name="T30" fmla="*/ 236 w 247"/>
                <a:gd name="T31" fmla="*/ 299 h 310"/>
                <a:gd name="T32" fmla="*/ 225 w 247"/>
                <a:gd name="T33" fmla="*/ 246 h 310"/>
                <a:gd name="T34" fmla="*/ 214 w 247"/>
                <a:gd name="T35" fmla="*/ 235 h 310"/>
                <a:gd name="T36" fmla="*/ 234 w 247"/>
                <a:gd name="T37" fmla="*/ 230 h 310"/>
                <a:gd name="T38" fmla="*/ 220 w 247"/>
                <a:gd name="T39" fmla="*/ 198 h 310"/>
                <a:gd name="T40" fmla="*/ 246 w 247"/>
                <a:gd name="T41" fmla="*/ 185 h 310"/>
                <a:gd name="T42" fmla="*/ 214 w 247"/>
                <a:gd name="T43" fmla="*/ 289 h 310"/>
                <a:gd name="T44" fmla="*/ 65 w 247"/>
                <a:gd name="T45" fmla="*/ 267 h 310"/>
                <a:gd name="T46" fmla="*/ 214 w 247"/>
                <a:gd name="T47" fmla="*/ 289 h 310"/>
                <a:gd name="T48" fmla="*/ 218 w 247"/>
                <a:gd name="T49" fmla="*/ 177 h 310"/>
                <a:gd name="T50" fmla="*/ 194 w 247"/>
                <a:gd name="T51" fmla="*/ 189 h 310"/>
                <a:gd name="T52" fmla="*/ 205 w 247"/>
                <a:gd name="T53" fmla="*/ 214 h 310"/>
                <a:gd name="T54" fmla="*/ 193 w 247"/>
                <a:gd name="T55" fmla="*/ 225 h 310"/>
                <a:gd name="T56" fmla="*/ 87 w 247"/>
                <a:gd name="T57" fmla="*/ 246 h 310"/>
                <a:gd name="T58" fmla="*/ 136 w 247"/>
                <a:gd name="T59" fmla="*/ 151 h 310"/>
                <a:gd name="T60" fmla="*/ 105 w 247"/>
                <a:gd name="T61" fmla="*/ 129 h 310"/>
                <a:gd name="T62" fmla="*/ 26 w 247"/>
                <a:gd name="T63" fmla="*/ 122 h 310"/>
                <a:gd name="T64" fmla="*/ 129 w 247"/>
                <a:gd name="T65" fmla="*/ 54 h 310"/>
                <a:gd name="T66" fmla="*/ 155 w 247"/>
                <a:gd name="T67" fmla="*/ 52 h 310"/>
                <a:gd name="T68" fmla="*/ 190 w 247"/>
                <a:gd name="T69" fmla="*/ 54 h 310"/>
                <a:gd name="T70" fmla="*/ 192 w 247"/>
                <a:gd name="T71" fmla="*/ 91 h 310"/>
                <a:gd name="T72" fmla="*/ 204 w 247"/>
                <a:gd name="T73" fmla="*/ 114 h 310"/>
                <a:gd name="T74" fmla="*/ 219 w 247"/>
                <a:gd name="T75" fmla="*/ 132 h 310"/>
                <a:gd name="T76" fmla="*/ 207 w 247"/>
                <a:gd name="T77" fmla="*/ 161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47" h="310">
                  <a:moveTo>
                    <a:pt x="244" y="176"/>
                  </a:moveTo>
                  <a:cubicBezTo>
                    <a:pt x="229" y="154"/>
                    <a:pt x="229" y="154"/>
                    <a:pt x="229" y="154"/>
                  </a:cubicBezTo>
                  <a:cubicBezTo>
                    <a:pt x="244" y="135"/>
                    <a:pt x="244" y="135"/>
                    <a:pt x="244" y="135"/>
                  </a:cubicBezTo>
                  <a:cubicBezTo>
                    <a:pt x="246" y="133"/>
                    <a:pt x="247" y="130"/>
                    <a:pt x="246" y="126"/>
                  </a:cubicBezTo>
                  <a:cubicBezTo>
                    <a:pt x="245" y="123"/>
                    <a:pt x="243" y="121"/>
                    <a:pt x="240" y="119"/>
                  </a:cubicBezTo>
                  <a:cubicBezTo>
                    <a:pt x="228" y="113"/>
                    <a:pt x="228" y="113"/>
                    <a:pt x="228" y="113"/>
                  </a:cubicBezTo>
                  <a:cubicBezTo>
                    <a:pt x="235" y="92"/>
                    <a:pt x="235" y="92"/>
                    <a:pt x="235" y="92"/>
                  </a:cubicBezTo>
                  <a:cubicBezTo>
                    <a:pt x="236" y="89"/>
                    <a:pt x="235" y="86"/>
                    <a:pt x="234" y="84"/>
                  </a:cubicBezTo>
                  <a:cubicBezTo>
                    <a:pt x="233" y="81"/>
                    <a:pt x="230" y="79"/>
                    <a:pt x="228" y="78"/>
                  </a:cubicBezTo>
                  <a:cubicBezTo>
                    <a:pt x="208" y="73"/>
                    <a:pt x="208" y="73"/>
                    <a:pt x="208" y="73"/>
                  </a:cubicBezTo>
                  <a:cubicBezTo>
                    <a:pt x="214" y="46"/>
                    <a:pt x="214" y="46"/>
                    <a:pt x="214" y="46"/>
                  </a:cubicBezTo>
                  <a:cubicBezTo>
                    <a:pt x="215" y="43"/>
                    <a:pt x="214" y="39"/>
                    <a:pt x="212" y="37"/>
                  </a:cubicBezTo>
                  <a:cubicBezTo>
                    <a:pt x="210" y="34"/>
                    <a:pt x="207" y="33"/>
                    <a:pt x="204" y="33"/>
                  </a:cubicBezTo>
                  <a:cubicBezTo>
                    <a:pt x="165" y="33"/>
                    <a:pt x="165" y="33"/>
                    <a:pt x="165" y="33"/>
                  </a:cubicBezTo>
                  <a:cubicBezTo>
                    <a:pt x="125" y="3"/>
                    <a:pt x="125" y="3"/>
                    <a:pt x="125" y="3"/>
                  </a:cubicBezTo>
                  <a:cubicBezTo>
                    <a:pt x="121" y="0"/>
                    <a:pt x="117" y="0"/>
                    <a:pt x="114" y="2"/>
                  </a:cubicBezTo>
                  <a:cubicBezTo>
                    <a:pt x="110" y="4"/>
                    <a:pt x="108" y="7"/>
                    <a:pt x="108" y="11"/>
                  </a:cubicBezTo>
                  <a:cubicBezTo>
                    <a:pt x="108" y="48"/>
                    <a:pt x="108" y="48"/>
                    <a:pt x="108" y="48"/>
                  </a:cubicBezTo>
                  <a:cubicBezTo>
                    <a:pt x="6" y="109"/>
                    <a:pt x="6" y="109"/>
                    <a:pt x="6" y="109"/>
                  </a:cubicBezTo>
                  <a:cubicBezTo>
                    <a:pt x="1" y="112"/>
                    <a:pt x="0" y="118"/>
                    <a:pt x="2" y="123"/>
                  </a:cubicBezTo>
                  <a:cubicBezTo>
                    <a:pt x="23" y="165"/>
                    <a:pt x="23" y="165"/>
                    <a:pt x="23" y="165"/>
                  </a:cubicBezTo>
                  <a:cubicBezTo>
                    <a:pt x="26" y="170"/>
                    <a:pt x="31" y="172"/>
                    <a:pt x="36" y="171"/>
                  </a:cubicBezTo>
                  <a:cubicBezTo>
                    <a:pt x="107" y="151"/>
                    <a:pt x="107" y="151"/>
                    <a:pt x="107" y="151"/>
                  </a:cubicBezTo>
                  <a:cubicBezTo>
                    <a:pt x="111" y="152"/>
                    <a:pt x="115" y="155"/>
                    <a:pt x="115" y="157"/>
                  </a:cubicBezTo>
                  <a:cubicBezTo>
                    <a:pt x="115" y="157"/>
                    <a:pt x="115" y="160"/>
                    <a:pt x="111" y="164"/>
                  </a:cubicBezTo>
                  <a:cubicBezTo>
                    <a:pt x="93" y="182"/>
                    <a:pt x="70" y="209"/>
                    <a:pt x="66" y="246"/>
                  </a:cubicBezTo>
                  <a:cubicBezTo>
                    <a:pt x="54" y="246"/>
                    <a:pt x="54" y="246"/>
                    <a:pt x="54" y="246"/>
                  </a:cubicBezTo>
                  <a:cubicBezTo>
                    <a:pt x="48" y="246"/>
                    <a:pt x="44" y="251"/>
                    <a:pt x="44" y="257"/>
                  </a:cubicBezTo>
                  <a:cubicBezTo>
                    <a:pt x="44" y="299"/>
                    <a:pt x="44" y="299"/>
                    <a:pt x="44" y="299"/>
                  </a:cubicBezTo>
                  <a:cubicBezTo>
                    <a:pt x="44" y="305"/>
                    <a:pt x="48" y="310"/>
                    <a:pt x="54" y="310"/>
                  </a:cubicBezTo>
                  <a:cubicBezTo>
                    <a:pt x="225" y="310"/>
                    <a:pt x="225" y="310"/>
                    <a:pt x="225" y="310"/>
                  </a:cubicBezTo>
                  <a:cubicBezTo>
                    <a:pt x="231" y="310"/>
                    <a:pt x="236" y="305"/>
                    <a:pt x="236" y="299"/>
                  </a:cubicBezTo>
                  <a:cubicBezTo>
                    <a:pt x="236" y="257"/>
                    <a:pt x="236" y="257"/>
                    <a:pt x="236" y="257"/>
                  </a:cubicBezTo>
                  <a:cubicBezTo>
                    <a:pt x="236" y="251"/>
                    <a:pt x="231" y="246"/>
                    <a:pt x="225" y="246"/>
                  </a:cubicBezTo>
                  <a:cubicBezTo>
                    <a:pt x="214" y="246"/>
                    <a:pt x="214" y="246"/>
                    <a:pt x="214" y="246"/>
                  </a:cubicBezTo>
                  <a:cubicBezTo>
                    <a:pt x="214" y="235"/>
                    <a:pt x="214" y="235"/>
                    <a:pt x="214" y="235"/>
                  </a:cubicBezTo>
                  <a:cubicBezTo>
                    <a:pt x="225" y="235"/>
                    <a:pt x="225" y="235"/>
                    <a:pt x="225" y="235"/>
                  </a:cubicBezTo>
                  <a:cubicBezTo>
                    <a:pt x="229" y="235"/>
                    <a:pt x="233" y="233"/>
                    <a:pt x="234" y="230"/>
                  </a:cubicBezTo>
                  <a:cubicBezTo>
                    <a:pt x="236" y="226"/>
                    <a:pt x="236" y="222"/>
                    <a:pt x="234" y="219"/>
                  </a:cubicBezTo>
                  <a:cubicBezTo>
                    <a:pt x="220" y="198"/>
                    <a:pt x="220" y="198"/>
                    <a:pt x="220" y="198"/>
                  </a:cubicBezTo>
                  <a:cubicBezTo>
                    <a:pt x="239" y="192"/>
                    <a:pt x="239" y="192"/>
                    <a:pt x="239" y="192"/>
                  </a:cubicBezTo>
                  <a:cubicBezTo>
                    <a:pt x="242" y="191"/>
                    <a:pt x="245" y="188"/>
                    <a:pt x="246" y="185"/>
                  </a:cubicBezTo>
                  <a:cubicBezTo>
                    <a:pt x="247" y="182"/>
                    <a:pt x="246" y="178"/>
                    <a:pt x="244" y="176"/>
                  </a:cubicBezTo>
                  <a:close/>
                  <a:moveTo>
                    <a:pt x="214" y="289"/>
                  </a:moveTo>
                  <a:cubicBezTo>
                    <a:pt x="65" y="289"/>
                    <a:pt x="65" y="289"/>
                    <a:pt x="65" y="289"/>
                  </a:cubicBezTo>
                  <a:cubicBezTo>
                    <a:pt x="65" y="267"/>
                    <a:pt x="65" y="267"/>
                    <a:pt x="65" y="267"/>
                  </a:cubicBezTo>
                  <a:cubicBezTo>
                    <a:pt x="214" y="267"/>
                    <a:pt x="214" y="267"/>
                    <a:pt x="214" y="267"/>
                  </a:cubicBezTo>
                  <a:lnTo>
                    <a:pt x="214" y="289"/>
                  </a:lnTo>
                  <a:close/>
                  <a:moveTo>
                    <a:pt x="207" y="161"/>
                  </a:moveTo>
                  <a:cubicBezTo>
                    <a:pt x="218" y="177"/>
                    <a:pt x="218" y="177"/>
                    <a:pt x="218" y="177"/>
                  </a:cubicBezTo>
                  <a:cubicBezTo>
                    <a:pt x="200" y="183"/>
                    <a:pt x="200" y="183"/>
                    <a:pt x="200" y="183"/>
                  </a:cubicBezTo>
                  <a:cubicBezTo>
                    <a:pt x="197" y="184"/>
                    <a:pt x="195" y="186"/>
                    <a:pt x="194" y="189"/>
                  </a:cubicBezTo>
                  <a:cubicBezTo>
                    <a:pt x="193" y="192"/>
                    <a:pt x="193" y="196"/>
                    <a:pt x="195" y="199"/>
                  </a:cubicBezTo>
                  <a:cubicBezTo>
                    <a:pt x="205" y="214"/>
                    <a:pt x="205" y="214"/>
                    <a:pt x="205" y="214"/>
                  </a:cubicBezTo>
                  <a:cubicBezTo>
                    <a:pt x="204" y="214"/>
                    <a:pt x="204" y="214"/>
                    <a:pt x="204" y="214"/>
                  </a:cubicBezTo>
                  <a:cubicBezTo>
                    <a:pt x="198" y="214"/>
                    <a:pt x="193" y="219"/>
                    <a:pt x="193" y="225"/>
                  </a:cubicBezTo>
                  <a:cubicBezTo>
                    <a:pt x="193" y="246"/>
                    <a:pt x="193" y="246"/>
                    <a:pt x="193" y="246"/>
                  </a:cubicBezTo>
                  <a:cubicBezTo>
                    <a:pt x="87" y="246"/>
                    <a:pt x="87" y="246"/>
                    <a:pt x="87" y="246"/>
                  </a:cubicBezTo>
                  <a:cubicBezTo>
                    <a:pt x="90" y="224"/>
                    <a:pt x="102" y="203"/>
                    <a:pt x="126" y="179"/>
                  </a:cubicBezTo>
                  <a:cubicBezTo>
                    <a:pt x="137" y="168"/>
                    <a:pt x="138" y="158"/>
                    <a:pt x="136" y="151"/>
                  </a:cubicBezTo>
                  <a:cubicBezTo>
                    <a:pt x="132" y="136"/>
                    <a:pt x="113" y="130"/>
                    <a:pt x="111" y="129"/>
                  </a:cubicBezTo>
                  <a:cubicBezTo>
                    <a:pt x="109" y="129"/>
                    <a:pt x="107" y="129"/>
                    <a:pt x="105" y="129"/>
                  </a:cubicBezTo>
                  <a:cubicBezTo>
                    <a:pt x="39" y="148"/>
                    <a:pt x="39" y="148"/>
                    <a:pt x="39" y="148"/>
                  </a:cubicBezTo>
                  <a:cubicBezTo>
                    <a:pt x="26" y="122"/>
                    <a:pt x="26" y="122"/>
                    <a:pt x="26" y="122"/>
                  </a:cubicBezTo>
                  <a:cubicBezTo>
                    <a:pt x="124" y="63"/>
                    <a:pt x="124" y="63"/>
                    <a:pt x="124" y="63"/>
                  </a:cubicBezTo>
                  <a:cubicBezTo>
                    <a:pt x="127" y="61"/>
                    <a:pt x="129" y="58"/>
                    <a:pt x="129" y="54"/>
                  </a:cubicBezTo>
                  <a:cubicBezTo>
                    <a:pt x="129" y="33"/>
                    <a:pt x="129" y="33"/>
                    <a:pt x="129" y="33"/>
                  </a:cubicBezTo>
                  <a:cubicBezTo>
                    <a:pt x="155" y="52"/>
                    <a:pt x="155" y="52"/>
                    <a:pt x="155" y="52"/>
                  </a:cubicBezTo>
                  <a:cubicBezTo>
                    <a:pt x="156" y="53"/>
                    <a:pt x="159" y="54"/>
                    <a:pt x="161" y="54"/>
                  </a:cubicBezTo>
                  <a:cubicBezTo>
                    <a:pt x="190" y="54"/>
                    <a:pt x="190" y="54"/>
                    <a:pt x="190" y="54"/>
                  </a:cubicBezTo>
                  <a:cubicBezTo>
                    <a:pt x="185" y="78"/>
                    <a:pt x="185" y="78"/>
                    <a:pt x="185" y="78"/>
                  </a:cubicBezTo>
                  <a:cubicBezTo>
                    <a:pt x="184" y="83"/>
                    <a:pt x="187" y="89"/>
                    <a:pt x="192" y="91"/>
                  </a:cubicBezTo>
                  <a:cubicBezTo>
                    <a:pt x="211" y="96"/>
                    <a:pt x="211" y="96"/>
                    <a:pt x="211" y="96"/>
                  </a:cubicBezTo>
                  <a:cubicBezTo>
                    <a:pt x="204" y="114"/>
                    <a:pt x="204" y="114"/>
                    <a:pt x="204" y="114"/>
                  </a:cubicBezTo>
                  <a:cubicBezTo>
                    <a:pt x="202" y="120"/>
                    <a:pt x="205" y="125"/>
                    <a:pt x="210" y="128"/>
                  </a:cubicBezTo>
                  <a:cubicBezTo>
                    <a:pt x="219" y="132"/>
                    <a:pt x="219" y="132"/>
                    <a:pt x="219" y="132"/>
                  </a:cubicBezTo>
                  <a:cubicBezTo>
                    <a:pt x="207" y="147"/>
                    <a:pt x="207" y="147"/>
                    <a:pt x="207" y="147"/>
                  </a:cubicBezTo>
                  <a:cubicBezTo>
                    <a:pt x="204" y="151"/>
                    <a:pt x="204" y="157"/>
                    <a:pt x="207" y="161"/>
                  </a:cubicBezTo>
                  <a:close/>
                </a:path>
              </a:pathLst>
            </a:custGeom>
            <a:solidFill>
              <a:schemeClr val="accent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46" name="Freeform 949"/>
            <p:cNvSpPr>
              <a:spLocks noEditPoints="1"/>
            </p:cNvSpPr>
            <p:nvPr/>
          </p:nvSpPr>
          <p:spPr bwMode="auto">
            <a:xfrm>
              <a:off x="522572" y="2011697"/>
              <a:ext cx="540000" cy="54000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chemeClr val="accent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
        <p:nvSpPr>
          <p:cNvPr id="447" name="Freeform 940"/>
          <p:cNvSpPr>
            <a:spLocks noChangeAspect="1" noEditPoints="1"/>
          </p:cNvSpPr>
          <p:nvPr/>
        </p:nvSpPr>
        <p:spPr bwMode="auto">
          <a:xfrm>
            <a:off x="552679" y="5042718"/>
            <a:ext cx="540000" cy="540000"/>
          </a:xfrm>
          <a:custGeom>
            <a:avLst/>
            <a:gdLst>
              <a:gd name="T0" fmla="*/ 361 w 512"/>
              <a:gd name="T1" fmla="*/ 188 h 512"/>
              <a:gd name="T2" fmla="*/ 391 w 512"/>
              <a:gd name="T3" fmla="*/ 309 h 512"/>
              <a:gd name="T4" fmla="*/ 324 w 512"/>
              <a:gd name="T5" fmla="*/ 309 h 512"/>
              <a:gd name="T6" fmla="*/ 361 w 512"/>
              <a:gd name="T7" fmla="*/ 188 h 512"/>
              <a:gd name="T8" fmla="*/ 121 w 512"/>
              <a:gd name="T9" fmla="*/ 309 h 512"/>
              <a:gd name="T10" fmla="*/ 189 w 512"/>
              <a:gd name="T11" fmla="*/ 309 h 512"/>
              <a:gd name="T12" fmla="*/ 159 w 512"/>
              <a:gd name="T13" fmla="*/ 188 h 512"/>
              <a:gd name="T14" fmla="*/ 121 w 512"/>
              <a:gd name="T15" fmla="*/ 309 h 512"/>
              <a:gd name="T16" fmla="*/ 512 w 512"/>
              <a:gd name="T17" fmla="*/ 256 h 512"/>
              <a:gd name="T18" fmla="*/ 256 w 512"/>
              <a:gd name="T19" fmla="*/ 512 h 512"/>
              <a:gd name="T20" fmla="*/ 0 w 512"/>
              <a:gd name="T21" fmla="*/ 256 h 512"/>
              <a:gd name="T22" fmla="*/ 256 w 512"/>
              <a:gd name="T23" fmla="*/ 0 h 512"/>
              <a:gd name="T24" fmla="*/ 512 w 512"/>
              <a:gd name="T25" fmla="*/ 256 h 512"/>
              <a:gd name="T26" fmla="*/ 415 w 512"/>
              <a:gd name="T27" fmla="*/ 317 h 512"/>
              <a:gd name="T28" fmla="*/ 373 w 512"/>
              <a:gd name="T29" fmla="*/ 146 h 512"/>
              <a:gd name="T30" fmla="*/ 372 w 512"/>
              <a:gd name="T31" fmla="*/ 146 h 512"/>
              <a:gd name="T32" fmla="*/ 372 w 512"/>
              <a:gd name="T33" fmla="*/ 144 h 512"/>
              <a:gd name="T34" fmla="*/ 370 w 512"/>
              <a:gd name="T35" fmla="*/ 142 h 512"/>
              <a:gd name="T36" fmla="*/ 369 w 512"/>
              <a:gd name="T37" fmla="*/ 141 h 512"/>
              <a:gd name="T38" fmla="*/ 367 w 512"/>
              <a:gd name="T39" fmla="*/ 140 h 512"/>
              <a:gd name="T40" fmla="*/ 366 w 512"/>
              <a:gd name="T41" fmla="*/ 139 h 512"/>
              <a:gd name="T42" fmla="*/ 363 w 512"/>
              <a:gd name="T43" fmla="*/ 138 h 512"/>
              <a:gd name="T44" fmla="*/ 362 w 512"/>
              <a:gd name="T45" fmla="*/ 138 h 512"/>
              <a:gd name="T46" fmla="*/ 362 w 512"/>
              <a:gd name="T47" fmla="*/ 138 h 512"/>
              <a:gd name="T48" fmla="*/ 266 w 512"/>
              <a:gd name="T49" fmla="*/ 138 h 512"/>
              <a:gd name="T50" fmla="*/ 266 w 512"/>
              <a:gd name="T51" fmla="*/ 106 h 512"/>
              <a:gd name="T52" fmla="*/ 256 w 512"/>
              <a:gd name="T53" fmla="*/ 96 h 512"/>
              <a:gd name="T54" fmla="*/ 245 w 512"/>
              <a:gd name="T55" fmla="*/ 106 h 512"/>
              <a:gd name="T56" fmla="*/ 245 w 512"/>
              <a:gd name="T57" fmla="*/ 138 h 512"/>
              <a:gd name="T58" fmla="*/ 160 w 512"/>
              <a:gd name="T59" fmla="*/ 138 h 512"/>
              <a:gd name="T60" fmla="*/ 159 w 512"/>
              <a:gd name="T61" fmla="*/ 138 h 512"/>
              <a:gd name="T62" fmla="*/ 156 w 512"/>
              <a:gd name="T63" fmla="*/ 139 h 512"/>
              <a:gd name="T64" fmla="*/ 155 w 512"/>
              <a:gd name="T65" fmla="*/ 140 h 512"/>
              <a:gd name="T66" fmla="*/ 153 w 512"/>
              <a:gd name="T67" fmla="*/ 141 h 512"/>
              <a:gd name="T68" fmla="*/ 152 w 512"/>
              <a:gd name="T69" fmla="*/ 142 h 512"/>
              <a:gd name="T70" fmla="*/ 150 w 512"/>
              <a:gd name="T71" fmla="*/ 144 h 512"/>
              <a:gd name="T72" fmla="*/ 150 w 512"/>
              <a:gd name="T73" fmla="*/ 145 h 512"/>
              <a:gd name="T74" fmla="*/ 149 w 512"/>
              <a:gd name="T75" fmla="*/ 146 h 512"/>
              <a:gd name="T76" fmla="*/ 96 w 512"/>
              <a:gd name="T77" fmla="*/ 316 h 512"/>
              <a:gd name="T78" fmla="*/ 98 w 512"/>
              <a:gd name="T79" fmla="*/ 326 h 512"/>
              <a:gd name="T80" fmla="*/ 106 w 512"/>
              <a:gd name="T81" fmla="*/ 330 h 512"/>
              <a:gd name="T82" fmla="*/ 202 w 512"/>
              <a:gd name="T83" fmla="*/ 330 h 512"/>
              <a:gd name="T84" fmla="*/ 211 w 512"/>
              <a:gd name="T85" fmla="*/ 326 h 512"/>
              <a:gd name="T86" fmla="*/ 213 w 512"/>
              <a:gd name="T87" fmla="*/ 317 h 512"/>
              <a:gd name="T88" fmla="*/ 173 w 512"/>
              <a:gd name="T89" fmla="*/ 160 h 512"/>
              <a:gd name="T90" fmla="*/ 245 w 512"/>
              <a:gd name="T91" fmla="*/ 160 h 512"/>
              <a:gd name="T92" fmla="*/ 245 w 512"/>
              <a:gd name="T93" fmla="*/ 394 h 512"/>
              <a:gd name="T94" fmla="*/ 192 w 512"/>
              <a:gd name="T95" fmla="*/ 394 h 512"/>
              <a:gd name="T96" fmla="*/ 181 w 512"/>
              <a:gd name="T97" fmla="*/ 405 h 512"/>
              <a:gd name="T98" fmla="*/ 192 w 512"/>
              <a:gd name="T99" fmla="*/ 416 h 512"/>
              <a:gd name="T100" fmla="*/ 320 w 512"/>
              <a:gd name="T101" fmla="*/ 416 h 512"/>
              <a:gd name="T102" fmla="*/ 330 w 512"/>
              <a:gd name="T103" fmla="*/ 405 h 512"/>
              <a:gd name="T104" fmla="*/ 320 w 512"/>
              <a:gd name="T105" fmla="*/ 394 h 512"/>
              <a:gd name="T106" fmla="*/ 266 w 512"/>
              <a:gd name="T107" fmla="*/ 394 h 512"/>
              <a:gd name="T108" fmla="*/ 266 w 512"/>
              <a:gd name="T109" fmla="*/ 160 h 512"/>
              <a:gd name="T110" fmla="*/ 348 w 512"/>
              <a:gd name="T111" fmla="*/ 160 h 512"/>
              <a:gd name="T112" fmla="*/ 299 w 512"/>
              <a:gd name="T113" fmla="*/ 316 h 512"/>
              <a:gd name="T114" fmla="*/ 300 w 512"/>
              <a:gd name="T115" fmla="*/ 326 h 512"/>
              <a:gd name="T116" fmla="*/ 309 w 512"/>
              <a:gd name="T117" fmla="*/ 330 h 512"/>
              <a:gd name="T118" fmla="*/ 405 w 512"/>
              <a:gd name="T119" fmla="*/ 330 h 512"/>
              <a:gd name="T120" fmla="*/ 413 w 512"/>
              <a:gd name="T121" fmla="*/ 326 h 512"/>
              <a:gd name="T122" fmla="*/ 415 w 512"/>
              <a:gd name="T123" fmla="*/ 317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12" h="512">
                <a:moveTo>
                  <a:pt x="361" y="188"/>
                </a:moveTo>
                <a:cubicBezTo>
                  <a:pt x="391" y="309"/>
                  <a:pt x="391" y="309"/>
                  <a:pt x="391" y="309"/>
                </a:cubicBezTo>
                <a:cubicBezTo>
                  <a:pt x="324" y="309"/>
                  <a:pt x="324" y="309"/>
                  <a:pt x="324" y="309"/>
                </a:cubicBezTo>
                <a:lnTo>
                  <a:pt x="361" y="188"/>
                </a:lnTo>
                <a:close/>
                <a:moveTo>
                  <a:pt x="121" y="309"/>
                </a:moveTo>
                <a:cubicBezTo>
                  <a:pt x="189" y="309"/>
                  <a:pt x="189" y="309"/>
                  <a:pt x="189" y="309"/>
                </a:cubicBezTo>
                <a:cubicBezTo>
                  <a:pt x="159" y="188"/>
                  <a:pt x="159" y="188"/>
                  <a:pt x="159" y="188"/>
                </a:cubicBezTo>
                <a:lnTo>
                  <a:pt x="121" y="309"/>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5" y="317"/>
                </a:moveTo>
                <a:cubicBezTo>
                  <a:pt x="373" y="146"/>
                  <a:pt x="373" y="146"/>
                  <a:pt x="373" y="146"/>
                </a:cubicBezTo>
                <a:cubicBezTo>
                  <a:pt x="373" y="146"/>
                  <a:pt x="372" y="146"/>
                  <a:pt x="372" y="146"/>
                </a:cubicBezTo>
                <a:cubicBezTo>
                  <a:pt x="372" y="145"/>
                  <a:pt x="372" y="145"/>
                  <a:pt x="372" y="144"/>
                </a:cubicBezTo>
                <a:cubicBezTo>
                  <a:pt x="371" y="143"/>
                  <a:pt x="371" y="143"/>
                  <a:pt x="370" y="142"/>
                </a:cubicBezTo>
                <a:cubicBezTo>
                  <a:pt x="370" y="142"/>
                  <a:pt x="370" y="141"/>
                  <a:pt x="369" y="141"/>
                </a:cubicBezTo>
                <a:cubicBezTo>
                  <a:pt x="369" y="141"/>
                  <a:pt x="368" y="140"/>
                  <a:pt x="367" y="140"/>
                </a:cubicBezTo>
                <a:cubicBezTo>
                  <a:pt x="367" y="139"/>
                  <a:pt x="367" y="139"/>
                  <a:pt x="366" y="139"/>
                </a:cubicBezTo>
                <a:cubicBezTo>
                  <a:pt x="365" y="139"/>
                  <a:pt x="364" y="138"/>
                  <a:pt x="363" y="138"/>
                </a:cubicBezTo>
                <a:cubicBezTo>
                  <a:pt x="363" y="138"/>
                  <a:pt x="363" y="138"/>
                  <a:pt x="362" y="138"/>
                </a:cubicBezTo>
                <a:cubicBezTo>
                  <a:pt x="362" y="138"/>
                  <a:pt x="362" y="138"/>
                  <a:pt x="362" y="138"/>
                </a:cubicBezTo>
                <a:cubicBezTo>
                  <a:pt x="266" y="138"/>
                  <a:pt x="266" y="138"/>
                  <a:pt x="266" y="138"/>
                </a:cubicBezTo>
                <a:cubicBezTo>
                  <a:pt x="266" y="106"/>
                  <a:pt x="266" y="106"/>
                  <a:pt x="266" y="106"/>
                </a:cubicBezTo>
                <a:cubicBezTo>
                  <a:pt x="266" y="100"/>
                  <a:pt x="262" y="96"/>
                  <a:pt x="256" y="96"/>
                </a:cubicBezTo>
                <a:cubicBezTo>
                  <a:pt x="250" y="96"/>
                  <a:pt x="245" y="100"/>
                  <a:pt x="245" y="106"/>
                </a:cubicBezTo>
                <a:cubicBezTo>
                  <a:pt x="245" y="138"/>
                  <a:pt x="245" y="138"/>
                  <a:pt x="245" y="138"/>
                </a:cubicBezTo>
                <a:cubicBezTo>
                  <a:pt x="160" y="138"/>
                  <a:pt x="160" y="138"/>
                  <a:pt x="160" y="138"/>
                </a:cubicBezTo>
                <a:cubicBezTo>
                  <a:pt x="159" y="138"/>
                  <a:pt x="159" y="138"/>
                  <a:pt x="159" y="138"/>
                </a:cubicBezTo>
                <a:cubicBezTo>
                  <a:pt x="158" y="139"/>
                  <a:pt x="157" y="139"/>
                  <a:pt x="156" y="139"/>
                </a:cubicBezTo>
                <a:cubicBezTo>
                  <a:pt x="156" y="139"/>
                  <a:pt x="155" y="139"/>
                  <a:pt x="155" y="140"/>
                </a:cubicBezTo>
                <a:cubicBezTo>
                  <a:pt x="154" y="140"/>
                  <a:pt x="153" y="141"/>
                  <a:pt x="153" y="141"/>
                </a:cubicBezTo>
                <a:cubicBezTo>
                  <a:pt x="152" y="141"/>
                  <a:pt x="152" y="142"/>
                  <a:pt x="152" y="142"/>
                </a:cubicBezTo>
                <a:cubicBezTo>
                  <a:pt x="151" y="143"/>
                  <a:pt x="151" y="143"/>
                  <a:pt x="150" y="144"/>
                </a:cubicBezTo>
                <a:cubicBezTo>
                  <a:pt x="150" y="145"/>
                  <a:pt x="150" y="145"/>
                  <a:pt x="150" y="145"/>
                </a:cubicBezTo>
                <a:cubicBezTo>
                  <a:pt x="150" y="145"/>
                  <a:pt x="150" y="146"/>
                  <a:pt x="149" y="146"/>
                </a:cubicBezTo>
                <a:cubicBezTo>
                  <a:pt x="96" y="316"/>
                  <a:pt x="96" y="316"/>
                  <a:pt x="96" y="316"/>
                </a:cubicBezTo>
                <a:cubicBezTo>
                  <a:pt x="95" y="320"/>
                  <a:pt x="96" y="323"/>
                  <a:pt x="98" y="326"/>
                </a:cubicBezTo>
                <a:cubicBezTo>
                  <a:pt x="100" y="329"/>
                  <a:pt x="103" y="330"/>
                  <a:pt x="106" y="330"/>
                </a:cubicBezTo>
                <a:cubicBezTo>
                  <a:pt x="202" y="330"/>
                  <a:pt x="202" y="330"/>
                  <a:pt x="202" y="330"/>
                </a:cubicBezTo>
                <a:cubicBezTo>
                  <a:pt x="206" y="330"/>
                  <a:pt x="209" y="329"/>
                  <a:pt x="211" y="326"/>
                </a:cubicBezTo>
                <a:cubicBezTo>
                  <a:pt x="213" y="324"/>
                  <a:pt x="213" y="320"/>
                  <a:pt x="213" y="317"/>
                </a:cubicBezTo>
                <a:cubicBezTo>
                  <a:pt x="173" y="160"/>
                  <a:pt x="173" y="160"/>
                  <a:pt x="173" y="160"/>
                </a:cubicBezTo>
                <a:cubicBezTo>
                  <a:pt x="245" y="160"/>
                  <a:pt x="245" y="160"/>
                  <a:pt x="245" y="160"/>
                </a:cubicBezTo>
                <a:cubicBezTo>
                  <a:pt x="245" y="394"/>
                  <a:pt x="245" y="394"/>
                  <a:pt x="245" y="394"/>
                </a:cubicBezTo>
                <a:cubicBezTo>
                  <a:pt x="192" y="394"/>
                  <a:pt x="192" y="394"/>
                  <a:pt x="192" y="394"/>
                </a:cubicBezTo>
                <a:cubicBezTo>
                  <a:pt x="186" y="394"/>
                  <a:pt x="181" y="399"/>
                  <a:pt x="181" y="405"/>
                </a:cubicBezTo>
                <a:cubicBezTo>
                  <a:pt x="181" y="411"/>
                  <a:pt x="186" y="416"/>
                  <a:pt x="192" y="416"/>
                </a:cubicBezTo>
                <a:cubicBezTo>
                  <a:pt x="320" y="416"/>
                  <a:pt x="320" y="416"/>
                  <a:pt x="320" y="416"/>
                </a:cubicBezTo>
                <a:cubicBezTo>
                  <a:pt x="326" y="416"/>
                  <a:pt x="330" y="411"/>
                  <a:pt x="330" y="405"/>
                </a:cubicBezTo>
                <a:cubicBezTo>
                  <a:pt x="330" y="399"/>
                  <a:pt x="326" y="394"/>
                  <a:pt x="320" y="394"/>
                </a:cubicBezTo>
                <a:cubicBezTo>
                  <a:pt x="266" y="394"/>
                  <a:pt x="266" y="394"/>
                  <a:pt x="266" y="394"/>
                </a:cubicBezTo>
                <a:cubicBezTo>
                  <a:pt x="266" y="160"/>
                  <a:pt x="266" y="160"/>
                  <a:pt x="266" y="160"/>
                </a:cubicBezTo>
                <a:cubicBezTo>
                  <a:pt x="348" y="160"/>
                  <a:pt x="348" y="160"/>
                  <a:pt x="348" y="160"/>
                </a:cubicBezTo>
                <a:cubicBezTo>
                  <a:pt x="299" y="316"/>
                  <a:pt x="299" y="316"/>
                  <a:pt x="299" y="316"/>
                </a:cubicBezTo>
                <a:cubicBezTo>
                  <a:pt x="298" y="320"/>
                  <a:pt x="298" y="323"/>
                  <a:pt x="300" y="326"/>
                </a:cubicBezTo>
                <a:cubicBezTo>
                  <a:pt x="302" y="329"/>
                  <a:pt x="306" y="330"/>
                  <a:pt x="309" y="330"/>
                </a:cubicBezTo>
                <a:cubicBezTo>
                  <a:pt x="405" y="330"/>
                  <a:pt x="405" y="330"/>
                  <a:pt x="405" y="330"/>
                </a:cubicBezTo>
                <a:cubicBezTo>
                  <a:pt x="408" y="330"/>
                  <a:pt x="411" y="329"/>
                  <a:pt x="413" y="326"/>
                </a:cubicBezTo>
                <a:cubicBezTo>
                  <a:pt x="415" y="324"/>
                  <a:pt x="416" y="320"/>
                  <a:pt x="415" y="317"/>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448" name="Freeform 697"/>
          <p:cNvSpPr>
            <a:spLocks noChangeAspect="1" noEditPoints="1"/>
          </p:cNvSpPr>
          <p:nvPr/>
        </p:nvSpPr>
        <p:spPr bwMode="auto">
          <a:xfrm>
            <a:off x="552679" y="5826633"/>
            <a:ext cx="540000" cy="540000"/>
          </a:xfrm>
          <a:custGeom>
            <a:avLst/>
            <a:gdLst>
              <a:gd name="T0" fmla="*/ 373 w 512"/>
              <a:gd name="T1" fmla="*/ 264 h 512"/>
              <a:gd name="T2" fmla="*/ 328 w 512"/>
              <a:gd name="T3" fmla="*/ 309 h 512"/>
              <a:gd name="T4" fmla="*/ 294 w 512"/>
              <a:gd name="T5" fmla="*/ 293 h 512"/>
              <a:gd name="T6" fmla="*/ 286 w 512"/>
              <a:gd name="T7" fmla="*/ 290 h 512"/>
              <a:gd name="T8" fmla="*/ 286 w 512"/>
              <a:gd name="T9" fmla="*/ 290 h 512"/>
              <a:gd name="T10" fmla="*/ 278 w 512"/>
              <a:gd name="T11" fmla="*/ 294 h 512"/>
              <a:gd name="T12" fmla="*/ 245 w 512"/>
              <a:gd name="T13" fmla="*/ 309 h 512"/>
              <a:gd name="T14" fmla="*/ 211 w 512"/>
              <a:gd name="T15" fmla="*/ 291 h 512"/>
              <a:gd name="T16" fmla="*/ 201 w 512"/>
              <a:gd name="T17" fmla="*/ 287 h 512"/>
              <a:gd name="T18" fmla="*/ 193 w 512"/>
              <a:gd name="T19" fmla="*/ 293 h 512"/>
              <a:gd name="T20" fmla="*/ 165 w 512"/>
              <a:gd name="T21" fmla="*/ 309 h 512"/>
              <a:gd name="T22" fmla="*/ 133 w 512"/>
              <a:gd name="T23" fmla="*/ 277 h 512"/>
              <a:gd name="T24" fmla="*/ 159 w 512"/>
              <a:gd name="T25" fmla="*/ 246 h 512"/>
              <a:gd name="T26" fmla="*/ 168 w 512"/>
              <a:gd name="T27" fmla="*/ 239 h 512"/>
              <a:gd name="T28" fmla="*/ 166 w 512"/>
              <a:gd name="T29" fmla="*/ 229 h 512"/>
              <a:gd name="T30" fmla="*/ 160 w 512"/>
              <a:gd name="T31" fmla="*/ 208 h 512"/>
              <a:gd name="T32" fmla="*/ 191 w 512"/>
              <a:gd name="T33" fmla="*/ 171 h 512"/>
              <a:gd name="T34" fmla="*/ 200 w 512"/>
              <a:gd name="T35" fmla="*/ 162 h 512"/>
              <a:gd name="T36" fmla="*/ 255 w 512"/>
              <a:gd name="T37" fmla="*/ 117 h 512"/>
              <a:gd name="T38" fmla="*/ 308 w 512"/>
              <a:gd name="T39" fmla="*/ 153 h 512"/>
              <a:gd name="T40" fmla="*/ 318 w 512"/>
              <a:gd name="T41" fmla="*/ 160 h 512"/>
              <a:gd name="T42" fmla="*/ 320 w 512"/>
              <a:gd name="T43" fmla="*/ 160 h 512"/>
              <a:gd name="T44" fmla="*/ 352 w 512"/>
              <a:gd name="T45" fmla="*/ 192 h 512"/>
              <a:gd name="T46" fmla="*/ 346 w 512"/>
              <a:gd name="T47" fmla="*/ 209 h 512"/>
              <a:gd name="T48" fmla="*/ 345 w 512"/>
              <a:gd name="T49" fmla="*/ 218 h 512"/>
              <a:gd name="T50" fmla="*/ 350 w 512"/>
              <a:gd name="T51" fmla="*/ 224 h 512"/>
              <a:gd name="T52" fmla="*/ 373 w 512"/>
              <a:gd name="T53" fmla="*/ 264 h 512"/>
              <a:gd name="T54" fmla="*/ 245 w 512"/>
              <a:gd name="T55" fmla="*/ 394 h 512"/>
              <a:gd name="T56" fmla="*/ 266 w 512"/>
              <a:gd name="T57" fmla="*/ 394 h 512"/>
              <a:gd name="T58" fmla="*/ 266 w 512"/>
              <a:gd name="T59" fmla="*/ 327 h 512"/>
              <a:gd name="T60" fmla="*/ 245 w 512"/>
              <a:gd name="T61" fmla="*/ 330 h 512"/>
              <a:gd name="T62" fmla="*/ 245 w 512"/>
              <a:gd name="T63" fmla="*/ 394 h 512"/>
              <a:gd name="T64" fmla="*/ 512 w 512"/>
              <a:gd name="T65" fmla="*/ 256 h 512"/>
              <a:gd name="T66" fmla="*/ 256 w 512"/>
              <a:gd name="T67" fmla="*/ 512 h 512"/>
              <a:gd name="T68" fmla="*/ 0 w 512"/>
              <a:gd name="T69" fmla="*/ 256 h 512"/>
              <a:gd name="T70" fmla="*/ 256 w 512"/>
              <a:gd name="T71" fmla="*/ 0 h 512"/>
              <a:gd name="T72" fmla="*/ 512 w 512"/>
              <a:gd name="T73" fmla="*/ 256 h 512"/>
              <a:gd name="T74" fmla="*/ 394 w 512"/>
              <a:gd name="T75" fmla="*/ 264 h 512"/>
              <a:gd name="T76" fmla="*/ 369 w 512"/>
              <a:gd name="T77" fmla="*/ 212 h 512"/>
              <a:gd name="T78" fmla="*/ 373 w 512"/>
              <a:gd name="T79" fmla="*/ 192 h 512"/>
              <a:gd name="T80" fmla="*/ 325 w 512"/>
              <a:gd name="T81" fmla="*/ 139 h 512"/>
              <a:gd name="T82" fmla="*/ 255 w 512"/>
              <a:gd name="T83" fmla="*/ 96 h 512"/>
              <a:gd name="T84" fmla="*/ 181 w 512"/>
              <a:gd name="T85" fmla="*/ 151 h 512"/>
              <a:gd name="T86" fmla="*/ 138 w 512"/>
              <a:gd name="T87" fmla="*/ 208 h 512"/>
              <a:gd name="T88" fmla="*/ 142 w 512"/>
              <a:gd name="T89" fmla="*/ 229 h 512"/>
              <a:gd name="T90" fmla="*/ 112 w 512"/>
              <a:gd name="T91" fmla="*/ 277 h 512"/>
              <a:gd name="T92" fmla="*/ 165 w 512"/>
              <a:gd name="T93" fmla="*/ 330 h 512"/>
              <a:gd name="T94" fmla="*/ 203 w 512"/>
              <a:gd name="T95" fmla="*/ 314 h 512"/>
              <a:gd name="T96" fmla="*/ 224 w 512"/>
              <a:gd name="T97" fmla="*/ 326 h 512"/>
              <a:gd name="T98" fmla="*/ 224 w 512"/>
              <a:gd name="T99" fmla="*/ 405 h 512"/>
              <a:gd name="T100" fmla="*/ 234 w 512"/>
              <a:gd name="T101" fmla="*/ 416 h 512"/>
              <a:gd name="T102" fmla="*/ 277 w 512"/>
              <a:gd name="T103" fmla="*/ 416 h 512"/>
              <a:gd name="T104" fmla="*/ 288 w 512"/>
              <a:gd name="T105" fmla="*/ 405 h 512"/>
              <a:gd name="T106" fmla="*/ 288 w 512"/>
              <a:gd name="T107" fmla="*/ 317 h 512"/>
              <a:gd name="T108" fmla="*/ 328 w 512"/>
              <a:gd name="T109" fmla="*/ 330 h 512"/>
              <a:gd name="T110" fmla="*/ 394 w 512"/>
              <a:gd name="T111" fmla="*/ 26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12" h="512">
                <a:moveTo>
                  <a:pt x="373" y="264"/>
                </a:moveTo>
                <a:cubicBezTo>
                  <a:pt x="373" y="289"/>
                  <a:pt x="353" y="309"/>
                  <a:pt x="328" y="309"/>
                </a:cubicBezTo>
                <a:cubicBezTo>
                  <a:pt x="315" y="309"/>
                  <a:pt x="303" y="303"/>
                  <a:pt x="294" y="293"/>
                </a:cubicBezTo>
                <a:cubicBezTo>
                  <a:pt x="292" y="291"/>
                  <a:pt x="289" y="290"/>
                  <a:pt x="286" y="290"/>
                </a:cubicBezTo>
                <a:cubicBezTo>
                  <a:pt x="286" y="290"/>
                  <a:pt x="286" y="290"/>
                  <a:pt x="286" y="290"/>
                </a:cubicBezTo>
                <a:cubicBezTo>
                  <a:pt x="282" y="290"/>
                  <a:pt x="280" y="291"/>
                  <a:pt x="278" y="294"/>
                </a:cubicBezTo>
                <a:cubicBezTo>
                  <a:pt x="269" y="303"/>
                  <a:pt x="257" y="309"/>
                  <a:pt x="245" y="309"/>
                </a:cubicBezTo>
                <a:cubicBezTo>
                  <a:pt x="231" y="309"/>
                  <a:pt x="219" y="303"/>
                  <a:pt x="211" y="291"/>
                </a:cubicBezTo>
                <a:cubicBezTo>
                  <a:pt x="209" y="289"/>
                  <a:pt x="205" y="287"/>
                  <a:pt x="201" y="287"/>
                </a:cubicBezTo>
                <a:cubicBezTo>
                  <a:pt x="198" y="287"/>
                  <a:pt x="195" y="289"/>
                  <a:pt x="193" y="293"/>
                </a:cubicBezTo>
                <a:cubicBezTo>
                  <a:pt x="187" y="303"/>
                  <a:pt x="176" y="309"/>
                  <a:pt x="165" y="309"/>
                </a:cubicBezTo>
                <a:cubicBezTo>
                  <a:pt x="147" y="309"/>
                  <a:pt x="133" y="295"/>
                  <a:pt x="133" y="277"/>
                </a:cubicBezTo>
                <a:cubicBezTo>
                  <a:pt x="133" y="261"/>
                  <a:pt x="144" y="248"/>
                  <a:pt x="159" y="246"/>
                </a:cubicBezTo>
                <a:cubicBezTo>
                  <a:pt x="163" y="245"/>
                  <a:pt x="166" y="243"/>
                  <a:pt x="168" y="239"/>
                </a:cubicBezTo>
                <a:cubicBezTo>
                  <a:pt x="169" y="236"/>
                  <a:pt x="168" y="232"/>
                  <a:pt x="166" y="229"/>
                </a:cubicBezTo>
                <a:cubicBezTo>
                  <a:pt x="162" y="223"/>
                  <a:pt x="160" y="215"/>
                  <a:pt x="160" y="208"/>
                </a:cubicBezTo>
                <a:cubicBezTo>
                  <a:pt x="160" y="189"/>
                  <a:pt x="173" y="174"/>
                  <a:pt x="191" y="171"/>
                </a:cubicBezTo>
                <a:cubicBezTo>
                  <a:pt x="196" y="170"/>
                  <a:pt x="200" y="167"/>
                  <a:pt x="200" y="162"/>
                </a:cubicBezTo>
                <a:cubicBezTo>
                  <a:pt x="205" y="136"/>
                  <a:pt x="229" y="117"/>
                  <a:pt x="255" y="117"/>
                </a:cubicBezTo>
                <a:cubicBezTo>
                  <a:pt x="278" y="117"/>
                  <a:pt x="299" y="131"/>
                  <a:pt x="308" y="153"/>
                </a:cubicBezTo>
                <a:cubicBezTo>
                  <a:pt x="309" y="157"/>
                  <a:pt x="313" y="160"/>
                  <a:pt x="318" y="160"/>
                </a:cubicBezTo>
                <a:cubicBezTo>
                  <a:pt x="318" y="160"/>
                  <a:pt x="319" y="160"/>
                  <a:pt x="320" y="160"/>
                </a:cubicBezTo>
                <a:cubicBezTo>
                  <a:pt x="337" y="160"/>
                  <a:pt x="352" y="174"/>
                  <a:pt x="352" y="192"/>
                </a:cubicBezTo>
                <a:cubicBezTo>
                  <a:pt x="352" y="198"/>
                  <a:pt x="350" y="204"/>
                  <a:pt x="346" y="209"/>
                </a:cubicBezTo>
                <a:cubicBezTo>
                  <a:pt x="345" y="212"/>
                  <a:pt x="344" y="215"/>
                  <a:pt x="345" y="218"/>
                </a:cubicBezTo>
                <a:cubicBezTo>
                  <a:pt x="346" y="221"/>
                  <a:pt x="347" y="223"/>
                  <a:pt x="350" y="224"/>
                </a:cubicBezTo>
                <a:cubicBezTo>
                  <a:pt x="364" y="233"/>
                  <a:pt x="373" y="248"/>
                  <a:pt x="373" y="264"/>
                </a:cubicBezTo>
                <a:close/>
                <a:moveTo>
                  <a:pt x="245" y="394"/>
                </a:moveTo>
                <a:cubicBezTo>
                  <a:pt x="266" y="394"/>
                  <a:pt x="266" y="394"/>
                  <a:pt x="266" y="394"/>
                </a:cubicBezTo>
                <a:cubicBezTo>
                  <a:pt x="266" y="327"/>
                  <a:pt x="266" y="327"/>
                  <a:pt x="266" y="327"/>
                </a:cubicBezTo>
                <a:cubicBezTo>
                  <a:pt x="260" y="329"/>
                  <a:pt x="252" y="330"/>
                  <a:pt x="245" y="330"/>
                </a:cubicBezTo>
                <a:lnTo>
                  <a:pt x="245" y="394"/>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94" y="264"/>
                </a:moveTo>
                <a:cubicBezTo>
                  <a:pt x="394" y="243"/>
                  <a:pt x="385" y="224"/>
                  <a:pt x="369" y="212"/>
                </a:cubicBezTo>
                <a:cubicBezTo>
                  <a:pt x="372" y="205"/>
                  <a:pt x="373" y="199"/>
                  <a:pt x="373" y="192"/>
                </a:cubicBezTo>
                <a:cubicBezTo>
                  <a:pt x="373" y="164"/>
                  <a:pt x="352" y="141"/>
                  <a:pt x="325" y="139"/>
                </a:cubicBezTo>
                <a:cubicBezTo>
                  <a:pt x="312" y="113"/>
                  <a:pt x="285" y="96"/>
                  <a:pt x="255" y="96"/>
                </a:cubicBezTo>
                <a:cubicBezTo>
                  <a:pt x="221" y="96"/>
                  <a:pt x="191" y="119"/>
                  <a:pt x="181" y="151"/>
                </a:cubicBezTo>
                <a:cubicBezTo>
                  <a:pt x="156" y="158"/>
                  <a:pt x="138" y="181"/>
                  <a:pt x="138" y="208"/>
                </a:cubicBezTo>
                <a:cubicBezTo>
                  <a:pt x="138" y="215"/>
                  <a:pt x="140" y="222"/>
                  <a:pt x="142" y="229"/>
                </a:cubicBezTo>
                <a:cubicBezTo>
                  <a:pt x="124" y="237"/>
                  <a:pt x="112" y="256"/>
                  <a:pt x="112" y="277"/>
                </a:cubicBezTo>
                <a:cubicBezTo>
                  <a:pt x="112" y="306"/>
                  <a:pt x="136" y="330"/>
                  <a:pt x="165" y="330"/>
                </a:cubicBezTo>
                <a:cubicBezTo>
                  <a:pt x="179" y="330"/>
                  <a:pt x="193" y="324"/>
                  <a:pt x="203" y="314"/>
                </a:cubicBezTo>
                <a:cubicBezTo>
                  <a:pt x="209" y="320"/>
                  <a:pt x="216" y="324"/>
                  <a:pt x="224" y="326"/>
                </a:cubicBezTo>
                <a:cubicBezTo>
                  <a:pt x="224" y="405"/>
                  <a:pt x="224" y="405"/>
                  <a:pt x="224" y="405"/>
                </a:cubicBezTo>
                <a:cubicBezTo>
                  <a:pt x="224" y="411"/>
                  <a:pt x="228" y="416"/>
                  <a:pt x="234" y="416"/>
                </a:cubicBezTo>
                <a:cubicBezTo>
                  <a:pt x="277" y="416"/>
                  <a:pt x="277" y="416"/>
                  <a:pt x="277" y="416"/>
                </a:cubicBezTo>
                <a:cubicBezTo>
                  <a:pt x="283" y="416"/>
                  <a:pt x="288" y="411"/>
                  <a:pt x="288" y="405"/>
                </a:cubicBezTo>
                <a:cubicBezTo>
                  <a:pt x="288" y="317"/>
                  <a:pt x="288" y="317"/>
                  <a:pt x="288" y="317"/>
                </a:cubicBezTo>
                <a:cubicBezTo>
                  <a:pt x="299" y="325"/>
                  <a:pt x="313" y="330"/>
                  <a:pt x="328" y="330"/>
                </a:cubicBezTo>
                <a:cubicBezTo>
                  <a:pt x="364" y="330"/>
                  <a:pt x="394" y="300"/>
                  <a:pt x="394" y="264"/>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dirty="0"/>
          </a:p>
        </p:txBody>
      </p:sp>
      <p:cxnSp>
        <p:nvCxnSpPr>
          <p:cNvPr id="449" name="Straight Arrow Connector 448"/>
          <p:cNvCxnSpPr/>
          <p:nvPr/>
        </p:nvCxnSpPr>
        <p:spPr>
          <a:xfrm>
            <a:off x="435775" y="1739665"/>
            <a:ext cx="669436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0" name="Straight Arrow Connector 449"/>
          <p:cNvCxnSpPr/>
          <p:nvPr/>
        </p:nvCxnSpPr>
        <p:spPr>
          <a:xfrm>
            <a:off x="7259122" y="1739665"/>
            <a:ext cx="446297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51" name="TextBox 450"/>
          <p:cNvSpPr txBox="1"/>
          <p:nvPr/>
        </p:nvSpPr>
        <p:spPr>
          <a:xfrm>
            <a:off x="9082044" y="1609218"/>
            <a:ext cx="1008289" cy="246221"/>
          </a:xfrm>
          <a:prstGeom prst="rect">
            <a:avLst/>
          </a:prstGeom>
          <a:solidFill>
            <a:schemeClr val="bg1"/>
          </a:solidFill>
        </p:spPr>
        <p:txBody>
          <a:bodyPr wrap="none" lIns="0" tIns="0" rIns="0" bIns="0" rtlCol="0">
            <a:spAutoFit/>
          </a:bodyPr>
          <a:lstStyle/>
          <a:p>
            <a:pPr algn="ctr">
              <a:spcBef>
                <a:spcPts val="600"/>
              </a:spcBef>
              <a:buSzPct val="100000"/>
            </a:pPr>
            <a:r>
              <a:rPr lang="en-US" sz="1600" b="1" dirty="0">
                <a:solidFill>
                  <a:schemeClr val="accent1"/>
                </a:solidFill>
              </a:rPr>
              <a:t>Clientele</a:t>
            </a:r>
            <a:endParaRPr lang="en-IN" sz="1600" b="1" dirty="0">
              <a:solidFill>
                <a:schemeClr val="accent1"/>
              </a:solidFill>
            </a:endParaRPr>
          </a:p>
        </p:txBody>
      </p:sp>
      <p:sp>
        <p:nvSpPr>
          <p:cNvPr id="452" name="TextBox 451"/>
          <p:cNvSpPr txBox="1"/>
          <p:nvPr/>
        </p:nvSpPr>
        <p:spPr>
          <a:xfrm>
            <a:off x="2449998" y="1616555"/>
            <a:ext cx="1862689" cy="246221"/>
          </a:xfrm>
          <a:prstGeom prst="rect">
            <a:avLst/>
          </a:prstGeom>
          <a:solidFill>
            <a:schemeClr val="bg1"/>
          </a:solidFill>
        </p:spPr>
        <p:txBody>
          <a:bodyPr wrap="none" lIns="0" tIns="0" rIns="0" bIns="0" rtlCol="0">
            <a:spAutoFit/>
          </a:bodyPr>
          <a:lstStyle/>
          <a:p>
            <a:pPr algn="ctr">
              <a:spcBef>
                <a:spcPts val="600"/>
              </a:spcBef>
              <a:buSzPct val="100000"/>
            </a:pPr>
            <a:r>
              <a:rPr lang="en-US" sz="1600" b="1" dirty="0">
                <a:solidFill>
                  <a:schemeClr val="accent1"/>
                </a:solidFill>
              </a:rPr>
              <a:t>Service offering</a:t>
            </a:r>
            <a:endParaRPr lang="en-IN" sz="1600" b="1" dirty="0">
              <a:solidFill>
                <a:schemeClr val="accent1"/>
              </a:solidFill>
            </a:endParaRPr>
          </a:p>
        </p:txBody>
      </p:sp>
    </p:spTree>
    <p:extLst>
      <p:ext uri="{BB962C8B-B14F-4D97-AF65-F5344CB8AC3E}">
        <p14:creationId xmlns:p14="http://schemas.microsoft.com/office/powerpoint/2010/main" val="344618380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Scope of Work</a:t>
            </a:r>
          </a:p>
        </p:txBody>
      </p:sp>
      <p:sp>
        <p:nvSpPr>
          <p:cNvPr id="3" name="Text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244451030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7" name="Object 76"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77" name="Object 76"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2" name="Text Placeholder 2"/>
          <p:cNvSpPr txBox="1">
            <a:spLocks/>
          </p:cNvSpPr>
          <p:nvPr/>
        </p:nvSpPr>
        <p:spPr>
          <a:xfrm>
            <a:off x="469900" y="736688"/>
            <a:ext cx="11252200" cy="757255"/>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ClrTx/>
              <a:buSzPct val="100000"/>
              <a:buFont typeface="Arial" panose="020B0604020202020204" pitchFamily="34" charset="0"/>
              <a:buNone/>
              <a:defRPr sz="2000" b="0" kern="1200">
                <a:solidFill>
                  <a:srgbClr val="575757"/>
                </a:solidFill>
                <a:latin typeface="+mn-lt"/>
                <a:ea typeface="+mn-ea"/>
                <a:cs typeface="+mn-cs"/>
              </a:defRPr>
            </a:lvl1pPr>
            <a:lvl2pPr marL="0" indent="0" algn="l" defTabSz="1219170" rtl="0" eaLnBrk="1" latinLnBrk="0" hangingPunct="1">
              <a:spcBef>
                <a:spcPts val="0"/>
              </a:spcBef>
              <a:spcAft>
                <a:spcPts val="1333"/>
              </a:spcAft>
              <a:buClrTx/>
              <a:buSzPct val="100000"/>
              <a:buFont typeface="Arial" panose="020B0604020202020204" pitchFamily="34" charset="0"/>
              <a:buChar char="​"/>
              <a:defRPr lang="en-US" sz="1200" b="1" kern="1200" dirty="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2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9pPr>
          </a:lstStyle>
          <a:p>
            <a:r>
              <a:rPr lang="en-US" sz="2400" dirty="0"/>
              <a:t>The PMO Scope Outlay (as per RFP)</a:t>
            </a:r>
          </a:p>
        </p:txBody>
      </p:sp>
      <p:sp>
        <p:nvSpPr>
          <p:cNvPr id="75" name="Title 1"/>
          <p:cNvSpPr txBox="1">
            <a:spLocks/>
          </p:cNvSpPr>
          <p:nvPr/>
        </p:nvSpPr>
        <p:spPr bwMode="gray">
          <a:xfrm>
            <a:off x="469900" y="402586"/>
            <a:ext cx="11252200" cy="698501"/>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pPr lvl="0">
              <a:defRPr/>
            </a:pPr>
            <a:r>
              <a:rPr lang="en-IN" dirty="0"/>
              <a:t>Our Understanding</a:t>
            </a:r>
            <a:endParaRPr kumimoji="0" lang="en-IN" sz="2000" b="0" i="0" u="none" strike="noStrike" kern="1200" cap="none" spc="0" normalizeH="0" baseline="0" noProof="0" dirty="0">
              <a:ln>
                <a:noFill/>
              </a:ln>
              <a:solidFill>
                <a:srgbClr val="000000"/>
              </a:solidFill>
              <a:effectLst/>
              <a:uLnTx/>
              <a:uFillTx/>
              <a:latin typeface="Verdana"/>
              <a:ea typeface="+mj-ea"/>
              <a:cs typeface="+mj-cs"/>
            </a:endParaRPr>
          </a:p>
        </p:txBody>
      </p:sp>
      <p:sp>
        <p:nvSpPr>
          <p:cNvPr id="42" name="Rectangle 41">
            <a:extLst>
              <a:ext uri="{FF2B5EF4-FFF2-40B4-BE49-F238E27FC236}">
                <a16:creationId xmlns:a16="http://schemas.microsoft.com/office/drawing/2014/main" id="{A27B73A5-B262-4F0D-AA1B-AC37A8C01D59}"/>
              </a:ext>
            </a:extLst>
          </p:cNvPr>
          <p:cNvSpPr/>
          <p:nvPr/>
        </p:nvSpPr>
        <p:spPr bwMode="gray">
          <a:xfrm>
            <a:off x="1805380" y="1602575"/>
            <a:ext cx="1665027" cy="1869743"/>
          </a:xfrm>
          <a:prstGeom prst="rect">
            <a:avLst/>
          </a:prstGeom>
          <a:solidFill>
            <a:schemeClr val="accent1"/>
          </a:solidFill>
          <a:ln w="12700" cap="rnd" algn="ctr">
            <a:noFill/>
            <a:miter lim="800000"/>
            <a:headEnd/>
            <a:tailEnd/>
          </a:ln>
        </p:spPr>
        <p:txBody>
          <a:bodyPr lIns="182880" rtlCol="0" anchor="b" anchorCtr="1"/>
          <a:lstStyle/>
          <a:p>
            <a:pPr lvl="0" algn="ctr" eaLnBrk="0" hangingPunct="0">
              <a:lnSpc>
                <a:spcPct val="106000"/>
              </a:lnSpc>
            </a:pPr>
            <a:endParaRPr lang="en-US" sz="1050" dirty="0">
              <a:solidFill>
                <a:schemeClr val="bg1"/>
              </a:solidFill>
            </a:endParaRPr>
          </a:p>
        </p:txBody>
      </p:sp>
      <p:sp>
        <p:nvSpPr>
          <p:cNvPr id="43" name="Rectangle 42">
            <a:extLst>
              <a:ext uri="{FF2B5EF4-FFF2-40B4-BE49-F238E27FC236}">
                <a16:creationId xmlns:a16="http://schemas.microsoft.com/office/drawing/2014/main" id="{17FF5F89-73E9-444B-81AD-5D84583527AC}"/>
              </a:ext>
            </a:extLst>
          </p:cNvPr>
          <p:cNvSpPr/>
          <p:nvPr/>
        </p:nvSpPr>
        <p:spPr bwMode="gray">
          <a:xfrm>
            <a:off x="5082950" y="1602574"/>
            <a:ext cx="1665027" cy="1869743"/>
          </a:xfrm>
          <a:prstGeom prst="rect">
            <a:avLst/>
          </a:prstGeom>
          <a:solidFill>
            <a:schemeClr val="accent1"/>
          </a:solidFill>
          <a:ln w="12700" cap="rnd" algn="ctr">
            <a:noFill/>
            <a:miter lim="800000"/>
            <a:headEnd/>
            <a:tailEnd/>
          </a:ln>
        </p:spPr>
        <p:txBody>
          <a:bodyPr lIns="182880" rtlCol="0" anchor="b" anchorCtr="1"/>
          <a:lstStyle/>
          <a:p>
            <a:pPr lvl="0" algn="ctr" eaLnBrk="0" hangingPunct="0">
              <a:lnSpc>
                <a:spcPct val="106000"/>
              </a:lnSpc>
            </a:pPr>
            <a:endParaRPr lang="en-US" sz="1050" dirty="0">
              <a:solidFill>
                <a:schemeClr val="bg1"/>
              </a:solidFill>
            </a:endParaRPr>
          </a:p>
        </p:txBody>
      </p:sp>
      <p:sp>
        <p:nvSpPr>
          <p:cNvPr id="44" name="Rectangle 43">
            <a:extLst>
              <a:ext uri="{FF2B5EF4-FFF2-40B4-BE49-F238E27FC236}">
                <a16:creationId xmlns:a16="http://schemas.microsoft.com/office/drawing/2014/main" id="{4AD40DF7-B330-4DEB-86DC-16E82598DDBF}"/>
              </a:ext>
            </a:extLst>
          </p:cNvPr>
          <p:cNvSpPr/>
          <p:nvPr/>
        </p:nvSpPr>
        <p:spPr bwMode="gray">
          <a:xfrm>
            <a:off x="8797248" y="1602573"/>
            <a:ext cx="1665027" cy="1869743"/>
          </a:xfrm>
          <a:prstGeom prst="rect">
            <a:avLst/>
          </a:prstGeom>
          <a:solidFill>
            <a:schemeClr val="accent1"/>
          </a:solidFill>
          <a:ln w="12700" cap="rnd" algn="ctr">
            <a:noFill/>
            <a:miter lim="800000"/>
            <a:headEnd/>
            <a:tailEnd/>
          </a:ln>
        </p:spPr>
        <p:txBody>
          <a:bodyPr lIns="182880" rtlCol="0" anchor="b" anchorCtr="1"/>
          <a:lstStyle/>
          <a:p>
            <a:pPr lvl="0" algn="ctr" eaLnBrk="0" hangingPunct="0">
              <a:lnSpc>
                <a:spcPct val="106000"/>
              </a:lnSpc>
            </a:pPr>
            <a:endParaRPr lang="en-US" sz="1050" dirty="0">
              <a:solidFill>
                <a:schemeClr val="bg1"/>
              </a:solidFill>
            </a:endParaRPr>
          </a:p>
        </p:txBody>
      </p:sp>
      <p:cxnSp>
        <p:nvCxnSpPr>
          <p:cNvPr id="45" name="Elbow Connector 12">
            <a:extLst>
              <a:ext uri="{FF2B5EF4-FFF2-40B4-BE49-F238E27FC236}">
                <a16:creationId xmlns:a16="http://schemas.microsoft.com/office/drawing/2014/main" id="{4A0DA5EA-E311-4F44-AB4E-2CF6DE3AAF07}"/>
              </a:ext>
            </a:extLst>
          </p:cNvPr>
          <p:cNvCxnSpPr>
            <a:stCxn id="42" idx="3"/>
            <a:endCxn id="43" idx="1"/>
          </p:cNvCxnSpPr>
          <p:nvPr/>
        </p:nvCxnSpPr>
        <p:spPr bwMode="auto">
          <a:xfrm flipV="1">
            <a:off x="3470407" y="2537446"/>
            <a:ext cx="1612543" cy="1"/>
          </a:xfrm>
          <a:prstGeom prst="bentConnector3">
            <a:avLst/>
          </a:prstGeom>
          <a:solidFill>
            <a:schemeClr val="accent2"/>
          </a:solidFill>
          <a:ln w="12700" cap="flat" cmpd="sng" algn="ctr">
            <a:solidFill>
              <a:schemeClr val="accent2"/>
            </a:solidFill>
            <a:prstDash val="solid"/>
            <a:round/>
            <a:headEnd type="none" w="med" len="med"/>
            <a:tailEnd type="arrow"/>
          </a:ln>
          <a:effectLst/>
        </p:spPr>
      </p:cxnSp>
      <p:cxnSp>
        <p:nvCxnSpPr>
          <p:cNvPr id="46" name="Elbow Connector 14">
            <a:extLst>
              <a:ext uri="{FF2B5EF4-FFF2-40B4-BE49-F238E27FC236}">
                <a16:creationId xmlns:a16="http://schemas.microsoft.com/office/drawing/2014/main" id="{6C80DB4A-1453-4F40-9A98-B03DEFB9A005}"/>
              </a:ext>
            </a:extLst>
          </p:cNvPr>
          <p:cNvCxnSpPr>
            <a:stCxn id="43" idx="3"/>
            <a:endCxn id="44" idx="1"/>
          </p:cNvCxnSpPr>
          <p:nvPr/>
        </p:nvCxnSpPr>
        <p:spPr bwMode="auto">
          <a:xfrm flipV="1">
            <a:off x="6747977" y="2537445"/>
            <a:ext cx="2049271" cy="1"/>
          </a:xfrm>
          <a:prstGeom prst="bentConnector3">
            <a:avLst/>
          </a:prstGeom>
          <a:solidFill>
            <a:schemeClr val="accent2"/>
          </a:solidFill>
          <a:ln w="12700" cap="flat" cmpd="sng" algn="ctr">
            <a:solidFill>
              <a:schemeClr val="accent2"/>
            </a:solidFill>
            <a:prstDash val="solid"/>
            <a:round/>
            <a:headEnd type="none" w="med" len="med"/>
            <a:tailEnd type="arrow"/>
          </a:ln>
          <a:effectLst/>
        </p:spPr>
      </p:cxnSp>
      <p:sp>
        <p:nvSpPr>
          <p:cNvPr id="47" name="Rectangle 46">
            <a:extLst>
              <a:ext uri="{FF2B5EF4-FFF2-40B4-BE49-F238E27FC236}">
                <a16:creationId xmlns:a16="http://schemas.microsoft.com/office/drawing/2014/main" id="{42D2C61C-C36C-4911-98DD-10A54B772270}"/>
              </a:ext>
            </a:extLst>
          </p:cNvPr>
          <p:cNvSpPr/>
          <p:nvPr/>
        </p:nvSpPr>
        <p:spPr bwMode="gray">
          <a:xfrm>
            <a:off x="7076579" y="3591988"/>
            <a:ext cx="1665027" cy="557286"/>
          </a:xfrm>
          <a:prstGeom prst="rect">
            <a:avLst/>
          </a:prstGeom>
          <a:solidFill>
            <a:schemeClr val="accent2"/>
          </a:solidFill>
          <a:ln w="12700" cap="rnd" algn="ctr">
            <a:solidFill>
              <a:schemeClr val="accent2"/>
            </a:solidFill>
            <a:miter lim="800000"/>
            <a:headEnd/>
            <a:tailEnd/>
          </a:ln>
        </p:spPr>
        <p:txBody>
          <a:bodyPr lIns="182880" tIns="0" bIns="0" rtlCol="0" anchor="ctr" anchorCtr="1"/>
          <a:lstStyle/>
          <a:p>
            <a:pPr lvl="0" algn="ctr" eaLnBrk="0" hangingPunct="0">
              <a:lnSpc>
                <a:spcPct val="106000"/>
              </a:lnSpc>
            </a:pPr>
            <a:r>
              <a:rPr lang="en-US" sz="1200" dirty="0">
                <a:solidFill>
                  <a:schemeClr val="bg1"/>
                </a:solidFill>
              </a:rPr>
              <a:t>Risk Review &amp; Mitigation</a:t>
            </a:r>
          </a:p>
        </p:txBody>
      </p:sp>
      <p:sp>
        <p:nvSpPr>
          <p:cNvPr id="48" name="Rectangle 47">
            <a:extLst>
              <a:ext uri="{FF2B5EF4-FFF2-40B4-BE49-F238E27FC236}">
                <a16:creationId xmlns:a16="http://schemas.microsoft.com/office/drawing/2014/main" id="{45C75301-FEED-4937-8F09-036978341531}"/>
              </a:ext>
            </a:extLst>
          </p:cNvPr>
          <p:cNvSpPr/>
          <p:nvPr/>
        </p:nvSpPr>
        <p:spPr bwMode="gray">
          <a:xfrm>
            <a:off x="7076579" y="4278927"/>
            <a:ext cx="1665027" cy="557286"/>
          </a:xfrm>
          <a:prstGeom prst="rect">
            <a:avLst/>
          </a:prstGeom>
          <a:solidFill>
            <a:schemeClr val="accent2"/>
          </a:solidFill>
          <a:ln w="12700" cap="rnd" algn="ctr">
            <a:solidFill>
              <a:schemeClr val="accent2"/>
            </a:solidFill>
            <a:miter lim="800000"/>
            <a:headEnd/>
            <a:tailEnd/>
          </a:ln>
        </p:spPr>
        <p:txBody>
          <a:bodyPr lIns="182880" tIns="0" bIns="0" rtlCol="0" anchor="ctr" anchorCtr="1"/>
          <a:lstStyle/>
          <a:p>
            <a:pPr lvl="0" algn="ctr" eaLnBrk="0" hangingPunct="0">
              <a:lnSpc>
                <a:spcPct val="106000"/>
              </a:lnSpc>
            </a:pPr>
            <a:r>
              <a:rPr lang="en-US" sz="1200" dirty="0">
                <a:solidFill>
                  <a:schemeClr val="bg1"/>
                </a:solidFill>
              </a:rPr>
              <a:t>Audit and Validation of Progress</a:t>
            </a:r>
          </a:p>
        </p:txBody>
      </p:sp>
      <p:cxnSp>
        <p:nvCxnSpPr>
          <p:cNvPr id="49" name="Elbow Connector 21">
            <a:extLst>
              <a:ext uri="{FF2B5EF4-FFF2-40B4-BE49-F238E27FC236}">
                <a16:creationId xmlns:a16="http://schemas.microsoft.com/office/drawing/2014/main" id="{CC5B85C5-4DFF-47E6-8664-4BE237E1D870}"/>
              </a:ext>
            </a:extLst>
          </p:cNvPr>
          <p:cNvCxnSpPr>
            <a:cxnSpLocks/>
            <a:stCxn id="44" idx="2"/>
            <a:endCxn id="47" idx="3"/>
          </p:cNvCxnSpPr>
          <p:nvPr/>
        </p:nvCxnSpPr>
        <p:spPr bwMode="auto">
          <a:xfrm rot="5400000">
            <a:off x="8986527" y="3227395"/>
            <a:ext cx="398315" cy="888156"/>
          </a:xfrm>
          <a:prstGeom prst="bentConnector2">
            <a:avLst/>
          </a:prstGeom>
          <a:solidFill>
            <a:schemeClr val="accent2"/>
          </a:solidFill>
          <a:ln w="12700" cap="flat" cmpd="sng" algn="ctr">
            <a:solidFill>
              <a:schemeClr val="accent2"/>
            </a:solidFill>
            <a:prstDash val="solid"/>
            <a:round/>
            <a:headEnd type="none" w="med" len="med"/>
            <a:tailEnd type="arrow"/>
          </a:ln>
          <a:effectLst/>
        </p:spPr>
      </p:cxnSp>
      <p:cxnSp>
        <p:nvCxnSpPr>
          <p:cNvPr id="50" name="Elbow Connector 22">
            <a:extLst>
              <a:ext uri="{FF2B5EF4-FFF2-40B4-BE49-F238E27FC236}">
                <a16:creationId xmlns:a16="http://schemas.microsoft.com/office/drawing/2014/main" id="{2AB7CE95-4B0A-4B77-A9D1-A5B80F3A2A3B}"/>
              </a:ext>
            </a:extLst>
          </p:cNvPr>
          <p:cNvCxnSpPr>
            <a:cxnSpLocks/>
            <a:stCxn id="44" idx="2"/>
            <a:endCxn id="48" idx="3"/>
          </p:cNvCxnSpPr>
          <p:nvPr/>
        </p:nvCxnSpPr>
        <p:spPr bwMode="auto">
          <a:xfrm rot="5400000">
            <a:off x="8643057" y="3570865"/>
            <a:ext cx="1085254" cy="888156"/>
          </a:xfrm>
          <a:prstGeom prst="bentConnector2">
            <a:avLst/>
          </a:prstGeom>
          <a:solidFill>
            <a:schemeClr val="accent2"/>
          </a:solidFill>
          <a:ln w="12700" cap="flat" cmpd="sng" algn="ctr">
            <a:solidFill>
              <a:schemeClr val="accent2"/>
            </a:solidFill>
            <a:prstDash val="solid"/>
            <a:round/>
            <a:headEnd type="none" w="med" len="med"/>
            <a:tailEnd type="arrow"/>
          </a:ln>
          <a:effectLst/>
        </p:spPr>
      </p:cxnSp>
      <p:cxnSp>
        <p:nvCxnSpPr>
          <p:cNvPr id="51" name="Elbow Connector 30">
            <a:extLst>
              <a:ext uri="{FF2B5EF4-FFF2-40B4-BE49-F238E27FC236}">
                <a16:creationId xmlns:a16="http://schemas.microsoft.com/office/drawing/2014/main" id="{817F53E7-0EFB-4AAB-B3CE-5D334C2E592A}"/>
              </a:ext>
            </a:extLst>
          </p:cNvPr>
          <p:cNvCxnSpPr>
            <a:cxnSpLocks/>
            <a:stCxn id="48" idx="1"/>
            <a:endCxn id="42" idx="2"/>
          </p:cNvCxnSpPr>
          <p:nvPr/>
        </p:nvCxnSpPr>
        <p:spPr bwMode="auto">
          <a:xfrm rot="10800000">
            <a:off x="2637895" y="3472318"/>
            <a:ext cx="4438685" cy="1085252"/>
          </a:xfrm>
          <a:prstGeom prst="bentConnector2">
            <a:avLst/>
          </a:prstGeom>
          <a:solidFill>
            <a:schemeClr val="accent2"/>
          </a:solidFill>
          <a:ln w="12700" cap="flat" cmpd="sng" algn="ctr">
            <a:solidFill>
              <a:schemeClr val="accent1"/>
            </a:solidFill>
            <a:prstDash val="dash"/>
            <a:round/>
            <a:headEnd type="none" w="med" len="med"/>
            <a:tailEnd type="arrow"/>
          </a:ln>
          <a:effectLst/>
        </p:spPr>
      </p:cxnSp>
      <p:cxnSp>
        <p:nvCxnSpPr>
          <p:cNvPr id="52" name="Elbow Connector 32">
            <a:extLst>
              <a:ext uri="{FF2B5EF4-FFF2-40B4-BE49-F238E27FC236}">
                <a16:creationId xmlns:a16="http://schemas.microsoft.com/office/drawing/2014/main" id="{E6198D73-FE91-40FD-A487-519B45EFC6F1}"/>
              </a:ext>
            </a:extLst>
          </p:cNvPr>
          <p:cNvCxnSpPr>
            <a:cxnSpLocks/>
            <a:stCxn id="47" idx="1"/>
            <a:endCxn id="43" idx="2"/>
          </p:cNvCxnSpPr>
          <p:nvPr/>
        </p:nvCxnSpPr>
        <p:spPr bwMode="auto">
          <a:xfrm rot="10800000">
            <a:off x="5915465" y="3472317"/>
            <a:ext cx="1161115" cy="398314"/>
          </a:xfrm>
          <a:prstGeom prst="bentConnector2">
            <a:avLst/>
          </a:prstGeom>
          <a:solidFill>
            <a:schemeClr val="accent2"/>
          </a:solidFill>
          <a:ln w="12700" cap="flat" cmpd="sng" algn="ctr">
            <a:solidFill>
              <a:schemeClr val="accent1"/>
            </a:solidFill>
            <a:prstDash val="dash"/>
            <a:round/>
            <a:headEnd type="none" w="med" len="med"/>
            <a:tailEnd type="arrow"/>
          </a:ln>
          <a:effectLst/>
        </p:spPr>
      </p:cxnSp>
      <p:cxnSp>
        <p:nvCxnSpPr>
          <p:cNvPr id="53" name="Straight Connector 52">
            <a:extLst>
              <a:ext uri="{FF2B5EF4-FFF2-40B4-BE49-F238E27FC236}">
                <a16:creationId xmlns:a16="http://schemas.microsoft.com/office/drawing/2014/main" id="{ADAE21E5-F54E-4BA2-90EB-5E2EA0FEE6B8}"/>
              </a:ext>
            </a:extLst>
          </p:cNvPr>
          <p:cNvCxnSpPr>
            <a:cxnSpLocks/>
            <a:stCxn id="47" idx="1"/>
          </p:cNvCxnSpPr>
          <p:nvPr/>
        </p:nvCxnSpPr>
        <p:spPr bwMode="auto">
          <a:xfrm flipH="1">
            <a:off x="2060780" y="3870631"/>
            <a:ext cx="5015799" cy="19096"/>
          </a:xfrm>
          <a:prstGeom prst="line">
            <a:avLst/>
          </a:prstGeom>
          <a:solidFill>
            <a:schemeClr val="accent2"/>
          </a:solidFill>
          <a:ln w="12700" cap="flat" cmpd="sng" algn="ctr">
            <a:solidFill>
              <a:schemeClr val="accent1"/>
            </a:solidFill>
            <a:prstDash val="dash"/>
            <a:round/>
            <a:headEnd type="none" w="med" len="med"/>
            <a:tailEnd type="none" w="med" len="med"/>
          </a:ln>
          <a:effectLst/>
        </p:spPr>
      </p:cxnSp>
      <p:cxnSp>
        <p:nvCxnSpPr>
          <p:cNvPr id="54" name="Straight Arrow Connector 53">
            <a:extLst>
              <a:ext uri="{FF2B5EF4-FFF2-40B4-BE49-F238E27FC236}">
                <a16:creationId xmlns:a16="http://schemas.microsoft.com/office/drawing/2014/main" id="{03F23452-DB30-46EC-A846-D2AEAC1D01AA}"/>
              </a:ext>
            </a:extLst>
          </p:cNvPr>
          <p:cNvCxnSpPr/>
          <p:nvPr/>
        </p:nvCxnSpPr>
        <p:spPr bwMode="auto">
          <a:xfrm flipV="1">
            <a:off x="2060780" y="3472318"/>
            <a:ext cx="0" cy="417409"/>
          </a:xfrm>
          <a:prstGeom prst="straightConnector1">
            <a:avLst/>
          </a:prstGeom>
          <a:solidFill>
            <a:schemeClr val="accent2"/>
          </a:solidFill>
          <a:ln w="12700" cap="flat" cmpd="sng" algn="ctr">
            <a:solidFill>
              <a:schemeClr val="accent1"/>
            </a:solidFill>
            <a:prstDash val="dash"/>
            <a:round/>
            <a:headEnd type="none" w="med" len="med"/>
            <a:tailEnd type="arrow"/>
          </a:ln>
          <a:effectLst/>
        </p:spPr>
      </p:cxnSp>
      <p:cxnSp>
        <p:nvCxnSpPr>
          <p:cNvPr id="55" name="Straight Arrow Connector 54">
            <a:extLst>
              <a:ext uri="{FF2B5EF4-FFF2-40B4-BE49-F238E27FC236}">
                <a16:creationId xmlns:a16="http://schemas.microsoft.com/office/drawing/2014/main" id="{AFE92ECD-41EE-4C8E-810E-9960B3DCB95F}"/>
              </a:ext>
            </a:extLst>
          </p:cNvPr>
          <p:cNvCxnSpPr>
            <a:cxnSpLocks/>
          </p:cNvCxnSpPr>
          <p:nvPr/>
        </p:nvCxnSpPr>
        <p:spPr bwMode="auto">
          <a:xfrm flipV="1">
            <a:off x="5694088" y="3472317"/>
            <a:ext cx="0" cy="1076767"/>
          </a:xfrm>
          <a:prstGeom prst="straightConnector1">
            <a:avLst/>
          </a:prstGeom>
          <a:solidFill>
            <a:schemeClr val="accent2"/>
          </a:solidFill>
          <a:ln w="12700" cap="flat" cmpd="sng" algn="ctr">
            <a:solidFill>
              <a:schemeClr val="accent1"/>
            </a:solidFill>
            <a:prstDash val="dash"/>
            <a:round/>
            <a:headEnd type="none" w="med" len="med"/>
            <a:tailEnd type="arrow"/>
          </a:ln>
          <a:effectLst/>
        </p:spPr>
      </p:cxnSp>
      <p:sp>
        <p:nvSpPr>
          <p:cNvPr id="56" name="Rectangle 55">
            <a:extLst>
              <a:ext uri="{FF2B5EF4-FFF2-40B4-BE49-F238E27FC236}">
                <a16:creationId xmlns:a16="http://schemas.microsoft.com/office/drawing/2014/main" id="{8A38A6E3-71B1-441B-B5C8-7603551AC867}"/>
              </a:ext>
            </a:extLst>
          </p:cNvPr>
          <p:cNvSpPr/>
          <p:nvPr/>
        </p:nvSpPr>
        <p:spPr bwMode="gray">
          <a:xfrm>
            <a:off x="8887093" y="5073677"/>
            <a:ext cx="1665027" cy="1362497"/>
          </a:xfrm>
          <a:prstGeom prst="rect">
            <a:avLst/>
          </a:prstGeom>
          <a:solidFill>
            <a:schemeClr val="accent1"/>
          </a:solidFill>
          <a:ln w="12700" cap="rnd" algn="ctr">
            <a:noFill/>
            <a:miter lim="800000"/>
            <a:headEnd/>
            <a:tailEnd/>
          </a:ln>
        </p:spPr>
        <p:txBody>
          <a:bodyPr lIns="182880" rtlCol="0" anchor="b" anchorCtr="1"/>
          <a:lstStyle/>
          <a:p>
            <a:pPr lvl="0" algn="ctr" eaLnBrk="0" hangingPunct="0">
              <a:lnSpc>
                <a:spcPct val="106000"/>
              </a:lnSpc>
            </a:pPr>
            <a:endParaRPr lang="en-US" sz="1050" dirty="0">
              <a:solidFill>
                <a:schemeClr val="bg1"/>
              </a:solidFill>
            </a:endParaRPr>
          </a:p>
        </p:txBody>
      </p:sp>
      <p:sp>
        <p:nvSpPr>
          <p:cNvPr id="57" name="Rectangle 56">
            <a:extLst>
              <a:ext uri="{FF2B5EF4-FFF2-40B4-BE49-F238E27FC236}">
                <a16:creationId xmlns:a16="http://schemas.microsoft.com/office/drawing/2014/main" id="{74908D6E-86CE-4009-A13C-AE92B66FC809}"/>
              </a:ext>
            </a:extLst>
          </p:cNvPr>
          <p:cNvSpPr/>
          <p:nvPr/>
        </p:nvSpPr>
        <p:spPr bwMode="gray">
          <a:xfrm>
            <a:off x="1914562" y="1711769"/>
            <a:ext cx="1460310" cy="723332"/>
          </a:xfrm>
          <a:prstGeom prst="rect">
            <a:avLst/>
          </a:prstGeom>
          <a:solidFill>
            <a:schemeClr val="accent3">
              <a:lumMod val="20000"/>
              <a:lumOff val="80000"/>
            </a:schemeClr>
          </a:solidFill>
          <a:ln w="12700" cap="rnd" algn="ctr">
            <a:noFill/>
            <a:miter lim="800000"/>
            <a:headEnd/>
            <a:tailEnd/>
          </a:ln>
        </p:spPr>
        <p:txBody>
          <a:bodyPr lIns="182880" rtlCol="0" anchor="ctr" anchorCtr="1"/>
          <a:lstStyle/>
          <a:p>
            <a:pPr algn="ctr" eaLnBrk="0" hangingPunct="0">
              <a:lnSpc>
                <a:spcPct val="106000"/>
              </a:lnSpc>
            </a:pPr>
            <a:r>
              <a:rPr lang="en-US" sz="1050" b="1" dirty="0">
                <a:solidFill>
                  <a:schemeClr val="tx2"/>
                </a:solidFill>
              </a:rPr>
              <a:t>Development of Strategic Action Plan</a:t>
            </a:r>
          </a:p>
        </p:txBody>
      </p:sp>
      <p:sp>
        <p:nvSpPr>
          <p:cNvPr id="58" name="Rectangle 57">
            <a:extLst>
              <a:ext uri="{FF2B5EF4-FFF2-40B4-BE49-F238E27FC236}">
                <a16:creationId xmlns:a16="http://schemas.microsoft.com/office/drawing/2014/main" id="{29B97E1A-1C72-4ADD-97C1-66A11E21423C}"/>
              </a:ext>
            </a:extLst>
          </p:cNvPr>
          <p:cNvSpPr/>
          <p:nvPr/>
        </p:nvSpPr>
        <p:spPr bwMode="gray">
          <a:xfrm>
            <a:off x="5185308" y="1693554"/>
            <a:ext cx="1460310" cy="723332"/>
          </a:xfrm>
          <a:prstGeom prst="rect">
            <a:avLst/>
          </a:prstGeom>
          <a:solidFill>
            <a:schemeClr val="accent3">
              <a:lumMod val="20000"/>
              <a:lumOff val="80000"/>
            </a:schemeClr>
          </a:solidFill>
          <a:ln w="12700" cap="rnd" algn="ctr">
            <a:noFill/>
            <a:miter lim="800000"/>
            <a:headEnd/>
            <a:tailEnd/>
          </a:ln>
        </p:spPr>
        <p:txBody>
          <a:bodyPr lIns="182880" rtlCol="0" anchor="ctr" anchorCtr="1"/>
          <a:lstStyle/>
          <a:p>
            <a:pPr algn="ctr" eaLnBrk="0" hangingPunct="0">
              <a:lnSpc>
                <a:spcPct val="106000"/>
              </a:lnSpc>
            </a:pPr>
            <a:r>
              <a:rPr lang="en-US" sz="1050" b="1" dirty="0">
                <a:solidFill>
                  <a:schemeClr val="tx2"/>
                </a:solidFill>
              </a:rPr>
              <a:t>Establishment of Monitoring Framework</a:t>
            </a:r>
          </a:p>
        </p:txBody>
      </p:sp>
      <p:sp>
        <p:nvSpPr>
          <p:cNvPr id="59" name="Rectangle 58">
            <a:extLst>
              <a:ext uri="{FF2B5EF4-FFF2-40B4-BE49-F238E27FC236}">
                <a16:creationId xmlns:a16="http://schemas.microsoft.com/office/drawing/2014/main" id="{6FCA8E46-83CF-49CD-93A5-EBF349683661}"/>
              </a:ext>
            </a:extLst>
          </p:cNvPr>
          <p:cNvSpPr/>
          <p:nvPr/>
        </p:nvSpPr>
        <p:spPr bwMode="gray">
          <a:xfrm>
            <a:off x="8856882" y="1652135"/>
            <a:ext cx="1562670" cy="723332"/>
          </a:xfrm>
          <a:prstGeom prst="rect">
            <a:avLst/>
          </a:prstGeom>
          <a:solidFill>
            <a:schemeClr val="accent3">
              <a:lumMod val="20000"/>
              <a:lumOff val="80000"/>
            </a:schemeClr>
          </a:solidFill>
          <a:ln w="12700" cap="rnd" algn="ctr">
            <a:noFill/>
            <a:miter lim="800000"/>
            <a:headEnd/>
            <a:tailEnd/>
          </a:ln>
        </p:spPr>
        <p:txBody>
          <a:bodyPr lIns="182880" rtlCol="0" anchor="ctr" anchorCtr="1"/>
          <a:lstStyle/>
          <a:p>
            <a:pPr algn="ctr" eaLnBrk="0" hangingPunct="0">
              <a:lnSpc>
                <a:spcPct val="106000"/>
              </a:lnSpc>
            </a:pPr>
            <a:r>
              <a:rPr lang="en-US" sz="1050" b="1" dirty="0">
                <a:solidFill>
                  <a:schemeClr val="tx2"/>
                </a:solidFill>
              </a:rPr>
              <a:t>Implementation Monitoring</a:t>
            </a:r>
          </a:p>
        </p:txBody>
      </p:sp>
      <p:sp>
        <p:nvSpPr>
          <p:cNvPr id="60" name="Rectangle 59">
            <a:extLst>
              <a:ext uri="{FF2B5EF4-FFF2-40B4-BE49-F238E27FC236}">
                <a16:creationId xmlns:a16="http://schemas.microsoft.com/office/drawing/2014/main" id="{D5181775-684F-4992-B32A-35C652F31CCC}"/>
              </a:ext>
            </a:extLst>
          </p:cNvPr>
          <p:cNvSpPr/>
          <p:nvPr/>
        </p:nvSpPr>
        <p:spPr bwMode="gray">
          <a:xfrm>
            <a:off x="8974672" y="5189655"/>
            <a:ext cx="1460310" cy="361666"/>
          </a:xfrm>
          <a:prstGeom prst="rect">
            <a:avLst/>
          </a:prstGeom>
          <a:solidFill>
            <a:schemeClr val="accent3">
              <a:lumMod val="20000"/>
              <a:lumOff val="80000"/>
            </a:schemeClr>
          </a:solidFill>
          <a:ln w="12700" cap="rnd" algn="ctr">
            <a:noFill/>
            <a:miter lim="800000"/>
            <a:headEnd/>
            <a:tailEnd/>
          </a:ln>
        </p:spPr>
        <p:txBody>
          <a:bodyPr lIns="182880" rtlCol="0" anchor="ctr" anchorCtr="1"/>
          <a:lstStyle/>
          <a:p>
            <a:pPr algn="ctr" eaLnBrk="0" hangingPunct="0">
              <a:lnSpc>
                <a:spcPct val="106000"/>
              </a:lnSpc>
            </a:pPr>
            <a:r>
              <a:rPr lang="en-US" sz="1050" b="1" dirty="0">
                <a:solidFill>
                  <a:schemeClr val="tx2"/>
                </a:solidFill>
              </a:rPr>
              <a:t>Perception Management</a:t>
            </a:r>
          </a:p>
        </p:txBody>
      </p:sp>
      <p:cxnSp>
        <p:nvCxnSpPr>
          <p:cNvPr id="61" name="Straight Connector 60">
            <a:extLst>
              <a:ext uri="{FF2B5EF4-FFF2-40B4-BE49-F238E27FC236}">
                <a16:creationId xmlns:a16="http://schemas.microsoft.com/office/drawing/2014/main" id="{C814F0A5-9A9E-4791-8005-2891F5693ED3}"/>
              </a:ext>
            </a:extLst>
          </p:cNvPr>
          <p:cNvCxnSpPr/>
          <p:nvPr/>
        </p:nvCxnSpPr>
        <p:spPr bwMode="auto">
          <a:xfrm>
            <a:off x="3874149" y="2537444"/>
            <a:ext cx="0" cy="3217481"/>
          </a:xfrm>
          <a:prstGeom prst="line">
            <a:avLst/>
          </a:prstGeom>
          <a:solidFill>
            <a:schemeClr val="accent2"/>
          </a:solidFill>
          <a:ln w="12700" cap="flat" cmpd="sng" algn="ctr">
            <a:solidFill>
              <a:schemeClr val="accent2"/>
            </a:solidFill>
            <a:prstDash val="solid"/>
            <a:round/>
            <a:headEnd type="none" w="med" len="med"/>
            <a:tailEnd type="none" w="med" len="med"/>
          </a:ln>
          <a:effectLst/>
        </p:spPr>
      </p:cxnSp>
      <p:cxnSp>
        <p:nvCxnSpPr>
          <p:cNvPr id="63" name="Straight Arrow Connector 62">
            <a:extLst>
              <a:ext uri="{FF2B5EF4-FFF2-40B4-BE49-F238E27FC236}">
                <a16:creationId xmlns:a16="http://schemas.microsoft.com/office/drawing/2014/main" id="{D34B9686-DB8F-4A30-AFE0-095379091124}"/>
              </a:ext>
            </a:extLst>
          </p:cNvPr>
          <p:cNvCxnSpPr>
            <a:cxnSpLocks/>
            <a:endCxn id="56" idx="1"/>
          </p:cNvCxnSpPr>
          <p:nvPr/>
        </p:nvCxnSpPr>
        <p:spPr bwMode="auto">
          <a:xfrm>
            <a:off x="3874149" y="5754926"/>
            <a:ext cx="5012944" cy="0"/>
          </a:xfrm>
          <a:prstGeom prst="straightConnector1">
            <a:avLst/>
          </a:prstGeom>
          <a:solidFill>
            <a:schemeClr val="accent2"/>
          </a:solidFill>
          <a:ln w="12700" cap="flat" cmpd="sng" algn="ctr">
            <a:solidFill>
              <a:schemeClr val="accent2"/>
            </a:solidFill>
            <a:prstDash val="solid"/>
            <a:round/>
            <a:headEnd type="none" w="med" len="med"/>
            <a:tailEnd type="arrow"/>
          </a:ln>
          <a:effectLst/>
        </p:spPr>
      </p:cxnSp>
      <p:cxnSp>
        <p:nvCxnSpPr>
          <p:cNvPr id="64" name="Straight Connector 63">
            <a:extLst>
              <a:ext uri="{FF2B5EF4-FFF2-40B4-BE49-F238E27FC236}">
                <a16:creationId xmlns:a16="http://schemas.microsoft.com/office/drawing/2014/main" id="{D1F92B1A-DAB0-4E88-B2A4-2550F46EAA55}"/>
              </a:ext>
            </a:extLst>
          </p:cNvPr>
          <p:cNvCxnSpPr>
            <a:stCxn id="56" idx="0"/>
          </p:cNvCxnSpPr>
          <p:nvPr/>
        </p:nvCxnSpPr>
        <p:spPr bwMode="auto">
          <a:xfrm flipV="1">
            <a:off x="9719607" y="4024492"/>
            <a:ext cx="0" cy="1049185"/>
          </a:xfrm>
          <a:prstGeom prst="line">
            <a:avLst/>
          </a:prstGeom>
          <a:solidFill>
            <a:schemeClr val="accent2"/>
          </a:solidFill>
          <a:ln w="12700" cap="flat" cmpd="sng" algn="ctr">
            <a:solidFill>
              <a:schemeClr val="accent1"/>
            </a:solidFill>
            <a:prstDash val="dash"/>
            <a:round/>
            <a:headEnd type="none" w="med" len="med"/>
            <a:tailEnd type="none" w="med" len="med"/>
          </a:ln>
          <a:effectLst/>
        </p:spPr>
      </p:cxnSp>
      <p:cxnSp>
        <p:nvCxnSpPr>
          <p:cNvPr id="65" name="Straight Arrow Connector 64">
            <a:extLst>
              <a:ext uri="{FF2B5EF4-FFF2-40B4-BE49-F238E27FC236}">
                <a16:creationId xmlns:a16="http://schemas.microsoft.com/office/drawing/2014/main" id="{4146E4B8-6F8F-4BB8-ABDB-9FC5E6608269}"/>
              </a:ext>
            </a:extLst>
          </p:cNvPr>
          <p:cNvCxnSpPr>
            <a:cxnSpLocks/>
          </p:cNvCxnSpPr>
          <p:nvPr/>
        </p:nvCxnSpPr>
        <p:spPr bwMode="auto">
          <a:xfrm flipH="1">
            <a:off x="8795057" y="4018808"/>
            <a:ext cx="924550" cy="2841"/>
          </a:xfrm>
          <a:prstGeom prst="straightConnector1">
            <a:avLst/>
          </a:prstGeom>
          <a:solidFill>
            <a:schemeClr val="accent2"/>
          </a:solidFill>
          <a:ln w="12700" cap="flat" cmpd="sng" algn="ctr">
            <a:solidFill>
              <a:schemeClr val="accent1"/>
            </a:solidFill>
            <a:prstDash val="dash"/>
            <a:round/>
            <a:headEnd type="none" w="med" len="med"/>
            <a:tailEnd type="arrow"/>
          </a:ln>
          <a:effectLst/>
        </p:spPr>
      </p:cxnSp>
      <p:sp>
        <p:nvSpPr>
          <p:cNvPr id="66" name="TextBox 65">
            <a:extLst>
              <a:ext uri="{FF2B5EF4-FFF2-40B4-BE49-F238E27FC236}">
                <a16:creationId xmlns:a16="http://schemas.microsoft.com/office/drawing/2014/main" id="{9415B6A0-756A-4527-A68E-DB39EBF3E22E}"/>
              </a:ext>
            </a:extLst>
          </p:cNvPr>
          <p:cNvSpPr txBox="1"/>
          <p:nvPr/>
        </p:nvSpPr>
        <p:spPr>
          <a:xfrm>
            <a:off x="1532418" y="1435189"/>
            <a:ext cx="272961" cy="334772"/>
          </a:xfrm>
          <a:prstGeom prst="rect">
            <a:avLst/>
          </a:prstGeom>
        </p:spPr>
        <p:txBody>
          <a:bodyPr wrap="square" rtlCol="0">
            <a:spAutoFit/>
          </a:bodyPr>
          <a:lstStyle/>
          <a:p>
            <a:pPr marL="1588" algn="l" rtl="0" fontAlgn="base">
              <a:lnSpc>
                <a:spcPct val="106000"/>
              </a:lnSpc>
              <a:spcBef>
                <a:spcPct val="80000"/>
              </a:spcBef>
              <a:spcAft>
                <a:spcPct val="0"/>
              </a:spcAft>
              <a:buClr>
                <a:srgbClr val="000000"/>
              </a:buClr>
            </a:pPr>
            <a:r>
              <a:rPr lang="en-US" sz="1600" kern="1200" dirty="0">
                <a:solidFill>
                  <a:srgbClr val="000000"/>
                </a:solidFill>
                <a:latin typeface="Arial"/>
                <a:ea typeface="+mn-ea"/>
                <a:cs typeface="Arial" charset="0"/>
              </a:rPr>
              <a:t>1</a:t>
            </a:r>
          </a:p>
        </p:txBody>
      </p:sp>
      <p:sp>
        <p:nvSpPr>
          <p:cNvPr id="67" name="TextBox 66">
            <a:extLst>
              <a:ext uri="{FF2B5EF4-FFF2-40B4-BE49-F238E27FC236}">
                <a16:creationId xmlns:a16="http://schemas.microsoft.com/office/drawing/2014/main" id="{8314B9D5-8253-4565-8659-FAA5C7FAA41F}"/>
              </a:ext>
            </a:extLst>
          </p:cNvPr>
          <p:cNvSpPr txBox="1"/>
          <p:nvPr/>
        </p:nvSpPr>
        <p:spPr>
          <a:xfrm>
            <a:off x="4775306" y="1526168"/>
            <a:ext cx="272961" cy="334772"/>
          </a:xfrm>
          <a:prstGeom prst="rect">
            <a:avLst/>
          </a:prstGeom>
        </p:spPr>
        <p:txBody>
          <a:bodyPr wrap="square" rtlCol="0">
            <a:spAutoFit/>
          </a:bodyPr>
          <a:lstStyle/>
          <a:p>
            <a:pPr marL="1588" algn="l" rtl="0" fontAlgn="base">
              <a:lnSpc>
                <a:spcPct val="106000"/>
              </a:lnSpc>
              <a:spcBef>
                <a:spcPct val="80000"/>
              </a:spcBef>
              <a:spcAft>
                <a:spcPct val="0"/>
              </a:spcAft>
              <a:buClr>
                <a:srgbClr val="000000"/>
              </a:buClr>
            </a:pPr>
            <a:r>
              <a:rPr lang="en-US" sz="1600" kern="1200" dirty="0">
                <a:solidFill>
                  <a:srgbClr val="000000"/>
                </a:solidFill>
                <a:latin typeface="Arial"/>
                <a:ea typeface="+mn-ea"/>
                <a:cs typeface="Arial" charset="0"/>
              </a:rPr>
              <a:t>2</a:t>
            </a:r>
          </a:p>
        </p:txBody>
      </p:sp>
      <p:sp>
        <p:nvSpPr>
          <p:cNvPr id="68" name="TextBox 67">
            <a:extLst>
              <a:ext uri="{FF2B5EF4-FFF2-40B4-BE49-F238E27FC236}">
                <a16:creationId xmlns:a16="http://schemas.microsoft.com/office/drawing/2014/main" id="{4604F5D3-5429-4CA2-9ABB-F865A6BC14FA}"/>
              </a:ext>
            </a:extLst>
          </p:cNvPr>
          <p:cNvSpPr txBox="1"/>
          <p:nvPr/>
        </p:nvSpPr>
        <p:spPr>
          <a:xfrm>
            <a:off x="8503256" y="1544383"/>
            <a:ext cx="272961" cy="334772"/>
          </a:xfrm>
          <a:prstGeom prst="rect">
            <a:avLst/>
          </a:prstGeom>
        </p:spPr>
        <p:txBody>
          <a:bodyPr wrap="square" rtlCol="0">
            <a:spAutoFit/>
          </a:bodyPr>
          <a:lstStyle/>
          <a:p>
            <a:pPr marL="1588" algn="l" rtl="0" fontAlgn="base">
              <a:lnSpc>
                <a:spcPct val="106000"/>
              </a:lnSpc>
              <a:spcBef>
                <a:spcPct val="80000"/>
              </a:spcBef>
              <a:spcAft>
                <a:spcPct val="0"/>
              </a:spcAft>
              <a:buClr>
                <a:srgbClr val="000000"/>
              </a:buClr>
            </a:pPr>
            <a:r>
              <a:rPr lang="en-US" sz="1600" kern="1200" dirty="0">
                <a:solidFill>
                  <a:srgbClr val="000000"/>
                </a:solidFill>
                <a:latin typeface="Arial"/>
                <a:ea typeface="+mn-ea"/>
                <a:cs typeface="Arial" charset="0"/>
              </a:rPr>
              <a:t>3</a:t>
            </a:r>
          </a:p>
        </p:txBody>
      </p:sp>
      <p:sp>
        <p:nvSpPr>
          <p:cNvPr id="69" name="TextBox 68">
            <a:extLst>
              <a:ext uri="{FF2B5EF4-FFF2-40B4-BE49-F238E27FC236}">
                <a16:creationId xmlns:a16="http://schemas.microsoft.com/office/drawing/2014/main" id="{C00EA268-E920-4B33-ADA5-6649BB3419EE}"/>
              </a:ext>
            </a:extLst>
          </p:cNvPr>
          <p:cNvSpPr txBox="1"/>
          <p:nvPr/>
        </p:nvSpPr>
        <p:spPr>
          <a:xfrm>
            <a:off x="6803618" y="3494540"/>
            <a:ext cx="272961" cy="334772"/>
          </a:xfrm>
          <a:prstGeom prst="rect">
            <a:avLst/>
          </a:prstGeom>
        </p:spPr>
        <p:txBody>
          <a:bodyPr wrap="square" rtlCol="0">
            <a:spAutoFit/>
          </a:bodyPr>
          <a:lstStyle/>
          <a:p>
            <a:pPr marL="1588" algn="l" rtl="0" fontAlgn="base">
              <a:lnSpc>
                <a:spcPct val="106000"/>
              </a:lnSpc>
              <a:spcBef>
                <a:spcPct val="80000"/>
              </a:spcBef>
              <a:spcAft>
                <a:spcPct val="0"/>
              </a:spcAft>
              <a:buClr>
                <a:srgbClr val="000000"/>
              </a:buClr>
            </a:pPr>
            <a:r>
              <a:rPr lang="en-US" sz="1600" kern="1200" dirty="0">
                <a:solidFill>
                  <a:srgbClr val="000000"/>
                </a:solidFill>
                <a:latin typeface="Arial"/>
                <a:ea typeface="+mn-ea"/>
                <a:cs typeface="Arial" charset="0"/>
              </a:rPr>
              <a:t>4</a:t>
            </a:r>
          </a:p>
        </p:txBody>
      </p:sp>
      <p:sp>
        <p:nvSpPr>
          <p:cNvPr id="70" name="TextBox 69">
            <a:extLst>
              <a:ext uri="{FF2B5EF4-FFF2-40B4-BE49-F238E27FC236}">
                <a16:creationId xmlns:a16="http://schemas.microsoft.com/office/drawing/2014/main" id="{65D69EDC-2B46-4227-AF9A-B2156A34A5B9}"/>
              </a:ext>
            </a:extLst>
          </p:cNvPr>
          <p:cNvSpPr txBox="1"/>
          <p:nvPr/>
        </p:nvSpPr>
        <p:spPr>
          <a:xfrm>
            <a:off x="6803617" y="4134536"/>
            <a:ext cx="272961" cy="334772"/>
          </a:xfrm>
          <a:prstGeom prst="rect">
            <a:avLst/>
          </a:prstGeom>
        </p:spPr>
        <p:txBody>
          <a:bodyPr wrap="square" rtlCol="0">
            <a:spAutoFit/>
          </a:bodyPr>
          <a:lstStyle/>
          <a:p>
            <a:pPr marL="1588" algn="l" rtl="0" fontAlgn="base">
              <a:lnSpc>
                <a:spcPct val="106000"/>
              </a:lnSpc>
              <a:spcBef>
                <a:spcPct val="80000"/>
              </a:spcBef>
              <a:spcAft>
                <a:spcPct val="0"/>
              </a:spcAft>
              <a:buClr>
                <a:srgbClr val="000000"/>
              </a:buClr>
            </a:pPr>
            <a:r>
              <a:rPr lang="en-US" sz="1600" kern="1200" dirty="0">
                <a:solidFill>
                  <a:srgbClr val="000000"/>
                </a:solidFill>
                <a:latin typeface="Arial"/>
                <a:ea typeface="+mn-ea"/>
                <a:cs typeface="Arial" charset="0"/>
              </a:rPr>
              <a:t>5</a:t>
            </a:r>
          </a:p>
        </p:txBody>
      </p:sp>
      <p:sp>
        <p:nvSpPr>
          <p:cNvPr id="71" name="TextBox 70">
            <a:extLst>
              <a:ext uri="{FF2B5EF4-FFF2-40B4-BE49-F238E27FC236}">
                <a16:creationId xmlns:a16="http://schemas.microsoft.com/office/drawing/2014/main" id="{89EF0ACE-76D2-4E0B-925C-AA716B66C480}"/>
              </a:ext>
            </a:extLst>
          </p:cNvPr>
          <p:cNvSpPr txBox="1"/>
          <p:nvPr/>
        </p:nvSpPr>
        <p:spPr>
          <a:xfrm>
            <a:off x="8547604" y="5066850"/>
            <a:ext cx="272961" cy="334772"/>
          </a:xfrm>
          <a:prstGeom prst="rect">
            <a:avLst/>
          </a:prstGeom>
        </p:spPr>
        <p:txBody>
          <a:bodyPr wrap="square" rtlCol="0">
            <a:spAutoFit/>
          </a:bodyPr>
          <a:lstStyle/>
          <a:p>
            <a:pPr marL="1588" algn="l" rtl="0" fontAlgn="base">
              <a:lnSpc>
                <a:spcPct val="106000"/>
              </a:lnSpc>
              <a:spcBef>
                <a:spcPct val="80000"/>
              </a:spcBef>
              <a:spcAft>
                <a:spcPct val="0"/>
              </a:spcAft>
              <a:buClr>
                <a:srgbClr val="000000"/>
              </a:buClr>
            </a:pPr>
            <a:r>
              <a:rPr lang="en-US" sz="1600" kern="1200" dirty="0">
                <a:solidFill>
                  <a:srgbClr val="000000"/>
                </a:solidFill>
                <a:latin typeface="Arial"/>
                <a:ea typeface="+mn-ea"/>
                <a:cs typeface="Arial" charset="0"/>
              </a:rPr>
              <a:t>6</a:t>
            </a:r>
          </a:p>
        </p:txBody>
      </p:sp>
      <p:sp>
        <p:nvSpPr>
          <p:cNvPr id="72" name="Rectangle 71">
            <a:extLst>
              <a:ext uri="{FF2B5EF4-FFF2-40B4-BE49-F238E27FC236}">
                <a16:creationId xmlns:a16="http://schemas.microsoft.com/office/drawing/2014/main" id="{026C83DD-1F58-4B4A-B1D3-1039482BFFFC}"/>
              </a:ext>
            </a:extLst>
          </p:cNvPr>
          <p:cNvSpPr/>
          <p:nvPr/>
        </p:nvSpPr>
        <p:spPr bwMode="gray">
          <a:xfrm>
            <a:off x="561161" y="1526168"/>
            <a:ext cx="479927" cy="4910006"/>
          </a:xfrm>
          <a:prstGeom prst="rect">
            <a:avLst/>
          </a:prstGeom>
          <a:solidFill>
            <a:schemeClr val="accent2">
              <a:lumMod val="75000"/>
            </a:schemeClr>
          </a:solidFill>
          <a:ln w="12700" cap="rnd" algn="ctr">
            <a:noFill/>
            <a:miter lim="800000"/>
            <a:headEnd/>
            <a:tailEnd/>
          </a:ln>
        </p:spPr>
        <p:txBody>
          <a:bodyPr vert="vert270" lIns="72000" tIns="0" rIns="72000" bIns="0" rtlCol="0" anchor="ctr" anchorCtr="1"/>
          <a:lstStyle/>
          <a:p>
            <a:pPr algn="ctr" eaLnBrk="0" hangingPunct="0">
              <a:lnSpc>
                <a:spcPct val="106000"/>
              </a:lnSpc>
            </a:pPr>
            <a:r>
              <a:rPr lang="en-US" sz="1600" dirty="0">
                <a:solidFill>
                  <a:schemeClr val="bg1"/>
                </a:solidFill>
              </a:rPr>
              <a:t>Transformation Strategy &amp; Objectives</a:t>
            </a:r>
          </a:p>
        </p:txBody>
      </p:sp>
      <p:sp>
        <p:nvSpPr>
          <p:cNvPr id="73" name="Right Arrow 3">
            <a:extLst>
              <a:ext uri="{FF2B5EF4-FFF2-40B4-BE49-F238E27FC236}">
                <a16:creationId xmlns:a16="http://schemas.microsoft.com/office/drawing/2014/main" id="{51D00178-B2BB-4DD4-ABC4-54B5B8CC48A3}"/>
              </a:ext>
            </a:extLst>
          </p:cNvPr>
          <p:cNvSpPr/>
          <p:nvPr/>
        </p:nvSpPr>
        <p:spPr bwMode="gray">
          <a:xfrm>
            <a:off x="1041088" y="2271328"/>
            <a:ext cx="764291" cy="682388"/>
          </a:xfrm>
          <a:prstGeom prst="rightArrow">
            <a:avLst/>
          </a:prstGeom>
          <a:solidFill>
            <a:schemeClr val="tx2"/>
          </a:solidFill>
          <a:ln w="12700" cap="rnd" algn="ctr">
            <a:noFill/>
            <a:miter lim="800000"/>
            <a:headEnd/>
            <a:tailEnd/>
          </a:ln>
        </p:spPr>
        <p:txBody>
          <a:bodyPr lIns="182880" rtlCol="0" anchor="ctr" anchorCtr="1"/>
          <a:lstStyle/>
          <a:p>
            <a:pPr algn="ctr" eaLnBrk="0" hangingPunct="0">
              <a:lnSpc>
                <a:spcPct val="106000"/>
              </a:lnSpc>
            </a:pPr>
            <a:endParaRPr lang="en-US" b="1">
              <a:solidFill>
                <a:schemeClr val="bg1"/>
              </a:solidFill>
            </a:endParaRPr>
          </a:p>
        </p:txBody>
      </p:sp>
      <p:sp>
        <p:nvSpPr>
          <p:cNvPr id="4" name="TextBox 3">
            <a:extLst>
              <a:ext uri="{FF2B5EF4-FFF2-40B4-BE49-F238E27FC236}">
                <a16:creationId xmlns:a16="http://schemas.microsoft.com/office/drawing/2014/main" id="{CB1C96E8-98A8-4A5E-B2BE-BD7366A25FC7}"/>
              </a:ext>
            </a:extLst>
          </p:cNvPr>
          <p:cNvSpPr txBox="1"/>
          <p:nvPr/>
        </p:nvSpPr>
        <p:spPr>
          <a:xfrm>
            <a:off x="8863532" y="2582944"/>
            <a:ext cx="1532458" cy="815608"/>
          </a:xfrm>
          <a:prstGeom prst="rect">
            <a:avLst/>
          </a:prstGeom>
          <a:noFill/>
        </p:spPr>
        <p:txBody>
          <a:bodyPr wrap="square" lIns="0" tIns="0" rIns="0" bIns="0" rtlCol="0">
            <a:spAutoFit/>
          </a:bodyPr>
          <a:lstStyle/>
          <a:p>
            <a:pPr algn="ctr">
              <a:spcBef>
                <a:spcPts val="600"/>
              </a:spcBef>
              <a:buSzPct val="100000"/>
            </a:pPr>
            <a:r>
              <a:rPr lang="en-US" sz="1200" dirty="0">
                <a:solidFill>
                  <a:schemeClr val="bg1"/>
                </a:solidFill>
              </a:rPr>
              <a:t>Data collection and reporting to create measurable impact </a:t>
            </a:r>
          </a:p>
          <a:p>
            <a:pPr algn="ctr">
              <a:spcBef>
                <a:spcPts val="600"/>
              </a:spcBef>
              <a:buSzPct val="100000"/>
            </a:pPr>
            <a:endParaRPr lang="en-IN" sz="1200" dirty="0">
              <a:solidFill>
                <a:schemeClr val="bg1"/>
              </a:solidFill>
            </a:endParaRPr>
          </a:p>
        </p:txBody>
      </p:sp>
      <p:sp>
        <p:nvSpPr>
          <p:cNvPr id="5" name="Rectangle 4">
            <a:extLst>
              <a:ext uri="{FF2B5EF4-FFF2-40B4-BE49-F238E27FC236}">
                <a16:creationId xmlns:a16="http://schemas.microsoft.com/office/drawing/2014/main" id="{04A52B7E-119E-444B-99E3-574F0BB8F379}"/>
              </a:ext>
            </a:extLst>
          </p:cNvPr>
          <p:cNvSpPr/>
          <p:nvPr/>
        </p:nvSpPr>
        <p:spPr>
          <a:xfrm>
            <a:off x="5144899" y="2468692"/>
            <a:ext cx="1603073" cy="933782"/>
          </a:xfrm>
          <a:prstGeom prst="rect">
            <a:avLst/>
          </a:prstGeom>
        </p:spPr>
        <p:txBody>
          <a:bodyPr wrap="square">
            <a:spAutoFit/>
          </a:bodyPr>
          <a:lstStyle/>
          <a:p>
            <a:pPr lvl="0" algn="ctr" eaLnBrk="0" hangingPunct="0">
              <a:lnSpc>
                <a:spcPct val="106000"/>
              </a:lnSpc>
            </a:pPr>
            <a:r>
              <a:rPr lang="en-US" sz="1050" dirty="0">
                <a:solidFill>
                  <a:schemeClr val="bg1"/>
                </a:solidFill>
              </a:rPr>
              <a:t>Formulation of process for audit, status review and monitoring of work plan implementation</a:t>
            </a:r>
          </a:p>
        </p:txBody>
      </p:sp>
      <p:sp>
        <p:nvSpPr>
          <p:cNvPr id="6" name="Rectangle 5">
            <a:extLst>
              <a:ext uri="{FF2B5EF4-FFF2-40B4-BE49-F238E27FC236}">
                <a16:creationId xmlns:a16="http://schemas.microsoft.com/office/drawing/2014/main" id="{B3EAE07A-0812-4A54-B08C-7F95D5D95528}"/>
              </a:ext>
            </a:extLst>
          </p:cNvPr>
          <p:cNvSpPr/>
          <p:nvPr/>
        </p:nvSpPr>
        <p:spPr>
          <a:xfrm>
            <a:off x="1867328" y="2486715"/>
            <a:ext cx="1536794" cy="893771"/>
          </a:xfrm>
          <a:prstGeom prst="rect">
            <a:avLst/>
          </a:prstGeom>
        </p:spPr>
        <p:txBody>
          <a:bodyPr wrap="square">
            <a:spAutoFit/>
          </a:bodyPr>
          <a:lstStyle/>
          <a:p>
            <a:pPr lvl="0" algn="ctr" eaLnBrk="0" hangingPunct="0">
              <a:lnSpc>
                <a:spcPct val="106000"/>
              </a:lnSpc>
            </a:pPr>
            <a:r>
              <a:rPr lang="en-US" sz="1000" dirty="0">
                <a:solidFill>
                  <a:schemeClr val="bg1"/>
                </a:solidFill>
              </a:rPr>
              <a:t>Review of strategic roadmap and development of a detailed and actionable work plan</a:t>
            </a:r>
          </a:p>
        </p:txBody>
      </p:sp>
      <p:sp>
        <p:nvSpPr>
          <p:cNvPr id="8" name="Rectangle 7">
            <a:extLst>
              <a:ext uri="{FF2B5EF4-FFF2-40B4-BE49-F238E27FC236}">
                <a16:creationId xmlns:a16="http://schemas.microsoft.com/office/drawing/2014/main" id="{84A03749-50CE-4178-895F-21BA2A520B5E}"/>
              </a:ext>
            </a:extLst>
          </p:cNvPr>
          <p:cNvSpPr/>
          <p:nvPr/>
        </p:nvSpPr>
        <p:spPr>
          <a:xfrm>
            <a:off x="8887093" y="5670243"/>
            <a:ext cx="1817307" cy="614977"/>
          </a:xfrm>
          <a:prstGeom prst="rect">
            <a:avLst/>
          </a:prstGeom>
        </p:spPr>
        <p:txBody>
          <a:bodyPr wrap="square">
            <a:spAutoFit/>
          </a:bodyPr>
          <a:lstStyle/>
          <a:p>
            <a:pPr lvl="0" algn="ctr" eaLnBrk="0" hangingPunct="0">
              <a:lnSpc>
                <a:spcPct val="106000"/>
              </a:lnSpc>
            </a:pPr>
            <a:r>
              <a:rPr lang="en-US" sz="1100" dirty="0">
                <a:solidFill>
                  <a:schemeClr val="bg1"/>
                </a:solidFill>
              </a:rPr>
              <a:t>Perception Measurement &amp; Reporting</a:t>
            </a:r>
          </a:p>
        </p:txBody>
      </p:sp>
    </p:spTree>
    <p:extLst>
      <p:ext uri="{BB962C8B-B14F-4D97-AF65-F5344CB8AC3E}">
        <p14:creationId xmlns:p14="http://schemas.microsoft.com/office/powerpoint/2010/main" val="81985049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7" name="Object 76"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77" name="Object 76"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2" name="Text Placeholder 2"/>
          <p:cNvSpPr txBox="1">
            <a:spLocks/>
          </p:cNvSpPr>
          <p:nvPr/>
        </p:nvSpPr>
        <p:spPr>
          <a:xfrm>
            <a:off x="469900" y="736688"/>
            <a:ext cx="11252200" cy="757255"/>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ClrTx/>
              <a:buSzPct val="100000"/>
              <a:buFont typeface="Arial" panose="020B0604020202020204" pitchFamily="34" charset="0"/>
              <a:buNone/>
              <a:defRPr sz="2000" b="0" kern="1200">
                <a:solidFill>
                  <a:srgbClr val="575757"/>
                </a:solidFill>
                <a:latin typeface="+mn-lt"/>
                <a:ea typeface="+mn-ea"/>
                <a:cs typeface="+mn-cs"/>
              </a:defRPr>
            </a:lvl1pPr>
            <a:lvl2pPr marL="0" indent="0" algn="l" defTabSz="1219170" rtl="0" eaLnBrk="1" latinLnBrk="0" hangingPunct="1">
              <a:spcBef>
                <a:spcPts val="0"/>
              </a:spcBef>
              <a:spcAft>
                <a:spcPts val="1333"/>
              </a:spcAft>
              <a:buClrTx/>
              <a:buSzPct val="100000"/>
              <a:buFont typeface="Arial" panose="020B0604020202020204" pitchFamily="34" charset="0"/>
              <a:buChar char="​"/>
              <a:defRPr lang="en-US" sz="1200" b="1" kern="1200" dirty="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2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9pPr>
          </a:lstStyle>
          <a:p>
            <a:r>
              <a:rPr lang="en-US" sz="2400" dirty="0"/>
              <a:t>The PMO Purpose, Mission and Benefits envisaged</a:t>
            </a:r>
          </a:p>
        </p:txBody>
      </p:sp>
      <p:sp>
        <p:nvSpPr>
          <p:cNvPr id="75" name="Title 1"/>
          <p:cNvSpPr txBox="1">
            <a:spLocks/>
          </p:cNvSpPr>
          <p:nvPr/>
        </p:nvSpPr>
        <p:spPr bwMode="gray">
          <a:xfrm>
            <a:off x="469900" y="402586"/>
            <a:ext cx="11252200" cy="698501"/>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pPr lvl="0">
              <a:defRPr/>
            </a:pPr>
            <a:r>
              <a:rPr lang="en-IN" dirty="0"/>
              <a:t>Our Understanding</a:t>
            </a:r>
            <a:endParaRPr kumimoji="0" lang="en-IN" sz="2000" b="0" i="0" u="none" strike="noStrike" kern="1200" cap="none" spc="0" normalizeH="0" baseline="0" noProof="0" dirty="0">
              <a:ln>
                <a:noFill/>
              </a:ln>
              <a:solidFill>
                <a:srgbClr val="000000"/>
              </a:solidFill>
              <a:effectLst/>
              <a:uLnTx/>
              <a:uFillTx/>
              <a:latin typeface="Verdana"/>
              <a:ea typeface="+mj-ea"/>
              <a:cs typeface="+mj-cs"/>
            </a:endParaRPr>
          </a:p>
        </p:txBody>
      </p:sp>
      <p:sp>
        <p:nvSpPr>
          <p:cNvPr id="40" name="Rectangle 3">
            <a:extLst>
              <a:ext uri="{FF2B5EF4-FFF2-40B4-BE49-F238E27FC236}">
                <a16:creationId xmlns:a16="http://schemas.microsoft.com/office/drawing/2014/main" id="{D755C710-6F7B-4E0F-9157-AC62FCDEE599}"/>
              </a:ext>
            </a:extLst>
          </p:cNvPr>
          <p:cNvSpPr txBox="1">
            <a:spLocks noChangeArrowheads="1"/>
          </p:cNvSpPr>
          <p:nvPr/>
        </p:nvSpPr>
        <p:spPr bwMode="auto">
          <a:xfrm>
            <a:off x="469901" y="2052619"/>
            <a:ext cx="5626099" cy="4402795"/>
          </a:xfrm>
          <a:prstGeom prst="rect">
            <a:avLst/>
          </a:prstGeom>
          <a:solidFill>
            <a:schemeClr val="accent3">
              <a:lumMod val="20000"/>
              <a:lumOff val="80000"/>
            </a:schemeClr>
          </a:solidFill>
          <a:ln w="9525">
            <a:noFill/>
            <a:miter lim="800000"/>
            <a:headEnd/>
            <a:tailEnd/>
          </a:ln>
          <a:effectLst>
            <a:outerShdw blurRad="50800" dist="38100" dir="2700000" algn="tl" rotWithShape="0">
              <a:prstClr val="black">
                <a:alpha val="40000"/>
              </a:prstClr>
            </a:outerShdw>
          </a:effectLst>
        </p:spPr>
        <p:txBody>
          <a:bodyPr vert="horz" wrap="square" lIns="91440" tIns="91440" rIns="91440" bIns="91440" numCol="1" anchor="t" anchorCtr="0" compatLnSpc="1">
            <a:prstTxWarp prst="textNoShape">
              <a:avLst/>
            </a:prstTxWarp>
          </a:bodyPr>
          <a:lstStyle>
            <a:lvl1pPr marL="190500" indent="-190500" algn="l" rtl="0" eaLnBrk="0" fontAlgn="base" hangingPunct="0">
              <a:spcBef>
                <a:spcPct val="60000"/>
              </a:spcBef>
              <a:spcAft>
                <a:spcPct val="0"/>
              </a:spcAft>
              <a:buChar char="•"/>
              <a:tabLst>
                <a:tab pos="5715000" algn="l"/>
              </a:tabLst>
              <a:defRPr sz="3200">
                <a:solidFill>
                  <a:srgbClr val="000000"/>
                </a:solidFill>
                <a:latin typeface="+mn-lt"/>
                <a:ea typeface="+mn-ea"/>
                <a:cs typeface="+mn-cs"/>
              </a:defRPr>
            </a:lvl1pPr>
            <a:lvl2pPr marL="382588" indent="-190500" algn="l" rtl="0" eaLnBrk="0" fontAlgn="base" hangingPunct="0">
              <a:spcBef>
                <a:spcPct val="40000"/>
              </a:spcBef>
              <a:spcAft>
                <a:spcPct val="0"/>
              </a:spcAft>
              <a:buChar char="–"/>
              <a:tabLst>
                <a:tab pos="5715000" algn="l"/>
              </a:tabLst>
              <a:defRPr sz="1600">
                <a:solidFill>
                  <a:srgbClr val="000000"/>
                </a:solidFill>
                <a:latin typeface="+mn-lt"/>
              </a:defRPr>
            </a:lvl2pPr>
            <a:lvl3pPr marL="574675" indent="-190500" algn="l" rtl="0" eaLnBrk="0" fontAlgn="base" hangingPunct="0">
              <a:spcBef>
                <a:spcPct val="20000"/>
              </a:spcBef>
              <a:spcAft>
                <a:spcPct val="0"/>
              </a:spcAft>
              <a:buChar char="–"/>
              <a:tabLst>
                <a:tab pos="5715000" algn="l"/>
              </a:tabLst>
              <a:defRPr sz="1400">
                <a:solidFill>
                  <a:srgbClr val="000000"/>
                </a:solidFill>
                <a:latin typeface="+mn-lt"/>
              </a:defRPr>
            </a:lvl3pPr>
            <a:lvl4pPr marL="771525" indent="-195263" algn="l" rtl="0" eaLnBrk="0" fontAlgn="base" hangingPunct="0">
              <a:spcBef>
                <a:spcPct val="10000"/>
              </a:spcBef>
              <a:spcAft>
                <a:spcPct val="0"/>
              </a:spcAft>
              <a:buChar char="–"/>
              <a:tabLst>
                <a:tab pos="5715000" algn="l"/>
              </a:tabLst>
              <a:defRPr sz="1200">
                <a:solidFill>
                  <a:srgbClr val="000000"/>
                </a:solidFill>
                <a:latin typeface="+mn-lt"/>
              </a:defRPr>
            </a:lvl4pPr>
            <a:lvl5pPr marL="960438" indent="-187325" algn="l" rtl="0" eaLnBrk="0" fontAlgn="base" hangingPunct="0">
              <a:spcBef>
                <a:spcPct val="0"/>
              </a:spcBef>
              <a:spcAft>
                <a:spcPct val="0"/>
              </a:spcAft>
              <a:buChar char="–"/>
              <a:tabLst>
                <a:tab pos="5715000" algn="l"/>
              </a:tabLst>
              <a:defRPr sz="1200">
                <a:solidFill>
                  <a:srgbClr val="000000"/>
                </a:solidFill>
                <a:latin typeface="+mn-lt"/>
              </a:defRPr>
            </a:lvl5pPr>
            <a:lvl6pPr marL="1417638" indent="-187325" algn="l" rtl="0" fontAlgn="base">
              <a:spcBef>
                <a:spcPct val="0"/>
              </a:spcBef>
              <a:spcAft>
                <a:spcPct val="0"/>
              </a:spcAft>
              <a:buChar char="–"/>
              <a:tabLst>
                <a:tab pos="5715000" algn="l"/>
              </a:tabLst>
              <a:defRPr sz="1200">
                <a:solidFill>
                  <a:schemeClr val="bg1"/>
                </a:solidFill>
                <a:latin typeface="+mn-lt"/>
              </a:defRPr>
            </a:lvl6pPr>
            <a:lvl7pPr marL="1874838" indent="-187325" algn="l" rtl="0" fontAlgn="base">
              <a:spcBef>
                <a:spcPct val="0"/>
              </a:spcBef>
              <a:spcAft>
                <a:spcPct val="0"/>
              </a:spcAft>
              <a:buChar char="–"/>
              <a:tabLst>
                <a:tab pos="5715000" algn="l"/>
              </a:tabLst>
              <a:defRPr sz="1200">
                <a:solidFill>
                  <a:schemeClr val="bg1"/>
                </a:solidFill>
                <a:latin typeface="+mn-lt"/>
              </a:defRPr>
            </a:lvl7pPr>
            <a:lvl8pPr marL="2332038" indent="-187325" algn="l" rtl="0" fontAlgn="base">
              <a:spcBef>
                <a:spcPct val="0"/>
              </a:spcBef>
              <a:spcAft>
                <a:spcPct val="0"/>
              </a:spcAft>
              <a:buChar char="–"/>
              <a:tabLst>
                <a:tab pos="5715000" algn="l"/>
              </a:tabLst>
              <a:defRPr sz="1200">
                <a:solidFill>
                  <a:schemeClr val="bg1"/>
                </a:solidFill>
                <a:latin typeface="+mn-lt"/>
              </a:defRPr>
            </a:lvl8pPr>
            <a:lvl9pPr marL="2789238" indent="-187325" algn="l" rtl="0" fontAlgn="base">
              <a:spcBef>
                <a:spcPct val="0"/>
              </a:spcBef>
              <a:spcAft>
                <a:spcPct val="0"/>
              </a:spcAft>
              <a:buChar char="–"/>
              <a:tabLst>
                <a:tab pos="5715000" algn="l"/>
              </a:tabLst>
              <a:defRPr sz="1200">
                <a:solidFill>
                  <a:schemeClr val="bg1"/>
                </a:solidFill>
                <a:latin typeface="+mn-lt"/>
              </a:defRPr>
            </a:lvl9pPr>
          </a:lstStyle>
          <a:p>
            <a:pPr marL="0" marR="0" lvl="0" indent="0" algn="l" defTabSz="914400" rtl="0" eaLnBrk="0" fontAlgn="base" latinLnBrk="0" hangingPunct="0">
              <a:lnSpc>
                <a:spcPct val="90000"/>
              </a:lnSpc>
              <a:spcBef>
                <a:spcPct val="0"/>
              </a:spcBef>
              <a:spcAft>
                <a:spcPct val="50000"/>
              </a:spcAft>
              <a:buClrTx/>
              <a:buSzTx/>
              <a:buFont typeface="Marlett" pitchFamily="2" charset="2"/>
              <a:buNone/>
              <a:tabLst>
                <a:tab pos="5715000" algn="l"/>
              </a:tabLst>
              <a:defRPr/>
            </a:pPr>
            <a:r>
              <a:rPr kumimoji="0" lang="en-GB" sz="1400" b="1" i="0" u="none" strike="noStrike" kern="0" cap="none" spc="0" normalizeH="0" baseline="0" noProof="0" dirty="0">
                <a:ln>
                  <a:noFill/>
                </a:ln>
                <a:solidFill>
                  <a:srgbClr val="000000"/>
                </a:solidFill>
                <a:effectLst/>
                <a:uLnTx/>
                <a:uFillTx/>
                <a:latin typeface="+mj-lt"/>
              </a:rPr>
              <a:t>Mission of the Proposed PMO</a:t>
            </a:r>
          </a:p>
          <a:p>
            <a:pPr marL="182563" marR="0" lvl="0" indent="-182563" algn="l" defTabSz="914400" rtl="0" eaLnBrk="0" fontAlgn="base" latinLnBrk="0" hangingPunct="0">
              <a:lnSpc>
                <a:spcPct val="90000"/>
              </a:lnSpc>
              <a:spcBef>
                <a:spcPct val="60000"/>
              </a:spcBef>
              <a:spcAft>
                <a:spcPct val="0"/>
              </a:spcAft>
              <a:buClrTx/>
              <a:buSzTx/>
              <a:buFontTx/>
              <a:buChar char="•"/>
              <a:tabLst>
                <a:tab pos="5715000" algn="l"/>
              </a:tabLst>
              <a:defRPr/>
            </a:pPr>
            <a:r>
              <a:rPr kumimoji="0" lang="en-GB" sz="1200" b="1" i="0" u="none" strike="noStrike" kern="0" cap="none" spc="0" normalizeH="0" baseline="0" noProof="0" dirty="0">
                <a:ln>
                  <a:noFill/>
                </a:ln>
                <a:solidFill>
                  <a:srgbClr val="000000"/>
                </a:solidFill>
                <a:effectLst/>
                <a:uLnTx/>
                <a:uFillTx/>
                <a:latin typeface="+mj-lt"/>
              </a:rPr>
              <a:t>Support</a:t>
            </a:r>
            <a:r>
              <a:rPr kumimoji="0" lang="en-GB" sz="1200" b="0" i="0" u="none" strike="noStrike" kern="0" cap="none" spc="0" normalizeH="0" baseline="0" noProof="0" dirty="0">
                <a:ln>
                  <a:noFill/>
                </a:ln>
                <a:solidFill>
                  <a:srgbClr val="000000"/>
                </a:solidFill>
                <a:effectLst/>
                <a:uLnTx/>
                <a:uFillTx/>
                <a:latin typeface="+mj-lt"/>
              </a:rPr>
              <a:t> the Management and the Program Champion in the implementation</a:t>
            </a:r>
            <a:r>
              <a:rPr kumimoji="0" lang="en-GB" sz="1200" b="0" i="0" u="none" strike="noStrike" kern="0" cap="none" spc="0" normalizeH="0" noProof="0" dirty="0">
                <a:ln>
                  <a:noFill/>
                </a:ln>
                <a:solidFill>
                  <a:srgbClr val="000000"/>
                </a:solidFill>
                <a:effectLst/>
                <a:uLnTx/>
                <a:uFillTx/>
                <a:latin typeface="+mj-lt"/>
              </a:rPr>
              <a:t> of the transformation strategy for BRPL and BYPL</a:t>
            </a:r>
            <a:endParaRPr kumimoji="0" lang="en-GB" sz="1200" b="0" i="0" u="none" strike="noStrike" kern="0" cap="none" spc="0" normalizeH="0" baseline="0" noProof="0" dirty="0">
              <a:ln>
                <a:noFill/>
              </a:ln>
              <a:solidFill>
                <a:srgbClr val="000000"/>
              </a:solidFill>
              <a:effectLst/>
              <a:uLnTx/>
              <a:uFillTx/>
              <a:latin typeface="+mj-lt"/>
            </a:endParaRPr>
          </a:p>
          <a:p>
            <a:pPr marL="182563" marR="0" lvl="0" indent="-182563" algn="l" defTabSz="914400" rtl="0" eaLnBrk="0" fontAlgn="base" latinLnBrk="0" hangingPunct="0">
              <a:lnSpc>
                <a:spcPct val="90000"/>
              </a:lnSpc>
              <a:spcBef>
                <a:spcPct val="60000"/>
              </a:spcBef>
              <a:spcAft>
                <a:spcPct val="0"/>
              </a:spcAft>
              <a:buClrTx/>
              <a:buSzTx/>
              <a:buFontTx/>
              <a:buChar char="•"/>
              <a:tabLst>
                <a:tab pos="5715000" algn="l"/>
              </a:tabLst>
              <a:defRPr/>
            </a:pPr>
            <a:r>
              <a:rPr kumimoji="0" lang="en-GB" sz="1200" b="1" i="0" u="none" strike="noStrike" kern="0" cap="none" spc="0" normalizeH="0" baseline="0" noProof="0" dirty="0">
                <a:ln>
                  <a:noFill/>
                </a:ln>
                <a:solidFill>
                  <a:srgbClr val="000000"/>
                </a:solidFill>
                <a:effectLst/>
                <a:uLnTx/>
                <a:uFillTx/>
                <a:latin typeface="+mj-lt"/>
              </a:rPr>
              <a:t>Define </a:t>
            </a:r>
            <a:r>
              <a:rPr kumimoji="0" lang="en-GB" sz="1200" i="0" u="none" strike="noStrike" kern="0" cap="none" spc="0" normalizeH="0" baseline="0" noProof="0" dirty="0">
                <a:ln>
                  <a:noFill/>
                </a:ln>
                <a:solidFill>
                  <a:srgbClr val="000000"/>
                </a:solidFill>
                <a:effectLst/>
                <a:uLnTx/>
                <a:uFillTx/>
                <a:latin typeface="+mj-lt"/>
              </a:rPr>
              <a:t>work-plan and prioritize action items</a:t>
            </a:r>
            <a:r>
              <a:rPr kumimoji="0" lang="en-GB" sz="1200" i="0" u="none" strike="noStrike" kern="0" cap="none" spc="0" normalizeH="0" noProof="0" dirty="0">
                <a:ln>
                  <a:noFill/>
                </a:ln>
                <a:solidFill>
                  <a:srgbClr val="000000"/>
                </a:solidFill>
                <a:effectLst/>
                <a:uLnTx/>
                <a:uFillTx/>
                <a:latin typeface="+mj-lt"/>
              </a:rPr>
              <a:t> in the best interest of the strategic intent of the transformation; devise measurable KPIs for tracking</a:t>
            </a:r>
            <a:endParaRPr kumimoji="0" lang="en-GB" sz="1200" i="0" u="none" strike="noStrike" kern="0" cap="none" spc="0" normalizeH="0" baseline="0" noProof="0" dirty="0">
              <a:ln>
                <a:noFill/>
              </a:ln>
              <a:solidFill>
                <a:srgbClr val="000000"/>
              </a:solidFill>
              <a:effectLst/>
              <a:uLnTx/>
              <a:uFillTx/>
              <a:latin typeface="+mj-lt"/>
            </a:endParaRPr>
          </a:p>
          <a:p>
            <a:pPr marL="182563" marR="0" lvl="0" indent="-182563" algn="l" defTabSz="914400" rtl="0" eaLnBrk="0" fontAlgn="base" latinLnBrk="0" hangingPunct="0">
              <a:lnSpc>
                <a:spcPct val="90000"/>
              </a:lnSpc>
              <a:spcBef>
                <a:spcPct val="60000"/>
              </a:spcBef>
              <a:spcAft>
                <a:spcPct val="0"/>
              </a:spcAft>
              <a:buClrTx/>
              <a:buSzTx/>
              <a:buFontTx/>
              <a:buChar char="•"/>
              <a:tabLst>
                <a:tab pos="5715000" algn="l"/>
              </a:tabLst>
              <a:defRPr/>
            </a:pPr>
            <a:r>
              <a:rPr kumimoji="0" lang="en-GB" sz="1200" b="1" i="0" u="none" strike="noStrike" kern="0" cap="none" spc="0" normalizeH="0" baseline="0" noProof="0" dirty="0">
                <a:ln>
                  <a:noFill/>
                </a:ln>
                <a:solidFill>
                  <a:srgbClr val="000000"/>
                </a:solidFill>
                <a:effectLst/>
                <a:uLnTx/>
                <a:uFillTx/>
                <a:latin typeface="+mj-lt"/>
              </a:rPr>
              <a:t>Support</a:t>
            </a:r>
            <a:r>
              <a:rPr kumimoji="0" lang="en-GB" sz="1200" b="0" i="0" u="none" strike="noStrike" kern="0" cap="none" spc="0" normalizeH="0" baseline="0" noProof="0" dirty="0">
                <a:ln>
                  <a:noFill/>
                </a:ln>
                <a:solidFill>
                  <a:srgbClr val="000000"/>
                </a:solidFill>
                <a:effectLst/>
                <a:uLnTx/>
                <a:uFillTx/>
                <a:latin typeface="+mj-lt"/>
              </a:rPr>
              <a:t> the co-ordination of scope, objectives, plans, resources, timelines and issues across the programme</a:t>
            </a:r>
          </a:p>
          <a:p>
            <a:pPr marL="182563" marR="0" lvl="0" indent="-182563" algn="l" defTabSz="914400" rtl="0" eaLnBrk="0" fontAlgn="base" latinLnBrk="0" hangingPunct="0">
              <a:lnSpc>
                <a:spcPct val="90000"/>
              </a:lnSpc>
              <a:spcBef>
                <a:spcPct val="60000"/>
              </a:spcBef>
              <a:spcAft>
                <a:spcPct val="0"/>
              </a:spcAft>
              <a:buClrTx/>
              <a:buSzTx/>
              <a:buFontTx/>
              <a:buChar char="•"/>
              <a:tabLst>
                <a:tab pos="5715000" algn="l"/>
              </a:tabLst>
              <a:defRPr/>
            </a:pPr>
            <a:r>
              <a:rPr lang="en-GB" sz="1200" b="1" kern="0" dirty="0">
                <a:latin typeface="+mj-lt"/>
              </a:rPr>
              <a:t>Audit</a:t>
            </a:r>
            <a:r>
              <a:rPr lang="en-GB" sz="1200" kern="0" dirty="0">
                <a:latin typeface="+mj-lt"/>
              </a:rPr>
              <a:t> performance and achievements reporting</a:t>
            </a:r>
            <a:endParaRPr kumimoji="0" lang="en-GB" sz="1200" b="0" i="0" u="none" strike="noStrike" kern="0" cap="none" spc="0" normalizeH="0" baseline="0" noProof="0" dirty="0">
              <a:ln>
                <a:noFill/>
              </a:ln>
              <a:solidFill>
                <a:srgbClr val="000000"/>
              </a:solidFill>
              <a:effectLst/>
              <a:uLnTx/>
              <a:uFillTx/>
              <a:latin typeface="+mj-lt"/>
            </a:endParaRPr>
          </a:p>
          <a:p>
            <a:pPr marL="182563" marR="0" lvl="0" indent="-182563" algn="l" defTabSz="914400" rtl="0" eaLnBrk="0" fontAlgn="base" latinLnBrk="0" hangingPunct="0">
              <a:lnSpc>
                <a:spcPct val="90000"/>
              </a:lnSpc>
              <a:spcBef>
                <a:spcPct val="60000"/>
              </a:spcBef>
              <a:spcAft>
                <a:spcPct val="0"/>
              </a:spcAft>
              <a:buClrTx/>
              <a:buSzTx/>
              <a:buFontTx/>
              <a:buChar char="•"/>
              <a:tabLst>
                <a:tab pos="5715000" algn="l"/>
              </a:tabLst>
              <a:defRPr/>
            </a:pPr>
            <a:r>
              <a:rPr kumimoji="0" lang="en-GB" sz="1200" b="1" i="0" u="none" strike="noStrike" kern="0" cap="none" spc="0" normalizeH="0" baseline="0" noProof="0" dirty="0">
                <a:ln>
                  <a:noFill/>
                </a:ln>
                <a:solidFill>
                  <a:srgbClr val="000000"/>
                </a:solidFill>
                <a:effectLst/>
                <a:uLnTx/>
                <a:uFillTx/>
                <a:latin typeface="+mj-lt"/>
              </a:rPr>
              <a:t>Identify Risk </a:t>
            </a:r>
            <a:r>
              <a:rPr kumimoji="0" lang="en-GB" sz="1200" b="0" i="0" u="none" strike="noStrike" kern="0" cap="none" spc="0" normalizeH="0" baseline="0" noProof="0" dirty="0">
                <a:ln>
                  <a:noFill/>
                </a:ln>
                <a:solidFill>
                  <a:srgbClr val="000000"/>
                </a:solidFill>
                <a:effectLst/>
                <a:uLnTx/>
                <a:uFillTx/>
                <a:latin typeface="+mj-lt"/>
              </a:rPr>
              <a:t>areas of programme, relate these to the anticipated benefits and manage activities to mitigate these risks.</a:t>
            </a:r>
          </a:p>
          <a:p>
            <a:pPr marL="182563" marR="0" lvl="0" indent="-182563" algn="l" defTabSz="914400" rtl="0" eaLnBrk="0" fontAlgn="base" latinLnBrk="0" hangingPunct="0">
              <a:lnSpc>
                <a:spcPct val="90000"/>
              </a:lnSpc>
              <a:spcBef>
                <a:spcPct val="60000"/>
              </a:spcBef>
              <a:spcAft>
                <a:spcPct val="0"/>
              </a:spcAft>
              <a:buClrTx/>
              <a:buSzTx/>
              <a:buFontTx/>
              <a:buChar char="•"/>
              <a:tabLst>
                <a:tab pos="5715000" algn="l"/>
              </a:tabLst>
              <a:defRPr/>
            </a:pPr>
            <a:r>
              <a:rPr kumimoji="0" lang="en-GB" sz="1200" b="1" i="0" u="none" strike="noStrike" kern="0" cap="none" spc="0" normalizeH="0" noProof="0" dirty="0">
                <a:ln>
                  <a:noFill/>
                </a:ln>
                <a:solidFill>
                  <a:srgbClr val="000000"/>
                </a:solidFill>
                <a:effectLst/>
                <a:uLnTx/>
                <a:uFillTx/>
                <a:latin typeface="+mj-lt"/>
              </a:rPr>
              <a:t>Independent </a:t>
            </a:r>
            <a:r>
              <a:rPr kumimoji="0" lang="en-GB" sz="1200" i="0" u="none" strike="noStrike" kern="0" cap="none" spc="0" normalizeH="0" noProof="0" dirty="0">
                <a:ln>
                  <a:noFill/>
                </a:ln>
                <a:solidFill>
                  <a:srgbClr val="000000"/>
                </a:solidFill>
                <a:effectLst/>
                <a:uLnTx/>
                <a:uFillTx/>
                <a:latin typeface="+mj-lt"/>
              </a:rPr>
              <a:t>reviewer </a:t>
            </a:r>
            <a:r>
              <a:rPr kumimoji="0" lang="en-GB" sz="1200" b="0" i="0" u="none" strike="noStrike" kern="0" cap="none" spc="0" normalizeH="0" noProof="0" dirty="0">
                <a:ln>
                  <a:noFill/>
                </a:ln>
                <a:solidFill>
                  <a:srgbClr val="000000"/>
                </a:solidFill>
                <a:effectLst/>
                <a:uLnTx/>
                <a:uFillTx/>
                <a:latin typeface="+mj-lt"/>
              </a:rPr>
              <a:t>as management’s eyes and ears during the implementation process</a:t>
            </a:r>
            <a:endParaRPr kumimoji="0" lang="en-GB" sz="1200" b="0" i="0" u="none" strike="noStrike" kern="0" cap="none" spc="0" normalizeH="0" baseline="0" noProof="0" dirty="0">
              <a:ln>
                <a:noFill/>
              </a:ln>
              <a:solidFill>
                <a:srgbClr val="000000"/>
              </a:solidFill>
              <a:effectLst/>
              <a:uLnTx/>
              <a:uFillTx/>
              <a:latin typeface="+mj-lt"/>
            </a:endParaRPr>
          </a:p>
          <a:p>
            <a:pPr marL="182563" marR="0" lvl="0" indent="-182563" algn="l" defTabSz="914400" rtl="0" eaLnBrk="0" fontAlgn="base" latinLnBrk="0" hangingPunct="0">
              <a:lnSpc>
                <a:spcPct val="90000"/>
              </a:lnSpc>
              <a:spcBef>
                <a:spcPct val="60000"/>
              </a:spcBef>
              <a:spcAft>
                <a:spcPct val="0"/>
              </a:spcAft>
              <a:buClrTx/>
              <a:buSzTx/>
              <a:buFontTx/>
              <a:buChar char="•"/>
              <a:tabLst>
                <a:tab pos="5715000" algn="l"/>
              </a:tabLst>
              <a:defRPr/>
            </a:pPr>
            <a:r>
              <a:rPr kumimoji="0" lang="en-GB" sz="1200" b="1" i="0" u="none" strike="noStrike" kern="0" cap="none" spc="0" normalizeH="0" baseline="0" noProof="0" dirty="0">
                <a:ln>
                  <a:noFill/>
                </a:ln>
                <a:solidFill>
                  <a:srgbClr val="000000"/>
                </a:solidFill>
                <a:effectLst/>
                <a:uLnTx/>
                <a:uFillTx/>
                <a:latin typeface="+mj-lt"/>
              </a:rPr>
              <a:t>Facilitate</a:t>
            </a:r>
            <a:r>
              <a:rPr kumimoji="0" lang="en-GB" sz="1200" b="0" i="0" u="none" strike="noStrike" kern="0" cap="none" spc="0" normalizeH="0" baseline="0" noProof="0" dirty="0">
                <a:ln>
                  <a:noFill/>
                </a:ln>
                <a:solidFill>
                  <a:srgbClr val="000000"/>
                </a:solidFill>
                <a:effectLst/>
                <a:uLnTx/>
                <a:uFillTx/>
                <a:latin typeface="+mj-lt"/>
              </a:rPr>
              <a:t> the effective flow of information within the programme and between: </a:t>
            </a:r>
          </a:p>
          <a:p>
            <a:pPr marL="382588" marR="0" lvl="1" indent="-190500" algn="l" defTabSz="914400" rtl="0" eaLnBrk="0" fontAlgn="base" latinLnBrk="0" hangingPunct="0">
              <a:lnSpc>
                <a:spcPct val="90000"/>
              </a:lnSpc>
              <a:spcBef>
                <a:spcPct val="40000"/>
              </a:spcBef>
              <a:spcAft>
                <a:spcPct val="0"/>
              </a:spcAft>
              <a:buClrTx/>
              <a:buSzTx/>
              <a:buFont typeface="Marlett" pitchFamily="2" charset="2"/>
              <a:buChar char="q"/>
              <a:tabLst>
                <a:tab pos="5715000" algn="l"/>
              </a:tabLst>
              <a:defRPr/>
            </a:pPr>
            <a:r>
              <a:rPr kumimoji="0" lang="en-GB" sz="1200" b="0" i="0" u="none" strike="noStrike" kern="0" cap="none" spc="0" normalizeH="0" baseline="0" noProof="0" dirty="0">
                <a:ln>
                  <a:noFill/>
                </a:ln>
                <a:solidFill>
                  <a:srgbClr val="000000"/>
                </a:solidFill>
                <a:effectLst/>
                <a:uLnTx/>
                <a:uFillTx/>
                <a:latin typeface="+mj-lt"/>
              </a:rPr>
              <a:t>Senior management</a:t>
            </a:r>
          </a:p>
          <a:p>
            <a:pPr marL="382588" marR="0" lvl="1" indent="-190500" algn="l" defTabSz="914400" rtl="0" eaLnBrk="0" fontAlgn="base" latinLnBrk="0" hangingPunct="0">
              <a:lnSpc>
                <a:spcPct val="90000"/>
              </a:lnSpc>
              <a:spcBef>
                <a:spcPct val="40000"/>
              </a:spcBef>
              <a:spcAft>
                <a:spcPct val="0"/>
              </a:spcAft>
              <a:buClrTx/>
              <a:buSzTx/>
              <a:buFont typeface="Marlett" pitchFamily="2" charset="2"/>
              <a:buChar char="q"/>
              <a:tabLst>
                <a:tab pos="5715000" algn="l"/>
              </a:tabLst>
              <a:defRPr/>
            </a:pPr>
            <a:r>
              <a:rPr lang="en-GB" sz="1200" kern="0" dirty="0">
                <a:latin typeface="+mj-lt"/>
              </a:rPr>
              <a:t>Points of responsibility</a:t>
            </a:r>
            <a:endParaRPr kumimoji="0" lang="en-GB" sz="1200" b="0" i="0" u="none" strike="noStrike" kern="0" cap="none" spc="0" normalizeH="0" baseline="0" noProof="0" dirty="0">
              <a:ln>
                <a:noFill/>
              </a:ln>
              <a:solidFill>
                <a:srgbClr val="000000"/>
              </a:solidFill>
              <a:effectLst/>
              <a:uLnTx/>
              <a:uFillTx/>
              <a:latin typeface="+mj-lt"/>
            </a:endParaRPr>
          </a:p>
          <a:p>
            <a:pPr marL="382588" marR="0" lvl="1" indent="-190500" algn="l" defTabSz="914400" rtl="0" eaLnBrk="0" fontAlgn="base" latinLnBrk="0" hangingPunct="0">
              <a:lnSpc>
                <a:spcPct val="90000"/>
              </a:lnSpc>
              <a:spcBef>
                <a:spcPct val="40000"/>
              </a:spcBef>
              <a:spcAft>
                <a:spcPct val="0"/>
              </a:spcAft>
              <a:buClrTx/>
              <a:buSzTx/>
              <a:buFont typeface="Marlett" pitchFamily="2" charset="2"/>
              <a:buChar char="q"/>
              <a:tabLst>
                <a:tab pos="5715000" algn="l"/>
              </a:tabLst>
              <a:defRPr/>
            </a:pPr>
            <a:r>
              <a:rPr kumimoji="0" lang="en-GB" sz="1200" b="0" i="0" u="none" strike="noStrike" kern="0" cap="none" spc="0" normalizeH="0" baseline="0" noProof="0" dirty="0">
                <a:ln>
                  <a:noFill/>
                </a:ln>
                <a:solidFill>
                  <a:srgbClr val="000000"/>
                </a:solidFill>
                <a:effectLst/>
                <a:uLnTx/>
                <a:uFillTx/>
                <a:latin typeface="+mj-lt"/>
              </a:rPr>
              <a:t>other key stakeholders.</a:t>
            </a:r>
          </a:p>
          <a:p>
            <a:pPr marL="0" marR="0" lvl="0" indent="0" algn="l" defTabSz="914400" rtl="0" eaLnBrk="0" fontAlgn="base" latinLnBrk="0" hangingPunct="0">
              <a:lnSpc>
                <a:spcPct val="90000"/>
              </a:lnSpc>
              <a:spcBef>
                <a:spcPct val="60000"/>
              </a:spcBef>
              <a:spcAft>
                <a:spcPct val="0"/>
              </a:spcAft>
              <a:buClrTx/>
              <a:buSzTx/>
              <a:buFont typeface="Marlett" pitchFamily="2" charset="2"/>
              <a:buNone/>
              <a:tabLst>
                <a:tab pos="5715000" algn="l"/>
              </a:tabLst>
              <a:defRPr/>
            </a:pPr>
            <a:endParaRPr kumimoji="0" lang="en-GB" sz="1200" b="0" i="0" u="none" strike="noStrike" kern="0" cap="none" spc="0" normalizeH="0" baseline="0" noProof="0" dirty="0">
              <a:ln>
                <a:noFill/>
              </a:ln>
              <a:solidFill>
                <a:srgbClr val="000000"/>
              </a:solidFill>
              <a:effectLst/>
              <a:uLnTx/>
              <a:uFillTx/>
              <a:latin typeface="+mj-lt"/>
            </a:endParaRPr>
          </a:p>
        </p:txBody>
      </p:sp>
      <p:sp>
        <p:nvSpPr>
          <p:cNvPr id="41" name="Rectangle 7">
            <a:extLst>
              <a:ext uri="{FF2B5EF4-FFF2-40B4-BE49-F238E27FC236}">
                <a16:creationId xmlns:a16="http://schemas.microsoft.com/office/drawing/2014/main" id="{1F4CFF56-1D9C-40BA-890F-521BA973BB21}"/>
              </a:ext>
            </a:extLst>
          </p:cNvPr>
          <p:cNvSpPr>
            <a:spLocks noChangeArrowheads="1"/>
          </p:cNvSpPr>
          <p:nvPr/>
        </p:nvSpPr>
        <p:spPr bwMode="auto">
          <a:xfrm>
            <a:off x="6231836" y="2052619"/>
            <a:ext cx="5490264" cy="4402795"/>
          </a:xfrm>
          <a:prstGeom prst="rect">
            <a:avLst/>
          </a:prstGeom>
          <a:solidFill>
            <a:schemeClr val="accent3">
              <a:lumMod val="75000"/>
            </a:schemeClr>
          </a:solidFill>
          <a:ln w="9525" algn="ctr">
            <a:noFill/>
            <a:miter lim="800000"/>
            <a:headEnd/>
            <a:tailEnd/>
          </a:ln>
          <a:effectLst>
            <a:outerShdw dist="35921" dir="2700000" algn="ctr" rotWithShape="0">
              <a:srgbClr val="B3B3B3"/>
            </a:outerShdw>
          </a:effectLst>
        </p:spPr>
        <p:txBody>
          <a:bodyPr/>
          <a:lstStyle/>
          <a:p>
            <a:pPr marL="0" marR="0" lvl="0" indent="0" defTabSz="914400" eaLnBrk="1" fontAlgn="auto" latinLnBrk="0" hangingPunct="1">
              <a:lnSpc>
                <a:spcPct val="100000"/>
              </a:lnSpc>
              <a:spcBef>
                <a:spcPct val="40000"/>
              </a:spcBef>
              <a:spcAft>
                <a:spcPts val="0"/>
              </a:spcAft>
              <a:buClrTx/>
              <a:buSzPct val="75000"/>
              <a:buFont typeface="Symbol" pitchFamily="18" charset="2"/>
              <a:buNone/>
              <a:tabLst/>
              <a:defRPr/>
            </a:pPr>
            <a:r>
              <a:rPr kumimoji="0" lang="en-GB" sz="1400" b="1" i="0" u="none" strike="noStrike" kern="0" cap="none" spc="0" normalizeH="0" baseline="0" noProof="0" dirty="0">
                <a:ln>
                  <a:noFill/>
                </a:ln>
                <a:solidFill>
                  <a:srgbClr val="FFFFFF"/>
                </a:solidFill>
                <a:effectLst/>
                <a:uLnTx/>
                <a:uFillTx/>
              </a:rPr>
              <a:t>Benefits of a well managed PMO are</a:t>
            </a:r>
            <a:r>
              <a:rPr kumimoji="0" lang="en-GB" sz="1400" b="0" i="0" u="none" strike="noStrike" kern="0" cap="none" spc="0" normalizeH="0" baseline="0" noProof="0" dirty="0">
                <a:ln>
                  <a:noFill/>
                </a:ln>
                <a:solidFill>
                  <a:srgbClr val="FFFFFF"/>
                </a:solidFill>
                <a:effectLst/>
                <a:uLnTx/>
                <a:uFillTx/>
              </a:rPr>
              <a:t>:</a:t>
            </a:r>
          </a:p>
          <a:p>
            <a:pPr marL="182563" marR="0" lvl="0" indent="-182563" defTabSz="914400" eaLnBrk="1" fontAlgn="auto" latinLnBrk="0" hangingPunct="1">
              <a:lnSpc>
                <a:spcPct val="100000"/>
              </a:lnSpc>
              <a:spcBef>
                <a:spcPct val="40000"/>
              </a:spcBef>
              <a:spcAft>
                <a:spcPts val="0"/>
              </a:spcAft>
              <a:buClrTx/>
              <a:buSzPct val="75000"/>
              <a:buFont typeface="Marlett" pitchFamily="2" charset="2"/>
              <a:buChar char="4"/>
              <a:tabLst/>
              <a:defRPr/>
            </a:pPr>
            <a:r>
              <a:rPr kumimoji="0" lang="en-GB" sz="1200" b="0" i="0" u="none" strike="noStrike" kern="0" cap="none" spc="0" normalizeH="0" baseline="0" noProof="0" dirty="0">
                <a:ln>
                  <a:noFill/>
                </a:ln>
                <a:solidFill>
                  <a:srgbClr val="FFFFFF"/>
                </a:solidFill>
                <a:effectLst/>
                <a:uLnTx/>
                <a:uFillTx/>
              </a:rPr>
              <a:t>Improved decision making by the programme leadership</a:t>
            </a:r>
          </a:p>
          <a:p>
            <a:pPr marL="182563" marR="0" lvl="0" indent="-182563" defTabSz="914400" eaLnBrk="1" fontAlgn="auto" latinLnBrk="0" hangingPunct="1">
              <a:lnSpc>
                <a:spcPct val="100000"/>
              </a:lnSpc>
              <a:spcBef>
                <a:spcPct val="40000"/>
              </a:spcBef>
              <a:spcAft>
                <a:spcPts val="0"/>
              </a:spcAft>
              <a:buClrTx/>
              <a:buSzPct val="75000"/>
              <a:buFont typeface="Marlett" pitchFamily="2" charset="2"/>
              <a:buChar char="4"/>
              <a:tabLst/>
              <a:defRPr/>
            </a:pPr>
            <a:r>
              <a:rPr kumimoji="0" lang="en-GB" sz="1200" b="0" i="0" u="none" strike="noStrike" kern="0" cap="none" spc="0" normalizeH="0" baseline="0" noProof="0" dirty="0">
                <a:ln>
                  <a:noFill/>
                </a:ln>
                <a:solidFill>
                  <a:srgbClr val="FFFFFF"/>
                </a:solidFill>
                <a:effectLst/>
                <a:uLnTx/>
                <a:uFillTx/>
              </a:rPr>
              <a:t>Allows projects / work streams to focus on delivery</a:t>
            </a:r>
          </a:p>
          <a:p>
            <a:pPr marL="182563" marR="0" lvl="0" indent="-182563" defTabSz="914400" eaLnBrk="1" fontAlgn="auto" latinLnBrk="0" hangingPunct="1">
              <a:lnSpc>
                <a:spcPct val="100000"/>
              </a:lnSpc>
              <a:spcBef>
                <a:spcPct val="40000"/>
              </a:spcBef>
              <a:spcAft>
                <a:spcPts val="0"/>
              </a:spcAft>
              <a:buClrTx/>
              <a:buSzPct val="75000"/>
              <a:buFont typeface="Marlett" pitchFamily="2" charset="2"/>
              <a:buChar char="4"/>
              <a:tabLst/>
              <a:defRPr/>
            </a:pPr>
            <a:r>
              <a:rPr kumimoji="0" lang="en-GB" sz="1200" b="0" i="0" u="none" strike="noStrike" kern="0" cap="none" spc="0" normalizeH="0" baseline="0" noProof="0" dirty="0">
                <a:ln>
                  <a:noFill/>
                </a:ln>
                <a:solidFill>
                  <a:srgbClr val="FFFFFF"/>
                </a:solidFill>
                <a:effectLst/>
                <a:uLnTx/>
                <a:uFillTx/>
              </a:rPr>
              <a:t>Improved programme alignment with strategy.</a:t>
            </a:r>
          </a:p>
          <a:p>
            <a:pPr marL="182563" marR="0" lvl="0" indent="-182563" defTabSz="914400" eaLnBrk="1" fontAlgn="auto" latinLnBrk="0" hangingPunct="1">
              <a:lnSpc>
                <a:spcPct val="100000"/>
              </a:lnSpc>
              <a:spcBef>
                <a:spcPct val="40000"/>
              </a:spcBef>
              <a:spcAft>
                <a:spcPts val="0"/>
              </a:spcAft>
              <a:buClrTx/>
              <a:buSzPct val="75000"/>
              <a:buFont typeface="Marlett" pitchFamily="2" charset="2"/>
              <a:buChar char="4"/>
              <a:tabLst/>
              <a:defRPr/>
            </a:pPr>
            <a:r>
              <a:rPr kumimoji="0" lang="en-GB" sz="1200" b="0" i="0" u="none" strike="noStrike" kern="0" cap="none" spc="0" normalizeH="0" baseline="0" noProof="0" dirty="0">
                <a:ln>
                  <a:noFill/>
                </a:ln>
                <a:solidFill>
                  <a:srgbClr val="FFFFFF"/>
                </a:solidFill>
                <a:effectLst/>
                <a:uLnTx/>
                <a:uFillTx/>
              </a:rPr>
              <a:t>Better understanding of the linkages and dependencies between projects and work streams</a:t>
            </a:r>
          </a:p>
          <a:p>
            <a:pPr marL="182563" marR="0" lvl="0" indent="-182563" defTabSz="914400" eaLnBrk="1" fontAlgn="auto" latinLnBrk="0" hangingPunct="1">
              <a:lnSpc>
                <a:spcPct val="100000"/>
              </a:lnSpc>
              <a:spcBef>
                <a:spcPct val="40000"/>
              </a:spcBef>
              <a:spcAft>
                <a:spcPts val="0"/>
              </a:spcAft>
              <a:buClrTx/>
              <a:buSzPct val="75000"/>
              <a:buFont typeface="Marlett" pitchFamily="2" charset="2"/>
              <a:buChar char="4"/>
              <a:tabLst/>
              <a:defRPr/>
            </a:pPr>
            <a:r>
              <a:rPr kumimoji="0" lang="en-GB" sz="1200" b="0" i="0" u="none" strike="noStrike" kern="0" cap="none" spc="0" normalizeH="0" baseline="0" noProof="0" dirty="0">
                <a:ln>
                  <a:noFill/>
                </a:ln>
                <a:solidFill>
                  <a:srgbClr val="FFFFFF"/>
                </a:solidFill>
                <a:effectLst/>
                <a:uLnTx/>
                <a:uFillTx/>
              </a:rPr>
              <a:t>Improved communication within and between programme teams.</a:t>
            </a:r>
          </a:p>
          <a:p>
            <a:pPr marL="182563" marR="0" lvl="0" indent="-182563" defTabSz="914400" eaLnBrk="1" fontAlgn="auto" latinLnBrk="0" hangingPunct="1">
              <a:lnSpc>
                <a:spcPct val="100000"/>
              </a:lnSpc>
              <a:spcBef>
                <a:spcPct val="40000"/>
              </a:spcBef>
              <a:spcAft>
                <a:spcPts val="0"/>
              </a:spcAft>
              <a:buClrTx/>
              <a:buSzPct val="75000"/>
              <a:buFont typeface="Marlett" pitchFamily="2" charset="2"/>
              <a:buChar char="4"/>
              <a:tabLst/>
              <a:defRPr/>
            </a:pPr>
            <a:r>
              <a:rPr kumimoji="0" lang="en-GB" sz="1200" b="0" i="0" u="none" strike="noStrike" kern="0" cap="none" spc="0" normalizeH="0" baseline="0" noProof="0" dirty="0">
                <a:ln>
                  <a:noFill/>
                </a:ln>
                <a:solidFill>
                  <a:srgbClr val="FFFFFF"/>
                </a:solidFill>
                <a:effectLst/>
                <a:uLnTx/>
                <a:uFillTx/>
              </a:rPr>
              <a:t>Improved scheduling of programmes.</a:t>
            </a:r>
          </a:p>
          <a:p>
            <a:pPr marL="182563" marR="0" lvl="0" indent="-182563" defTabSz="914400" eaLnBrk="1" fontAlgn="auto" latinLnBrk="0" hangingPunct="1">
              <a:lnSpc>
                <a:spcPct val="100000"/>
              </a:lnSpc>
              <a:spcBef>
                <a:spcPct val="40000"/>
              </a:spcBef>
              <a:spcAft>
                <a:spcPts val="0"/>
              </a:spcAft>
              <a:buClrTx/>
              <a:buSzPct val="75000"/>
              <a:buFont typeface="Marlett" pitchFamily="2" charset="2"/>
              <a:buChar char="4"/>
              <a:tabLst/>
              <a:defRPr/>
            </a:pPr>
            <a:r>
              <a:rPr kumimoji="0" lang="en-GB" sz="1200" b="0" i="0" u="none" strike="noStrike" kern="0" cap="none" spc="0" normalizeH="0" baseline="0" noProof="0" dirty="0">
                <a:ln>
                  <a:noFill/>
                </a:ln>
                <a:solidFill>
                  <a:srgbClr val="FFFFFF"/>
                </a:solidFill>
                <a:effectLst/>
                <a:uLnTx/>
                <a:uFillTx/>
              </a:rPr>
              <a:t>Comprehensive and consolidated overview of all activities</a:t>
            </a:r>
          </a:p>
          <a:p>
            <a:pPr marL="182563" marR="0" lvl="0" indent="-182563" defTabSz="914400" eaLnBrk="1" fontAlgn="auto" latinLnBrk="0" hangingPunct="1">
              <a:lnSpc>
                <a:spcPct val="100000"/>
              </a:lnSpc>
              <a:spcBef>
                <a:spcPct val="40000"/>
              </a:spcBef>
              <a:spcAft>
                <a:spcPts val="0"/>
              </a:spcAft>
              <a:buClrTx/>
              <a:buSzPct val="75000"/>
              <a:buFont typeface="Marlett" pitchFamily="2" charset="2"/>
              <a:buChar char="4"/>
              <a:tabLst/>
              <a:defRPr/>
            </a:pPr>
            <a:r>
              <a:rPr kumimoji="0" lang="en-GB" sz="1200" b="0" i="0" u="none" strike="noStrike" kern="0" cap="none" spc="0" normalizeH="0" baseline="0" noProof="0" dirty="0">
                <a:ln>
                  <a:noFill/>
                </a:ln>
                <a:solidFill>
                  <a:srgbClr val="FFFFFF"/>
                </a:solidFill>
                <a:effectLst/>
                <a:uLnTx/>
                <a:uFillTx/>
              </a:rPr>
              <a:t>Increased awareness of the enterprise initiatives</a:t>
            </a:r>
          </a:p>
          <a:p>
            <a:pPr marL="182563" marR="0" lvl="0" indent="-182563" defTabSz="914400" eaLnBrk="1" fontAlgn="auto" latinLnBrk="0" hangingPunct="1">
              <a:lnSpc>
                <a:spcPct val="100000"/>
              </a:lnSpc>
              <a:spcBef>
                <a:spcPct val="40000"/>
              </a:spcBef>
              <a:spcAft>
                <a:spcPts val="0"/>
              </a:spcAft>
              <a:buClrTx/>
              <a:buSzPct val="75000"/>
              <a:buFont typeface="Marlett" pitchFamily="2" charset="2"/>
              <a:buChar char="4"/>
              <a:tabLst/>
              <a:defRPr/>
            </a:pPr>
            <a:r>
              <a:rPr kumimoji="0" lang="en-GB" sz="1200" b="0" i="0" u="none" strike="noStrike" kern="0" cap="none" spc="0" normalizeH="0" baseline="0" noProof="0" dirty="0">
                <a:ln>
                  <a:noFill/>
                </a:ln>
                <a:solidFill>
                  <a:srgbClr val="FFFFFF"/>
                </a:solidFill>
                <a:effectLst/>
                <a:uLnTx/>
                <a:uFillTx/>
              </a:rPr>
              <a:t>A single source repository for all key programme information</a:t>
            </a:r>
          </a:p>
          <a:p>
            <a:pPr marL="182563" marR="0" lvl="0" indent="-182563" defTabSz="914400" eaLnBrk="1" fontAlgn="auto" latinLnBrk="0" hangingPunct="1">
              <a:lnSpc>
                <a:spcPct val="100000"/>
              </a:lnSpc>
              <a:spcBef>
                <a:spcPct val="40000"/>
              </a:spcBef>
              <a:spcAft>
                <a:spcPts val="0"/>
              </a:spcAft>
              <a:buClrTx/>
              <a:buSzPct val="75000"/>
              <a:buFont typeface="Marlett" pitchFamily="2" charset="2"/>
              <a:buChar char="4"/>
              <a:tabLst/>
              <a:defRPr/>
            </a:pPr>
            <a:r>
              <a:rPr kumimoji="0" lang="en-GB" sz="1200" b="0" i="0" u="none" strike="noStrike" kern="0" cap="none" spc="0" normalizeH="0" baseline="0" noProof="0" dirty="0">
                <a:ln>
                  <a:noFill/>
                </a:ln>
                <a:solidFill>
                  <a:srgbClr val="FFFFFF"/>
                </a:solidFill>
                <a:effectLst/>
                <a:uLnTx/>
                <a:uFillTx/>
              </a:rPr>
              <a:t>Consistent approach to programme management</a:t>
            </a:r>
          </a:p>
          <a:p>
            <a:pPr marL="182563" marR="0" lvl="0" indent="-182563" defTabSz="914400" eaLnBrk="1" fontAlgn="auto" latinLnBrk="0" hangingPunct="1">
              <a:lnSpc>
                <a:spcPct val="100000"/>
              </a:lnSpc>
              <a:spcBef>
                <a:spcPct val="50000"/>
              </a:spcBef>
              <a:spcAft>
                <a:spcPts val="0"/>
              </a:spcAft>
              <a:buClrTx/>
              <a:buSzPct val="75000"/>
              <a:buFont typeface="Marlett" pitchFamily="2" charset="2"/>
              <a:buChar char="4"/>
              <a:tabLst/>
              <a:defRPr/>
            </a:pPr>
            <a:r>
              <a:rPr kumimoji="0" lang="en-GB" sz="1200" b="0" i="0" u="none" strike="noStrike" kern="0" cap="none" spc="0" normalizeH="0" baseline="0" noProof="0" dirty="0">
                <a:ln>
                  <a:noFill/>
                </a:ln>
                <a:solidFill>
                  <a:srgbClr val="FFFFFF"/>
                </a:solidFill>
                <a:effectLst/>
                <a:uLnTx/>
                <a:uFillTx/>
              </a:rPr>
              <a:t>Activity prioritisation based on criticality, dependencies and cost</a:t>
            </a:r>
          </a:p>
          <a:p>
            <a:pPr marL="182563" marR="0" lvl="0" indent="-182563" defTabSz="914400" eaLnBrk="1" fontAlgn="auto" latinLnBrk="0" hangingPunct="1">
              <a:lnSpc>
                <a:spcPct val="100000"/>
              </a:lnSpc>
              <a:spcBef>
                <a:spcPct val="50000"/>
              </a:spcBef>
              <a:spcAft>
                <a:spcPts val="0"/>
              </a:spcAft>
              <a:buClrTx/>
              <a:buSzPct val="75000"/>
              <a:buFont typeface="Marlett" pitchFamily="2" charset="2"/>
              <a:buChar char="4"/>
              <a:tabLst/>
              <a:defRPr/>
            </a:pPr>
            <a:r>
              <a:rPr kumimoji="0" lang="en-GB" sz="1200" b="0" i="0" u="none" strike="noStrike" kern="0" cap="none" spc="0" normalizeH="0" baseline="0" noProof="0" dirty="0">
                <a:ln>
                  <a:noFill/>
                </a:ln>
                <a:solidFill>
                  <a:srgbClr val="FFFFFF"/>
                </a:solidFill>
                <a:effectLst/>
                <a:uLnTx/>
                <a:uFillTx/>
              </a:rPr>
              <a:t>Uniform decision-making, resource allocation, change control and issue resolution mechanism</a:t>
            </a:r>
          </a:p>
          <a:p>
            <a:pPr marL="182563" marR="0" lvl="0" indent="-182563" defTabSz="914400" eaLnBrk="1" fontAlgn="auto" latinLnBrk="0" hangingPunct="1">
              <a:lnSpc>
                <a:spcPct val="100000"/>
              </a:lnSpc>
              <a:spcBef>
                <a:spcPct val="50000"/>
              </a:spcBef>
              <a:spcAft>
                <a:spcPts val="0"/>
              </a:spcAft>
              <a:buClrTx/>
              <a:buSzPct val="75000"/>
              <a:buFont typeface="Marlett" pitchFamily="2" charset="2"/>
              <a:buChar char="4"/>
              <a:tabLst/>
              <a:defRPr/>
            </a:pPr>
            <a:r>
              <a:rPr kumimoji="0" lang="en-GB" sz="1200" b="0" i="0" u="none" strike="noStrike" kern="0" cap="none" spc="0" normalizeH="0" baseline="0" noProof="0" dirty="0">
                <a:ln>
                  <a:noFill/>
                </a:ln>
                <a:solidFill>
                  <a:srgbClr val="FFFFFF"/>
                </a:solidFill>
                <a:effectLst/>
                <a:uLnTx/>
                <a:uFillTx/>
              </a:rPr>
              <a:t>Consistency in communication, tracking and reporting</a:t>
            </a:r>
          </a:p>
        </p:txBody>
      </p:sp>
      <p:sp>
        <p:nvSpPr>
          <p:cNvPr id="74" name="Rectangle 8">
            <a:extLst>
              <a:ext uri="{FF2B5EF4-FFF2-40B4-BE49-F238E27FC236}">
                <a16:creationId xmlns:a16="http://schemas.microsoft.com/office/drawing/2014/main" id="{80683F65-0C33-4311-B036-DDF903AB93A6}"/>
              </a:ext>
            </a:extLst>
          </p:cNvPr>
          <p:cNvSpPr>
            <a:spLocks noChangeArrowheads="1"/>
          </p:cNvSpPr>
          <p:nvPr/>
        </p:nvSpPr>
        <p:spPr bwMode="auto">
          <a:xfrm>
            <a:off x="469900" y="1333569"/>
            <a:ext cx="11252200" cy="647700"/>
          </a:xfrm>
          <a:prstGeom prst="rect">
            <a:avLst/>
          </a:prstGeom>
          <a:noFill/>
          <a:ln w="9525" algn="ctr">
            <a:noFill/>
            <a:miter lim="800000"/>
            <a:headEnd/>
            <a:tailEnd/>
          </a:ln>
          <a:effectLst/>
        </p:spPr>
        <p:txBody>
          <a:bodyPr lIns="45720" rIns="45720" anchor="ctr"/>
          <a:lstStyle/>
          <a:p>
            <a:pPr marL="0" marR="0" lvl="0" indent="0" defTabSz="914400" eaLnBrk="0" fontAlgn="auto" latinLnBrk="0" hangingPunct="0">
              <a:lnSpc>
                <a:spcPct val="100000"/>
              </a:lnSpc>
              <a:spcBef>
                <a:spcPts val="0"/>
              </a:spcBef>
              <a:spcAft>
                <a:spcPts val="0"/>
              </a:spcAft>
              <a:buClrTx/>
              <a:buSzPct val="75000"/>
              <a:buFontTx/>
              <a:buNone/>
              <a:tabLst/>
              <a:defRPr/>
            </a:pPr>
            <a:r>
              <a:rPr kumimoji="1" lang="en-GB" sz="1800" b="1" i="0" u="none" strike="noStrike" kern="0" cap="none" spc="0" normalizeH="0" baseline="0" noProof="0" dirty="0">
                <a:ln>
                  <a:noFill/>
                </a:ln>
                <a:solidFill>
                  <a:schemeClr val="tx2"/>
                </a:solidFill>
                <a:effectLst/>
                <a:uLnTx/>
                <a:uFillTx/>
              </a:rPr>
              <a:t>Purpose:  </a:t>
            </a:r>
            <a:r>
              <a:rPr kumimoji="1" lang="en-GB" sz="1200" b="0" i="0" u="none" strike="noStrike" kern="0" cap="none" spc="0" normalizeH="0" baseline="0" noProof="0" dirty="0">
                <a:ln>
                  <a:noFill/>
                </a:ln>
                <a:solidFill>
                  <a:schemeClr val="tx2"/>
                </a:solidFill>
                <a:effectLst/>
                <a:uLnTx/>
                <a:uFillTx/>
              </a:rPr>
              <a:t>“To support the needs of senior management for governance decision making and control.  To provide direction, alignment, integration and co-ordination to the implementation</a:t>
            </a:r>
            <a:r>
              <a:rPr kumimoji="1" lang="en-GB" sz="1200" b="0" i="0" u="none" strike="noStrike" kern="0" cap="none" spc="0" normalizeH="0" noProof="0" dirty="0">
                <a:ln>
                  <a:noFill/>
                </a:ln>
                <a:solidFill>
                  <a:schemeClr val="tx2"/>
                </a:solidFill>
                <a:effectLst/>
                <a:uLnTx/>
                <a:uFillTx/>
              </a:rPr>
              <a:t> of</a:t>
            </a:r>
            <a:r>
              <a:rPr kumimoji="1" lang="en-GB" sz="1200" b="0" i="0" u="none" strike="noStrike" kern="0" cap="none" spc="0" normalizeH="0" baseline="0" noProof="0" dirty="0">
                <a:ln>
                  <a:noFill/>
                </a:ln>
                <a:solidFill>
                  <a:schemeClr val="tx2"/>
                </a:solidFill>
                <a:effectLst/>
                <a:uLnTx/>
                <a:uFillTx/>
              </a:rPr>
              <a:t> the</a:t>
            </a:r>
            <a:r>
              <a:rPr kumimoji="1" lang="en-GB" sz="1200" b="0" i="0" u="none" strike="noStrike" kern="0" cap="none" spc="0" normalizeH="0" noProof="0" dirty="0">
                <a:ln>
                  <a:noFill/>
                </a:ln>
                <a:solidFill>
                  <a:schemeClr val="tx2"/>
                </a:solidFill>
                <a:effectLst/>
                <a:uLnTx/>
                <a:uFillTx/>
              </a:rPr>
              <a:t> transformation plan for the BRPL and BYPL</a:t>
            </a:r>
            <a:r>
              <a:rPr kumimoji="1" lang="en-GB" sz="1200" b="0" i="0" u="none" strike="noStrike" kern="0" cap="none" spc="0" normalizeH="0" baseline="0" noProof="0" dirty="0">
                <a:ln>
                  <a:noFill/>
                </a:ln>
                <a:solidFill>
                  <a:schemeClr val="tx2"/>
                </a:solidFill>
                <a:effectLst/>
                <a:uLnTx/>
                <a:uFillTx/>
              </a:rPr>
              <a:t>; ensuring effective tracking, reporting and control.</a:t>
            </a:r>
          </a:p>
        </p:txBody>
      </p:sp>
    </p:spTree>
    <p:extLst>
      <p:ext uri="{BB962C8B-B14F-4D97-AF65-F5344CB8AC3E}">
        <p14:creationId xmlns:p14="http://schemas.microsoft.com/office/powerpoint/2010/main" val="3329446779"/>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7" name="Object 76"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77" name="Object 76"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2" name="Text Placeholder 2"/>
          <p:cNvSpPr txBox="1">
            <a:spLocks/>
          </p:cNvSpPr>
          <p:nvPr/>
        </p:nvSpPr>
        <p:spPr>
          <a:xfrm>
            <a:off x="469900" y="736688"/>
            <a:ext cx="11252200" cy="757255"/>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ClrTx/>
              <a:buSzPct val="100000"/>
              <a:buFont typeface="Arial" panose="020B0604020202020204" pitchFamily="34" charset="0"/>
              <a:buNone/>
              <a:defRPr sz="2000" b="0" kern="1200">
                <a:solidFill>
                  <a:srgbClr val="575757"/>
                </a:solidFill>
                <a:latin typeface="+mn-lt"/>
                <a:ea typeface="+mn-ea"/>
                <a:cs typeface="+mn-cs"/>
              </a:defRPr>
            </a:lvl1pPr>
            <a:lvl2pPr marL="0" indent="0" algn="l" defTabSz="1219170" rtl="0" eaLnBrk="1" latinLnBrk="0" hangingPunct="1">
              <a:spcBef>
                <a:spcPts val="0"/>
              </a:spcBef>
              <a:spcAft>
                <a:spcPts val="1333"/>
              </a:spcAft>
              <a:buClrTx/>
              <a:buSzPct val="100000"/>
              <a:buFont typeface="Arial" panose="020B0604020202020204" pitchFamily="34" charset="0"/>
              <a:buChar char="​"/>
              <a:defRPr lang="en-US" sz="1200" b="1" kern="1200" dirty="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2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9pPr>
          </a:lstStyle>
          <a:p>
            <a:r>
              <a:rPr lang="en-US" sz="2400" dirty="0"/>
              <a:t>Review of Strategic Action Plan</a:t>
            </a:r>
          </a:p>
        </p:txBody>
      </p:sp>
      <p:sp>
        <p:nvSpPr>
          <p:cNvPr id="75" name="Title 1"/>
          <p:cNvSpPr txBox="1">
            <a:spLocks/>
          </p:cNvSpPr>
          <p:nvPr/>
        </p:nvSpPr>
        <p:spPr bwMode="gray">
          <a:xfrm>
            <a:off x="469900" y="402586"/>
            <a:ext cx="11252200" cy="698501"/>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pPr lvl="0">
              <a:defRPr/>
            </a:pPr>
            <a:r>
              <a:rPr lang="en-IN" dirty="0"/>
              <a:t>Approach &amp; Methodology</a:t>
            </a:r>
            <a:endParaRPr kumimoji="0" lang="en-IN" sz="2000" b="0" i="0" u="none" strike="noStrike" kern="1200" cap="none" spc="0" normalizeH="0" baseline="0" noProof="0" dirty="0">
              <a:ln>
                <a:noFill/>
              </a:ln>
              <a:solidFill>
                <a:srgbClr val="000000"/>
              </a:solidFill>
              <a:effectLst/>
              <a:uLnTx/>
              <a:uFillTx/>
              <a:latin typeface="Verdana"/>
              <a:ea typeface="+mj-ea"/>
              <a:cs typeface="+mj-cs"/>
            </a:endParaRPr>
          </a:p>
        </p:txBody>
      </p:sp>
      <p:sp>
        <p:nvSpPr>
          <p:cNvPr id="10" name="Pentagon 15">
            <a:extLst>
              <a:ext uri="{FF2B5EF4-FFF2-40B4-BE49-F238E27FC236}">
                <a16:creationId xmlns:a16="http://schemas.microsoft.com/office/drawing/2014/main" id="{37174C8A-FEF6-4A84-BE6F-640BF1EF1AB6}"/>
              </a:ext>
            </a:extLst>
          </p:cNvPr>
          <p:cNvSpPr/>
          <p:nvPr/>
        </p:nvSpPr>
        <p:spPr>
          <a:xfrm>
            <a:off x="469899" y="1703879"/>
            <a:ext cx="3775115" cy="769259"/>
          </a:xfrm>
          <a:prstGeom prst="homePlate">
            <a:avLst>
              <a:gd name="adj" fmla="val 26481"/>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ctr"/>
          <a:lstStyle/>
          <a:p>
            <a:r>
              <a:rPr lang="en-US" sz="1400" b="1" dirty="0">
                <a:solidFill>
                  <a:schemeClr val="bg1"/>
                </a:solidFill>
              </a:rPr>
              <a:t>Review of Strategy Roadmap &amp; Development of Action Plan</a:t>
            </a:r>
          </a:p>
        </p:txBody>
      </p:sp>
      <p:sp>
        <p:nvSpPr>
          <p:cNvPr id="11" name="Chevron 16">
            <a:extLst>
              <a:ext uri="{FF2B5EF4-FFF2-40B4-BE49-F238E27FC236}">
                <a16:creationId xmlns:a16="http://schemas.microsoft.com/office/drawing/2014/main" id="{8DBEB089-931C-44C6-B058-9643BA7F220B}"/>
              </a:ext>
            </a:extLst>
          </p:cNvPr>
          <p:cNvSpPr/>
          <p:nvPr/>
        </p:nvSpPr>
        <p:spPr>
          <a:xfrm>
            <a:off x="4408492" y="1724424"/>
            <a:ext cx="2221730" cy="748714"/>
          </a:xfrm>
          <a:prstGeom prst="chevron">
            <a:avLst>
              <a:gd name="adj" fmla="val 27422"/>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88900" tIns="88900" rIns="0" bIns="88900" rtlCol="0" anchor="ctr"/>
          <a:lstStyle/>
          <a:p>
            <a:r>
              <a:rPr lang="en-US" sz="1400" b="1" dirty="0">
                <a:solidFill>
                  <a:schemeClr val="bg1"/>
                </a:solidFill>
              </a:rPr>
              <a:t>Baseline / Milestone identification</a:t>
            </a:r>
          </a:p>
        </p:txBody>
      </p:sp>
      <p:sp>
        <p:nvSpPr>
          <p:cNvPr id="13" name="Chevron 18">
            <a:extLst>
              <a:ext uri="{FF2B5EF4-FFF2-40B4-BE49-F238E27FC236}">
                <a16:creationId xmlns:a16="http://schemas.microsoft.com/office/drawing/2014/main" id="{3716AAD0-FBDA-47A2-B44C-CF72E52EE969}"/>
              </a:ext>
            </a:extLst>
          </p:cNvPr>
          <p:cNvSpPr/>
          <p:nvPr/>
        </p:nvSpPr>
        <p:spPr>
          <a:xfrm>
            <a:off x="6718910" y="1724424"/>
            <a:ext cx="2221729" cy="756843"/>
          </a:xfrm>
          <a:prstGeom prst="chevron">
            <a:avLst>
              <a:gd name="adj" fmla="val 26481"/>
            </a:avLst>
          </a:prstGeom>
          <a:solidFill>
            <a:schemeClr val="accent6">
              <a:lumMod val="5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88900" tIns="88900" rIns="0" bIns="88900" rtlCol="0" anchor="ctr"/>
          <a:lstStyle/>
          <a:p>
            <a:r>
              <a:rPr lang="en-US" sz="1400" b="1" dirty="0">
                <a:solidFill>
                  <a:schemeClr val="bg1"/>
                </a:solidFill>
              </a:rPr>
              <a:t>Organizational Buy-in</a:t>
            </a:r>
          </a:p>
        </p:txBody>
      </p:sp>
      <p:sp>
        <p:nvSpPr>
          <p:cNvPr id="14" name="TextBox 13">
            <a:extLst>
              <a:ext uri="{FF2B5EF4-FFF2-40B4-BE49-F238E27FC236}">
                <a16:creationId xmlns:a16="http://schemas.microsoft.com/office/drawing/2014/main" id="{8339B8DB-3355-4BA3-9180-541B8D73D301}"/>
              </a:ext>
            </a:extLst>
          </p:cNvPr>
          <p:cNvSpPr txBox="1"/>
          <p:nvPr/>
        </p:nvSpPr>
        <p:spPr>
          <a:xfrm>
            <a:off x="469900" y="2531956"/>
            <a:ext cx="3775115" cy="3093030"/>
          </a:xfrm>
          <a:prstGeom prst="rect">
            <a:avLst/>
          </a:prstGeom>
          <a:noFill/>
        </p:spPr>
        <p:txBody>
          <a:bodyPr wrap="square" lIns="36000" tIns="36000" rIns="36000" bIns="36000" rtlCol="0">
            <a:noAutofit/>
          </a:bodyPr>
          <a:lstStyle/>
          <a:p>
            <a:pPr marL="174625" indent="-174625">
              <a:spcAft>
                <a:spcPts val="1200"/>
              </a:spcAft>
              <a:buSzPct val="100000"/>
              <a:buFont typeface="Arial" panose="020B0604020202020204" pitchFamily="34" charset="0"/>
              <a:buChar char="•"/>
            </a:pPr>
            <a:r>
              <a:rPr lang="en-US" sz="1400" dirty="0">
                <a:solidFill>
                  <a:srgbClr val="313131"/>
                </a:solidFill>
              </a:rPr>
              <a:t>Critical review of Strategy Roadmap (all modules)</a:t>
            </a:r>
          </a:p>
          <a:p>
            <a:pPr marL="174625" indent="-174625">
              <a:spcAft>
                <a:spcPts val="1200"/>
              </a:spcAft>
              <a:buSzPct val="100000"/>
              <a:buFont typeface="Arial" panose="020B0604020202020204" pitchFamily="34" charset="0"/>
              <a:buChar char="•"/>
            </a:pPr>
            <a:r>
              <a:rPr lang="en-US" sz="1400" dirty="0">
                <a:solidFill>
                  <a:srgbClr val="313131"/>
                </a:solidFill>
              </a:rPr>
              <a:t>Validation of identified interventions</a:t>
            </a:r>
          </a:p>
          <a:p>
            <a:pPr marL="174625" indent="-174625">
              <a:spcAft>
                <a:spcPts val="1200"/>
              </a:spcAft>
              <a:buSzPct val="100000"/>
              <a:buFont typeface="Arial" panose="020B0604020202020204" pitchFamily="34" charset="0"/>
              <a:buChar char="•"/>
            </a:pPr>
            <a:r>
              <a:rPr lang="en-US" sz="1400" dirty="0">
                <a:solidFill>
                  <a:srgbClr val="313131"/>
                </a:solidFill>
              </a:rPr>
              <a:t>Identification of new interventions</a:t>
            </a:r>
          </a:p>
          <a:p>
            <a:pPr marL="174625" indent="-174625">
              <a:spcAft>
                <a:spcPts val="1200"/>
              </a:spcAft>
              <a:buSzPct val="100000"/>
              <a:buFont typeface="Arial" panose="020B0604020202020204" pitchFamily="34" charset="0"/>
              <a:buChar char="•"/>
            </a:pPr>
            <a:r>
              <a:rPr lang="en-US" sz="1400" dirty="0">
                <a:solidFill>
                  <a:srgbClr val="313131"/>
                </a:solidFill>
              </a:rPr>
              <a:t>Prioritize initiatives for rollout of the program management framework</a:t>
            </a:r>
          </a:p>
          <a:p>
            <a:pPr marL="174625" indent="-174625">
              <a:spcAft>
                <a:spcPts val="1200"/>
              </a:spcAft>
              <a:buSzPct val="100000"/>
              <a:buFont typeface="Arial" panose="020B0604020202020204" pitchFamily="34" charset="0"/>
              <a:buChar char="•"/>
            </a:pPr>
            <a:r>
              <a:rPr lang="en-US" sz="1400" dirty="0">
                <a:solidFill>
                  <a:srgbClr val="313131"/>
                </a:solidFill>
              </a:rPr>
              <a:t>Determine Inter-dependence amongst tasks within each work-stream, and inter-dependence across multiple work-streams</a:t>
            </a:r>
          </a:p>
        </p:txBody>
      </p:sp>
      <p:sp>
        <p:nvSpPr>
          <p:cNvPr id="15" name="TextBox 14">
            <a:extLst>
              <a:ext uri="{FF2B5EF4-FFF2-40B4-BE49-F238E27FC236}">
                <a16:creationId xmlns:a16="http://schemas.microsoft.com/office/drawing/2014/main" id="{A3F97FCD-390F-4B55-A378-D46C0CCCFFE3}"/>
              </a:ext>
            </a:extLst>
          </p:cNvPr>
          <p:cNvSpPr txBox="1"/>
          <p:nvPr/>
        </p:nvSpPr>
        <p:spPr>
          <a:xfrm>
            <a:off x="4432415" y="2565469"/>
            <a:ext cx="2142748" cy="3093030"/>
          </a:xfrm>
          <a:prstGeom prst="rect">
            <a:avLst/>
          </a:prstGeom>
          <a:noFill/>
        </p:spPr>
        <p:txBody>
          <a:bodyPr wrap="square" lIns="36000" tIns="36000" rIns="36000" bIns="36000" rtlCol="0">
            <a:noAutofit/>
          </a:bodyPr>
          <a:lstStyle/>
          <a:p>
            <a:pPr marL="174625" indent="-174625">
              <a:spcAft>
                <a:spcPts val="1200"/>
              </a:spcAft>
              <a:buSzPct val="100000"/>
              <a:buFont typeface="Arial" panose="020B0604020202020204" pitchFamily="34" charset="0"/>
              <a:buChar char="•"/>
            </a:pPr>
            <a:r>
              <a:rPr lang="en-US" sz="1400" dirty="0">
                <a:solidFill>
                  <a:srgbClr val="313131"/>
                </a:solidFill>
              </a:rPr>
              <a:t>Creation of baseline data for performance monitoring &amp; evaluation</a:t>
            </a:r>
          </a:p>
          <a:p>
            <a:pPr marL="174625" indent="-174625">
              <a:spcAft>
                <a:spcPts val="1200"/>
              </a:spcAft>
              <a:buSzPct val="100000"/>
              <a:buFont typeface="Arial" panose="020B0604020202020204" pitchFamily="34" charset="0"/>
              <a:buChar char="•"/>
            </a:pPr>
            <a:r>
              <a:rPr lang="en-US" sz="1400" dirty="0">
                <a:solidFill>
                  <a:srgbClr val="313131"/>
                </a:solidFill>
              </a:rPr>
              <a:t>Identification of Milestone  defining successful execution of strategy</a:t>
            </a:r>
          </a:p>
        </p:txBody>
      </p:sp>
      <p:sp>
        <p:nvSpPr>
          <p:cNvPr id="16" name="TextBox 15">
            <a:extLst>
              <a:ext uri="{FF2B5EF4-FFF2-40B4-BE49-F238E27FC236}">
                <a16:creationId xmlns:a16="http://schemas.microsoft.com/office/drawing/2014/main" id="{6F1D72A3-13FE-4BEA-B983-09B9F261D253}"/>
              </a:ext>
            </a:extLst>
          </p:cNvPr>
          <p:cNvSpPr txBox="1"/>
          <p:nvPr/>
        </p:nvSpPr>
        <p:spPr>
          <a:xfrm>
            <a:off x="11216440" y="629944"/>
            <a:ext cx="2187732" cy="3093030"/>
          </a:xfrm>
          <a:prstGeom prst="rect">
            <a:avLst/>
          </a:prstGeom>
          <a:noFill/>
        </p:spPr>
        <p:txBody>
          <a:bodyPr wrap="square" lIns="36000" tIns="36000" rIns="36000" bIns="36000" rtlCol="0">
            <a:noAutofit/>
          </a:bodyPr>
          <a:lstStyle/>
          <a:p>
            <a:pPr marL="174625" indent="-174625">
              <a:spcAft>
                <a:spcPts val="1200"/>
              </a:spcAft>
              <a:buSzPct val="100000"/>
              <a:buFont typeface="Arial" panose="020B0604020202020204" pitchFamily="34" charset="0"/>
              <a:buChar char="•"/>
            </a:pPr>
            <a:endParaRPr lang="en-US" sz="1400" dirty="0">
              <a:solidFill>
                <a:srgbClr val="313131"/>
              </a:solidFill>
            </a:endParaRPr>
          </a:p>
        </p:txBody>
      </p:sp>
      <p:sp>
        <p:nvSpPr>
          <p:cNvPr id="17" name="TextBox 16">
            <a:extLst>
              <a:ext uri="{FF2B5EF4-FFF2-40B4-BE49-F238E27FC236}">
                <a16:creationId xmlns:a16="http://schemas.microsoft.com/office/drawing/2014/main" id="{FE59F630-5A83-453C-A86F-B26083014575}"/>
              </a:ext>
            </a:extLst>
          </p:cNvPr>
          <p:cNvSpPr txBox="1"/>
          <p:nvPr/>
        </p:nvSpPr>
        <p:spPr>
          <a:xfrm>
            <a:off x="6862294" y="2531956"/>
            <a:ext cx="2016187" cy="3093030"/>
          </a:xfrm>
          <a:prstGeom prst="rect">
            <a:avLst/>
          </a:prstGeom>
          <a:noFill/>
        </p:spPr>
        <p:txBody>
          <a:bodyPr wrap="square" lIns="36000" tIns="36000" rIns="36000" bIns="36000" rtlCol="0">
            <a:noAutofit/>
          </a:bodyPr>
          <a:lstStyle/>
          <a:p>
            <a:pPr marL="174625" indent="-174625">
              <a:spcAft>
                <a:spcPts val="1200"/>
              </a:spcAft>
              <a:buSzPct val="100000"/>
              <a:buFont typeface="Arial" panose="020B0604020202020204" pitchFamily="34" charset="0"/>
              <a:buChar char="•"/>
            </a:pPr>
            <a:r>
              <a:rPr lang="en-US" sz="1400" dirty="0">
                <a:solidFill>
                  <a:srgbClr val="313131"/>
                </a:solidFill>
              </a:rPr>
              <a:t>Focus group discussions</a:t>
            </a:r>
          </a:p>
          <a:p>
            <a:pPr marL="174625" indent="-174625">
              <a:spcAft>
                <a:spcPts val="1200"/>
              </a:spcAft>
              <a:buSzPct val="100000"/>
              <a:buFont typeface="Arial" panose="020B0604020202020204" pitchFamily="34" charset="0"/>
              <a:buChar char="•"/>
            </a:pPr>
            <a:r>
              <a:rPr lang="en-US" sz="1400" dirty="0">
                <a:solidFill>
                  <a:srgbClr val="313131"/>
                </a:solidFill>
              </a:rPr>
              <a:t>Presentation and workshop with key Management personnel and stakeholders for critical review of strategic action plan</a:t>
            </a:r>
          </a:p>
          <a:p>
            <a:pPr marL="174625" indent="-174625">
              <a:spcAft>
                <a:spcPts val="1200"/>
              </a:spcAft>
              <a:buSzPct val="100000"/>
              <a:buFont typeface="Arial" panose="020B0604020202020204" pitchFamily="34" charset="0"/>
              <a:buChar char="•"/>
            </a:pPr>
            <a:r>
              <a:rPr lang="en-US" sz="1400" dirty="0">
                <a:solidFill>
                  <a:srgbClr val="313131"/>
                </a:solidFill>
              </a:rPr>
              <a:t>Finalization of action plan</a:t>
            </a:r>
          </a:p>
        </p:txBody>
      </p:sp>
      <p:sp>
        <p:nvSpPr>
          <p:cNvPr id="18" name="Text Box 3">
            <a:extLst>
              <a:ext uri="{FF2B5EF4-FFF2-40B4-BE49-F238E27FC236}">
                <a16:creationId xmlns:a16="http://schemas.microsoft.com/office/drawing/2014/main" id="{A90F8899-EBDD-49BD-B09E-2AE49DEFF33B}"/>
              </a:ext>
            </a:extLst>
          </p:cNvPr>
          <p:cNvSpPr txBox="1">
            <a:spLocks noChangeArrowheads="1"/>
          </p:cNvSpPr>
          <p:nvPr/>
        </p:nvSpPr>
        <p:spPr bwMode="auto">
          <a:xfrm>
            <a:off x="362377" y="5542534"/>
            <a:ext cx="2195045" cy="246221"/>
          </a:xfrm>
          <a:prstGeom prst="rect">
            <a:avLst/>
          </a:prstGeom>
          <a:noFill/>
          <a:ln w="9525" algn="ctr">
            <a:noFill/>
            <a:miter lim="800000"/>
            <a:headEnd/>
            <a:tailEnd/>
          </a:ln>
        </p:spPr>
        <p:txBody>
          <a:bodyPr wrap="square" lIns="0" tIns="0" rIns="0" bIns="0">
            <a:spAutoFit/>
          </a:bodyPr>
          <a:lstStyle/>
          <a:p>
            <a:pPr marL="0" marR="0" lvl="0" indent="0" defTabSz="1042873" eaLnBrk="1" fontAlgn="auto" latinLnBrk="0" hangingPunct="1">
              <a:lnSpc>
                <a:spcPct val="100000"/>
              </a:lnSpc>
              <a:spcBef>
                <a:spcPts val="0"/>
              </a:spcBef>
              <a:spcAft>
                <a:spcPts val="0"/>
              </a:spcAft>
              <a:buClrTx/>
              <a:buSzTx/>
              <a:buFontTx/>
              <a:buNone/>
              <a:tabLst/>
              <a:defRPr/>
            </a:pPr>
            <a:r>
              <a:rPr kumimoji="0" lang="en-US" altLang="ja-JP" sz="1600" b="1" i="0" u="none" strike="noStrike" kern="0" cap="none" spc="0" normalizeH="0" baseline="0" noProof="0" dirty="0">
                <a:ln>
                  <a:noFill/>
                </a:ln>
                <a:solidFill>
                  <a:prstClr val="black"/>
                </a:solidFill>
                <a:effectLst/>
                <a:uLnTx/>
                <a:uFillTx/>
                <a:latin typeface="Verdana"/>
                <a:ea typeface="ＭＳ Ｐゴシック" charset="-128"/>
              </a:rPr>
              <a:t>Timelines</a:t>
            </a:r>
          </a:p>
        </p:txBody>
      </p:sp>
      <p:cxnSp>
        <p:nvCxnSpPr>
          <p:cNvPr id="20" name="Straight Connector 19">
            <a:extLst>
              <a:ext uri="{FF2B5EF4-FFF2-40B4-BE49-F238E27FC236}">
                <a16:creationId xmlns:a16="http://schemas.microsoft.com/office/drawing/2014/main" id="{E049A79C-5EC3-406A-ACE9-92D0971030DD}"/>
              </a:ext>
            </a:extLst>
          </p:cNvPr>
          <p:cNvCxnSpPr/>
          <p:nvPr/>
        </p:nvCxnSpPr>
        <p:spPr>
          <a:xfrm flipH="1">
            <a:off x="4167831" y="5834922"/>
            <a:ext cx="0" cy="423834"/>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AAB3D19-41EB-4AFD-A29A-B9D0D2E1E817}"/>
              </a:ext>
            </a:extLst>
          </p:cNvPr>
          <p:cNvCxnSpPr/>
          <p:nvPr/>
        </p:nvCxnSpPr>
        <p:spPr>
          <a:xfrm flipH="1">
            <a:off x="8940639" y="5834922"/>
            <a:ext cx="0" cy="423834"/>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7D9ADEC-BAC0-4DD4-846E-CFE01CBB8377}"/>
              </a:ext>
            </a:extLst>
          </p:cNvPr>
          <p:cNvCxnSpPr/>
          <p:nvPr/>
        </p:nvCxnSpPr>
        <p:spPr>
          <a:xfrm flipH="1">
            <a:off x="484279" y="5834922"/>
            <a:ext cx="0" cy="423834"/>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82636F12-DFE8-4943-9A22-8F07DC1A13ED}"/>
              </a:ext>
            </a:extLst>
          </p:cNvPr>
          <p:cNvCxnSpPr>
            <a:cxnSpLocks/>
          </p:cNvCxnSpPr>
          <p:nvPr/>
        </p:nvCxnSpPr>
        <p:spPr>
          <a:xfrm>
            <a:off x="4408492" y="6046839"/>
            <a:ext cx="2280257"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63B3307D-0815-471C-BA4C-66265077A4F8}"/>
              </a:ext>
            </a:extLst>
          </p:cNvPr>
          <p:cNvCxnSpPr>
            <a:cxnSpLocks/>
          </p:cNvCxnSpPr>
          <p:nvPr/>
        </p:nvCxnSpPr>
        <p:spPr>
          <a:xfrm>
            <a:off x="553139" y="6046839"/>
            <a:ext cx="3497751"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A6360A9-3EBC-4B0E-9C72-7BD5AAC658B8}"/>
              </a:ext>
            </a:extLst>
          </p:cNvPr>
          <p:cNvCxnSpPr/>
          <p:nvPr/>
        </p:nvCxnSpPr>
        <p:spPr>
          <a:xfrm flipH="1">
            <a:off x="6799389" y="5834922"/>
            <a:ext cx="0" cy="423834"/>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E204567A-23B8-4971-B14F-79DBD95E62DC}"/>
              </a:ext>
            </a:extLst>
          </p:cNvPr>
          <p:cNvCxnSpPr/>
          <p:nvPr/>
        </p:nvCxnSpPr>
        <p:spPr>
          <a:xfrm>
            <a:off x="6862294" y="6046839"/>
            <a:ext cx="2052000"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A2AD173B-273E-499F-9CA6-CFDDF33EA4A8}"/>
              </a:ext>
            </a:extLst>
          </p:cNvPr>
          <p:cNvSpPr txBox="1"/>
          <p:nvPr/>
        </p:nvSpPr>
        <p:spPr>
          <a:xfrm flipH="1">
            <a:off x="7253056" y="5954506"/>
            <a:ext cx="1182922" cy="184666"/>
          </a:xfrm>
          <a:prstGeom prst="rect">
            <a:avLst/>
          </a:prstGeom>
          <a:solidFill>
            <a:schemeClr val="bg1"/>
          </a:solidFill>
        </p:spPr>
        <p:txBody>
          <a:bodyPr wrap="square" lIns="0" tIns="0" rIns="0" bIns="0" rtlCol="0">
            <a:spAutoFit/>
          </a:bodyPr>
          <a:lstStyle/>
          <a:p>
            <a:pPr algn="ctr">
              <a:spcBef>
                <a:spcPts val="600"/>
              </a:spcBef>
              <a:buSzPct val="100000"/>
            </a:pPr>
            <a:r>
              <a:rPr lang="en-IN" sz="1200" dirty="0">
                <a:solidFill>
                  <a:srgbClr val="313131"/>
                </a:solidFill>
              </a:rPr>
              <a:t>T + 3 weeks</a:t>
            </a:r>
          </a:p>
        </p:txBody>
      </p:sp>
      <p:sp>
        <p:nvSpPr>
          <p:cNvPr id="29" name="TextBox 28">
            <a:extLst>
              <a:ext uri="{FF2B5EF4-FFF2-40B4-BE49-F238E27FC236}">
                <a16:creationId xmlns:a16="http://schemas.microsoft.com/office/drawing/2014/main" id="{2581373F-51BF-43C7-BBF5-F0C6853F2122}"/>
              </a:ext>
            </a:extLst>
          </p:cNvPr>
          <p:cNvSpPr txBox="1"/>
          <p:nvPr/>
        </p:nvSpPr>
        <p:spPr>
          <a:xfrm flipH="1">
            <a:off x="5126518" y="5954506"/>
            <a:ext cx="1182922" cy="184666"/>
          </a:xfrm>
          <a:prstGeom prst="rect">
            <a:avLst/>
          </a:prstGeom>
          <a:solidFill>
            <a:schemeClr val="bg1"/>
          </a:solidFill>
        </p:spPr>
        <p:txBody>
          <a:bodyPr wrap="square" lIns="0" tIns="0" rIns="0" bIns="0" rtlCol="0">
            <a:spAutoFit/>
          </a:bodyPr>
          <a:lstStyle/>
          <a:p>
            <a:pPr algn="ctr">
              <a:spcBef>
                <a:spcPts val="600"/>
              </a:spcBef>
              <a:buSzPct val="100000"/>
            </a:pPr>
            <a:r>
              <a:rPr lang="en-IN" sz="1200" dirty="0">
                <a:solidFill>
                  <a:srgbClr val="313131"/>
                </a:solidFill>
              </a:rPr>
              <a:t>T + 2 weeks</a:t>
            </a:r>
          </a:p>
        </p:txBody>
      </p:sp>
      <p:sp>
        <p:nvSpPr>
          <p:cNvPr id="31" name="TextBox 30">
            <a:extLst>
              <a:ext uri="{FF2B5EF4-FFF2-40B4-BE49-F238E27FC236}">
                <a16:creationId xmlns:a16="http://schemas.microsoft.com/office/drawing/2014/main" id="{0D861672-3991-465D-BC72-0F0350D2A71D}"/>
              </a:ext>
            </a:extLst>
          </p:cNvPr>
          <p:cNvSpPr txBox="1"/>
          <p:nvPr/>
        </p:nvSpPr>
        <p:spPr>
          <a:xfrm>
            <a:off x="1609614" y="5935390"/>
            <a:ext cx="947808" cy="184666"/>
          </a:xfrm>
          <a:prstGeom prst="rect">
            <a:avLst/>
          </a:prstGeom>
          <a:solidFill>
            <a:schemeClr val="bg1"/>
          </a:solidFill>
        </p:spPr>
        <p:txBody>
          <a:bodyPr wrap="square" lIns="0" tIns="0" rIns="0" bIns="0" rtlCol="0">
            <a:spAutoFit/>
          </a:bodyPr>
          <a:lstStyle/>
          <a:p>
            <a:pPr algn="ctr">
              <a:spcBef>
                <a:spcPts val="600"/>
              </a:spcBef>
              <a:buSzPct val="100000"/>
            </a:pPr>
            <a:r>
              <a:rPr lang="en-US" sz="1200" dirty="0">
                <a:solidFill>
                  <a:srgbClr val="313131"/>
                </a:solidFill>
              </a:rPr>
              <a:t>T + 1 week</a:t>
            </a:r>
            <a:endParaRPr lang="en-IN" sz="1200" dirty="0">
              <a:solidFill>
                <a:srgbClr val="313131"/>
              </a:solidFill>
            </a:endParaRPr>
          </a:p>
        </p:txBody>
      </p:sp>
      <p:sp>
        <p:nvSpPr>
          <p:cNvPr id="33" name="TextBox 32">
            <a:extLst>
              <a:ext uri="{FF2B5EF4-FFF2-40B4-BE49-F238E27FC236}">
                <a16:creationId xmlns:a16="http://schemas.microsoft.com/office/drawing/2014/main" id="{39F37153-D114-42A6-9A80-5C288E0C31F4}"/>
              </a:ext>
            </a:extLst>
          </p:cNvPr>
          <p:cNvSpPr txBox="1"/>
          <p:nvPr/>
        </p:nvSpPr>
        <p:spPr>
          <a:xfrm>
            <a:off x="9690143" y="1826805"/>
            <a:ext cx="1763173" cy="1477328"/>
          </a:xfrm>
          <a:prstGeom prst="rect">
            <a:avLst/>
          </a:prstGeom>
          <a:noFill/>
        </p:spPr>
        <p:txBody>
          <a:bodyPr wrap="square" lIns="0" tIns="0" rIns="0" bIns="0" rtlCol="0">
            <a:spAutoFit/>
          </a:bodyPr>
          <a:lstStyle/>
          <a:p>
            <a:pPr lvl="0">
              <a:spcBef>
                <a:spcPts val="600"/>
              </a:spcBef>
              <a:buSzPct val="100000"/>
            </a:pPr>
            <a:r>
              <a:rPr lang="en-IN" sz="1600" b="1" dirty="0">
                <a:solidFill>
                  <a:srgbClr val="313131"/>
                </a:solidFill>
              </a:rPr>
              <a:t>Baseline/ Milestones Report</a:t>
            </a:r>
          </a:p>
          <a:p>
            <a:pPr>
              <a:buSzPct val="100000"/>
            </a:pPr>
            <a:r>
              <a:rPr lang="en-US" sz="1200" dirty="0">
                <a:solidFill>
                  <a:srgbClr val="313131"/>
                </a:solidFill>
              </a:rPr>
              <a:t>Defining key milestones to define success of engagement</a:t>
            </a:r>
            <a:endParaRPr lang="en-IN" sz="1200" dirty="0">
              <a:solidFill>
                <a:srgbClr val="313131"/>
              </a:solidFill>
            </a:endParaRPr>
          </a:p>
        </p:txBody>
      </p:sp>
      <p:sp>
        <p:nvSpPr>
          <p:cNvPr id="34" name="Rectangle 33">
            <a:extLst>
              <a:ext uri="{FF2B5EF4-FFF2-40B4-BE49-F238E27FC236}">
                <a16:creationId xmlns:a16="http://schemas.microsoft.com/office/drawing/2014/main" id="{B39E0E1C-68B1-4C71-A23B-F689A2862BA7}"/>
              </a:ext>
            </a:extLst>
          </p:cNvPr>
          <p:cNvSpPr/>
          <p:nvPr/>
        </p:nvSpPr>
        <p:spPr bwMode="gray">
          <a:xfrm>
            <a:off x="9227770" y="1724424"/>
            <a:ext cx="2494330" cy="3201537"/>
          </a:xfrm>
          <a:prstGeom prst="rect">
            <a:avLst/>
          </a:prstGeom>
          <a:noFill/>
          <a:ln w="19050" algn="ctr">
            <a:solidFill>
              <a:schemeClr val="bg1">
                <a:lumMod val="85000"/>
              </a:schemeClr>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35" name="Oval 34">
            <a:extLst>
              <a:ext uri="{FF2B5EF4-FFF2-40B4-BE49-F238E27FC236}">
                <a16:creationId xmlns:a16="http://schemas.microsoft.com/office/drawing/2014/main" id="{CF90C2D1-69F7-4A38-80A6-AE4316CCBC03}"/>
              </a:ext>
            </a:extLst>
          </p:cNvPr>
          <p:cNvSpPr/>
          <p:nvPr/>
        </p:nvSpPr>
        <p:spPr bwMode="gray">
          <a:xfrm>
            <a:off x="9259675" y="1826805"/>
            <a:ext cx="360000" cy="360000"/>
          </a:xfrm>
          <a:prstGeom prst="ellipse">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IN" sz="1400" b="1" dirty="0">
                <a:solidFill>
                  <a:schemeClr val="bg1"/>
                </a:solidFill>
              </a:rPr>
              <a:t>1</a:t>
            </a:r>
          </a:p>
        </p:txBody>
      </p:sp>
      <p:cxnSp>
        <p:nvCxnSpPr>
          <p:cNvPr id="37" name="Straight Connector 36">
            <a:extLst>
              <a:ext uri="{FF2B5EF4-FFF2-40B4-BE49-F238E27FC236}">
                <a16:creationId xmlns:a16="http://schemas.microsoft.com/office/drawing/2014/main" id="{D79874B3-7409-4FBB-AE4B-6D4C57AC52BD}"/>
              </a:ext>
            </a:extLst>
          </p:cNvPr>
          <p:cNvCxnSpPr/>
          <p:nvPr/>
        </p:nvCxnSpPr>
        <p:spPr>
          <a:xfrm flipH="1">
            <a:off x="8940639" y="5834922"/>
            <a:ext cx="0" cy="423834"/>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F0041170-255D-4C00-97E8-75B089D915C1}"/>
              </a:ext>
            </a:extLst>
          </p:cNvPr>
          <p:cNvSpPr/>
          <p:nvPr/>
        </p:nvSpPr>
        <p:spPr bwMode="gray">
          <a:xfrm>
            <a:off x="9348846" y="3803267"/>
            <a:ext cx="1938586" cy="791732"/>
          </a:xfrm>
          <a:prstGeom prst="rect">
            <a:avLst/>
          </a:prstGeom>
          <a:no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1400" i="1" dirty="0">
                <a:solidFill>
                  <a:schemeClr val="accent5"/>
                </a:solidFill>
              </a:rPr>
              <a:t>Presentation &amp; Workshop to various stakeholders, including Board/ Government</a:t>
            </a:r>
            <a:endParaRPr lang="en-IN" sz="1400" i="1" dirty="0">
              <a:solidFill>
                <a:schemeClr val="accent5"/>
              </a:solidFill>
            </a:endParaRPr>
          </a:p>
        </p:txBody>
      </p:sp>
    </p:spTree>
    <p:extLst>
      <p:ext uri="{BB962C8B-B14F-4D97-AF65-F5344CB8AC3E}">
        <p14:creationId xmlns:p14="http://schemas.microsoft.com/office/powerpoint/2010/main" val="34942746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7" name="Object 76"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77" name="Object 76"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2" name="Text Placeholder 2"/>
          <p:cNvSpPr txBox="1">
            <a:spLocks/>
          </p:cNvSpPr>
          <p:nvPr/>
        </p:nvSpPr>
        <p:spPr>
          <a:xfrm>
            <a:off x="469900" y="736688"/>
            <a:ext cx="11252200" cy="757255"/>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ClrTx/>
              <a:buSzPct val="100000"/>
              <a:buFont typeface="Arial" panose="020B0604020202020204" pitchFamily="34" charset="0"/>
              <a:buNone/>
              <a:defRPr sz="2000" b="0" kern="1200">
                <a:solidFill>
                  <a:srgbClr val="575757"/>
                </a:solidFill>
                <a:latin typeface="+mn-lt"/>
                <a:ea typeface="+mn-ea"/>
                <a:cs typeface="+mn-cs"/>
              </a:defRPr>
            </a:lvl1pPr>
            <a:lvl2pPr marL="0" indent="0" algn="l" defTabSz="1219170" rtl="0" eaLnBrk="1" latinLnBrk="0" hangingPunct="1">
              <a:spcBef>
                <a:spcPts val="0"/>
              </a:spcBef>
              <a:spcAft>
                <a:spcPts val="1333"/>
              </a:spcAft>
              <a:buClrTx/>
              <a:buSzPct val="100000"/>
              <a:buFont typeface="Arial" panose="020B0604020202020204" pitchFamily="34" charset="0"/>
              <a:buChar char="​"/>
              <a:defRPr lang="en-US" sz="1200" b="1" kern="1200" dirty="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2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9pPr>
          </a:lstStyle>
          <a:p>
            <a:r>
              <a:rPr lang="en-US" sz="2400" dirty="0"/>
              <a:t>Review of Monitoring Framework</a:t>
            </a:r>
          </a:p>
        </p:txBody>
      </p:sp>
      <p:sp>
        <p:nvSpPr>
          <p:cNvPr id="75" name="Title 1"/>
          <p:cNvSpPr txBox="1">
            <a:spLocks/>
          </p:cNvSpPr>
          <p:nvPr/>
        </p:nvSpPr>
        <p:spPr bwMode="gray">
          <a:xfrm>
            <a:off x="469900" y="402586"/>
            <a:ext cx="11252200" cy="698501"/>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pPr lvl="0">
              <a:defRPr/>
            </a:pPr>
            <a:r>
              <a:rPr lang="en-IN" dirty="0"/>
              <a:t>Approach &amp; Methodology</a:t>
            </a:r>
            <a:endParaRPr kumimoji="0" lang="en-IN" sz="2000" b="0" i="0" u="none" strike="noStrike" kern="1200" cap="none" spc="0" normalizeH="0" baseline="0" noProof="0" dirty="0">
              <a:ln>
                <a:noFill/>
              </a:ln>
              <a:solidFill>
                <a:srgbClr val="000000"/>
              </a:solidFill>
              <a:effectLst/>
              <a:uLnTx/>
              <a:uFillTx/>
              <a:latin typeface="Verdana"/>
              <a:ea typeface="+mj-ea"/>
              <a:cs typeface="+mj-cs"/>
            </a:endParaRPr>
          </a:p>
        </p:txBody>
      </p:sp>
      <p:sp>
        <p:nvSpPr>
          <p:cNvPr id="5" name="Freeform 2">
            <a:extLst>
              <a:ext uri="{FF2B5EF4-FFF2-40B4-BE49-F238E27FC236}">
                <a16:creationId xmlns:a16="http://schemas.microsoft.com/office/drawing/2014/main" id="{BE33AE52-DDA7-463D-B2BA-4CB1F069A8DA}"/>
              </a:ext>
            </a:extLst>
          </p:cNvPr>
          <p:cNvSpPr>
            <a:spLocks/>
          </p:cNvSpPr>
          <p:nvPr/>
        </p:nvSpPr>
        <p:spPr bwMode="gray">
          <a:xfrm>
            <a:off x="675251" y="1493943"/>
            <a:ext cx="8404225" cy="4964112"/>
          </a:xfrm>
          <a:custGeom>
            <a:avLst/>
            <a:gdLst>
              <a:gd name="T0" fmla="*/ 0 w 5294"/>
              <a:gd name="T1" fmla="*/ 1719 h 3127"/>
              <a:gd name="T2" fmla="*/ 2414 w 5294"/>
              <a:gd name="T3" fmla="*/ 0 h 3127"/>
              <a:gd name="T4" fmla="*/ 5285 w 5294"/>
              <a:gd name="T5" fmla="*/ 1070 h 3127"/>
              <a:gd name="T6" fmla="*/ 4806 w 5294"/>
              <a:gd name="T7" fmla="*/ 1257 h 3127"/>
              <a:gd name="T8" fmla="*/ 5294 w 5294"/>
              <a:gd name="T9" fmla="*/ 3127 h 3127"/>
              <a:gd name="T10" fmla="*/ 2213 w 5294"/>
              <a:gd name="T11" fmla="*/ 3118 h 3127"/>
              <a:gd name="T12" fmla="*/ 0 w 5294"/>
              <a:gd name="T13" fmla="*/ 1719 h 3127"/>
              <a:gd name="T14" fmla="*/ 0 60000 65536"/>
              <a:gd name="T15" fmla="*/ 0 60000 65536"/>
              <a:gd name="T16" fmla="*/ 0 60000 65536"/>
              <a:gd name="T17" fmla="*/ 0 60000 65536"/>
              <a:gd name="T18" fmla="*/ 0 60000 65536"/>
              <a:gd name="T19" fmla="*/ 0 60000 65536"/>
              <a:gd name="T20" fmla="*/ 0 60000 65536"/>
              <a:gd name="T21" fmla="*/ 0 w 5294"/>
              <a:gd name="T22" fmla="*/ 0 h 3127"/>
              <a:gd name="T23" fmla="*/ 5294 w 5294"/>
              <a:gd name="T24" fmla="*/ 3127 h 31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94" h="3127">
                <a:moveTo>
                  <a:pt x="0" y="1719"/>
                </a:moveTo>
                <a:lnTo>
                  <a:pt x="2414" y="0"/>
                </a:lnTo>
                <a:lnTo>
                  <a:pt x="5285" y="1070"/>
                </a:lnTo>
                <a:lnTo>
                  <a:pt x="4806" y="1257"/>
                </a:lnTo>
                <a:lnTo>
                  <a:pt x="5294" y="3127"/>
                </a:lnTo>
                <a:lnTo>
                  <a:pt x="2213" y="3118"/>
                </a:lnTo>
                <a:lnTo>
                  <a:pt x="0" y="1719"/>
                </a:lnTo>
                <a:close/>
              </a:path>
            </a:pathLst>
          </a:custGeom>
          <a:solidFill>
            <a:schemeClr val="accent2">
              <a:alpha val="50195"/>
            </a:schemeClr>
          </a:solidFill>
          <a:ln w="12700" cap="flat" cmpd="sng">
            <a:solidFill>
              <a:srgbClr val="C0C0C0"/>
            </a:solidFill>
            <a:prstDash val="solid"/>
            <a:round/>
            <a:headEnd type="none" w="med" len="med"/>
            <a:tailEnd type="none" w="med" len="med"/>
          </a:ln>
        </p:spPr>
        <p:txBody>
          <a:bodyPr wrap="square">
            <a:spAutoFit/>
          </a:bodyPr>
          <a:lstStyle/>
          <a:p>
            <a:endParaRPr lang="en-US"/>
          </a:p>
        </p:txBody>
      </p:sp>
      <p:sp>
        <p:nvSpPr>
          <p:cNvPr id="6" name="Text Box 4">
            <a:extLst>
              <a:ext uri="{FF2B5EF4-FFF2-40B4-BE49-F238E27FC236}">
                <a16:creationId xmlns:a16="http://schemas.microsoft.com/office/drawing/2014/main" id="{05B3CE21-834B-415F-ABD6-80339AAF26D6}"/>
              </a:ext>
            </a:extLst>
          </p:cNvPr>
          <p:cNvSpPr txBox="1">
            <a:spLocks noChangeArrowheads="1"/>
          </p:cNvSpPr>
          <p:nvPr/>
        </p:nvSpPr>
        <p:spPr bwMode="auto">
          <a:xfrm>
            <a:off x="804863" y="1589449"/>
            <a:ext cx="3186112" cy="246221"/>
          </a:xfrm>
          <a:prstGeom prst="rect">
            <a:avLst/>
          </a:prstGeom>
          <a:noFill/>
          <a:ln w="6350">
            <a:noFill/>
            <a:miter lim="800000"/>
            <a:headEnd/>
            <a:tailEnd/>
          </a:ln>
        </p:spPr>
        <p:txBody>
          <a:bodyPr wrap="square" lIns="45720" rIns="45720" anchorCtr="1">
            <a:spAutoFit/>
          </a:bodyPr>
          <a:lstStyle/>
          <a:p>
            <a:pPr>
              <a:lnSpc>
                <a:spcPct val="100000"/>
              </a:lnSpc>
              <a:spcBef>
                <a:spcPct val="50000"/>
              </a:spcBef>
            </a:pPr>
            <a:r>
              <a:rPr lang="en-US" sz="1000" b="1" u="sng" dirty="0"/>
              <a:t>Illustrative Status Reports</a:t>
            </a:r>
          </a:p>
        </p:txBody>
      </p:sp>
      <p:sp>
        <p:nvSpPr>
          <p:cNvPr id="7" name="Text Box 5">
            <a:extLst>
              <a:ext uri="{FF2B5EF4-FFF2-40B4-BE49-F238E27FC236}">
                <a16:creationId xmlns:a16="http://schemas.microsoft.com/office/drawing/2014/main" id="{4B0C9C46-A301-4B0C-AD58-49AB0072CDB1}"/>
              </a:ext>
            </a:extLst>
          </p:cNvPr>
          <p:cNvSpPr txBox="1">
            <a:spLocks noChangeArrowheads="1"/>
          </p:cNvSpPr>
          <p:nvPr/>
        </p:nvSpPr>
        <p:spPr bwMode="auto">
          <a:xfrm>
            <a:off x="4414829" y="3947628"/>
            <a:ext cx="3186112" cy="261610"/>
          </a:xfrm>
          <a:prstGeom prst="rect">
            <a:avLst/>
          </a:prstGeom>
          <a:noFill/>
          <a:ln w="6350">
            <a:noFill/>
            <a:miter lim="800000"/>
            <a:headEnd/>
            <a:tailEnd/>
          </a:ln>
        </p:spPr>
        <p:txBody>
          <a:bodyPr wrap="square" lIns="45720" rIns="45720" anchorCtr="1">
            <a:spAutoFit/>
          </a:bodyPr>
          <a:lstStyle/>
          <a:p>
            <a:pPr>
              <a:lnSpc>
                <a:spcPct val="100000"/>
              </a:lnSpc>
              <a:spcBef>
                <a:spcPct val="50000"/>
              </a:spcBef>
            </a:pPr>
            <a:r>
              <a:rPr lang="en-US" sz="1100" b="1" u="sng" dirty="0"/>
              <a:t>Stream Detail Status Report</a:t>
            </a:r>
          </a:p>
        </p:txBody>
      </p:sp>
      <p:pic>
        <p:nvPicPr>
          <p:cNvPr id="8" name="Picture 7">
            <a:extLst>
              <a:ext uri="{FF2B5EF4-FFF2-40B4-BE49-F238E27FC236}">
                <a16:creationId xmlns:a16="http://schemas.microsoft.com/office/drawing/2014/main" id="{CD5214DB-98A2-4C99-8AEC-B4DE5EC6219E}"/>
              </a:ext>
            </a:extLst>
          </p:cNvPr>
          <p:cNvPicPr>
            <a:picLocks noChangeAspect="1" noChangeArrowheads="1"/>
          </p:cNvPicPr>
          <p:nvPr/>
        </p:nvPicPr>
        <p:blipFill>
          <a:blip r:embed="rId5" cstate="email"/>
          <a:srcRect/>
          <a:stretch>
            <a:fillRect/>
          </a:stretch>
        </p:blipFill>
        <p:spPr bwMode="auto">
          <a:xfrm>
            <a:off x="6905604" y="4592063"/>
            <a:ext cx="2540128" cy="1847468"/>
          </a:xfrm>
          <a:prstGeom prst="rect">
            <a:avLst/>
          </a:prstGeom>
          <a:noFill/>
          <a:ln w="6350">
            <a:noFill/>
            <a:miter lim="800000"/>
            <a:headEnd/>
            <a:tailEnd/>
          </a:ln>
        </p:spPr>
      </p:pic>
      <p:pic>
        <p:nvPicPr>
          <p:cNvPr id="9" name="Picture 8">
            <a:extLst>
              <a:ext uri="{FF2B5EF4-FFF2-40B4-BE49-F238E27FC236}">
                <a16:creationId xmlns:a16="http://schemas.microsoft.com/office/drawing/2014/main" id="{1F02B10E-03EA-4B69-BB9C-96C2EC79799D}"/>
              </a:ext>
            </a:extLst>
          </p:cNvPr>
          <p:cNvPicPr>
            <a:picLocks noChangeAspect="1" noChangeArrowheads="1"/>
          </p:cNvPicPr>
          <p:nvPr/>
        </p:nvPicPr>
        <p:blipFill>
          <a:blip r:embed="rId5" cstate="email"/>
          <a:srcRect/>
          <a:stretch>
            <a:fillRect/>
          </a:stretch>
        </p:blipFill>
        <p:spPr bwMode="auto">
          <a:xfrm>
            <a:off x="5459451" y="4373782"/>
            <a:ext cx="2892306" cy="2104191"/>
          </a:xfrm>
          <a:prstGeom prst="rect">
            <a:avLst/>
          </a:prstGeom>
          <a:noFill/>
          <a:ln w="6350">
            <a:noFill/>
            <a:miter lim="800000"/>
            <a:headEnd/>
            <a:tailEnd/>
          </a:ln>
        </p:spPr>
      </p:pic>
      <p:pic>
        <p:nvPicPr>
          <p:cNvPr id="10" name="Picture 9">
            <a:extLst>
              <a:ext uri="{FF2B5EF4-FFF2-40B4-BE49-F238E27FC236}">
                <a16:creationId xmlns:a16="http://schemas.microsoft.com/office/drawing/2014/main" id="{393556FB-1DC0-4839-BAC7-C18967BFDB4B}"/>
              </a:ext>
            </a:extLst>
          </p:cNvPr>
          <p:cNvPicPr>
            <a:picLocks noChangeAspect="1" noChangeArrowheads="1"/>
          </p:cNvPicPr>
          <p:nvPr/>
        </p:nvPicPr>
        <p:blipFill>
          <a:blip r:embed="rId6" cstate="email"/>
          <a:srcRect/>
          <a:stretch>
            <a:fillRect/>
          </a:stretch>
        </p:blipFill>
        <p:spPr bwMode="auto">
          <a:xfrm>
            <a:off x="4510456" y="4209762"/>
            <a:ext cx="2855808" cy="2085233"/>
          </a:xfrm>
          <a:prstGeom prst="rect">
            <a:avLst/>
          </a:prstGeom>
          <a:noFill/>
          <a:ln w="9525">
            <a:noFill/>
            <a:miter lim="800000"/>
            <a:headEnd/>
            <a:tailEnd/>
          </a:ln>
        </p:spPr>
      </p:pic>
      <p:pic>
        <p:nvPicPr>
          <p:cNvPr id="11" name="Picture 10">
            <a:extLst>
              <a:ext uri="{FF2B5EF4-FFF2-40B4-BE49-F238E27FC236}">
                <a16:creationId xmlns:a16="http://schemas.microsoft.com/office/drawing/2014/main" id="{1A8D3869-D7D8-4031-9EF4-7956BD33807E}"/>
              </a:ext>
            </a:extLst>
          </p:cNvPr>
          <p:cNvPicPr>
            <a:picLocks noChangeAspect="1" noChangeArrowheads="1"/>
          </p:cNvPicPr>
          <p:nvPr/>
        </p:nvPicPr>
        <p:blipFill>
          <a:blip r:embed="rId7" cstate="email"/>
          <a:srcRect/>
          <a:stretch>
            <a:fillRect/>
          </a:stretch>
        </p:blipFill>
        <p:spPr bwMode="auto">
          <a:xfrm>
            <a:off x="469900" y="1883136"/>
            <a:ext cx="3341875" cy="2426079"/>
          </a:xfrm>
          <a:prstGeom prst="rect">
            <a:avLst/>
          </a:prstGeom>
          <a:noFill/>
          <a:ln w="6350">
            <a:solidFill>
              <a:schemeClr val="tx1"/>
            </a:solidFill>
            <a:miter lim="800000"/>
            <a:headEnd/>
            <a:tailEnd/>
          </a:ln>
        </p:spPr>
      </p:pic>
      <p:pic>
        <p:nvPicPr>
          <p:cNvPr id="12" name="Picture 11">
            <a:extLst>
              <a:ext uri="{FF2B5EF4-FFF2-40B4-BE49-F238E27FC236}">
                <a16:creationId xmlns:a16="http://schemas.microsoft.com/office/drawing/2014/main" id="{6443A98D-D3F8-48D3-9494-82071B70496A}"/>
              </a:ext>
            </a:extLst>
          </p:cNvPr>
          <p:cNvPicPr>
            <a:picLocks noChangeAspect="1" noChangeArrowheads="1"/>
          </p:cNvPicPr>
          <p:nvPr/>
        </p:nvPicPr>
        <p:blipFill>
          <a:blip r:embed="rId8" cstate="email"/>
          <a:srcRect/>
          <a:stretch>
            <a:fillRect/>
          </a:stretch>
        </p:blipFill>
        <p:spPr bwMode="auto">
          <a:xfrm>
            <a:off x="1166015" y="3574690"/>
            <a:ext cx="3186112" cy="2312176"/>
          </a:xfrm>
          <a:prstGeom prst="rect">
            <a:avLst/>
          </a:prstGeom>
          <a:noFill/>
          <a:ln w="6350">
            <a:solidFill>
              <a:schemeClr val="tx1"/>
            </a:solidFill>
            <a:miter lim="800000"/>
            <a:headEnd/>
            <a:tailEnd/>
          </a:ln>
        </p:spPr>
      </p:pic>
      <p:sp>
        <p:nvSpPr>
          <p:cNvPr id="13" name="Rectangle 16">
            <a:extLst>
              <a:ext uri="{FF2B5EF4-FFF2-40B4-BE49-F238E27FC236}">
                <a16:creationId xmlns:a16="http://schemas.microsoft.com/office/drawing/2014/main" id="{A1C8E496-2576-4AE8-A9AA-40967B420A61}"/>
              </a:ext>
            </a:extLst>
          </p:cNvPr>
          <p:cNvSpPr>
            <a:spLocks noChangeArrowheads="1"/>
          </p:cNvSpPr>
          <p:nvPr/>
        </p:nvSpPr>
        <p:spPr bwMode="gray">
          <a:xfrm>
            <a:off x="722313" y="1883136"/>
            <a:ext cx="185737" cy="260350"/>
          </a:xfrm>
          <a:prstGeom prst="rect">
            <a:avLst/>
          </a:prstGeom>
          <a:solidFill>
            <a:schemeClr val="bg1"/>
          </a:solidFill>
          <a:ln w="12700" algn="ctr">
            <a:solidFill>
              <a:schemeClr val="bg1"/>
            </a:solidFill>
            <a:miter lim="800000"/>
            <a:headEnd/>
            <a:tailEnd/>
          </a:ln>
        </p:spPr>
        <p:txBody>
          <a:bodyPr wrap="none" lIns="72000" tIns="72000" rIns="72000" bIns="72000" anchor="ctr"/>
          <a:lstStyle/>
          <a:p>
            <a:endParaRPr lang="en-US"/>
          </a:p>
        </p:txBody>
      </p:sp>
      <p:sp>
        <p:nvSpPr>
          <p:cNvPr id="15" name="Rectangle 18">
            <a:extLst>
              <a:ext uri="{FF2B5EF4-FFF2-40B4-BE49-F238E27FC236}">
                <a16:creationId xmlns:a16="http://schemas.microsoft.com/office/drawing/2014/main" id="{45044791-B2EE-4E75-8D3E-09192E99B140}"/>
              </a:ext>
            </a:extLst>
          </p:cNvPr>
          <p:cNvSpPr>
            <a:spLocks noChangeArrowheads="1"/>
          </p:cNvSpPr>
          <p:nvPr/>
        </p:nvSpPr>
        <p:spPr bwMode="gray">
          <a:xfrm>
            <a:off x="1103313" y="3769086"/>
            <a:ext cx="185737" cy="260350"/>
          </a:xfrm>
          <a:prstGeom prst="rect">
            <a:avLst/>
          </a:prstGeom>
          <a:solidFill>
            <a:schemeClr val="bg1"/>
          </a:solidFill>
          <a:ln w="12700" algn="ctr">
            <a:solidFill>
              <a:schemeClr val="bg1"/>
            </a:solidFill>
            <a:miter lim="800000"/>
            <a:headEnd/>
            <a:tailEnd/>
          </a:ln>
        </p:spPr>
        <p:txBody>
          <a:bodyPr wrap="none" lIns="72000" tIns="72000" rIns="72000" bIns="72000" anchor="ctr"/>
          <a:lstStyle/>
          <a:p>
            <a:endParaRPr lang="en-US"/>
          </a:p>
        </p:txBody>
      </p:sp>
      <p:sp>
        <p:nvSpPr>
          <p:cNvPr id="16" name="Rectangle 15">
            <a:extLst>
              <a:ext uri="{FF2B5EF4-FFF2-40B4-BE49-F238E27FC236}">
                <a16:creationId xmlns:a16="http://schemas.microsoft.com/office/drawing/2014/main" id="{46E251F5-C72F-47A6-8D75-868C316B633A}"/>
              </a:ext>
            </a:extLst>
          </p:cNvPr>
          <p:cNvSpPr>
            <a:spLocks noChangeArrowheads="1"/>
          </p:cNvSpPr>
          <p:nvPr/>
        </p:nvSpPr>
        <p:spPr bwMode="black">
          <a:xfrm>
            <a:off x="4507890" y="1513860"/>
            <a:ext cx="7069019" cy="2395325"/>
          </a:xfrm>
          <a:prstGeom prst="rect">
            <a:avLst/>
          </a:prstGeom>
          <a:solidFill>
            <a:schemeClr val="bg1"/>
          </a:solidFill>
          <a:ln w="28575" algn="ctr">
            <a:solidFill>
              <a:schemeClr val="accent1"/>
            </a:solidFill>
            <a:miter lim="800000"/>
            <a:headEnd/>
            <a:tailEnd/>
          </a:ln>
        </p:spPr>
        <p:txBody>
          <a:bodyPr tIns="91440" bIns="91440" anchor="ctr"/>
          <a:lstStyle/>
          <a:p>
            <a:pPr marL="231775" lvl="1" indent="-230188" algn="l" eaLnBrk="1" hangingPunct="1">
              <a:spcBef>
                <a:spcPts val="600"/>
              </a:spcBef>
              <a:buClr>
                <a:schemeClr val="tx1"/>
              </a:buClr>
              <a:buFont typeface="Wingdings 2" pitchFamily="18" charset="2"/>
              <a:buChar char="¡"/>
            </a:pPr>
            <a:r>
              <a:rPr lang="en-US" sz="1200" b="1" dirty="0">
                <a:solidFill>
                  <a:schemeClr val="accent5"/>
                </a:solidFill>
              </a:rPr>
              <a:t>Development</a:t>
            </a:r>
            <a:r>
              <a:rPr lang="en-US" sz="1200" dirty="0">
                <a:solidFill>
                  <a:schemeClr val="accent5"/>
                </a:solidFill>
              </a:rPr>
              <a:t> of </a:t>
            </a:r>
            <a:r>
              <a:rPr lang="en-US" sz="1200" b="1" dirty="0">
                <a:solidFill>
                  <a:schemeClr val="accent5"/>
                </a:solidFill>
              </a:rPr>
              <a:t>report formats and data capturing process maps </a:t>
            </a:r>
            <a:r>
              <a:rPr lang="en-US" sz="1200" dirty="0"/>
              <a:t>which can be readily provided to system developers</a:t>
            </a:r>
          </a:p>
          <a:p>
            <a:pPr marL="231775" lvl="1" indent="-230188" algn="l" eaLnBrk="1" hangingPunct="1">
              <a:spcBef>
                <a:spcPts val="600"/>
              </a:spcBef>
              <a:buClr>
                <a:schemeClr val="tx1"/>
              </a:buClr>
              <a:buFont typeface="Wingdings 2" pitchFamily="18" charset="2"/>
              <a:buChar char="¡"/>
            </a:pPr>
            <a:r>
              <a:rPr lang="en-US" sz="1200" b="1" dirty="0">
                <a:solidFill>
                  <a:schemeClr val="accent5"/>
                </a:solidFill>
              </a:rPr>
              <a:t>Creation</a:t>
            </a:r>
            <a:r>
              <a:rPr lang="en-US" sz="1200" dirty="0">
                <a:solidFill>
                  <a:schemeClr val="accent5"/>
                </a:solidFill>
              </a:rPr>
              <a:t> of </a:t>
            </a:r>
            <a:r>
              <a:rPr lang="en-US" sz="1200" b="1" dirty="0">
                <a:solidFill>
                  <a:schemeClr val="accent5"/>
                </a:solidFill>
              </a:rPr>
              <a:t>summary dashboard </a:t>
            </a:r>
            <a:r>
              <a:rPr lang="en-US" sz="1200" dirty="0"/>
              <a:t>for displaying the status against KPIs including major headlines covering activities and issues</a:t>
            </a:r>
          </a:p>
          <a:p>
            <a:pPr marL="231775" lvl="1" indent="-230188">
              <a:spcBef>
                <a:spcPts val="600"/>
              </a:spcBef>
              <a:buClr>
                <a:schemeClr val="tx1"/>
              </a:buClr>
              <a:buFont typeface="Wingdings 2" pitchFamily="18" charset="2"/>
              <a:buChar char="¡"/>
            </a:pPr>
            <a:r>
              <a:rPr lang="en-US" sz="1200" b="1" dirty="0">
                <a:solidFill>
                  <a:schemeClr val="accent5"/>
                </a:solidFill>
              </a:rPr>
              <a:t>Assigning Responsibilities </a:t>
            </a:r>
            <a:r>
              <a:rPr lang="en-US" sz="1200" dirty="0"/>
              <a:t>to various business units for furnishing the data, along with timelines, frequency etc.</a:t>
            </a:r>
          </a:p>
          <a:p>
            <a:pPr marL="231775" lvl="1" indent="-230188">
              <a:spcBef>
                <a:spcPts val="600"/>
              </a:spcBef>
              <a:buClr>
                <a:schemeClr val="tx1"/>
              </a:buClr>
              <a:buFont typeface="Wingdings 2" pitchFamily="18" charset="2"/>
              <a:buChar char="¡"/>
            </a:pPr>
            <a:r>
              <a:rPr lang="en-US" sz="1200" b="1" dirty="0">
                <a:solidFill>
                  <a:schemeClr val="accent5"/>
                </a:solidFill>
              </a:rPr>
              <a:t>Alignment of the identified set of data points</a:t>
            </a:r>
            <a:r>
              <a:rPr lang="en-US" sz="1200" dirty="0"/>
              <a:t>, to the best extent possible, to the already existing set of reports and reviews at BSES</a:t>
            </a:r>
          </a:p>
          <a:p>
            <a:pPr marL="231775" lvl="1" indent="-230188">
              <a:spcBef>
                <a:spcPts val="600"/>
              </a:spcBef>
              <a:buClr>
                <a:schemeClr val="tx1"/>
              </a:buClr>
              <a:buFont typeface="Wingdings 2" pitchFamily="18" charset="2"/>
              <a:buChar char="¡"/>
            </a:pPr>
            <a:r>
              <a:rPr lang="en-US" sz="1200" b="1" dirty="0">
                <a:solidFill>
                  <a:schemeClr val="accent5"/>
                </a:solidFill>
              </a:rPr>
              <a:t>Identify KPIs </a:t>
            </a:r>
            <a:r>
              <a:rPr lang="en-US" sz="1200" dirty="0"/>
              <a:t>on priority</a:t>
            </a:r>
            <a:r>
              <a:rPr lang="en-US" sz="1200" b="1" dirty="0"/>
              <a:t>, </a:t>
            </a:r>
            <a:r>
              <a:rPr lang="en-US" sz="1200" dirty="0"/>
              <a:t>which are/ or can be captured in existing IT Systems/ Tools of the BSES for ease of collection and accuracy</a:t>
            </a:r>
          </a:p>
        </p:txBody>
      </p:sp>
      <p:sp>
        <p:nvSpPr>
          <p:cNvPr id="17" name="Rectangle 16">
            <a:extLst>
              <a:ext uri="{FF2B5EF4-FFF2-40B4-BE49-F238E27FC236}">
                <a16:creationId xmlns:a16="http://schemas.microsoft.com/office/drawing/2014/main" id="{30481986-2782-469C-BF54-4EA3328068FA}"/>
              </a:ext>
            </a:extLst>
          </p:cNvPr>
          <p:cNvSpPr>
            <a:spLocks noChangeArrowheads="1"/>
          </p:cNvSpPr>
          <p:nvPr/>
        </p:nvSpPr>
        <p:spPr bwMode="black">
          <a:xfrm>
            <a:off x="4547249" y="5830074"/>
            <a:ext cx="7029659" cy="753577"/>
          </a:xfrm>
          <a:prstGeom prst="rect">
            <a:avLst/>
          </a:prstGeom>
          <a:solidFill>
            <a:schemeClr val="bg1"/>
          </a:solidFill>
          <a:ln w="28575" algn="ctr">
            <a:solidFill>
              <a:schemeClr val="accent1"/>
            </a:solidFill>
            <a:miter lim="800000"/>
            <a:headEnd/>
            <a:tailEnd/>
          </a:ln>
        </p:spPr>
        <p:txBody>
          <a:bodyPr tIns="91440" bIns="91440"/>
          <a:lstStyle/>
          <a:p>
            <a:pPr marL="1587" lvl="1" algn="l" eaLnBrk="1" hangingPunct="1">
              <a:spcBef>
                <a:spcPts val="600"/>
              </a:spcBef>
              <a:buClr>
                <a:schemeClr val="tx1"/>
              </a:buClr>
            </a:pPr>
            <a:r>
              <a:rPr lang="en-US" sz="1000" b="1" dirty="0"/>
              <a:t>Key Deliverables:</a:t>
            </a:r>
          </a:p>
          <a:p>
            <a:pPr marL="231775" lvl="1" indent="-230188" algn="l" eaLnBrk="1" hangingPunct="1">
              <a:spcBef>
                <a:spcPts val="600"/>
              </a:spcBef>
              <a:buClr>
                <a:schemeClr val="tx1"/>
              </a:buClr>
              <a:buFont typeface="Wingdings 2" pitchFamily="18" charset="2"/>
              <a:buChar char="¡"/>
            </a:pPr>
            <a:r>
              <a:rPr lang="en-US" sz="1000" dirty="0"/>
              <a:t>Report formats and Reporting Process;</a:t>
            </a:r>
          </a:p>
          <a:p>
            <a:pPr marL="231775" lvl="1" indent="-230188" algn="l" eaLnBrk="1" hangingPunct="1">
              <a:spcBef>
                <a:spcPts val="600"/>
              </a:spcBef>
              <a:buClr>
                <a:schemeClr val="tx1"/>
              </a:buClr>
              <a:buFont typeface="Wingdings 2" pitchFamily="18" charset="2"/>
              <a:buChar char="¡"/>
            </a:pPr>
            <a:r>
              <a:rPr lang="en-US" sz="1000" dirty="0"/>
              <a:t>Timeline: At commencement of work</a:t>
            </a:r>
          </a:p>
        </p:txBody>
      </p:sp>
    </p:spTree>
    <p:extLst>
      <p:ext uri="{BB962C8B-B14F-4D97-AF65-F5344CB8AC3E}">
        <p14:creationId xmlns:p14="http://schemas.microsoft.com/office/powerpoint/2010/main" val="888394417"/>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7" name="Object 76"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77" name="Object 76"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2" name="Text Placeholder 2"/>
          <p:cNvSpPr txBox="1">
            <a:spLocks/>
          </p:cNvSpPr>
          <p:nvPr/>
        </p:nvSpPr>
        <p:spPr>
          <a:xfrm>
            <a:off x="469900" y="736688"/>
            <a:ext cx="11252200" cy="757255"/>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ClrTx/>
              <a:buSzPct val="100000"/>
              <a:buFont typeface="Arial" panose="020B0604020202020204" pitchFamily="34" charset="0"/>
              <a:buNone/>
              <a:defRPr sz="2000" b="0" kern="1200">
                <a:solidFill>
                  <a:srgbClr val="575757"/>
                </a:solidFill>
                <a:latin typeface="+mn-lt"/>
                <a:ea typeface="+mn-ea"/>
                <a:cs typeface="+mn-cs"/>
              </a:defRPr>
            </a:lvl1pPr>
            <a:lvl2pPr marL="0" indent="0" algn="l" defTabSz="1219170" rtl="0" eaLnBrk="1" latinLnBrk="0" hangingPunct="1">
              <a:spcBef>
                <a:spcPts val="0"/>
              </a:spcBef>
              <a:spcAft>
                <a:spcPts val="1333"/>
              </a:spcAft>
              <a:buClrTx/>
              <a:buSzPct val="100000"/>
              <a:buFont typeface="Arial" panose="020B0604020202020204" pitchFamily="34" charset="0"/>
              <a:buChar char="​"/>
              <a:defRPr lang="en-US" sz="1200" b="1" kern="1200" dirty="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2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9pPr>
          </a:lstStyle>
          <a:p>
            <a:r>
              <a:rPr lang="en-US" sz="2400" dirty="0"/>
              <a:t>Validation and Review of Progress</a:t>
            </a:r>
          </a:p>
        </p:txBody>
      </p:sp>
      <p:sp>
        <p:nvSpPr>
          <p:cNvPr id="75" name="Title 1"/>
          <p:cNvSpPr txBox="1">
            <a:spLocks/>
          </p:cNvSpPr>
          <p:nvPr/>
        </p:nvSpPr>
        <p:spPr bwMode="gray">
          <a:xfrm>
            <a:off x="469900" y="402586"/>
            <a:ext cx="11252200" cy="698501"/>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pPr lvl="0">
              <a:defRPr/>
            </a:pPr>
            <a:r>
              <a:rPr lang="en-IN" dirty="0"/>
              <a:t>Approach &amp; Methodology</a:t>
            </a:r>
            <a:endParaRPr kumimoji="0" lang="en-IN" sz="2000" b="0" i="0" u="none" strike="noStrike" kern="1200" cap="none" spc="0" normalizeH="0" baseline="0" noProof="0" dirty="0">
              <a:ln>
                <a:noFill/>
              </a:ln>
              <a:solidFill>
                <a:srgbClr val="000000"/>
              </a:solidFill>
              <a:effectLst/>
              <a:uLnTx/>
              <a:uFillTx/>
              <a:latin typeface="Verdana"/>
              <a:ea typeface="+mj-ea"/>
              <a:cs typeface="+mj-cs"/>
            </a:endParaRPr>
          </a:p>
        </p:txBody>
      </p:sp>
      <p:cxnSp>
        <p:nvCxnSpPr>
          <p:cNvPr id="55" name="Elbow Connector 77">
            <a:extLst>
              <a:ext uri="{FF2B5EF4-FFF2-40B4-BE49-F238E27FC236}">
                <a16:creationId xmlns:a16="http://schemas.microsoft.com/office/drawing/2014/main" id="{17FA8852-32C3-42AE-8733-2B101AD849BE}"/>
              </a:ext>
            </a:extLst>
          </p:cNvPr>
          <p:cNvCxnSpPr>
            <a:cxnSpLocks/>
            <a:stCxn id="72" idx="2"/>
            <a:endCxn id="73" idx="3"/>
          </p:cNvCxnSpPr>
          <p:nvPr/>
        </p:nvCxnSpPr>
        <p:spPr>
          <a:xfrm flipH="1" flipV="1">
            <a:off x="3409874" y="1867943"/>
            <a:ext cx="1093193" cy="529424"/>
          </a:xfrm>
          <a:prstGeom prst="bentConnector3">
            <a:avLst>
              <a:gd name="adj1" fmla="val -275"/>
            </a:avLst>
          </a:prstGeom>
          <a:noFill/>
          <a:ln w="19050" cap="flat" cmpd="sng" algn="ctr">
            <a:solidFill>
              <a:srgbClr val="003399"/>
            </a:solidFill>
            <a:prstDash val="solid"/>
          </a:ln>
          <a:effectLst/>
        </p:spPr>
      </p:cxnSp>
      <p:cxnSp>
        <p:nvCxnSpPr>
          <p:cNvPr id="56" name="Elbow Connector 78">
            <a:extLst>
              <a:ext uri="{FF2B5EF4-FFF2-40B4-BE49-F238E27FC236}">
                <a16:creationId xmlns:a16="http://schemas.microsoft.com/office/drawing/2014/main" id="{5EE0DC11-8451-45E0-9C94-9242EBFE3EF1}"/>
              </a:ext>
            </a:extLst>
          </p:cNvPr>
          <p:cNvCxnSpPr>
            <a:cxnSpLocks/>
            <a:stCxn id="68" idx="4"/>
            <a:endCxn id="79" idx="1"/>
          </p:cNvCxnSpPr>
          <p:nvPr/>
        </p:nvCxnSpPr>
        <p:spPr>
          <a:xfrm>
            <a:off x="7406558" y="2890575"/>
            <a:ext cx="326194" cy="517697"/>
          </a:xfrm>
          <a:prstGeom prst="bentConnector3">
            <a:avLst>
              <a:gd name="adj1" fmla="val 50000"/>
            </a:avLst>
          </a:prstGeom>
          <a:noFill/>
          <a:ln w="19050" cap="flat" cmpd="sng" algn="ctr">
            <a:solidFill>
              <a:srgbClr val="000000">
                <a:lumMod val="50000"/>
                <a:lumOff val="50000"/>
              </a:srgbClr>
            </a:solidFill>
            <a:prstDash val="solid"/>
          </a:ln>
          <a:effectLst/>
        </p:spPr>
      </p:cxnSp>
      <p:cxnSp>
        <p:nvCxnSpPr>
          <p:cNvPr id="57" name="Elbow Connector 79">
            <a:extLst>
              <a:ext uri="{FF2B5EF4-FFF2-40B4-BE49-F238E27FC236}">
                <a16:creationId xmlns:a16="http://schemas.microsoft.com/office/drawing/2014/main" id="{179DA938-3BC8-48BC-8B5A-806D2D942725}"/>
              </a:ext>
            </a:extLst>
          </p:cNvPr>
          <p:cNvCxnSpPr/>
          <p:nvPr/>
        </p:nvCxnSpPr>
        <p:spPr>
          <a:xfrm>
            <a:off x="6769673" y="4472922"/>
            <a:ext cx="963078" cy="660909"/>
          </a:xfrm>
          <a:prstGeom prst="bentConnector3">
            <a:avLst>
              <a:gd name="adj1" fmla="val 1819"/>
            </a:avLst>
          </a:prstGeom>
          <a:noFill/>
          <a:ln w="19050" cap="flat" cmpd="sng" algn="ctr">
            <a:solidFill>
              <a:srgbClr val="000000"/>
            </a:solidFill>
            <a:prstDash val="solid"/>
          </a:ln>
          <a:effectLst/>
        </p:spPr>
      </p:cxnSp>
      <p:grpSp>
        <p:nvGrpSpPr>
          <p:cNvPr id="58" name="Group 4">
            <a:extLst>
              <a:ext uri="{FF2B5EF4-FFF2-40B4-BE49-F238E27FC236}">
                <a16:creationId xmlns:a16="http://schemas.microsoft.com/office/drawing/2014/main" id="{79A1747D-603E-442C-99AC-CD3C45C697FA}"/>
              </a:ext>
            </a:extLst>
          </p:cNvPr>
          <p:cNvGrpSpPr/>
          <p:nvPr/>
        </p:nvGrpSpPr>
        <p:grpSpPr>
          <a:xfrm>
            <a:off x="4293180" y="2246101"/>
            <a:ext cx="2724150" cy="2514598"/>
            <a:chOff x="2942185" y="1837285"/>
            <a:chExt cx="3183429" cy="3183429"/>
          </a:xfrm>
        </p:grpSpPr>
        <p:sp>
          <p:nvSpPr>
            <p:cNvPr id="59" name="Block Arc 58">
              <a:extLst>
                <a:ext uri="{FF2B5EF4-FFF2-40B4-BE49-F238E27FC236}">
                  <a16:creationId xmlns:a16="http://schemas.microsoft.com/office/drawing/2014/main" id="{3B9CC331-FA98-45C9-BB18-74BBC6D9AA9B}"/>
                </a:ext>
              </a:extLst>
            </p:cNvPr>
            <p:cNvSpPr/>
            <p:nvPr/>
          </p:nvSpPr>
          <p:spPr>
            <a:xfrm>
              <a:off x="2942185" y="1837285"/>
              <a:ext cx="3183429" cy="3183429"/>
            </a:xfrm>
            <a:prstGeom prst="blockArc">
              <a:avLst>
                <a:gd name="adj1" fmla="val 12600000"/>
                <a:gd name="adj2" fmla="val 16200000"/>
                <a:gd name="adj3" fmla="val 4521"/>
              </a:avLst>
            </a:prstGeom>
            <a:solidFill>
              <a:srgbClr val="8099CC">
                <a:hueOff val="0"/>
                <a:satOff val="0"/>
                <a:lumOff val="0"/>
                <a:alphaOff val="0"/>
              </a:srgbClr>
            </a:solidFill>
            <a:ln>
              <a:noFill/>
            </a:ln>
            <a:effectLst/>
          </p:spPr>
        </p:sp>
        <p:sp>
          <p:nvSpPr>
            <p:cNvPr id="60" name="Block Arc 59">
              <a:extLst>
                <a:ext uri="{FF2B5EF4-FFF2-40B4-BE49-F238E27FC236}">
                  <a16:creationId xmlns:a16="http://schemas.microsoft.com/office/drawing/2014/main" id="{AEA92A78-B9A5-457F-9F76-0E15AD72871C}"/>
                </a:ext>
              </a:extLst>
            </p:cNvPr>
            <p:cNvSpPr/>
            <p:nvPr/>
          </p:nvSpPr>
          <p:spPr>
            <a:xfrm>
              <a:off x="2942185" y="1837285"/>
              <a:ext cx="3183429" cy="3183429"/>
            </a:xfrm>
            <a:prstGeom prst="blockArc">
              <a:avLst>
                <a:gd name="adj1" fmla="val 9000000"/>
                <a:gd name="adj2" fmla="val 12600000"/>
                <a:gd name="adj3" fmla="val 4521"/>
              </a:avLst>
            </a:prstGeom>
            <a:solidFill>
              <a:srgbClr val="738AB9">
                <a:hueOff val="0"/>
                <a:satOff val="0"/>
                <a:lumOff val="0"/>
                <a:alphaOff val="0"/>
              </a:srgbClr>
            </a:solidFill>
            <a:ln>
              <a:noFill/>
            </a:ln>
            <a:effectLst/>
          </p:spPr>
        </p:sp>
        <p:sp>
          <p:nvSpPr>
            <p:cNvPr id="61" name="Block Arc 60">
              <a:extLst>
                <a:ext uri="{FF2B5EF4-FFF2-40B4-BE49-F238E27FC236}">
                  <a16:creationId xmlns:a16="http://schemas.microsoft.com/office/drawing/2014/main" id="{C3D49C4C-D0D7-4FE6-B4C9-689380D08DB5}"/>
                </a:ext>
              </a:extLst>
            </p:cNvPr>
            <p:cNvSpPr/>
            <p:nvPr/>
          </p:nvSpPr>
          <p:spPr>
            <a:xfrm>
              <a:off x="2942185" y="1837285"/>
              <a:ext cx="3183429" cy="3183429"/>
            </a:xfrm>
            <a:prstGeom prst="blockArc">
              <a:avLst>
                <a:gd name="adj1" fmla="val 5400000"/>
                <a:gd name="adj2" fmla="val 9000000"/>
                <a:gd name="adj3" fmla="val 4521"/>
              </a:avLst>
            </a:prstGeom>
            <a:solidFill>
              <a:srgbClr val="AAADCA">
                <a:hueOff val="0"/>
                <a:satOff val="0"/>
                <a:lumOff val="0"/>
                <a:alphaOff val="0"/>
              </a:srgbClr>
            </a:solidFill>
            <a:ln>
              <a:noFill/>
            </a:ln>
            <a:effectLst/>
          </p:spPr>
        </p:sp>
        <p:sp>
          <p:nvSpPr>
            <p:cNvPr id="63" name="Block Arc 62">
              <a:extLst>
                <a:ext uri="{FF2B5EF4-FFF2-40B4-BE49-F238E27FC236}">
                  <a16:creationId xmlns:a16="http://schemas.microsoft.com/office/drawing/2014/main" id="{25223324-7205-4C0B-9C57-372FE4514D53}"/>
                </a:ext>
              </a:extLst>
            </p:cNvPr>
            <p:cNvSpPr/>
            <p:nvPr/>
          </p:nvSpPr>
          <p:spPr>
            <a:xfrm>
              <a:off x="2942185" y="1837285"/>
              <a:ext cx="3183429" cy="3183429"/>
            </a:xfrm>
            <a:prstGeom prst="blockArc">
              <a:avLst>
                <a:gd name="adj1" fmla="val 1800000"/>
                <a:gd name="adj2" fmla="val 5400000"/>
                <a:gd name="adj3" fmla="val 4521"/>
              </a:avLst>
            </a:prstGeom>
            <a:solidFill>
              <a:srgbClr val="000000">
                <a:hueOff val="0"/>
                <a:satOff val="0"/>
                <a:lumOff val="0"/>
                <a:alphaOff val="0"/>
              </a:srgbClr>
            </a:solidFill>
            <a:ln>
              <a:noFill/>
            </a:ln>
            <a:effectLst/>
          </p:spPr>
        </p:sp>
        <p:sp>
          <p:nvSpPr>
            <p:cNvPr id="64" name="Block Arc 63">
              <a:extLst>
                <a:ext uri="{FF2B5EF4-FFF2-40B4-BE49-F238E27FC236}">
                  <a16:creationId xmlns:a16="http://schemas.microsoft.com/office/drawing/2014/main" id="{C5DEA5A0-6D8D-460E-B9DF-C67A0C15DBD4}"/>
                </a:ext>
              </a:extLst>
            </p:cNvPr>
            <p:cNvSpPr/>
            <p:nvPr/>
          </p:nvSpPr>
          <p:spPr>
            <a:xfrm>
              <a:off x="2942185" y="1837285"/>
              <a:ext cx="3183429" cy="3183429"/>
            </a:xfrm>
            <a:prstGeom prst="blockArc">
              <a:avLst>
                <a:gd name="adj1" fmla="val 19800000"/>
                <a:gd name="adj2" fmla="val 1800000"/>
                <a:gd name="adj3" fmla="val 4521"/>
              </a:avLst>
            </a:prstGeom>
            <a:solidFill>
              <a:srgbClr val="000000">
                <a:lumMod val="50000"/>
                <a:lumOff val="50000"/>
              </a:srgbClr>
            </a:solidFill>
            <a:ln>
              <a:solidFill>
                <a:srgbClr val="000000">
                  <a:lumMod val="50000"/>
                  <a:lumOff val="50000"/>
                </a:srgbClr>
              </a:solidFill>
            </a:ln>
            <a:effectLst/>
          </p:spPr>
        </p:sp>
        <p:sp>
          <p:nvSpPr>
            <p:cNvPr id="65" name="Block Arc 64">
              <a:extLst>
                <a:ext uri="{FF2B5EF4-FFF2-40B4-BE49-F238E27FC236}">
                  <a16:creationId xmlns:a16="http://schemas.microsoft.com/office/drawing/2014/main" id="{BAD1B63B-77BC-4812-A2CB-0E5722195753}"/>
                </a:ext>
              </a:extLst>
            </p:cNvPr>
            <p:cNvSpPr/>
            <p:nvPr/>
          </p:nvSpPr>
          <p:spPr>
            <a:xfrm>
              <a:off x="2942185" y="1837285"/>
              <a:ext cx="3183429" cy="3183429"/>
            </a:xfrm>
            <a:prstGeom prst="blockArc">
              <a:avLst>
                <a:gd name="adj1" fmla="val 16200000"/>
                <a:gd name="adj2" fmla="val 19800000"/>
                <a:gd name="adj3" fmla="val 4521"/>
              </a:avLst>
            </a:prstGeom>
            <a:solidFill>
              <a:srgbClr val="8099CC">
                <a:hueOff val="0"/>
                <a:satOff val="0"/>
                <a:lumOff val="0"/>
                <a:alphaOff val="0"/>
              </a:srgbClr>
            </a:solidFill>
            <a:ln>
              <a:noFill/>
            </a:ln>
            <a:effectLst/>
          </p:spPr>
        </p:sp>
      </p:grpSp>
      <p:sp>
        <p:nvSpPr>
          <p:cNvPr id="66" name="Freeform 87">
            <a:extLst>
              <a:ext uri="{FF2B5EF4-FFF2-40B4-BE49-F238E27FC236}">
                <a16:creationId xmlns:a16="http://schemas.microsoft.com/office/drawing/2014/main" id="{F9EFE9C8-094A-4F09-B84B-75D7C1271E4A}"/>
              </a:ext>
            </a:extLst>
          </p:cNvPr>
          <p:cNvSpPr/>
          <p:nvPr/>
        </p:nvSpPr>
        <p:spPr>
          <a:xfrm>
            <a:off x="4912292" y="2817600"/>
            <a:ext cx="1485902" cy="1371600"/>
          </a:xfrm>
          <a:custGeom>
            <a:avLst/>
            <a:gdLst>
              <a:gd name="connsiteX0" fmla="*/ 0 w 1427665"/>
              <a:gd name="connsiteY0" fmla="*/ 713833 h 1427665"/>
              <a:gd name="connsiteX1" fmla="*/ 209078 w 1427665"/>
              <a:gd name="connsiteY1" fmla="*/ 209077 h 1427665"/>
              <a:gd name="connsiteX2" fmla="*/ 713835 w 1427665"/>
              <a:gd name="connsiteY2" fmla="*/ 1 h 1427665"/>
              <a:gd name="connsiteX3" fmla="*/ 1218591 w 1427665"/>
              <a:gd name="connsiteY3" fmla="*/ 209079 h 1427665"/>
              <a:gd name="connsiteX4" fmla="*/ 1427667 w 1427665"/>
              <a:gd name="connsiteY4" fmla="*/ 713836 h 1427665"/>
              <a:gd name="connsiteX5" fmla="*/ 1218590 w 1427665"/>
              <a:gd name="connsiteY5" fmla="*/ 1218592 h 1427665"/>
              <a:gd name="connsiteX6" fmla="*/ 713834 w 1427665"/>
              <a:gd name="connsiteY6" fmla="*/ 1427669 h 1427665"/>
              <a:gd name="connsiteX7" fmla="*/ 209078 w 1427665"/>
              <a:gd name="connsiteY7" fmla="*/ 1218592 h 1427665"/>
              <a:gd name="connsiteX8" fmla="*/ 2 w 1427665"/>
              <a:gd name="connsiteY8" fmla="*/ 713835 h 1427665"/>
              <a:gd name="connsiteX9" fmla="*/ 0 w 1427665"/>
              <a:gd name="connsiteY9" fmla="*/ 713833 h 1427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7665" h="1427665">
                <a:moveTo>
                  <a:pt x="0" y="713833"/>
                </a:moveTo>
                <a:cubicBezTo>
                  <a:pt x="0" y="524513"/>
                  <a:pt x="75208" y="342946"/>
                  <a:pt x="209078" y="209077"/>
                </a:cubicBezTo>
                <a:cubicBezTo>
                  <a:pt x="342948" y="75207"/>
                  <a:pt x="524514" y="1"/>
                  <a:pt x="713835" y="1"/>
                </a:cubicBezTo>
                <a:cubicBezTo>
                  <a:pt x="903155" y="1"/>
                  <a:pt x="1084722" y="75209"/>
                  <a:pt x="1218591" y="209079"/>
                </a:cubicBezTo>
                <a:cubicBezTo>
                  <a:pt x="1352461" y="342949"/>
                  <a:pt x="1427667" y="524515"/>
                  <a:pt x="1427667" y="713836"/>
                </a:cubicBezTo>
                <a:cubicBezTo>
                  <a:pt x="1427667" y="903156"/>
                  <a:pt x="1352460" y="1084723"/>
                  <a:pt x="1218590" y="1218592"/>
                </a:cubicBezTo>
                <a:cubicBezTo>
                  <a:pt x="1084720" y="1352462"/>
                  <a:pt x="903154" y="1427669"/>
                  <a:pt x="713834" y="1427669"/>
                </a:cubicBezTo>
                <a:cubicBezTo>
                  <a:pt x="524514" y="1427669"/>
                  <a:pt x="342947" y="1352462"/>
                  <a:pt x="209078" y="1218592"/>
                </a:cubicBezTo>
                <a:cubicBezTo>
                  <a:pt x="75208" y="1084722"/>
                  <a:pt x="1" y="903156"/>
                  <a:pt x="2" y="713835"/>
                </a:cubicBezTo>
                <a:lnTo>
                  <a:pt x="0" y="713833"/>
                </a:lnTo>
                <a:close/>
              </a:path>
            </a:pathLst>
          </a:custGeom>
          <a:solidFill>
            <a:srgbClr val="003399">
              <a:hueOff val="0"/>
              <a:satOff val="0"/>
              <a:lumOff val="0"/>
              <a:alphaOff val="0"/>
            </a:srgbClr>
          </a:solidFill>
          <a:ln w="25400" cap="flat" cmpd="sng" algn="ctr">
            <a:solidFill>
              <a:srgbClr val="FFFFFF">
                <a:hueOff val="0"/>
                <a:satOff val="0"/>
                <a:lumOff val="0"/>
                <a:alphaOff val="0"/>
              </a:srgbClr>
            </a:solidFill>
            <a:prstDash val="solid"/>
          </a:ln>
          <a:effectLst/>
        </p:spPr>
        <p:txBody>
          <a:bodyPr spcFirstLastPara="0" vert="horz" wrap="square" lIns="243482" tIns="243482" rIns="243482" bIns="243482" numCol="1" spcCol="1372" anchor="ctr" anchorCtr="0">
            <a:noAutofit/>
          </a:bodyPr>
          <a:lstStyle/>
          <a:p>
            <a:pPr marL="0" marR="0" lvl="0" indent="0" algn="ctr" defTabSz="623679" eaLnBrk="1" fontAlgn="auto" latinLnBrk="0" hangingPunct="1">
              <a:lnSpc>
                <a:spcPct val="90000"/>
              </a:lnSpc>
              <a:spcBef>
                <a:spcPts val="0"/>
              </a:spcBef>
              <a:spcAft>
                <a:spcPct val="3500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Arial"/>
              </a:rPr>
              <a:t>Review Methodology</a:t>
            </a:r>
          </a:p>
        </p:txBody>
      </p:sp>
      <p:sp>
        <p:nvSpPr>
          <p:cNvPr id="67" name="Freeform 88">
            <a:extLst>
              <a:ext uri="{FF2B5EF4-FFF2-40B4-BE49-F238E27FC236}">
                <a16:creationId xmlns:a16="http://schemas.microsoft.com/office/drawing/2014/main" id="{2369E0D2-2A26-4249-A1F2-5AD86115EC02}"/>
              </a:ext>
            </a:extLst>
          </p:cNvPr>
          <p:cNvSpPr/>
          <p:nvPr/>
        </p:nvSpPr>
        <p:spPr>
          <a:xfrm>
            <a:off x="5110435" y="1773670"/>
            <a:ext cx="1082645" cy="999365"/>
          </a:xfrm>
          <a:custGeom>
            <a:avLst/>
            <a:gdLst>
              <a:gd name="connsiteX0" fmla="*/ 0 w 999365"/>
              <a:gd name="connsiteY0" fmla="*/ 499683 h 999365"/>
              <a:gd name="connsiteX1" fmla="*/ 146354 w 999365"/>
              <a:gd name="connsiteY1" fmla="*/ 146354 h 999365"/>
              <a:gd name="connsiteX2" fmla="*/ 499684 w 999365"/>
              <a:gd name="connsiteY2" fmla="*/ 1 h 999365"/>
              <a:gd name="connsiteX3" fmla="*/ 853013 w 999365"/>
              <a:gd name="connsiteY3" fmla="*/ 146355 h 999365"/>
              <a:gd name="connsiteX4" fmla="*/ 999366 w 999365"/>
              <a:gd name="connsiteY4" fmla="*/ 499685 h 999365"/>
              <a:gd name="connsiteX5" fmla="*/ 853012 w 999365"/>
              <a:gd name="connsiteY5" fmla="*/ 853014 h 999365"/>
              <a:gd name="connsiteX6" fmla="*/ 499683 w 999365"/>
              <a:gd name="connsiteY6" fmla="*/ 999368 h 999365"/>
              <a:gd name="connsiteX7" fmla="*/ 146354 w 999365"/>
              <a:gd name="connsiteY7" fmla="*/ 853014 h 999365"/>
              <a:gd name="connsiteX8" fmla="*/ 1 w 999365"/>
              <a:gd name="connsiteY8" fmla="*/ 499684 h 999365"/>
              <a:gd name="connsiteX9" fmla="*/ 0 w 999365"/>
              <a:gd name="connsiteY9" fmla="*/ 499683 h 999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9365" h="999365">
                <a:moveTo>
                  <a:pt x="0" y="499683"/>
                </a:moveTo>
                <a:cubicBezTo>
                  <a:pt x="0" y="367159"/>
                  <a:pt x="52645" y="240062"/>
                  <a:pt x="146354" y="146354"/>
                </a:cubicBezTo>
                <a:cubicBezTo>
                  <a:pt x="240063" y="52645"/>
                  <a:pt x="367159" y="1"/>
                  <a:pt x="499684" y="1"/>
                </a:cubicBezTo>
                <a:cubicBezTo>
                  <a:pt x="632208" y="1"/>
                  <a:pt x="759305" y="52646"/>
                  <a:pt x="853013" y="146355"/>
                </a:cubicBezTo>
                <a:cubicBezTo>
                  <a:pt x="946722" y="240064"/>
                  <a:pt x="999366" y="367160"/>
                  <a:pt x="999366" y="499685"/>
                </a:cubicBezTo>
                <a:cubicBezTo>
                  <a:pt x="999366" y="632209"/>
                  <a:pt x="946721" y="759306"/>
                  <a:pt x="853012" y="853014"/>
                </a:cubicBezTo>
                <a:cubicBezTo>
                  <a:pt x="759303" y="946723"/>
                  <a:pt x="632207" y="999368"/>
                  <a:pt x="499683" y="999368"/>
                </a:cubicBezTo>
                <a:cubicBezTo>
                  <a:pt x="367159" y="999368"/>
                  <a:pt x="240062" y="946723"/>
                  <a:pt x="146354" y="853014"/>
                </a:cubicBezTo>
                <a:cubicBezTo>
                  <a:pt x="52645" y="759305"/>
                  <a:pt x="0" y="632209"/>
                  <a:pt x="1" y="499684"/>
                </a:cubicBezTo>
                <a:lnTo>
                  <a:pt x="0" y="499683"/>
                </a:lnTo>
                <a:close/>
              </a:path>
            </a:pathLst>
          </a:custGeom>
          <a:solidFill>
            <a:srgbClr val="8099CC">
              <a:hueOff val="0"/>
              <a:satOff val="0"/>
              <a:lumOff val="0"/>
              <a:alphaOff val="0"/>
            </a:srgbClr>
          </a:solidFill>
          <a:ln w="25400" cap="flat" cmpd="sng" algn="ctr">
            <a:solidFill>
              <a:srgbClr val="FFFFFF">
                <a:hueOff val="0"/>
                <a:satOff val="0"/>
                <a:lumOff val="0"/>
                <a:alphaOff val="0"/>
              </a:srgbClr>
            </a:solidFill>
            <a:prstDash val="solid"/>
          </a:ln>
          <a:effectLst/>
        </p:spPr>
        <p:txBody>
          <a:bodyPr spcFirstLastPara="0" vert="horz" wrap="square" lIns="0" tIns="170295" rIns="0" bIns="170295" numCol="1" spcCol="1372" anchor="t" anchorCtr="0">
            <a:noAutofit/>
          </a:bodyPr>
          <a:lstStyle/>
          <a:p>
            <a:pPr marL="0" marR="0" lvl="0" indent="0" algn="ctr" defTabSz="431779" eaLnBrk="1" fontAlgn="auto" latinLnBrk="0" hangingPunct="1">
              <a:lnSpc>
                <a:spcPct val="90000"/>
              </a:lnSpc>
              <a:spcBef>
                <a:spcPts val="0"/>
              </a:spcBef>
              <a:spcAft>
                <a:spcPct val="3500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Arial"/>
              </a:rPr>
              <a:t>1</a:t>
            </a:r>
          </a:p>
          <a:p>
            <a:pPr marL="0" marR="0" lvl="0" indent="0" algn="ctr" defTabSz="431779" eaLnBrk="1" fontAlgn="auto" latinLnBrk="0" hangingPunct="1">
              <a:lnSpc>
                <a:spcPct val="90000"/>
              </a:lnSpc>
              <a:spcBef>
                <a:spcPts val="0"/>
              </a:spcBef>
              <a:spcAft>
                <a:spcPct val="3500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Arial"/>
              </a:rPr>
              <a:t>Co-Develop Expectations</a:t>
            </a:r>
          </a:p>
        </p:txBody>
      </p:sp>
      <p:sp>
        <p:nvSpPr>
          <p:cNvPr id="68" name="Freeform 89">
            <a:extLst>
              <a:ext uri="{FF2B5EF4-FFF2-40B4-BE49-F238E27FC236}">
                <a16:creationId xmlns:a16="http://schemas.microsoft.com/office/drawing/2014/main" id="{863D36D6-F023-4787-B6FC-618FDBE8C499}"/>
              </a:ext>
            </a:extLst>
          </p:cNvPr>
          <p:cNvSpPr/>
          <p:nvPr/>
        </p:nvSpPr>
        <p:spPr>
          <a:xfrm>
            <a:off x="6323912" y="2390890"/>
            <a:ext cx="1082645" cy="999365"/>
          </a:xfrm>
          <a:custGeom>
            <a:avLst/>
            <a:gdLst>
              <a:gd name="connsiteX0" fmla="*/ 0 w 999365"/>
              <a:gd name="connsiteY0" fmla="*/ 499683 h 999365"/>
              <a:gd name="connsiteX1" fmla="*/ 146354 w 999365"/>
              <a:gd name="connsiteY1" fmla="*/ 146354 h 999365"/>
              <a:gd name="connsiteX2" fmla="*/ 499684 w 999365"/>
              <a:gd name="connsiteY2" fmla="*/ 1 h 999365"/>
              <a:gd name="connsiteX3" fmla="*/ 853013 w 999365"/>
              <a:gd name="connsiteY3" fmla="*/ 146355 h 999365"/>
              <a:gd name="connsiteX4" fmla="*/ 999366 w 999365"/>
              <a:gd name="connsiteY4" fmla="*/ 499685 h 999365"/>
              <a:gd name="connsiteX5" fmla="*/ 853012 w 999365"/>
              <a:gd name="connsiteY5" fmla="*/ 853014 h 999365"/>
              <a:gd name="connsiteX6" fmla="*/ 499683 w 999365"/>
              <a:gd name="connsiteY6" fmla="*/ 999368 h 999365"/>
              <a:gd name="connsiteX7" fmla="*/ 146354 w 999365"/>
              <a:gd name="connsiteY7" fmla="*/ 853014 h 999365"/>
              <a:gd name="connsiteX8" fmla="*/ 1 w 999365"/>
              <a:gd name="connsiteY8" fmla="*/ 499684 h 999365"/>
              <a:gd name="connsiteX9" fmla="*/ 0 w 999365"/>
              <a:gd name="connsiteY9" fmla="*/ 499683 h 999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9365" h="999365">
                <a:moveTo>
                  <a:pt x="0" y="499683"/>
                </a:moveTo>
                <a:cubicBezTo>
                  <a:pt x="0" y="367159"/>
                  <a:pt x="52645" y="240062"/>
                  <a:pt x="146354" y="146354"/>
                </a:cubicBezTo>
                <a:cubicBezTo>
                  <a:pt x="240063" y="52645"/>
                  <a:pt x="367159" y="1"/>
                  <a:pt x="499684" y="1"/>
                </a:cubicBezTo>
                <a:cubicBezTo>
                  <a:pt x="632208" y="1"/>
                  <a:pt x="759305" y="52646"/>
                  <a:pt x="853013" y="146355"/>
                </a:cubicBezTo>
                <a:cubicBezTo>
                  <a:pt x="946722" y="240064"/>
                  <a:pt x="999366" y="367160"/>
                  <a:pt x="999366" y="499685"/>
                </a:cubicBezTo>
                <a:cubicBezTo>
                  <a:pt x="999366" y="632209"/>
                  <a:pt x="946721" y="759306"/>
                  <a:pt x="853012" y="853014"/>
                </a:cubicBezTo>
                <a:cubicBezTo>
                  <a:pt x="759303" y="946723"/>
                  <a:pt x="632207" y="999368"/>
                  <a:pt x="499683" y="999368"/>
                </a:cubicBezTo>
                <a:cubicBezTo>
                  <a:pt x="367159" y="999368"/>
                  <a:pt x="240062" y="946723"/>
                  <a:pt x="146354" y="853014"/>
                </a:cubicBezTo>
                <a:cubicBezTo>
                  <a:pt x="52645" y="759305"/>
                  <a:pt x="0" y="632209"/>
                  <a:pt x="1" y="499684"/>
                </a:cubicBezTo>
                <a:lnTo>
                  <a:pt x="0" y="499683"/>
                </a:lnTo>
                <a:close/>
              </a:path>
            </a:pathLst>
          </a:custGeom>
          <a:solidFill>
            <a:srgbClr val="000000">
              <a:lumMod val="50000"/>
              <a:lumOff val="50000"/>
            </a:srgbClr>
          </a:solidFill>
          <a:ln w="25400" cap="flat" cmpd="sng" algn="ctr">
            <a:solidFill>
              <a:srgbClr val="FFFFFF">
                <a:hueOff val="0"/>
                <a:satOff val="0"/>
                <a:lumOff val="0"/>
                <a:alphaOff val="0"/>
              </a:srgbClr>
            </a:solidFill>
            <a:prstDash val="solid"/>
          </a:ln>
          <a:effectLst/>
        </p:spPr>
        <p:txBody>
          <a:bodyPr spcFirstLastPara="0" vert="horz" wrap="square" lIns="170295" tIns="170295" rIns="170295" bIns="170295" numCol="1" spcCol="1372" anchor="t" anchorCtr="0">
            <a:noAutofit/>
          </a:bodyPr>
          <a:lstStyle/>
          <a:p>
            <a:pPr marL="0" marR="0" lvl="0" indent="0" algn="ctr" defTabSz="431779" eaLnBrk="1" fontAlgn="auto" latinLnBrk="0" hangingPunct="1">
              <a:lnSpc>
                <a:spcPct val="90000"/>
              </a:lnSpc>
              <a:spcBef>
                <a:spcPts val="0"/>
              </a:spcBef>
              <a:spcAft>
                <a:spcPct val="3500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Arial"/>
              </a:rPr>
              <a:t>2</a:t>
            </a:r>
          </a:p>
          <a:p>
            <a:pPr marL="0" marR="0" lvl="0" indent="0" algn="ctr" defTabSz="431779" eaLnBrk="1" fontAlgn="auto" latinLnBrk="0" hangingPunct="1">
              <a:lnSpc>
                <a:spcPct val="90000"/>
              </a:lnSpc>
              <a:spcBef>
                <a:spcPts val="0"/>
              </a:spcBef>
              <a:spcAft>
                <a:spcPct val="3500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Arial"/>
              </a:rPr>
              <a:t>Develop Review  Plan</a:t>
            </a:r>
          </a:p>
        </p:txBody>
      </p:sp>
      <p:sp>
        <p:nvSpPr>
          <p:cNvPr id="69" name="Freeform 90">
            <a:extLst>
              <a:ext uri="{FF2B5EF4-FFF2-40B4-BE49-F238E27FC236}">
                <a16:creationId xmlns:a16="http://schemas.microsoft.com/office/drawing/2014/main" id="{AF9D7B85-7344-48AE-B285-D50A1815CC89}"/>
              </a:ext>
            </a:extLst>
          </p:cNvPr>
          <p:cNvSpPr/>
          <p:nvPr/>
        </p:nvSpPr>
        <p:spPr>
          <a:xfrm>
            <a:off x="6274385" y="3655810"/>
            <a:ext cx="1082645" cy="999365"/>
          </a:xfrm>
          <a:custGeom>
            <a:avLst/>
            <a:gdLst>
              <a:gd name="connsiteX0" fmla="*/ 0 w 999365"/>
              <a:gd name="connsiteY0" fmla="*/ 499683 h 999365"/>
              <a:gd name="connsiteX1" fmla="*/ 146354 w 999365"/>
              <a:gd name="connsiteY1" fmla="*/ 146354 h 999365"/>
              <a:gd name="connsiteX2" fmla="*/ 499684 w 999365"/>
              <a:gd name="connsiteY2" fmla="*/ 1 h 999365"/>
              <a:gd name="connsiteX3" fmla="*/ 853013 w 999365"/>
              <a:gd name="connsiteY3" fmla="*/ 146355 h 999365"/>
              <a:gd name="connsiteX4" fmla="*/ 999366 w 999365"/>
              <a:gd name="connsiteY4" fmla="*/ 499685 h 999365"/>
              <a:gd name="connsiteX5" fmla="*/ 853012 w 999365"/>
              <a:gd name="connsiteY5" fmla="*/ 853014 h 999365"/>
              <a:gd name="connsiteX6" fmla="*/ 499683 w 999365"/>
              <a:gd name="connsiteY6" fmla="*/ 999368 h 999365"/>
              <a:gd name="connsiteX7" fmla="*/ 146354 w 999365"/>
              <a:gd name="connsiteY7" fmla="*/ 853014 h 999365"/>
              <a:gd name="connsiteX8" fmla="*/ 1 w 999365"/>
              <a:gd name="connsiteY8" fmla="*/ 499684 h 999365"/>
              <a:gd name="connsiteX9" fmla="*/ 0 w 999365"/>
              <a:gd name="connsiteY9" fmla="*/ 499683 h 999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9365" h="999365">
                <a:moveTo>
                  <a:pt x="0" y="499683"/>
                </a:moveTo>
                <a:cubicBezTo>
                  <a:pt x="0" y="367159"/>
                  <a:pt x="52645" y="240062"/>
                  <a:pt x="146354" y="146354"/>
                </a:cubicBezTo>
                <a:cubicBezTo>
                  <a:pt x="240063" y="52645"/>
                  <a:pt x="367159" y="1"/>
                  <a:pt x="499684" y="1"/>
                </a:cubicBezTo>
                <a:cubicBezTo>
                  <a:pt x="632208" y="1"/>
                  <a:pt x="759305" y="52646"/>
                  <a:pt x="853013" y="146355"/>
                </a:cubicBezTo>
                <a:cubicBezTo>
                  <a:pt x="946722" y="240064"/>
                  <a:pt x="999366" y="367160"/>
                  <a:pt x="999366" y="499685"/>
                </a:cubicBezTo>
                <a:cubicBezTo>
                  <a:pt x="999366" y="632209"/>
                  <a:pt x="946721" y="759306"/>
                  <a:pt x="853012" y="853014"/>
                </a:cubicBezTo>
                <a:cubicBezTo>
                  <a:pt x="759303" y="946723"/>
                  <a:pt x="632207" y="999368"/>
                  <a:pt x="499683" y="999368"/>
                </a:cubicBezTo>
                <a:cubicBezTo>
                  <a:pt x="367159" y="999368"/>
                  <a:pt x="240062" y="946723"/>
                  <a:pt x="146354" y="853014"/>
                </a:cubicBezTo>
                <a:cubicBezTo>
                  <a:pt x="52645" y="759305"/>
                  <a:pt x="0" y="632209"/>
                  <a:pt x="1" y="499684"/>
                </a:cubicBezTo>
                <a:lnTo>
                  <a:pt x="0" y="499683"/>
                </a:lnTo>
                <a:close/>
              </a:path>
            </a:pathLst>
          </a:custGeom>
          <a:solidFill>
            <a:srgbClr val="000000">
              <a:hueOff val="0"/>
              <a:satOff val="0"/>
              <a:lumOff val="0"/>
              <a:alphaOff val="0"/>
            </a:srgbClr>
          </a:solidFill>
          <a:ln w="25400" cap="flat" cmpd="sng" algn="ctr">
            <a:solidFill>
              <a:srgbClr val="FFFFFF">
                <a:hueOff val="0"/>
                <a:satOff val="0"/>
                <a:lumOff val="0"/>
                <a:alphaOff val="0"/>
              </a:srgbClr>
            </a:solidFill>
            <a:prstDash val="solid"/>
          </a:ln>
          <a:effectLst/>
        </p:spPr>
        <p:txBody>
          <a:bodyPr spcFirstLastPara="0" vert="horz" wrap="square" lIns="170295" tIns="170295" rIns="170295" bIns="170295" numCol="1" spcCol="1372" anchor="t" anchorCtr="0">
            <a:noAutofit/>
          </a:bodyPr>
          <a:lstStyle/>
          <a:p>
            <a:pPr marL="0" marR="0" lvl="0" indent="0" algn="ctr" defTabSz="431779" eaLnBrk="1" fontAlgn="auto" latinLnBrk="0" hangingPunct="1">
              <a:lnSpc>
                <a:spcPct val="90000"/>
              </a:lnSpc>
              <a:spcBef>
                <a:spcPts val="0"/>
              </a:spcBef>
              <a:spcAft>
                <a:spcPct val="3500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Arial"/>
              </a:rPr>
              <a:t>3</a:t>
            </a:r>
          </a:p>
          <a:p>
            <a:pPr marL="0" marR="0" lvl="0" indent="0" algn="ctr" defTabSz="431779" eaLnBrk="1" fontAlgn="auto" latinLnBrk="0" hangingPunct="1">
              <a:lnSpc>
                <a:spcPct val="90000"/>
              </a:lnSpc>
              <a:spcBef>
                <a:spcPts val="0"/>
              </a:spcBef>
              <a:spcAft>
                <a:spcPct val="3500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Arial"/>
              </a:rPr>
              <a:t>Carry out Field Review </a:t>
            </a:r>
          </a:p>
        </p:txBody>
      </p:sp>
      <p:sp>
        <p:nvSpPr>
          <p:cNvPr id="70" name="Freeform 91">
            <a:extLst>
              <a:ext uri="{FF2B5EF4-FFF2-40B4-BE49-F238E27FC236}">
                <a16:creationId xmlns:a16="http://schemas.microsoft.com/office/drawing/2014/main" id="{F3183B25-E2CB-455F-BDF1-D7E65A958191}"/>
              </a:ext>
            </a:extLst>
          </p:cNvPr>
          <p:cNvSpPr/>
          <p:nvPr/>
        </p:nvSpPr>
        <p:spPr>
          <a:xfrm>
            <a:off x="5126945" y="4250169"/>
            <a:ext cx="1082645" cy="999365"/>
          </a:xfrm>
          <a:custGeom>
            <a:avLst/>
            <a:gdLst>
              <a:gd name="connsiteX0" fmla="*/ 0 w 999365"/>
              <a:gd name="connsiteY0" fmla="*/ 499683 h 999365"/>
              <a:gd name="connsiteX1" fmla="*/ 146354 w 999365"/>
              <a:gd name="connsiteY1" fmla="*/ 146354 h 999365"/>
              <a:gd name="connsiteX2" fmla="*/ 499684 w 999365"/>
              <a:gd name="connsiteY2" fmla="*/ 1 h 999365"/>
              <a:gd name="connsiteX3" fmla="*/ 853013 w 999365"/>
              <a:gd name="connsiteY3" fmla="*/ 146355 h 999365"/>
              <a:gd name="connsiteX4" fmla="*/ 999366 w 999365"/>
              <a:gd name="connsiteY4" fmla="*/ 499685 h 999365"/>
              <a:gd name="connsiteX5" fmla="*/ 853012 w 999365"/>
              <a:gd name="connsiteY5" fmla="*/ 853014 h 999365"/>
              <a:gd name="connsiteX6" fmla="*/ 499683 w 999365"/>
              <a:gd name="connsiteY6" fmla="*/ 999368 h 999365"/>
              <a:gd name="connsiteX7" fmla="*/ 146354 w 999365"/>
              <a:gd name="connsiteY7" fmla="*/ 853014 h 999365"/>
              <a:gd name="connsiteX8" fmla="*/ 1 w 999365"/>
              <a:gd name="connsiteY8" fmla="*/ 499684 h 999365"/>
              <a:gd name="connsiteX9" fmla="*/ 0 w 999365"/>
              <a:gd name="connsiteY9" fmla="*/ 499683 h 999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9365" h="999365">
                <a:moveTo>
                  <a:pt x="0" y="499683"/>
                </a:moveTo>
                <a:cubicBezTo>
                  <a:pt x="0" y="367159"/>
                  <a:pt x="52645" y="240062"/>
                  <a:pt x="146354" y="146354"/>
                </a:cubicBezTo>
                <a:cubicBezTo>
                  <a:pt x="240063" y="52645"/>
                  <a:pt x="367159" y="1"/>
                  <a:pt x="499684" y="1"/>
                </a:cubicBezTo>
                <a:cubicBezTo>
                  <a:pt x="632208" y="1"/>
                  <a:pt x="759305" y="52646"/>
                  <a:pt x="853013" y="146355"/>
                </a:cubicBezTo>
                <a:cubicBezTo>
                  <a:pt x="946722" y="240064"/>
                  <a:pt x="999366" y="367160"/>
                  <a:pt x="999366" y="499685"/>
                </a:cubicBezTo>
                <a:cubicBezTo>
                  <a:pt x="999366" y="632209"/>
                  <a:pt x="946721" y="759306"/>
                  <a:pt x="853012" y="853014"/>
                </a:cubicBezTo>
                <a:cubicBezTo>
                  <a:pt x="759303" y="946723"/>
                  <a:pt x="632207" y="999368"/>
                  <a:pt x="499683" y="999368"/>
                </a:cubicBezTo>
                <a:cubicBezTo>
                  <a:pt x="367159" y="999368"/>
                  <a:pt x="240062" y="946723"/>
                  <a:pt x="146354" y="853014"/>
                </a:cubicBezTo>
                <a:cubicBezTo>
                  <a:pt x="52645" y="759305"/>
                  <a:pt x="0" y="632209"/>
                  <a:pt x="1" y="499684"/>
                </a:cubicBezTo>
                <a:lnTo>
                  <a:pt x="0" y="499683"/>
                </a:lnTo>
                <a:close/>
              </a:path>
            </a:pathLst>
          </a:custGeom>
          <a:solidFill>
            <a:srgbClr val="AAADCA">
              <a:hueOff val="0"/>
              <a:satOff val="0"/>
              <a:lumOff val="0"/>
              <a:alphaOff val="0"/>
            </a:srgbClr>
          </a:solidFill>
          <a:ln w="25400" cap="flat" cmpd="sng" algn="ctr">
            <a:solidFill>
              <a:srgbClr val="FFFFFF">
                <a:hueOff val="0"/>
                <a:satOff val="0"/>
                <a:lumOff val="0"/>
                <a:alphaOff val="0"/>
              </a:srgbClr>
            </a:solidFill>
            <a:prstDash val="solid"/>
          </a:ln>
          <a:effectLst/>
        </p:spPr>
        <p:txBody>
          <a:bodyPr spcFirstLastPara="0" vert="horz" wrap="square" lIns="170295" tIns="170295" rIns="170295" bIns="170295" numCol="1" spcCol="1372" anchor="t" anchorCtr="0">
            <a:noAutofit/>
          </a:bodyPr>
          <a:lstStyle/>
          <a:p>
            <a:pPr marL="0" marR="0" lvl="0" indent="0" algn="ctr" defTabSz="431779" eaLnBrk="1" fontAlgn="auto" latinLnBrk="0" hangingPunct="1">
              <a:lnSpc>
                <a:spcPct val="90000"/>
              </a:lnSpc>
              <a:spcBef>
                <a:spcPts val="0"/>
              </a:spcBef>
              <a:spcAft>
                <a:spcPct val="3500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Arial"/>
              </a:rPr>
              <a:t>4</a:t>
            </a:r>
          </a:p>
          <a:p>
            <a:pPr marL="0" marR="0" lvl="0" indent="0" algn="ctr" defTabSz="431779" eaLnBrk="1" fontAlgn="auto" latinLnBrk="0" hangingPunct="1">
              <a:lnSpc>
                <a:spcPct val="90000"/>
              </a:lnSpc>
              <a:spcBef>
                <a:spcPts val="0"/>
              </a:spcBef>
              <a:spcAft>
                <a:spcPct val="3500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Arial"/>
              </a:rPr>
              <a:t>Carry out IT Review</a:t>
            </a:r>
          </a:p>
        </p:txBody>
      </p:sp>
      <p:sp>
        <p:nvSpPr>
          <p:cNvPr id="71" name="Freeform 92">
            <a:extLst>
              <a:ext uri="{FF2B5EF4-FFF2-40B4-BE49-F238E27FC236}">
                <a16:creationId xmlns:a16="http://schemas.microsoft.com/office/drawing/2014/main" id="{BF0A8EFD-6C33-437C-BB52-057E0A1BDDC1}"/>
              </a:ext>
            </a:extLst>
          </p:cNvPr>
          <p:cNvSpPr/>
          <p:nvPr/>
        </p:nvSpPr>
        <p:spPr>
          <a:xfrm>
            <a:off x="3913449" y="3602469"/>
            <a:ext cx="1082645" cy="999365"/>
          </a:xfrm>
          <a:custGeom>
            <a:avLst/>
            <a:gdLst>
              <a:gd name="connsiteX0" fmla="*/ 0 w 999365"/>
              <a:gd name="connsiteY0" fmla="*/ 499683 h 999365"/>
              <a:gd name="connsiteX1" fmla="*/ 146354 w 999365"/>
              <a:gd name="connsiteY1" fmla="*/ 146354 h 999365"/>
              <a:gd name="connsiteX2" fmla="*/ 499684 w 999365"/>
              <a:gd name="connsiteY2" fmla="*/ 1 h 999365"/>
              <a:gd name="connsiteX3" fmla="*/ 853013 w 999365"/>
              <a:gd name="connsiteY3" fmla="*/ 146355 h 999365"/>
              <a:gd name="connsiteX4" fmla="*/ 999366 w 999365"/>
              <a:gd name="connsiteY4" fmla="*/ 499685 h 999365"/>
              <a:gd name="connsiteX5" fmla="*/ 853012 w 999365"/>
              <a:gd name="connsiteY5" fmla="*/ 853014 h 999365"/>
              <a:gd name="connsiteX6" fmla="*/ 499683 w 999365"/>
              <a:gd name="connsiteY6" fmla="*/ 999368 h 999365"/>
              <a:gd name="connsiteX7" fmla="*/ 146354 w 999365"/>
              <a:gd name="connsiteY7" fmla="*/ 853014 h 999365"/>
              <a:gd name="connsiteX8" fmla="*/ 1 w 999365"/>
              <a:gd name="connsiteY8" fmla="*/ 499684 h 999365"/>
              <a:gd name="connsiteX9" fmla="*/ 0 w 999365"/>
              <a:gd name="connsiteY9" fmla="*/ 499683 h 999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9365" h="999365">
                <a:moveTo>
                  <a:pt x="0" y="499683"/>
                </a:moveTo>
                <a:cubicBezTo>
                  <a:pt x="0" y="367159"/>
                  <a:pt x="52645" y="240062"/>
                  <a:pt x="146354" y="146354"/>
                </a:cubicBezTo>
                <a:cubicBezTo>
                  <a:pt x="240063" y="52645"/>
                  <a:pt x="367159" y="1"/>
                  <a:pt x="499684" y="1"/>
                </a:cubicBezTo>
                <a:cubicBezTo>
                  <a:pt x="632208" y="1"/>
                  <a:pt x="759305" y="52646"/>
                  <a:pt x="853013" y="146355"/>
                </a:cubicBezTo>
                <a:cubicBezTo>
                  <a:pt x="946722" y="240064"/>
                  <a:pt x="999366" y="367160"/>
                  <a:pt x="999366" y="499685"/>
                </a:cubicBezTo>
                <a:cubicBezTo>
                  <a:pt x="999366" y="632209"/>
                  <a:pt x="946721" y="759306"/>
                  <a:pt x="853012" y="853014"/>
                </a:cubicBezTo>
                <a:cubicBezTo>
                  <a:pt x="759303" y="946723"/>
                  <a:pt x="632207" y="999368"/>
                  <a:pt x="499683" y="999368"/>
                </a:cubicBezTo>
                <a:cubicBezTo>
                  <a:pt x="367159" y="999368"/>
                  <a:pt x="240062" y="946723"/>
                  <a:pt x="146354" y="853014"/>
                </a:cubicBezTo>
                <a:cubicBezTo>
                  <a:pt x="52645" y="759305"/>
                  <a:pt x="0" y="632209"/>
                  <a:pt x="1" y="499684"/>
                </a:cubicBezTo>
                <a:lnTo>
                  <a:pt x="0" y="499683"/>
                </a:lnTo>
                <a:close/>
              </a:path>
            </a:pathLst>
          </a:custGeom>
          <a:solidFill>
            <a:srgbClr val="009999"/>
          </a:solidFill>
          <a:ln w="25400" cap="flat" cmpd="sng" algn="ctr">
            <a:solidFill>
              <a:srgbClr val="FFFFFF"/>
            </a:solidFill>
            <a:prstDash val="solid"/>
          </a:ln>
          <a:effectLst/>
        </p:spPr>
        <p:txBody>
          <a:bodyPr spcFirstLastPara="0" vert="horz" wrap="square" lIns="170295" tIns="170295" rIns="170295" bIns="170295" numCol="1" spcCol="1372" anchor="t" anchorCtr="0">
            <a:noAutofit/>
          </a:bodyPr>
          <a:lstStyle/>
          <a:p>
            <a:pPr marL="0" marR="0" lvl="0" indent="0" algn="ctr" defTabSz="431779" eaLnBrk="1" fontAlgn="auto" latinLnBrk="0" hangingPunct="1">
              <a:lnSpc>
                <a:spcPct val="90000"/>
              </a:lnSpc>
              <a:spcBef>
                <a:spcPts val="0"/>
              </a:spcBef>
              <a:spcAft>
                <a:spcPct val="3500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Arial"/>
              </a:rPr>
              <a:t>5</a:t>
            </a:r>
          </a:p>
          <a:p>
            <a:pPr marL="0" marR="0" lvl="0" indent="0" algn="ctr" defTabSz="431779" eaLnBrk="1" fontAlgn="auto" latinLnBrk="0" hangingPunct="1">
              <a:lnSpc>
                <a:spcPct val="90000"/>
              </a:lnSpc>
              <a:spcBef>
                <a:spcPts val="0"/>
              </a:spcBef>
              <a:spcAft>
                <a:spcPct val="3500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Arial"/>
              </a:rPr>
              <a:t>Carry out External Review</a:t>
            </a:r>
          </a:p>
        </p:txBody>
      </p:sp>
      <p:sp>
        <p:nvSpPr>
          <p:cNvPr id="72" name="Freeform 93">
            <a:extLst>
              <a:ext uri="{FF2B5EF4-FFF2-40B4-BE49-F238E27FC236}">
                <a16:creationId xmlns:a16="http://schemas.microsoft.com/office/drawing/2014/main" id="{B8CF7176-4876-4055-9A05-13213B9C96F4}"/>
              </a:ext>
            </a:extLst>
          </p:cNvPr>
          <p:cNvSpPr/>
          <p:nvPr/>
        </p:nvSpPr>
        <p:spPr>
          <a:xfrm>
            <a:off x="3961743" y="2397366"/>
            <a:ext cx="1082645" cy="999365"/>
          </a:xfrm>
          <a:custGeom>
            <a:avLst/>
            <a:gdLst>
              <a:gd name="connsiteX0" fmla="*/ 0 w 999365"/>
              <a:gd name="connsiteY0" fmla="*/ 499683 h 999365"/>
              <a:gd name="connsiteX1" fmla="*/ 146354 w 999365"/>
              <a:gd name="connsiteY1" fmla="*/ 146354 h 999365"/>
              <a:gd name="connsiteX2" fmla="*/ 499684 w 999365"/>
              <a:gd name="connsiteY2" fmla="*/ 1 h 999365"/>
              <a:gd name="connsiteX3" fmla="*/ 853013 w 999365"/>
              <a:gd name="connsiteY3" fmla="*/ 146355 h 999365"/>
              <a:gd name="connsiteX4" fmla="*/ 999366 w 999365"/>
              <a:gd name="connsiteY4" fmla="*/ 499685 h 999365"/>
              <a:gd name="connsiteX5" fmla="*/ 853012 w 999365"/>
              <a:gd name="connsiteY5" fmla="*/ 853014 h 999365"/>
              <a:gd name="connsiteX6" fmla="*/ 499683 w 999365"/>
              <a:gd name="connsiteY6" fmla="*/ 999368 h 999365"/>
              <a:gd name="connsiteX7" fmla="*/ 146354 w 999365"/>
              <a:gd name="connsiteY7" fmla="*/ 853014 h 999365"/>
              <a:gd name="connsiteX8" fmla="*/ 1 w 999365"/>
              <a:gd name="connsiteY8" fmla="*/ 499684 h 999365"/>
              <a:gd name="connsiteX9" fmla="*/ 0 w 999365"/>
              <a:gd name="connsiteY9" fmla="*/ 499683 h 999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9365" h="999365">
                <a:moveTo>
                  <a:pt x="0" y="499683"/>
                </a:moveTo>
                <a:cubicBezTo>
                  <a:pt x="0" y="367159"/>
                  <a:pt x="52645" y="240062"/>
                  <a:pt x="146354" y="146354"/>
                </a:cubicBezTo>
                <a:cubicBezTo>
                  <a:pt x="240063" y="52645"/>
                  <a:pt x="367159" y="1"/>
                  <a:pt x="499684" y="1"/>
                </a:cubicBezTo>
                <a:cubicBezTo>
                  <a:pt x="632208" y="1"/>
                  <a:pt x="759305" y="52646"/>
                  <a:pt x="853013" y="146355"/>
                </a:cubicBezTo>
                <a:cubicBezTo>
                  <a:pt x="946722" y="240064"/>
                  <a:pt x="999366" y="367160"/>
                  <a:pt x="999366" y="499685"/>
                </a:cubicBezTo>
                <a:cubicBezTo>
                  <a:pt x="999366" y="632209"/>
                  <a:pt x="946721" y="759306"/>
                  <a:pt x="853012" y="853014"/>
                </a:cubicBezTo>
                <a:cubicBezTo>
                  <a:pt x="759303" y="946723"/>
                  <a:pt x="632207" y="999368"/>
                  <a:pt x="499683" y="999368"/>
                </a:cubicBezTo>
                <a:cubicBezTo>
                  <a:pt x="367159" y="999368"/>
                  <a:pt x="240062" y="946723"/>
                  <a:pt x="146354" y="853014"/>
                </a:cubicBezTo>
                <a:cubicBezTo>
                  <a:pt x="52645" y="759305"/>
                  <a:pt x="0" y="632209"/>
                  <a:pt x="1" y="499684"/>
                </a:cubicBezTo>
                <a:lnTo>
                  <a:pt x="0" y="499683"/>
                </a:lnTo>
                <a:close/>
              </a:path>
            </a:pathLst>
          </a:custGeom>
          <a:solidFill>
            <a:srgbClr val="738AB9">
              <a:lumMod val="75000"/>
            </a:srgbClr>
          </a:solidFill>
          <a:ln w="25400" cap="flat" cmpd="sng" algn="ctr">
            <a:solidFill>
              <a:srgbClr val="FFFFFF">
                <a:hueOff val="0"/>
                <a:satOff val="0"/>
                <a:lumOff val="0"/>
                <a:alphaOff val="0"/>
              </a:srgbClr>
            </a:solidFill>
            <a:prstDash val="solid"/>
          </a:ln>
          <a:effectLst/>
        </p:spPr>
        <p:txBody>
          <a:bodyPr spcFirstLastPara="0" vert="horz" wrap="square" lIns="170295" tIns="170295" rIns="170295" bIns="170295" numCol="1" spcCol="1372" anchor="t" anchorCtr="0">
            <a:noAutofit/>
          </a:bodyPr>
          <a:lstStyle/>
          <a:p>
            <a:pPr marL="0" marR="0" lvl="0" indent="0" algn="ctr" defTabSz="431779" eaLnBrk="1" fontAlgn="auto" latinLnBrk="0" hangingPunct="1">
              <a:lnSpc>
                <a:spcPct val="90000"/>
              </a:lnSpc>
              <a:spcBef>
                <a:spcPts val="0"/>
              </a:spcBef>
              <a:spcAft>
                <a:spcPct val="3500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Arial"/>
              </a:rPr>
              <a:t>6</a:t>
            </a:r>
          </a:p>
          <a:p>
            <a:pPr marL="0" marR="0" lvl="0" indent="0" algn="ctr" defTabSz="431779" eaLnBrk="1" fontAlgn="auto" latinLnBrk="0" hangingPunct="1">
              <a:lnSpc>
                <a:spcPct val="90000"/>
              </a:lnSpc>
              <a:spcBef>
                <a:spcPts val="0"/>
              </a:spcBef>
              <a:spcAft>
                <a:spcPct val="3500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Arial"/>
              </a:rPr>
              <a:t>Deliver Results and Insights</a:t>
            </a:r>
          </a:p>
        </p:txBody>
      </p:sp>
      <p:sp>
        <p:nvSpPr>
          <p:cNvPr id="73" name="TextBox 72">
            <a:extLst>
              <a:ext uri="{FF2B5EF4-FFF2-40B4-BE49-F238E27FC236}">
                <a16:creationId xmlns:a16="http://schemas.microsoft.com/office/drawing/2014/main" id="{5A365E60-90E0-40C8-BCD8-EC1F3977FA7A}"/>
              </a:ext>
            </a:extLst>
          </p:cNvPr>
          <p:cNvSpPr txBox="1"/>
          <p:nvPr/>
        </p:nvSpPr>
        <p:spPr>
          <a:xfrm>
            <a:off x="498206" y="1414159"/>
            <a:ext cx="2911668" cy="907567"/>
          </a:xfrm>
          <a:prstGeom prst="rect">
            <a:avLst/>
          </a:prstGeom>
          <a:noFill/>
        </p:spPr>
        <p:txBody>
          <a:bodyPr wrap="square" lIns="98692" tIns="49345" rIns="98692" bIns="49345" rtlCol="0">
            <a:spAutoFit/>
          </a:bodyPr>
          <a:lstStyle/>
          <a:p>
            <a:pPr marL="110719" marR="0" lvl="1" indent="-110719" defTabSz="1100010" eaLnBrk="0" fontAlgn="auto" latinLnBrk="0" hangingPunct="0">
              <a:lnSpc>
                <a:spcPct val="100000"/>
              </a:lnSpc>
              <a:spcBef>
                <a:spcPts val="0"/>
              </a:spcBef>
              <a:spcAft>
                <a:spcPts val="0"/>
              </a:spcAft>
              <a:buClrTx/>
              <a:buSzTx/>
              <a:buFont typeface="Arial" charset="0"/>
              <a:buChar char="•"/>
              <a:tabLst/>
              <a:defRPr/>
            </a:pPr>
            <a:r>
              <a:rPr kumimoji="0" lang="en-US" sz="1050" b="0" i="0" u="none" strike="noStrike" kern="0" cap="none" spc="0" normalizeH="0" baseline="0" noProof="0" dirty="0">
                <a:ln>
                  <a:noFill/>
                </a:ln>
                <a:effectLst/>
                <a:uLnTx/>
                <a:uFillTx/>
              </a:rPr>
              <a:t>Present Review Reports to Executive Management</a:t>
            </a:r>
          </a:p>
          <a:p>
            <a:pPr marL="110719" marR="0" lvl="1" indent="-110719" defTabSz="1100010" eaLnBrk="0" fontAlgn="auto" latinLnBrk="0" hangingPunct="0">
              <a:lnSpc>
                <a:spcPct val="100000"/>
              </a:lnSpc>
              <a:spcBef>
                <a:spcPts val="0"/>
              </a:spcBef>
              <a:spcAft>
                <a:spcPts val="0"/>
              </a:spcAft>
              <a:buClrTx/>
              <a:buSzTx/>
              <a:buFont typeface="Arial" charset="0"/>
              <a:buChar char="•"/>
              <a:tabLst/>
              <a:defRPr/>
            </a:pPr>
            <a:r>
              <a:rPr kumimoji="0" lang="en-US" sz="1050" b="0" i="0" u="none" strike="noStrike" kern="0" cap="none" spc="0" normalizeH="0" baseline="0" noProof="0" dirty="0">
                <a:ln>
                  <a:noFill/>
                </a:ln>
                <a:effectLst/>
                <a:uLnTx/>
                <a:uFillTx/>
              </a:rPr>
              <a:t>Compile Overall Root Cause Analysis Summary</a:t>
            </a:r>
          </a:p>
          <a:p>
            <a:pPr marL="110719" marR="0" lvl="1" indent="-110719" defTabSz="1100010" eaLnBrk="0" fontAlgn="auto" latinLnBrk="0" hangingPunct="0">
              <a:lnSpc>
                <a:spcPct val="100000"/>
              </a:lnSpc>
              <a:spcBef>
                <a:spcPts val="0"/>
              </a:spcBef>
              <a:spcAft>
                <a:spcPts val="0"/>
              </a:spcAft>
              <a:buClrTx/>
              <a:buSzTx/>
              <a:buFont typeface="Arial" charset="0"/>
              <a:buChar char="•"/>
              <a:tabLst/>
              <a:defRPr/>
            </a:pPr>
            <a:r>
              <a:rPr kumimoji="0" lang="en-US" sz="1050" b="0" i="0" u="none" strike="noStrike" kern="0" cap="none" spc="0" normalizeH="0" baseline="0" noProof="0" dirty="0">
                <a:ln>
                  <a:noFill/>
                </a:ln>
                <a:effectLst/>
                <a:uLnTx/>
                <a:uFillTx/>
              </a:rPr>
              <a:t>Track Review Recommendations</a:t>
            </a:r>
          </a:p>
        </p:txBody>
      </p:sp>
      <p:sp>
        <p:nvSpPr>
          <p:cNvPr id="74" name="TextBox 73">
            <a:extLst>
              <a:ext uri="{FF2B5EF4-FFF2-40B4-BE49-F238E27FC236}">
                <a16:creationId xmlns:a16="http://schemas.microsoft.com/office/drawing/2014/main" id="{6FA75508-BFD0-49F5-8D28-63FFB7912170}"/>
              </a:ext>
            </a:extLst>
          </p:cNvPr>
          <p:cNvSpPr txBox="1"/>
          <p:nvPr/>
        </p:nvSpPr>
        <p:spPr>
          <a:xfrm>
            <a:off x="489924" y="2604181"/>
            <a:ext cx="2892967" cy="2200229"/>
          </a:xfrm>
          <a:prstGeom prst="rect">
            <a:avLst/>
          </a:prstGeom>
          <a:noFill/>
        </p:spPr>
        <p:txBody>
          <a:bodyPr wrap="square" lIns="98692" tIns="49345" rIns="98692" bIns="49345" rtlCol="0">
            <a:spAutoFit/>
          </a:bodyPr>
          <a:lstStyle/>
          <a:p>
            <a:pPr marL="110719" marR="0" lvl="1" indent="-110719" defTabSz="1100010" eaLnBrk="0" fontAlgn="auto" latinLnBrk="0" hangingPunct="0">
              <a:lnSpc>
                <a:spcPct val="100000"/>
              </a:lnSpc>
              <a:spcBef>
                <a:spcPts val="0"/>
              </a:spcBef>
              <a:spcAft>
                <a:spcPts val="0"/>
              </a:spcAft>
              <a:buClrTx/>
              <a:buSzTx/>
              <a:buFont typeface="Arial" charset="0"/>
              <a:buChar char="•"/>
              <a:tabLst/>
              <a:defRPr/>
            </a:pPr>
            <a:r>
              <a:rPr kumimoji="0" lang="en-US" sz="1050" b="0" i="0" u="none" strike="noStrike" kern="0" cap="none" spc="0" normalizeH="0" baseline="0" noProof="0" dirty="0">
                <a:ln>
                  <a:noFill/>
                </a:ln>
                <a:effectLst/>
                <a:uLnTx/>
                <a:uFillTx/>
              </a:rPr>
              <a:t>Identify customers / customer categories to gather feedback from and design templates and frameworks to </a:t>
            </a:r>
            <a:r>
              <a:rPr kumimoji="0" lang="en-US" sz="1050" b="1" i="0" u="none" strike="noStrike" kern="0" cap="none" spc="0" normalizeH="0" baseline="0" noProof="0" dirty="0">
                <a:ln>
                  <a:noFill/>
                </a:ln>
                <a:effectLst/>
                <a:uLnTx/>
                <a:uFillTx/>
              </a:rPr>
              <a:t>appoint specialized consultants to engage with customers</a:t>
            </a:r>
            <a:r>
              <a:rPr kumimoji="0" lang="en-US" sz="1050" b="0" i="0" u="none" strike="noStrike" kern="0" cap="none" spc="0" normalizeH="0" baseline="0" noProof="0" dirty="0">
                <a:ln>
                  <a:noFill/>
                </a:ln>
                <a:effectLst/>
                <a:uLnTx/>
                <a:uFillTx/>
              </a:rPr>
              <a:t> to review the authenticity of claims / inputs by BRPL and BYPL functionaries</a:t>
            </a:r>
          </a:p>
          <a:p>
            <a:pPr marL="110719" marR="0" lvl="1" indent="-110719" defTabSz="1100010" eaLnBrk="0" fontAlgn="auto" latinLnBrk="0" hangingPunct="0">
              <a:lnSpc>
                <a:spcPct val="100000"/>
              </a:lnSpc>
              <a:spcBef>
                <a:spcPts val="0"/>
              </a:spcBef>
              <a:spcAft>
                <a:spcPts val="0"/>
              </a:spcAft>
              <a:buClrTx/>
              <a:buSzTx/>
              <a:buFont typeface="Arial" charset="0"/>
              <a:buChar char="•"/>
              <a:tabLst/>
              <a:defRPr/>
            </a:pPr>
            <a:r>
              <a:rPr kumimoji="0" lang="en-US" sz="1050" b="0" i="0" u="none" strike="noStrike" kern="0" cap="none" spc="0" normalizeH="0" baseline="0" noProof="0" dirty="0">
                <a:ln>
                  <a:noFill/>
                </a:ln>
                <a:effectLst/>
                <a:uLnTx/>
                <a:uFillTx/>
              </a:rPr>
              <a:t>Engage with Regulator and Government to gather feedback</a:t>
            </a:r>
          </a:p>
          <a:p>
            <a:pPr marL="110719" marR="0" lvl="1" indent="-110719" defTabSz="1100010" eaLnBrk="0" fontAlgn="auto" latinLnBrk="0" hangingPunct="0">
              <a:lnSpc>
                <a:spcPct val="100000"/>
              </a:lnSpc>
              <a:spcBef>
                <a:spcPts val="0"/>
              </a:spcBef>
              <a:spcAft>
                <a:spcPts val="0"/>
              </a:spcAft>
              <a:buClrTx/>
              <a:buSzTx/>
              <a:buFont typeface="Arial" charset="0"/>
              <a:buChar char="•"/>
              <a:tabLst/>
              <a:defRPr/>
            </a:pPr>
            <a:r>
              <a:rPr kumimoji="0" lang="en-US" sz="1050" b="0" i="0" u="none" strike="noStrike" kern="0" cap="none" spc="0" normalizeH="0" baseline="0" noProof="0" dirty="0">
                <a:ln>
                  <a:noFill/>
                </a:ln>
                <a:effectLst/>
                <a:uLnTx/>
                <a:uFillTx/>
              </a:rPr>
              <a:t>Gather feedback from vendors to check on the claims (if any) on timely payment delivery</a:t>
            </a:r>
          </a:p>
        </p:txBody>
      </p:sp>
      <p:sp>
        <p:nvSpPr>
          <p:cNvPr id="76" name="TextBox 75">
            <a:extLst>
              <a:ext uri="{FF2B5EF4-FFF2-40B4-BE49-F238E27FC236}">
                <a16:creationId xmlns:a16="http://schemas.microsoft.com/office/drawing/2014/main" id="{47FCC081-747E-4373-B6B7-C9A8E7F010A2}"/>
              </a:ext>
            </a:extLst>
          </p:cNvPr>
          <p:cNvSpPr txBox="1"/>
          <p:nvPr/>
        </p:nvSpPr>
        <p:spPr>
          <a:xfrm>
            <a:off x="498205" y="4931185"/>
            <a:ext cx="2836747" cy="1392315"/>
          </a:xfrm>
          <a:prstGeom prst="rect">
            <a:avLst/>
          </a:prstGeom>
          <a:noFill/>
        </p:spPr>
        <p:txBody>
          <a:bodyPr wrap="square" lIns="98692" tIns="49345" rIns="98692" bIns="49345" rtlCol="0">
            <a:spAutoFit/>
          </a:bodyPr>
          <a:lstStyle/>
          <a:p>
            <a:pPr marL="110719" marR="0" lvl="1" indent="-110719" defTabSz="1100010" eaLnBrk="0" fontAlgn="auto" latinLnBrk="0" hangingPunct="0">
              <a:lnSpc>
                <a:spcPct val="100000"/>
              </a:lnSpc>
              <a:spcBef>
                <a:spcPts val="0"/>
              </a:spcBef>
              <a:spcAft>
                <a:spcPts val="0"/>
              </a:spcAft>
              <a:buClrTx/>
              <a:buSzTx/>
              <a:buFont typeface="Arial" charset="0"/>
              <a:buChar char="•"/>
              <a:tabLst/>
              <a:defRPr/>
            </a:pPr>
            <a:r>
              <a:rPr kumimoji="0" lang="en-US" sz="1050" b="0" i="0" u="none" strike="noStrike" kern="0" cap="none" spc="0" normalizeH="0" baseline="0" noProof="0" dirty="0">
                <a:ln>
                  <a:noFill/>
                </a:ln>
                <a:effectLst/>
                <a:uLnTx/>
                <a:uFillTx/>
              </a:rPr>
              <a:t>Check inadequate validation checks in software detecting cases of non-billing or short/excess billing of meter rent</a:t>
            </a:r>
          </a:p>
          <a:p>
            <a:pPr marL="110719" marR="0" lvl="1" indent="-110719" defTabSz="1100010" eaLnBrk="0" fontAlgn="auto" latinLnBrk="0" hangingPunct="0">
              <a:lnSpc>
                <a:spcPct val="100000"/>
              </a:lnSpc>
              <a:spcBef>
                <a:spcPts val="0"/>
              </a:spcBef>
              <a:spcAft>
                <a:spcPts val="0"/>
              </a:spcAft>
              <a:buClrTx/>
              <a:buSzTx/>
              <a:buFont typeface="Arial" charset="0"/>
              <a:buChar char="•"/>
              <a:tabLst/>
              <a:defRPr/>
            </a:pPr>
            <a:r>
              <a:rPr kumimoji="0" lang="en-US" sz="1050" b="0" i="0" u="none" strike="noStrike" kern="0" cap="none" spc="0" normalizeH="0" baseline="0" noProof="0" dirty="0">
                <a:ln>
                  <a:noFill/>
                </a:ln>
                <a:effectLst/>
                <a:uLnTx/>
                <a:uFillTx/>
              </a:rPr>
              <a:t>Check inadequate input controls and lack of proper validation checks resulting in sub-optimal quality of input data</a:t>
            </a:r>
          </a:p>
        </p:txBody>
      </p:sp>
      <p:sp>
        <p:nvSpPr>
          <p:cNvPr id="78" name="TextBox 77">
            <a:extLst>
              <a:ext uri="{FF2B5EF4-FFF2-40B4-BE49-F238E27FC236}">
                <a16:creationId xmlns:a16="http://schemas.microsoft.com/office/drawing/2014/main" id="{C1F781E0-3214-49E1-94AF-B22D61CDE3E7}"/>
              </a:ext>
            </a:extLst>
          </p:cNvPr>
          <p:cNvSpPr txBox="1"/>
          <p:nvPr/>
        </p:nvSpPr>
        <p:spPr>
          <a:xfrm>
            <a:off x="7783975" y="1134552"/>
            <a:ext cx="3659703" cy="1230733"/>
          </a:xfrm>
          <a:prstGeom prst="rect">
            <a:avLst/>
          </a:prstGeom>
          <a:noFill/>
        </p:spPr>
        <p:txBody>
          <a:bodyPr wrap="square" lIns="98692" tIns="49345" rIns="98692" bIns="49345" rtlCol="0">
            <a:spAutoFit/>
          </a:bodyPr>
          <a:lstStyle/>
          <a:p>
            <a:pPr marL="110719" marR="0" lvl="1" indent="-110719" defTabSz="1100010" eaLnBrk="0" fontAlgn="auto" latinLnBrk="0" hangingPunct="0">
              <a:lnSpc>
                <a:spcPct val="100000"/>
              </a:lnSpc>
              <a:spcBef>
                <a:spcPts val="0"/>
              </a:spcBef>
              <a:spcAft>
                <a:spcPts val="0"/>
              </a:spcAft>
              <a:buClrTx/>
              <a:buSzTx/>
              <a:buFont typeface="Arial" charset="0"/>
              <a:buChar char="•"/>
              <a:tabLst/>
              <a:defRPr/>
            </a:pPr>
            <a:r>
              <a:rPr kumimoji="0" lang="en-US" sz="1050" b="0" i="0" u="none" strike="noStrike" kern="0" cap="none" spc="0" normalizeH="0" baseline="0" noProof="0" dirty="0">
                <a:ln>
                  <a:noFill/>
                </a:ln>
                <a:effectLst/>
                <a:uLnTx/>
                <a:uFillTx/>
              </a:rPr>
              <a:t>Engage in collaborative planning</a:t>
            </a:r>
          </a:p>
          <a:p>
            <a:pPr marL="110719" marR="0" lvl="1" indent="-110719" defTabSz="1100010" eaLnBrk="0" fontAlgn="auto" latinLnBrk="0" hangingPunct="0">
              <a:lnSpc>
                <a:spcPct val="100000"/>
              </a:lnSpc>
              <a:spcBef>
                <a:spcPts val="0"/>
              </a:spcBef>
              <a:spcAft>
                <a:spcPts val="0"/>
              </a:spcAft>
              <a:buClrTx/>
              <a:buSzTx/>
              <a:buFont typeface="Arial" charset="0"/>
              <a:buChar char="•"/>
              <a:tabLst/>
              <a:defRPr/>
            </a:pPr>
            <a:r>
              <a:rPr kumimoji="0" lang="en-US" sz="1050" b="0" i="0" u="none" strike="noStrike" kern="0" cap="none" spc="0" normalizeH="0" baseline="0" noProof="0" dirty="0">
                <a:ln>
                  <a:noFill/>
                </a:ln>
                <a:effectLst/>
                <a:uLnTx/>
                <a:uFillTx/>
              </a:rPr>
              <a:t>Identify Key Business Drivers and Objectives </a:t>
            </a:r>
          </a:p>
          <a:p>
            <a:pPr marL="110719" marR="0" lvl="1" indent="-110719" defTabSz="1100010" eaLnBrk="0" fontAlgn="auto" latinLnBrk="0" hangingPunct="0">
              <a:lnSpc>
                <a:spcPct val="100000"/>
              </a:lnSpc>
              <a:spcBef>
                <a:spcPts val="0"/>
              </a:spcBef>
              <a:spcAft>
                <a:spcPts val="0"/>
              </a:spcAft>
              <a:buClrTx/>
              <a:buSzTx/>
              <a:buFont typeface="Arial" charset="0"/>
              <a:buChar char="•"/>
              <a:tabLst/>
              <a:defRPr/>
            </a:pPr>
            <a:r>
              <a:rPr kumimoji="0" lang="en-US" sz="1050" b="0" i="0" u="none" strike="noStrike" kern="0" cap="none" spc="0" normalizeH="0" baseline="0" noProof="0" dirty="0">
                <a:ln>
                  <a:noFill/>
                </a:ln>
                <a:effectLst/>
                <a:uLnTx/>
                <a:uFillTx/>
              </a:rPr>
              <a:t>Review BRPL and BYPL’s charter on carrying out this Review exercise</a:t>
            </a:r>
          </a:p>
          <a:p>
            <a:pPr marL="110719" marR="0" lvl="1" indent="-110719" defTabSz="1100010" eaLnBrk="0" fontAlgn="auto" latinLnBrk="0" hangingPunct="0">
              <a:lnSpc>
                <a:spcPct val="100000"/>
              </a:lnSpc>
              <a:spcBef>
                <a:spcPts val="0"/>
              </a:spcBef>
              <a:spcAft>
                <a:spcPts val="0"/>
              </a:spcAft>
              <a:buClrTx/>
              <a:buSzTx/>
              <a:buFont typeface="Arial" charset="0"/>
              <a:buChar char="•"/>
              <a:tabLst/>
              <a:defRPr/>
            </a:pPr>
            <a:r>
              <a:rPr kumimoji="0" lang="en-US" sz="1050" b="0" i="0" u="none" strike="noStrike" kern="0" cap="none" spc="0" normalizeH="0" baseline="0" noProof="0" dirty="0">
                <a:ln>
                  <a:noFill/>
                </a:ln>
                <a:effectLst/>
                <a:uLnTx/>
                <a:uFillTx/>
              </a:rPr>
              <a:t>Identify previous Review committee concerns</a:t>
            </a:r>
          </a:p>
          <a:p>
            <a:pPr marL="110719" marR="0" lvl="1" indent="-110719" defTabSz="1100010" eaLnBrk="0" fontAlgn="auto" latinLnBrk="0" hangingPunct="0">
              <a:lnSpc>
                <a:spcPct val="100000"/>
              </a:lnSpc>
              <a:spcBef>
                <a:spcPts val="0"/>
              </a:spcBef>
              <a:spcAft>
                <a:spcPts val="0"/>
              </a:spcAft>
              <a:buClrTx/>
              <a:buSzTx/>
              <a:buFont typeface="Arial" charset="0"/>
              <a:buChar char="•"/>
              <a:tabLst/>
              <a:defRPr/>
            </a:pPr>
            <a:r>
              <a:rPr kumimoji="0" lang="en-US" sz="1050" b="0" i="0" u="none" strike="noStrike" kern="0" cap="none" spc="0" normalizeH="0" baseline="0" noProof="0" dirty="0">
                <a:ln>
                  <a:noFill/>
                </a:ln>
                <a:effectLst/>
                <a:uLnTx/>
                <a:uFillTx/>
              </a:rPr>
              <a:t>Determine the Scope of this Review exercise</a:t>
            </a:r>
          </a:p>
          <a:p>
            <a:pPr marL="110719" marR="0" lvl="1" indent="-110719" defTabSz="1100010" eaLnBrk="0" fontAlgn="auto" latinLnBrk="0" hangingPunct="0">
              <a:lnSpc>
                <a:spcPct val="100000"/>
              </a:lnSpc>
              <a:spcBef>
                <a:spcPts val="0"/>
              </a:spcBef>
              <a:spcAft>
                <a:spcPts val="0"/>
              </a:spcAft>
              <a:buClrTx/>
              <a:buSzTx/>
              <a:buFont typeface="Arial" charset="0"/>
              <a:buChar char="•"/>
              <a:tabLst/>
              <a:defRPr/>
            </a:pPr>
            <a:r>
              <a:rPr kumimoji="0" lang="en-US" sz="1050" b="0" i="0" u="none" strike="noStrike" kern="0" cap="none" spc="0" normalizeH="0" baseline="0" noProof="0" dirty="0">
                <a:ln>
                  <a:noFill/>
                </a:ln>
                <a:effectLst/>
                <a:uLnTx/>
                <a:uFillTx/>
              </a:rPr>
              <a:t>Design data templates</a:t>
            </a:r>
          </a:p>
        </p:txBody>
      </p:sp>
      <p:sp>
        <p:nvSpPr>
          <p:cNvPr id="79" name="TextBox 78">
            <a:extLst>
              <a:ext uri="{FF2B5EF4-FFF2-40B4-BE49-F238E27FC236}">
                <a16:creationId xmlns:a16="http://schemas.microsoft.com/office/drawing/2014/main" id="{CC4892BC-3674-44D3-B08A-5CAFC3ECB19D}"/>
              </a:ext>
            </a:extLst>
          </p:cNvPr>
          <p:cNvSpPr txBox="1"/>
          <p:nvPr/>
        </p:nvSpPr>
        <p:spPr>
          <a:xfrm>
            <a:off x="7732752" y="3116071"/>
            <a:ext cx="3450330" cy="584402"/>
          </a:xfrm>
          <a:prstGeom prst="rect">
            <a:avLst/>
          </a:prstGeom>
          <a:noFill/>
        </p:spPr>
        <p:txBody>
          <a:bodyPr wrap="square" lIns="98692" tIns="49345" rIns="98692" bIns="49345" rtlCol="0">
            <a:spAutoFit/>
          </a:bodyPr>
          <a:lstStyle/>
          <a:p>
            <a:pPr marL="110719" marR="0" lvl="1" indent="-110719" defTabSz="1100010" eaLnBrk="0" fontAlgn="auto" latinLnBrk="0" hangingPunct="0">
              <a:lnSpc>
                <a:spcPct val="100000"/>
              </a:lnSpc>
              <a:spcBef>
                <a:spcPts val="0"/>
              </a:spcBef>
              <a:spcAft>
                <a:spcPts val="0"/>
              </a:spcAft>
              <a:buClrTx/>
              <a:buSzTx/>
              <a:buFont typeface="Arial" charset="0"/>
              <a:buChar char="•"/>
              <a:tabLst/>
              <a:defRPr/>
            </a:pPr>
            <a:r>
              <a:rPr kumimoji="0" lang="en-US" sz="1050" b="0" i="0" u="none" strike="noStrike" kern="0" cap="none" spc="0" normalizeH="0" baseline="0" noProof="0" dirty="0">
                <a:ln>
                  <a:noFill/>
                </a:ln>
                <a:effectLst/>
                <a:uLnTx/>
                <a:uFillTx/>
              </a:rPr>
              <a:t>Apply Risk Model to assess risk exposure</a:t>
            </a:r>
          </a:p>
          <a:p>
            <a:pPr marL="110719" marR="0" lvl="1" indent="-110719" defTabSz="1100010" eaLnBrk="0" fontAlgn="auto" latinLnBrk="0" hangingPunct="0">
              <a:lnSpc>
                <a:spcPct val="100000"/>
              </a:lnSpc>
              <a:spcBef>
                <a:spcPts val="0"/>
              </a:spcBef>
              <a:spcAft>
                <a:spcPts val="0"/>
              </a:spcAft>
              <a:buClrTx/>
              <a:buSzTx/>
              <a:buFont typeface="Arial" charset="0"/>
              <a:buChar char="•"/>
              <a:tabLst/>
              <a:defRPr/>
            </a:pPr>
            <a:r>
              <a:rPr kumimoji="0" lang="en-US" sz="1050" b="0" i="0" u="none" strike="noStrike" kern="0" cap="none" spc="0" normalizeH="0" baseline="0" noProof="0" dirty="0">
                <a:ln>
                  <a:noFill/>
                </a:ln>
                <a:effectLst/>
                <a:uLnTx/>
                <a:uFillTx/>
              </a:rPr>
              <a:t>Prioritize the Review process based on Risk</a:t>
            </a:r>
          </a:p>
          <a:p>
            <a:pPr marL="110719" marR="0" lvl="1" indent="-110719" defTabSz="1100010" eaLnBrk="0" fontAlgn="auto" latinLnBrk="0" hangingPunct="0">
              <a:lnSpc>
                <a:spcPct val="100000"/>
              </a:lnSpc>
              <a:spcBef>
                <a:spcPts val="0"/>
              </a:spcBef>
              <a:spcAft>
                <a:spcPts val="0"/>
              </a:spcAft>
              <a:buClrTx/>
              <a:buSzTx/>
              <a:buFont typeface="Arial" charset="0"/>
              <a:buChar char="•"/>
              <a:tabLst/>
              <a:defRPr/>
            </a:pPr>
            <a:r>
              <a:rPr kumimoji="0" lang="en-US" sz="1050" b="0" i="0" u="none" strike="noStrike" kern="0" cap="none" spc="0" normalizeH="0" baseline="0" noProof="0" dirty="0">
                <a:ln>
                  <a:noFill/>
                </a:ln>
                <a:effectLst/>
                <a:uLnTx/>
                <a:uFillTx/>
              </a:rPr>
              <a:t>Develop and Communicate Review Plan</a:t>
            </a:r>
          </a:p>
        </p:txBody>
      </p:sp>
      <p:cxnSp>
        <p:nvCxnSpPr>
          <p:cNvPr id="80" name="Straight Connector 79">
            <a:extLst>
              <a:ext uri="{FF2B5EF4-FFF2-40B4-BE49-F238E27FC236}">
                <a16:creationId xmlns:a16="http://schemas.microsoft.com/office/drawing/2014/main" id="{FB1C1AEA-EEAC-43E8-BA3B-D88956EE06A8}"/>
              </a:ext>
            </a:extLst>
          </p:cNvPr>
          <p:cNvCxnSpPr>
            <a:cxnSpLocks/>
          </p:cNvCxnSpPr>
          <p:nvPr/>
        </p:nvCxnSpPr>
        <p:spPr>
          <a:xfrm>
            <a:off x="3426936" y="1362881"/>
            <a:ext cx="3434" cy="883211"/>
          </a:xfrm>
          <a:prstGeom prst="line">
            <a:avLst/>
          </a:prstGeom>
          <a:noFill/>
          <a:ln w="19050" cap="flat" cmpd="sng" algn="ctr">
            <a:solidFill>
              <a:srgbClr val="738AB9">
                <a:lumMod val="75000"/>
              </a:srgbClr>
            </a:solidFill>
            <a:prstDash val="solid"/>
          </a:ln>
          <a:effectLst/>
        </p:spPr>
      </p:cxnSp>
      <p:cxnSp>
        <p:nvCxnSpPr>
          <p:cNvPr id="81" name="Straight Connector 80">
            <a:extLst>
              <a:ext uri="{FF2B5EF4-FFF2-40B4-BE49-F238E27FC236}">
                <a16:creationId xmlns:a16="http://schemas.microsoft.com/office/drawing/2014/main" id="{FAF519C3-FF7B-46BD-A006-FAB3AF8CB264}"/>
              </a:ext>
            </a:extLst>
          </p:cNvPr>
          <p:cNvCxnSpPr>
            <a:cxnSpLocks/>
          </p:cNvCxnSpPr>
          <p:nvPr/>
        </p:nvCxnSpPr>
        <p:spPr>
          <a:xfrm flipH="1">
            <a:off x="3404274" y="2551241"/>
            <a:ext cx="27486" cy="1909391"/>
          </a:xfrm>
          <a:prstGeom prst="line">
            <a:avLst/>
          </a:prstGeom>
          <a:noFill/>
          <a:ln w="19050" cap="flat" cmpd="sng" algn="ctr">
            <a:solidFill>
              <a:srgbClr val="009999"/>
            </a:solidFill>
            <a:prstDash val="solid"/>
          </a:ln>
          <a:effectLst/>
        </p:spPr>
      </p:cxnSp>
      <p:cxnSp>
        <p:nvCxnSpPr>
          <p:cNvPr id="82" name="Straight Connector 81">
            <a:extLst>
              <a:ext uri="{FF2B5EF4-FFF2-40B4-BE49-F238E27FC236}">
                <a16:creationId xmlns:a16="http://schemas.microsoft.com/office/drawing/2014/main" id="{879018A5-3B06-41DE-899E-2C6F0FF1BEB6}"/>
              </a:ext>
            </a:extLst>
          </p:cNvPr>
          <p:cNvCxnSpPr>
            <a:cxnSpLocks/>
          </p:cNvCxnSpPr>
          <p:nvPr/>
        </p:nvCxnSpPr>
        <p:spPr>
          <a:xfrm flipH="1">
            <a:off x="3393458" y="4771849"/>
            <a:ext cx="10216" cy="1622326"/>
          </a:xfrm>
          <a:prstGeom prst="line">
            <a:avLst/>
          </a:prstGeom>
          <a:noFill/>
          <a:ln w="19050" cap="flat" cmpd="sng" algn="ctr">
            <a:solidFill>
              <a:srgbClr val="AAADCA"/>
            </a:solidFill>
            <a:prstDash val="solid"/>
          </a:ln>
          <a:effectLst/>
        </p:spPr>
      </p:cxnSp>
      <p:cxnSp>
        <p:nvCxnSpPr>
          <p:cNvPr id="83" name="Straight Connector 82">
            <a:extLst>
              <a:ext uri="{FF2B5EF4-FFF2-40B4-BE49-F238E27FC236}">
                <a16:creationId xmlns:a16="http://schemas.microsoft.com/office/drawing/2014/main" id="{43C65E0F-0356-40AF-AE4A-A617E06685EA}"/>
              </a:ext>
            </a:extLst>
          </p:cNvPr>
          <p:cNvCxnSpPr/>
          <p:nvPr/>
        </p:nvCxnSpPr>
        <p:spPr>
          <a:xfrm flipH="1">
            <a:off x="7745296" y="1206249"/>
            <a:ext cx="10" cy="1304116"/>
          </a:xfrm>
          <a:prstGeom prst="line">
            <a:avLst/>
          </a:prstGeom>
          <a:noFill/>
          <a:ln w="19050" cap="flat" cmpd="sng" algn="ctr">
            <a:solidFill>
              <a:srgbClr val="8099CC"/>
            </a:solidFill>
            <a:prstDash val="solid"/>
          </a:ln>
          <a:effectLst/>
        </p:spPr>
      </p:cxnSp>
      <p:cxnSp>
        <p:nvCxnSpPr>
          <p:cNvPr id="84" name="Straight Connector 83">
            <a:extLst>
              <a:ext uri="{FF2B5EF4-FFF2-40B4-BE49-F238E27FC236}">
                <a16:creationId xmlns:a16="http://schemas.microsoft.com/office/drawing/2014/main" id="{76C3FCA6-0BF7-4CA3-B0A4-0760D8545C7F}"/>
              </a:ext>
            </a:extLst>
          </p:cNvPr>
          <p:cNvCxnSpPr/>
          <p:nvPr/>
        </p:nvCxnSpPr>
        <p:spPr>
          <a:xfrm rot="5400000">
            <a:off x="7167974" y="3687175"/>
            <a:ext cx="1129554" cy="0"/>
          </a:xfrm>
          <a:prstGeom prst="line">
            <a:avLst/>
          </a:prstGeom>
          <a:noFill/>
          <a:ln w="19050" cap="flat" cmpd="sng" algn="ctr">
            <a:solidFill>
              <a:srgbClr val="FFFFFF"/>
            </a:solidFill>
            <a:prstDash val="solid"/>
          </a:ln>
          <a:effectLst/>
        </p:spPr>
      </p:cxnSp>
      <p:cxnSp>
        <p:nvCxnSpPr>
          <p:cNvPr id="85" name="Straight Connector 84">
            <a:extLst>
              <a:ext uri="{FF2B5EF4-FFF2-40B4-BE49-F238E27FC236}">
                <a16:creationId xmlns:a16="http://schemas.microsoft.com/office/drawing/2014/main" id="{19F132FF-A28B-40F0-9BDA-BB2035F09825}"/>
              </a:ext>
            </a:extLst>
          </p:cNvPr>
          <p:cNvCxnSpPr/>
          <p:nvPr/>
        </p:nvCxnSpPr>
        <p:spPr>
          <a:xfrm>
            <a:off x="7745306" y="4269402"/>
            <a:ext cx="0" cy="1401305"/>
          </a:xfrm>
          <a:prstGeom prst="line">
            <a:avLst/>
          </a:prstGeom>
          <a:noFill/>
          <a:ln w="19050" cap="flat" cmpd="sng" algn="ctr">
            <a:solidFill>
              <a:srgbClr val="000000"/>
            </a:solidFill>
            <a:prstDash val="solid"/>
          </a:ln>
          <a:effectLst/>
        </p:spPr>
      </p:cxnSp>
      <p:cxnSp>
        <p:nvCxnSpPr>
          <p:cNvPr id="86" name="Elbow Connector 106">
            <a:extLst>
              <a:ext uri="{FF2B5EF4-FFF2-40B4-BE49-F238E27FC236}">
                <a16:creationId xmlns:a16="http://schemas.microsoft.com/office/drawing/2014/main" id="{6AA72856-0BC4-49A1-9B72-2AFE858B76A3}"/>
              </a:ext>
            </a:extLst>
          </p:cNvPr>
          <p:cNvCxnSpPr>
            <a:cxnSpLocks/>
          </p:cNvCxnSpPr>
          <p:nvPr/>
        </p:nvCxnSpPr>
        <p:spPr>
          <a:xfrm flipH="1">
            <a:off x="3363258" y="5082393"/>
            <a:ext cx="2305010" cy="238648"/>
          </a:xfrm>
          <a:prstGeom prst="bentConnector3">
            <a:avLst>
              <a:gd name="adj1" fmla="val 296"/>
            </a:avLst>
          </a:prstGeom>
          <a:noFill/>
          <a:ln w="19050" cap="flat" cmpd="sng" algn="ctr">
            <a:solidFill>
              <a:srgbClr val="AAADCA"/>
            </a:solidFill>
            <a:prstDash val="solid"/>
          </a:ln>
          <a:effectLst/>
        </p:spPr>
      </p:cxnSp>
      <p:cxnSp>
        <p:nvCxnSpPr>
          <p:cNvPr id="87" name="Elbow Connector 109">
            <a:extLst>
              <a:ext uri="{FF2B5EF4-FFF2-40B4-BE49-F238E27FC236}">
                <a16:creationId xmlns:a16="http://schemas.microsoft.com/office/drawing/2014/main" id="{15CC6CAF-A8D3-490C-8E27-C4C3DCB1CDC7}"/>
              </a:ext>
            </a:extLst>
          </p:cNvPr>
          <p:cNvCxnSpPr>
            <a:cxnSpLocks/>
            <a:stCxn id="67" idx="2"/>
            <a:endCxn id="78" idx="1"/>
          </p:cNvCxnSpPr>
          <p:nvPr/>
        </p:nvCxnSpPr>
        <p:spPr>
          <a:xfrm flipV="1">
            <a:off x="5651759" y="1749919"/>
            <a:ext cx="2132216" cy="23752"/>
          </a:xfrm>
          <a:prstGeom prst="bentConnector3">
            <a:avLst>
              <a:gd name="adj1" fmla="val -263"/>
            </a:avLst>
          </a:prstGeom>
          <a:noFill/>
          <a:ln w="19050" cap="flat" cmpd="sng" algn="ctr">
            <a:solidFill>
              <a:srgbClr val="8099CC"/>
            </a:solidFill>
            <a:prstDash val="solid"/>
          </a:ln>
          <a:effectLst/>
        </p:spPr>
      </p:cxnSp>
      <p:sp>
        <p:nvSpPr>
          <p:cNvPr id="88" name="TextBox 87">
            <a:extLst>
              <a:ext uri="{FF2B5EF4-FFF2-40B4-BE49-F238E27FC236}">
                <a16:creationId xmlns:a16="http://schemas.microsoft.com/office/drawing/2014/main" id="{F594FBB5-6E9A-4907-B09C-2D844F3F6B44}"/>
              </a:ext>
            </a:extLst>
          </p:cNvPr>
          <p:cNvSpPr txBox="1"/>
          <p:nvPr/>
        </p:nvSpPr>
        <p:spPr>
          <a:xfrm>
            <a:off x="7827360" y="4214726"/>
            <a:ext cx="3342070" cy="1069150"/>
          </a:xfrm>
          <a:prstGeom prst="rect">
            <a:avLst/>
          </a:prstGeom>
          <a:noFill/>
        </p:spPr>
        <p:txBody>
          <a:bodyPr wrap="square" lIns="98692" tIns="49345" rIns="98692" bIns="49345" rtlCol="0">
            <a:spAutoFit/>
          </a:bodyPr>
          <a:lstStyle/>
          <a:p>
            <a:pPr marL="110719" marR="0" lvl="1" indent="-110719" defTabSz="1100010" eaLnBrk="0" fontAlgn="auto" latinLnBrk="0" hangingPunct="0">
              <a:lnSpc>
                <a:spcPct val="100000"/>
              </a:lnSpc>
              <a:spcBef>
                <a:spcPts val="0"/>
              </a:spcBef>
              <a:spcAft>
                <a:spcPts val="0"/>
              </a:spcAft>
              <a:buClrTx/>
              <a:buSzTx/>
              <a:buFont typeface="Arial" charset="0"/>
              <a:buChar char="•"/>
              <a:tabLst/>
              <a:defRPr/>
            </a:pPr>
            <a:r>
              <a:rPr kumimoji="0" lang="en-US" sz="1050" b="0" i="0" u="none" strike="noStrike" kern="0" cap="none" spc="0" normalizeH="0" baseline="0" noProof="0" dirty="0">
                <a:ln>
                  <a:noFill/>
                </a:ln>
                <a:effectLst/>
                <a:uLnTx/>
                <a:uFillTx/>
              </a:rPr>
              <a:t>Visits to BRPL and BYPL offices for verification of project preparedness, procurement related records, etc.</a:t>
            </a:r>
          </a:p>
          <a:p>
            <a:pPr marL="110719" lvl="1" indent="-110719" defTabSz="1100010" eaLnBrk="0" hangingPunct="0">
              <a:buFont typeface="Arial" charset="0"/>
              <a:buChar char="•"/>
              <a:defRPr/>
            </a:pPr>
            <a:r>
              <a:rPr lang="en-US" sz="1050" kern="0" dirty="0"/>
              <a:t>Field visits to verify investments reported</a:t>
            </a:r>
          </a:p>
          <a:p>
            <a:pPr marL="110719" lvl="1" indent="-110719" defTabSz="1100010" eaLnBrk="0" hangingPunct="0">
              <a:buFont typeface="Arial" charset="0"/>
              <a:buChar char="•"/>
              <a:defRPr/>
            </a:pPr>
            <a:r>
              <a:rPr lang="en-US" sz="1050" kern="0" dirty="0"/>
              <a:t>Field Visits to review actual works undertaken (on sample basis)</a:t>
            </a:r>
          </a:p>
        </p:txBody>
      </p:sp>
      <p:cxnSp>
        <p:nvCxnSpPr>
          <p:cNvPr id="89" name="Straight Connector 88">
            <a:extLst>
              <a:ext uri="{FF2B5EF4-FFF2-40B4-BE49-F238E27FC236}">
                <a16:creationId xmlns:a16="http://schemas.microsoft.com/office/drawing/2014/main" id="{38C94C2D-BFB6-49D2-8E42-94E3C5722094}"/>
              </a:ext>
            </a:extLst>
          </p:cNvPr>
          <p:cNvCxnSpPr/>
          <p:nvPr/>
        </p:nvCxnSpPr>
        <p:spPr>
          <a:xfrm rot="5400000">
            <a:off x="7140189" y="3398698"/>
            <a:ext cx="1210234" cy="0"/>
          </a:xfrm>
          <a:prstGeom prst="line">
            <a:avLst/>
          </a:prstGeom>
          <a:noFill/>
          <a:ln w="19050" cap="flat" cmpd="sng" algn="ctr">
            <a:solidFill>
              <a:srgbClr val="000000"/>
            </a:solidFill>
            <a:prstDash val="solid"/>
          </a:ln>
          <a:effectLst/>
        </p:spPr>
      </p:cxnSp>
      <p:cxnSp>
        <p:nvCxnSpPr>
          <p:cNvPr id="90" name="Elbow Connector 112">
            <a:extLst>
              <a:ext uri="{FF2B5EF4-FFF2-40B4-BE49-F238E27FC236}">
                <a16:creationId xmlns:a16="http://schemas.microsoft.com/office/drawing/2014/main" id="{9DDC0A83-CD02-488F-B78B-08D13ADFD342}"/>
              </a:ext>
            </a:extLst>
          </p:cNvPr>
          <p:cNvCxnSpPr>
            <a:cxnSpLocks/>
            <a:stCxn id="71" idx="0"/>
          </p:cNvCxnSpPr>
          <p:nvPr/>
        </p:nvCxnSpPr>
        <p:spPr>
          <a:xfrm flipH="1" flipV="1">
            <a:off x="3409874" y="3503400"/>
            <a:ext cx="503575" cy="598752"/>
          </a:xfrm>
          <a:prstGeom prst="bentConnector4">
            <a:avLst>
              <a:gd name="adj1" fmla="val -45395"/>
              <a:gd name="adj2" fmla="val 91727"/>
            </a:avLst>
          </a:prstGeom>
          <a:noFill/>
          <a:ln w="19050" cap="flat" cmpd="sng" algn="ctr">
            <a:solidFill>
              <a:srgbClr val="009999"/>
            </a:solidFill>
            <a:prstDash val="solid"/>
          </a:ln>
          <a:effectLst/>
        </p:spPr>
      </p:cxnSp>
      <p:sp>
        <p:nvSpPr>
          <p:cNvPr id="91" name="Rectangle 90">
            <a:extLst>
              <a:ext uri="{FF2B5EF4-FFF2-40B4-BE49-F238E27FC236}">
                <a16:creationId xmlns:a16="http://schemas.microsoft.com/office/drawing/2014/main" id="{89CCAFD5-CC29-419E-BB1A-62AC5E9C78D6}"/>
              </a:ext>
            </a:extLst>
          </p:cNvPr>
          <p:cNvSpPr/>
          <p:nvPr/>
        </p:nvSpPr>
        <p:spPr bwMode="gray">
          <a:xfrm>
            <a:off x="3482612" y="5688172"/>
            <a:ext cx="4425504" cy="960836"/>
          </a:xfrm>
          <a:prstGeom prst="rect">
            <a:avLst/>
          </a:prstGeom>
          <a:solidFill>
            <a:srgbClr val="8099CC"/>
          </a:solidFill>
          <a:ln w="12700" cap="rnd" algn="ctr">
            <a:noFill/>
            <a:miter lim="800000"/>
            <a:headEnd/>
            <a:tailEnd/>
          </a:ln>
        </p:spPr>
        <p:txBody>
          <a:bodyPr lIns="182880" rtlCol="0" anchor="ctr" anchorCtr="1"/>
          <a:lstStyle/>
          <a:p>
            <a:pPr marL="0" marR="0" lvl="0" indent="0" defTabSz="914400" eaLnBrk="0" fontAlgn="auto" latinLnBrk="0" hangingPunct="0">
              <a:lnSpc>
                <a:spcPct val="106000"/>
              </a:lnSpc>
              <a:spcBef>
                <a:spcPts val="0"/>
              </a:spcBef>
              <a:spcAft>
                <a:spcPts val="0"/>
              </a:spcAft>
              <a:buClrTx/>
              <a:buSzTx/>
              <a:buFontTx/>
              <a:buNone/>
              <a:tabLst/>
              <a:defRPr/>
            </a:pPr>
            <a:endParaRPr kumimoji="0" lang="en-US" sz="1800" b="1" i="0" u="none" strike="noStrike" kern="0" cap="none" spc="0" normalizeH="0" baseline="0" noProof="0" dirty="0">
              <a:ln>
                <a:noFill/>
              </a:ln>
              <a:solidFill>
                <a:srgbClr val="FFFFFF"/>
              </a:solidFill>
              <a:effectLst/>
              <a:uLnTx/>
              <a:uFillTx/>
            </a:endParaRPr>
          </a:p>
        </p:txBody>
      </p:sp>
      <p:sp>
        <p:nvSpPr>
          <p:cNvPr id="92" name="TextBox 91">
            <a:extLst>
              <a:ext uri="{FF2B5EF4-FFF2-40B4-BE49-F238E27FC236}">
                <a16:creationId xmlns:a16="http://schemas.microsoft.com/office/drawing/2014/main" id="{80DE820C-ECB7-4B93-9E5A-E297EBA05B46}"/>
              </a:ext>
            </a:extLst>
          </p:cNvPr>
          <p:cNvSpPr txBox="1"/>
          <p:nvPr/>
        </p:nvSpPr>
        <p:spPr>
          <a:xfrm>
            <a:off x="4682107" y="5370621"/>
            <a:ext cx="2133600" cy="246221"/>
          </a:xfrm>
          <a:prstGeom prst="rect">
            <a:avLst/>
          </a:prstGeom>
          <a:solidFill>
            <a:srgbClr val="4066B2"/>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Arial"/>
              </a:rPr>
              <a:t>Review perspective</a:t>
            </a:r>
          </a:p>
        </p:txBody>
      </p:sp>
      <p:sp>
        <p:nvSpPr>
          <p:cNvPr id="93" name="TextBox 92">
            <a:extLst>
              <a:ext uri="{FF2B5EF4-FFF2-40B4-BE49-F238E27FC236}">
                <a16:creationId xmlns:a16="http://schemas.microsoft.com/office/drawing/2014/main" id="{A6191FC0-B455-43C2-AE44-E7E3DCE96D47}"/>
              </a:ext>
            </a:extLst>
          </p:cNvPr>
          <p:cNvSpPr txBox="1"/>
          <p:nvPr/>
        </p:nvSpPr>
        <p:spPr>
          <a:xfrm>
            <a:off x="3462180" y="5708451"/>
            <a:ext cx="4354964" cy="869095"/>
          </a:xfrm>
          <a:prstGeom prst="rect">
            <a:avLst/>
          </a:prstGeom>
          <a:noFill/>
        </p:spPr>
        <p:txBody>
          <a:bodyPr wrap="square" lIns="98692" tIns="49345" rIns="98692" bIns="49345" rtlCol="0">
            <a:spAutoFit/>
          </a:bodyPr>
          <a:lstStyle/>
          <a:p>
            <a:pPr marL="110719" marR="0" lvl="1" indent="-110719" defTabSz="1100010" eaLnBrk="0" fontAlgn="auto" latinLnBrk="0" hangingPunct="0">
              <a:lnSpc>
                <a:spcPct val="100000"/>
              </a:lnSpc>
              <a:spcBef>
                <a:spcPts val="0"/>
              </a:spcBef>
              <a:spcAft>
                <a:spcPts val="0"/>
              </a:spcAft>
              <a:buClrTx/>
              <a:buSzTx/>
              <a:buFont typeface="Arial" charset="0"/>
              <a:buChar char="•"/>
              <a:tabLst/>
              <a:defRPr/>
            </a:pPr>
            <a:r>
              <a:rPr kumimoji="0" lang="en-US" sz="1000" b="0" i="0" u="none" strike="noStrike" kern="0" cap="none" spc="0" normalizeH="0" baseline="0" noProof="0" dirty="0">
                <a:ln>
                  <a:noFill/>
                </a:ln>
                <a:solidFill>
                  <a:srgbClr val="FFFFFF"/>
                </a:solidFill>
                <a:effectLst/>
                <a:uLnTx/>
                <a:uFillTx/>
              </a:rPr>
              <a:t>Verify the claims made by BRPL &amp;</a:t>
            </a:r>
            <a:r>
              <a:rPr kumimoji="0" lang="en-US" sz="1000" b="0" i="0" u="none" strike="noStrike" kern="0" cap="none" spc="0" normalizeH="0" noProof="0" dirty="0">
                <a:ln>
                  <a:noFill/>
                </a:ln>
                <a:solidFill>
                  <a:srgbClr val="FFFFFF"/>
                </a:solidFill>
                <a:effectLst/>
                <a:uLnTx/>
                <a:uFillTx/>
              </a:rPr>
              <a:t> BYPL</a:t>
            </a:r>
            <a:r>
              <a:rPr kumimoji="0" lang="en-US" sz="1000" b="0" i="0" u="none" strike="noStrike" kern="0" cap="none" spc="0" normalizeH="0" baseline="0" noProof="0" dirty="0">
                <a:ln>
                  <a:noFill/>
                </a:ln>
                <a:solidFill>
                  <a:srgbClr val="FFFFFF"/>
                </a:solidFill>
                <a:effectLst/>
                <a:uLnTx/>
                <a:uFillTx/>
              </a:rPr>
              <a:t> functionaries in progress against KPIs identified in the detailed action plan</a:t>
            </a:r>
          </a:p>
          <a:p>
            <a:pPr marL="110719" marR="0" lvl="1" indent="-110719" defTabSz="1100010" eaLnBrk="0" fontAlgn="auto" latinLnBrk="0" hangingPunct="0">
              <a:lnSpc>
                <a:spcPct val="100000"/>
              </a:lnSpc>
              <a:spcBef>
                <a:spcPts val="0"/>
              </a:spcBef>
              <a:spcAft>
                <a:spcPts val="0"/>
              </a:spcAft>
              <a:buClrTx/>
              <a:buSzTx/>
              <a:buFont typeface="Arial" charset="0"/>
              <a:buChar char="•"/>
              <a:tabLst/>
              <a:defRPr/>
            </a:pPr>
            <a:r>
              <a:rPr kumimoji="0" lang="en-US" sz="1000" b="0" i="0" u="none" strike="noStrike" kern="0" cap="none" spc="0" normalizeH="0" baseline="0" noProof="0" dirty="0">
                <a:ln>
                  <a:noFill/>
                </a:ln>
                <a:solidFill>
                  <a:srgbClr val="FFFFFF"/>
                </a:solidFill>
                <a:effectLst/>
                <a:uLnTx/>
                <a:uFillTx/>
              </a:rPr>
              <a:t>Appropriateness of measures &amp; reporting systems put in place</a:t>
            </a:r>
          </a:p>
          <a:p>
            <a:pPr marL="110719" marR="0" lvl="1" indent="-110719" defTabSz="1100010" eaLnBrk="0" fontAlgn="auto" latinLnBrk="0" hangingPunct="0">
              <a:lnSpc>
                <a:spcPct val="100000"/>
              </a:lnSpc>
              <a:spcBef>
                <a:spcPts val="0"/>
              </a:spcBef>
              <a:spcAft>
                <a:spcPts val="0"/>
              </a:spcAft>
              <a:buClrTx/>
              <a:buSzTx/>
              <a:buFont typeface="Arial" charset="0"/>
              <a:buChar char="•"/>
              <a:tabLst/>
              <a:defRPr/>
            </a:pPr>
            <a:r>
              <a:rPr kumimoji="0" lang="en-US" sz="1000" b="0" i="0" u="none" strike="noStrike" kern="0" cap="none" spc="0" normalizeH="0" baseline="0" noProof="0" dirty="0">
                <a:ln>
                  <a:noFill/>
                </a:ln>
                <a:solidFill>
                  <a:srgbClr val="FFFFFF"/>
                </a:solidFill>
                <a:effectLst/>
                <a:uLnTx/>
                <a:uFillTx/>
              </a:rPr>
              <a:t>Mechanism for action on exceptions generated from measurement systems in place</a:t>
            </a:r>
          </a:p>
        </p:txBody>
      </p:sp>
      <p:sp>
        <p:nvSpPr>
          <p:cNvPr id="94" name="TextBox 93">
            <a:extLst>
              <a:ext uri="{FF2B5EF4-FFF2-40B4-BE49-F238E27FC236}">
                <a16:creationId xmlns:a16="http://schemas.microsoft.com/office/drawing/2014/main" id="{E2781488-EC72-43E9-95F8-A64C99AB2831}"/>
              </a:ext>
            </a:extLst>
          </p:cNvPr>
          <p:cNvSpPr txBox="1"/>
          <p:nvPr/>
        </p:nvSpPr>
        <p:spPr>
          <a:xfrm>
            <a:off x="7997270" y="5719298"/>
            <a:ext cx="3724830" cy="900246"/>
          </a:xfrm>
          <a:prstGeom prst="rect">
            <a:avLst/>
          </a:prstGeom>
          <a:solidFill>
            <a:schemeClr val="tx2"/>
          </a:solidFill>
        </p:spPr>
        <p:txBody>
          <a:bodyPr wrap="square" rtlCol="0">
            <a:spAutoFit/>
          </a:bodyPr>
          <a:lstStyle/>
          <a:p>
            <a:pPr marL="1588" algn="l" rtl="0" fontAlgn="base">
              <a:spcBef>
                <a:spcPts val="0"/>
              </a:spcBef>
              <a:spcAft>
                <a:spcPct val="0"/>
              </a:spcAft>
              <a:buClr>
                <a:srgbClr val="000000"/>
              </a:buClr>
            </a:pPr>
            <a:r>
              <a:rPr lang="en-US" sz="1050" kern="1200" dirty="0">
                <a:solidFill>
                  <a:schemeClr val="bg1"/>
                </a:solidFill>
                <a:latin typeface="Arial"/>
              </a:rPr>
              <a:t>Coverage:</a:t>
            </a:r>
          </a:p>
          <a:p>
            <a:pPr marL="109538" indent="-107950" algn="l" rtl="0" fontAlgn="base">
              <a:spcBef>
                <a:spcPts val="0"/>
              </a:spcBef>
              <a:spcAft>
                <a:spcPct val="0"/>
              </a:spcAft>
              <a:buClr>
                <a:schemeClr val="bg1"/>
              </a:buClr>
              <a:buFont typeface="Arial" panose="020B0604020202020204" pitchFamily="34" charset="0"/>
              <a:buChar char="•"/>
            </a:pPr>
            <a:r>
              <a:rPr lang="en-US" sz="1050" kern="1200" dirty="0">
                <a:solidFill>
                  <a:schemeClr val="bg1"/>
                </a:solidFill>
                <a:latin typeface="Arial"/>
              </a:rPr>
              <a:t>Monthly Review of select data points through stratified sampling</a:t>
            </a:r>
          </a:p>
          <a:p>
            <a:pPr marL="109538" indent="-107950" algn="l" rtl="0" fontAlgn="base">
              <a:spcBef>
                <a:spcPts val="0"/>
              </a:spcBef>
              <a:spcAft>
                <a:spcPct val="0"/>
              </a:spcAft>
              <a:buClr>
                <a:schemeClr val="bg1"/>
              </a:buClr>
              <a:buFont typeface="Arial" panose="020B0604020202020204" pitchFamily="34" charset="0"/>
              <a:buChar char="•"/>
            </a:pPr>
            <a:r>
              <a:rPr lang="en-US" sz="1050" kern="1200" dirty="0">
                <a:solidFill>
                  <a:schemeClr val="bg1"/>
                </a:solidFill>
                <a:latin typeface="Arial"/>
              </a:rPr>
              <a:t>On case to case basis based on inconsistences observed</a:t>
            </a:r>
          </a:p>
          <a:p>
            <a:pPr marL="109538" indent="-107950" algn="l" rtl="0" fontAlgn="base">
              <a:spcBef>
                <a:spcPts val="0"/>
              </a:spcBef>
              <a:spcAft>
                <a:spcPct val="0"/>
              </a:spcAft>
              <a:buClr>
                <a:schemeClr val="bg1"/>
              </a:buClr>
              <a:buFont typeface="Arial" panose="020B0604020202020204" pitchFamily="34" charset="0"/>
              <a:buChar char="•"/>
            </a:pPr>
            <a:r>
              <a:rPr lang="en-US" sz="1050" dirty="0">
                <a:solidFill>
                  <a:schemeClr val="bg1"/>
                </a:solidFill>
                <a:latin typeface="Arial"/>
              </a:rPr>
              <a:t>On Management request</a:t>
            </a:r>
            <a:endParaRPr lang="en-US" sz="1050" kern="1200" dirty="0">
              <a:solidFill>
                <a:schemeClr val="bg1"/>
              </a:solidFill>
              <a:latin typeface="Arial"/>
            </a:endParaRPr>
          </a:p>
        </p:txBody>
      </p:sp>
    </p:spTree>
    <p:extLst>
      <p:ext uri="{BB962C8B-B14F-4D97-AF65-F5344CB8AC3E}">
        <p14:creationId xmlns:p14="http://schemas.microsoft.com/office/powerpoint/2010/main" val="1887634268"/>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BE1C3FEF-2AA3-4F08-8979-27F3EC3FC97C}"/>
              </a:ext>
            </a:extLst>
          </p:cNvPr>
          <p:cNvSpPr/>
          <p:nvPr/>
        </p:nvSpPr>
        <p:spPr bwMode="gray">
          <a:xfrm>
            <a:off x="539452" y="2096893"/>
            <a:ext cx="5251744" cy="2958085"/>
          </a:xfrm>
          <a:prstGeom prst="rect">
            <a:avLst/>
          </a:prstGeom>
          <a:solidFill>
            <a:srgbClr val="FFFFFF"/>
          </a:solidFill>
          <a:ln w="25400" cap="flat" cmpd="sng" algn="ctr">
            <a:solidFill>
              <a:schemeClr val="accent1"/>
            </a:solidFill>
            <a:prstDash val="solid"/>
            <a:headEnd/>
            <a:tailEnd/>
          </a:ln>
          <a:effectLst/>
        </p:spPr>
        <p:txBody>
          <a:bodyPr lIns="182880" rtlCol="0" anchor="ctr" anchorCtr="1"/>
          <a:lstStyle/>
          <a:p>
            <a:pPr marL="0" marR="0" lvl="0" indent="0" algn="ctr" defTabSz="914400" eaLnBrk="0" fontAlgn="base" latinLnBrk="0" hangingPunct="0">
              <a:lnSpc>
                <a:spcPct val="106000"/>
              </a:lnSpc>
              <a:spcBef>
                <a:spcPct val="0"/>
              </a:spcBef>
              <a:spcAft>
                <a:spcPct val="0"/>
              </a:spcAft>
              <a:buClrTx/>
              <a:buSzTx/>
              <a:buFontTx/>
              <a:buNone/>
              <a:tabLst/>
              <a:defRPr/>
            </a:pPr>
            <a:endParaRPr kumimoji="0" lang="en-US" sz="1200" b="1" i="0" u="none" strike="noStrike" kern="0" cap="none" spc="0" normalizeH="0" baseline="0" noProof="0">
              <a:ln>
                <a:noFill/>
              </a:ln>
              <a:solidFill>
                <a:srgbClr val="FFFFFF"/>
              </a:solidFill>
              <a:effectLst/>
              <a:uLnTx/>
              <a:uFillTx/>
              <a:latin typeface="+mj-lt"/>
              <a:ea typeface="+mn-ea"/>
              <a:cs typeface="+mn-cs"/>
            </a:endParaRPr>
          </a:p>
        </p:txBody>
      </p:sp>
      <p:graphicFrame>
        <p:nvGraphicFramePr>
          <p:cNvPr id="77" name="Object 76"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77" name="Object 76"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2" name="Text Placeholder 2"/>
          <p:cNvSpPr txBox="1">
            <a:spLocks/>
          </p:cNvSpPr>
          <p:nvPr/>
        </p:nvSpPr>
        <p:spPr>
          <a:xfrm>
            <a:off x="469900" y="736688"/>
            <a:ext cx="11252200" cy="757255"/>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ClrTx/>
              <a:buSzPct val="100000"/>
              <a:buFont typeface="Arial" panose="020B0604020202020204" pitchFamily="34" charset="0"/>
              <a:buNone/>
              <a:defRPr sz="2000" b="0" kern="1200">
                <a:solidFill>
                  <a:srgbClr val="575757"/>
                </a:solidFill>
                <a:latin typeface="+mn-lt"/>
                <a:ea typeface="+mn-ea"/>
                <a:cs typeface="+mn-cs"/>
              </a:defRPr>
            </a:lvl1pPr>
            <a:lvl2pPr marL="0" indent="0" algn="l" defTabSz="1219170" rtl="0" eaLnBrk="1" latinLnBrk="0" hangingPunct="1">
              <a:spcBef>
                <a:spcPts val="0"/>
              </a:spcBef>
              <a:spcAft>
                <a:spcPts val="1333"/>
              </a:spcAft>
              <a:buClrTx/>
              <a:buSzPct val="100000"/>
              <a:buFont typeface="Arial" panose="020B0604020202020204" pitchFamily="34" charset="0"/>
              <a:buChar char="​"/>
              <a:defRPr lang="en-US" sz="1200" b="1" kern="1200" dirty="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2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9pPr>
          </a:lstStyle>
          <a:p>
            <a:r>
              <a:rPr lang="en-US" sz="2400" dirty="0"/>
              <a:t>Risk Review and Mitigation </a:t>
            </a:r>
          </a:p>
        </p:txBody>
      </p:sp>
      <p:sp>
        <p:nvSpPr>
          <p:cNvPr id="75" name="Title 1"/>
          <p:cNvSpPr txBox="1">
            <a:spLocks/>
          </p:cNvSpPr>
          <p:nvPr/>
        </p:nvSpPr>
        <p:spPr bwMode="gray">
          <a:xfrm>
            <a:off x="469900" y="402586"/>
            <a:ext cx="11252200" cy="698501"/>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pPr lvl="0">
              <a:defRPr/>
            </a:pPr>
            <a:r>
              <a:rPr lang="en-IN" dirty="0"/>
              <a:t>Approach &amp; Methodology</a:t>
            </a:r>
            <a:endParaRPr kumimoji="0" lang="en-IN" sz="2000" b="0" i="0" u="none" strike="noStrike" kern="1200" cap="none" spc="0" normalizeH="0" baseline="0" noProof="0" dirty="0">
              <a:ln>
                <a:noFill/>
              </a:ln>
              <a:solidFill>
                <a:srgbClr val="000000"/>
              </a:solidFill>
              <a:effectLst/>
              <a:uLnTx/>
              <a:uFillTx/>
              <a:latin typeface="Verdana"/>
              <a:ea typeface="+mj-ea"/>
              <a:cs typeface="+mj-cs"/>
            </a:endParaRPr>
          </a:p>
        </p:txBody>
      </p:sp>
      <p:graphicFrame>
        <p:nvGraphicFramePr>
          <p:cNvPr id="32" name="Diagram 31">
            <a:extLst>
              <a:ext uri="{FF2B5EF4-FFF2-40B4-BE49-F238E27FC236}">
                <a16:creationId xmlns:a16="http://schemas.microsoft.com/office/drawing/2014/main" id="{D8ADFCB7-A432-404F-ACDA-AAAABCFB5E51}"/>
              </a:ext>
            </a:extLst>
          </p:cNvPr>
          <p:cNvGraphicFramePr/>
          <p:nvPr>
            <p:extLst>
              <p:ext uri="{D42A27DB-BD31-4B8C-83A1-F6EECF244321}">
                <p14:modId xmlns:p14="http://schemas.microsoft.com/office/powerpoint/2010/main" val="2550183170"/>
              </p:ext>
            </p:extLst>
          </p:nvPr>
        </p:nvGraphicFramePr>
        <p:xfrm>
          <a:off x="6774118" y="1254333"/>
          <a:ext cx="4121625" cy="286003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33" name="TextBox 32">
            <a:extLst>
              <a:ext uri="{FF2B5EF4-FFF2-40B4-BE49-F238E27FC236}">
                <a16:creationId xmlns:a16="http://schemas.microsoft.com/office/drawing/2014/main" id="{3F0C0DA4-5267-41CD-846C-FF24EC60DD86}"/>
              </a:ext>
            </a:extLst>
          </p:cNvPr>
          <p:cNvSpPr txBox="1"/>
          <p:nvPr/>
        </p:nvSpPr>
        <p:spPr>
          <a:xfrm>
            <a:off x="8194185" y="2096893"/>
            <a:ext cx="1183170" cy="869095"/>
          </a:xfrm>
          <a:prstGeom prst="rect">
            <a:avLst/>
          </a:prstGeom>
          <a:noFill/>
        </p:spPr>
        <p:txBody>
          <a:bodyPr wrap="square" lIns="98692" tIns="49345" rIns="98692" bIns="49345" rtlCol="0">
            <a:spAutoFit/>
          </a:bodyPr>
          <a:lstStyle/>
          <a:p>
            <a:pPr marL="0" lvl="1" algn="ctr" defTabSz="1100010" eaLnBrk="0" fontAlgn="base" hangingPunct="0">
              <a:spcBef>
                <a:spcPct val="0"/>
              </a:spcBef>
              <a:spcAft>
                <a:spcPct val="0"/>
              </a:spcAft>
            </a:pPr>
            <a:r>
              <a:rPr lang="en-US" sz="1000" b="1" dirty="0">
                <a:latin typeface="+mj-lt"/>
                <a:cs typeface="Arial" charset="0"/>
              </a:rPr>
              <a:t>Risk Assessment and Mitigation Framework</a:t>
            </a:r>
          </a:p>
        </p:txBody>
      </p:sp>
      <p:cxnSp>
        <p:nvCxnSpPr>
          <p:cNvPr id="34" name="Straight Connector 33">
            <a:extLst>
              <a:ext uri="{FF2B5EF4-FFF2-40B4-BE49-F238E27FC236}">
                <a16:creationId xmlns:a16="http://schemas.microsoft.com/office/drawing/2014/main" id="{AE7FA8AB-91BD-475B-B0A1-2ADBF2B4BB12}"/>
              </a:ext>
            </a:extLst>
          </p:cNvPr>
          <p:cNvCxnSpPr/>
          <p:nvPr/>
        </p:nvCxnSpPr>
        <p:spPr bwMode="auto">
          <a:xfrm flipV="1">
            <a:off x="6096000" y="1508517"/>
            <a:ext cx="0" cy="5254388"/>
          </a:xfrm>
          <a:prstGeom prst="line">
            <a:avLst/>
          </a:prstGeom>
          <a:solidFill>
            <a:srgbClr val="00A1DE"/>
          </a:solidFill>
          <a:ln w="12700" cap="flat" cmpd="sng" algn="ctr">
            <a:solidFill>
              <a:srgbClr val="002776"/>
            </a:solidFill>
            <a:prstDash val="solid"/>
            <a:round/>
            <a:headEnd type="none" w="med" len="med"/>
            <a:tailEnd type="none" w="med" len="med"/>
          </a:ln>
          <a:effectLst/>
        </p:spPr>
      </p:cxnSp>
      <p:pic>
        <p:nvPicPr>
          <p:cNvPr id="35" name="Picture 433">
            <a:extLst>
              <a:ext uri="{FF2B5EF4-FFF2-40B4-BE49-F238E27FC236}">
                <a16:creationId xmlns:a16="http://schemas.microsoft.com/office/drawing/2014/main" id="{6B44D94D-B39E-4065-BAE1-C286778A062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33669" y="4161942"/>
            <a:ext cx="5389311" cy="24519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6" name="Rectangle 35">
            <a:extLst>
              <a:ext uri="{FF2B5EF4-FFF2-40B4-BE49-F238E27FC236}">
                <a16:creationId xmlns:a16="http://schemas.microsoft.com/office/drawing/2014/main" id="{C21E714C-F502-4D7E-9B36-8E1D416F3C85}"/>
              </a:ext>
            </a:extLst>
          </p:cNvPr>
          <p:cNvSpPr/>
          <p:nvPr/>
        </p:nvSpPr>
        <p:spPr bwMode="gray">
          <a:xfrm>
            <a:off x="539452" y="1368277"/>
            <a:ext cx="1198335" cy="600502"/>
          </a:xfrm>
          <a:prstGeom prst="rect">
            <a:avLst/>
          </a:prstGeom>
          <a:solidFill>
            <a:schemeClr val="tx1"/>
          </a:solidFill>
          <a:ln w="12700" cap="rnd" algn="ctr">
            <a:noFill/>
            <a:miter lim="800000"/>
            <a:headEnd/>
            <a:tailEnd/>
          </a:ln>
        </p:spPr>
        <p:txBody>
          <a:bodyPr lIns="182880" rtlCol="0" anchor="ctr" anchorCtr="1"/>
          <a:lstStyle/>
          <a:p>
            <a:pPr marL="0" marR="0" lvl="0" indent="0" algn="ctr" defTabSz="914400" eaLnBrk="0" fontAlgn="base" latinLnBrk="0" hangingPunct="0">
              <a:lnSpc>
                <a:spcPct val="106000"/>
              </a:lnSpc>
              <a:spcBef>
                <a:spcPct val="0"/>
              </a:spcBef>
              <a:spcAft>
                <a:spcPct val="0"/>
              </a:spcAft>
              <a:buClrTx/>
              <a:buSzTx/>
              <a:buFontTx/>
              <a:buNone/>
              <a:tabLst/>
              <a:defRPr/>
            </a:pPr>
            <a:r>
              <a:rPr kumimoji="0" lang="en-US" sz="1100" b="1" i="0" u="none" strike="noStrike" kern="0" cap="none" spc="0" normalizeH="0" baseline="0" noProof="0" dirty="0">
                <a:ln>
                  <a:noFill/>
                </a:ln>
                <a:solidFill>
                  <a:srgbClr val="FFFFFF"/>
                </a:solidFill>
                <a:effectLst/>
                <a:uLnTx/>
                <a:uFillTx/>
                <a:latin typeface="+mj-lt"/>
                <a:cs typeface="Arial" charset="0"/>
              </a:rPr>
              <a:t>Objectives</a:t>
            </a:r>
          </a:p>
        </p:txBody>
      </p:sp>
      <p:sp>
        <p:nvSpPr>
          <p:cNvPr id="37" name="Rectangle 36">
            <a:extLst>
              <a:ext uri="{FF2B5EF4-FFF2-40B4-BE49-F238E27FC236}">
                <a16:creationId xmlns:a16="http://schemas.microsoft.com/office/drawing/2014/main" id="{FA134353-61BD-4E98-97B6-1989C3CC5E6F}"/>
              </a:ext>
            </a:extLst>
          </p:cNvPr>
          <p:cNvSpPr/>
          <p:nvPr/>
        </p:nvSpPr>
        <p:spPr bwMode="gray">
          <a:xfrm>
            <a:off x="1875460" y="1354107"/>
            <a:ext cx="3912724" cy="600503"/>
          </a:xfrm>
          <a:prstGeom prst="rect">
            <a:avLst/>
          </a:prstGeom>
          <a:solidFill>
            <a:srgbClr val="FFFFFF"/>
          </a:solidFill>
          <a:ln w="25400" cap="flat" cmpd="sng" algn="ctr">
            <a:solidFill>
              <a:schemeClr val="accent1"/>
            </a:solidFill>
            <a:prstDash val="solid"/>
            <a:headEnd/>
            <a:tailEnd/>
          </a:ln>
          <a:effectLst/>
        </p:spPr>
        <p:txBody>
          <a:bodyPr lIns="182880" rtlCol="0" anchor="ctr" anchorCtr="1"/>
          <a:lstStyle/>
          <a:p>
            <a:pPr marL="0" marR="0" lvl="0" indent="0" defTabSz="914400" eaLnBrk="0" fontAlgn="base" latinLnBrk="0" hangingPunct="0">
              <a:lnSpc>
                <a:spcPct val="106000"/>
              </a:lnSpc>
              <a:spcBef>
                <a:spcPct val="0"/>
              </a:spcBef>
              <a:spcAft>
                <a:spcPct val="0"/>
              </a:spcAft>
              <a:buClrTx/>
              <a:buSzTx/>
              <a:buFontTx/>
              <a:buNone/>
              <a:tabLst/>
              <a:defRPr/>
            </a:pPr>
            <a:endParaRPr kumimoji="0" lang="en-US" sz="1200" b="1" i="0" u="none" strike="noStrike" kern="0" cap="none" spc="0" normalizeH="0" baseline="0" noProof="0" dirty="0">
              <a:ln>
                <a:noFill/>
              </a:ln>
              <a:solidFill>
                <a:srgbClr val="FFFFFF"/>
              </a:solidFill>
              <a:effectLst/>
              <a:uLnTx/>
              <a:uFillTx/>
              <a:latin typeface="+mj-lt"/>
              <a:ea typeface="+mn-ea"/>
              <a:cs typeface="+mn-cs"/>
            </a:endParaRPr>
          </a:p>
        </p:txBody>
      </p:sp>
      <p:sp>
        <p:nvSpPr>
          <p:cNvPr id="38" name="Rectangle 37">
            <a:extLst>
              <a:ext uri="{FF2B5EF4-FFF2-40B4-BE49-F238E27FC236}">
                <a16:creationId xmlns:a16="http://schemas.microsoft.com/office/drawing/2014/main" id="{2D6E3729-625A-4A0C-9CD5-BB933A61E6AC}"/>
              </a:ext>
            </a:extLst>
          </p:cNvPr>
          <p:cNvSpPr/>
          <p:nvPr/>
        </p:nvSpPr>
        <p:spPr bwMode="gray">
          <a:xfrm>
            <a:off x="539451" y="2114950"/>
            <a:ext cx="5248729" cy="345150"/>
          </a:xfrm>
          <a:prstGeom prst="rect">
            <a:avLst/>
          </a:prstGeom>
          <a:solidFill>
            <a:schemeClr val="tx1"/>
          </a:solidFill>
          <a:ln w="12700" cap="rnd" algn="ctr">
            <a:noFill/>
            <a:miter lim="800000"/>
            <a:headEnd/>
            <a:tailEnd/>
          </a:ln>
        </p:spPr>
        <p:txBody>
          <a:bodyPr lIns="182880" rtlCol="0" anchor="ctr" anchorCtr="1"/>
          <a:lstStyle/>
          <a:p>
            <a:pPr marL="0" marR="0" lvl="0" indent="0" algn="ctr" defTabSz="914400" eaLnBrk="0" fontAlgn="base" latinLnBrk="0" hangingPunct="0">
              <a:lnSpc>
                <a:spcPct val="106000"/>
              </a:lnSpc>
              <a:spcBef>
                <a:spcPct val="0"/>
              </a:spcBef>
              <a:spcAft>
                <a:spcPct val="0"/>
              </a:spcAft>
              <a:buClrTx/>
              <a:buSzTx/>
              <a:buFontTx/>
              <a:buNone/>
              <a:tabLst/>
              <a:defRPr/>
            </a:pPr>
            <a:r>
              <a:rPr kumimoji="0" lang="en-US" sz="1100" b="1" i="0" u="none" strike="noStrike" kern="0" cap="none" spc="0" normalizeH="0" baseline="0" noProof="0" dirty="0">
                <a:ln>
                  <a:noFill/>
                </a:ln>
                <a:solidFill>
                  <a:srgbClr val="FFFFFF"/>
                </a:solidFill>
                <a:effectLst/>
                <a:uLnTx/>
                <a:uFillTx/>
                <a:latin typeface="+mj-lt"/>
                <a:cs typeface="Arial" charset="0"/>
              </a:rPr>
              <a:t>Key Activities</a:t>
            </a:r>
          </a:p>
        </p:txBody>
      </p:sp>
      <p:sp>
        <p:nvSpPr>
          <p:cNvPr id="40" name="Rectangle 39">
            <a:extLst>
              <a:ext uri="{FF2B5EF4-FFF2-40B4-BE49-F238E27FC236}">
                <a16:creationId xmlns:a16="http://schemas.microsoft.com/office/drawing/2014/main" id="{BF16DF0D-6105-4970-90C1-EB0CCBF1B313}"/>
              </a:ext>
            </a:extLst>
          </p:cNvPr>
          <p:cNvSpPr/>
          <p:nvPr/>
        </p:nvSpPr>
        <p:spPr bwMode="gray">
          <a:xfrm>
            <a:off x="539452" y="5215318"/>
            <a:ext cx="5289419" cy="345150"/>
          </a:xfrm>
          <a:prstGeom prst="rect">
            <a:avLst/>
          </a:prstGeom>
          <a:solidFill>
            <a:schemeClr val="tx1"/>
          </a:solidFill>
          <a:ln w="12700" cap="rnd" algn="ctr">
            <a:noFill/>
            <a:miter lim="800000"/>
            <a:headEnd/>
            <a:tailEnd/>
          </a:ln>
        </p:spPr>
        <p:txBody>
          <a:bodyPr lIns="182880" rtlCol="0" anchor="ctr" anchorCtr="1"/>
          <a:lstStyle/>
          <a:p>
            <a:pPr marL="0" marR="0" lvl="0" indent="0" algn="ctr" defTabSz="914400" eaLnBrk="0" fontAlgn="base" latinLnBrk="0" hangingPunct="0">
              <a:lnSpc>
                <a:spcPct val="106000"/>
              </a:lnSpc>
              <a:spcBef>
                <a:spcPct val="0"/>
              </a:spcBef>
              <a:spcAft>
                <a:spcPct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mj-lt"/>
                <a:cs typeface="Arial" charset="0"/>
              </a:rPr>
              <a:t>Key Deliverables</a:t>
            </a:r>
          </a:p>
        </p:txBody>
      </p:sp>
      <p:sp>
        <p:nvSpPr>
          <p:cNvPr id="41" name="Rectangle 40">
            <a:extLst>
              <a:ext uri="{FF2B5EF4-FFF2-40B4-BE49-F238E27FC236}">
                <a16:creationId xmlns:a16="http://schemas.microsoft.com/office/drawing/2014/main" id="{B20C8633-4C72-4CE8-A228-7168B544AFF7}"/>
              </a:ext>
            </a:extLst>
          </p:cNvPr>
          <p:cNvSpPr/>
          <p:nvPr/>
        </p:nvSpPr>
        <p:spPr bwMode="gray">
          <a:xfrm>
            <a:off x="531345" y="5197261"/>
            <a:ext cx="5289419" cy="1095522"/>
          </a:xfrm>
          <a:prstGeom prst="rect">
            <a:avLst/>
          </a:prstGeom>
          <a:noFill/>
          <a:ln w="25400" cap="flat" cmpd="sng" algn="ctr">
            <a:solidFill>
              <a:schemeClr val="accent1"/>
            </a:solidFill>
            <a:prstDash val="solid"/>
            <a:headEnd/>
            <a:tailEnd/>
          </a:ln>
          <a:effectLst/>
        </p:spPr>
        <p:txBody>
          <a:bodyPr lIns="182880" rtlCol="0" anchor="ctr" anchorCtr="1"/>
          <a:lstStyle/>
          <a:p>
            <a:pPr marL="0" marR="0" lvl="0" indent="0" algn="ctr" defTabSz="914400" eaLnBrk="0" fontAlgn="base" latinLnBrk="0" hangingPunct="0">
              <a:lnSpc>
                <a:spcPct val="106000"/>
              </a:lnSpc>
              <a:spcBef>
                <a:spcPct val="0"/>
              </a:spcBef>
              <a:spcAft>
                <a:spcPct val="0"/>
              </a:spcAft>
              <a:buClrTx/>
              <a:buSzTx/>
              <a:buFontTx/>
              <a:buNone/>
              <a:tabLst/>
              <a:defRPr/>
            </a:pPr>
            <a:endParaRPr kumimoji="0" lang="en-US" sz="1200" b="1" i="0" u="none" strike="noStrike" kern="0" cap="none" spc="0" normalizeH="0" baseline="0" noProof="0" dirty="0">
              <a:ln>
                <a:noFill/>
              </a:ln>
              <a:solidFill>
                <a:srgbClr val="FFFFFF"/>
              </a:solidFill>
              <a:effectLst/>
              <a:uLnTx/>
              <a:uFillTx/>
              <a:latin typeface="+mj-lt"/>
              <a:ea typeface="+mn-ea"/>
              <a:cs typeface="+mn-cs"/>
            </a:endParaRPr>
          </a:p>
        </p:txBody>
      </p:sp>
      <p:sp>
        <p:nvSpPr>
          <p:cNvPr id="42" name="TextBox 41">
            <a:extLst>
              <a:ext uri="{FF2B5EF4-FFF2-40B4-BE49-F238E27FC236}">
                <a16:creationId xmlns:a16="http://schemas.microsoft.com/office/drawing/2014/main" id="{8B666190-E653-48C7-ADEA-70528F1E3ADF}"/>
              </a:ext>
            </a:extLst>
          </p:cNvPr>
          <p:cNvSpPr txBox="1"/>
          <p:nvPr/>
        </p:nvSpPr>
        <p:spPr>
          <a:xfrm>
            <a:off x="1875460" y="1463292"/>
            <a:ext cx="3817412" cy="438208"/>
          </a:xfrm>
          <a:prstGeom prst="rect">
            <a:avLst/>
          </a:prstGeom>
          <a:noFill/>
        </p:spPr>
        <p:txBody>
          <a:bodyPr wrap="square" lIns="98692" tIns="49345" rIns="98692" bIns="49345" rtlCol="0">
            <a:spAutoFit/>
          </a:bodyPr>
          <a:lstStyle/>
          <a:p>
            <a:pPr marL="0" lvl="1" defTabSz="1100010" eaLnBrk="0" fontAlgn="base" hangingPunct="0">
              <a:spcBef>
                <a:spcPct val="0"/>
              </a:spcBef>
              <a:spcAft>
                <a:spcPct val="0"/>
              </a:spcAft>
            </a:pPr>
            <a:r>
              <a:rPr lang="en-US" sz="1100" dirty="0">
                <a:latin typeface="+mj-lt"/>
                <a:cs typeface="Arial" charset="0"/>
              </a:rPr>
              <a:t>Carry out a Risk Assessment and prepare a Mitigation Plan</a:t>
            </a:r>
          </a:p>
        </p:txBody>
      </p:sp>
      <p:sp>
        <p:nvSpPr>
          <p:cNvPr id="43" name="TextBox 42">
            <a:extLst>
              <a:ext uri="{FF2B5EF4-FFF2-40B4-BE49-F238E27FC236}">
                <a16:creationId xmlns:a16="http://schemas.microsoft.com/office/drawing/2014/main" id="{9CA9E83A-D363-4E87-8CF3-C2EEDD47F30F}"/>
              </a:ext>
            </a:extLst>
          </p:cNvPr>
          <p:cNvSpPr txBox="1"/>
          <p:nvPr/>
        </p:nvSpPr>
        <p:spPr>
          <a:xfrm>
            <a:off x="543996" y="2479464"/>
            <a:ext cx="5207205" cy="2561866"/>
          </a:xfrm>
          <a:prstGeom prst="rect">
            <a:avLst/>
          </a:prstGeom>
          <a:noFill/>
        </p:spPr>
        <p:txBody>
          <a:bodyPr wrap="square" lIns="98692" tIns="49345" rIns="98692" bIns="49345" rtlCol="0">
            <a:spAutoFit/>
          </a:bodyPr>
          <a:lstStyle/>
          <a:p>
            <a:pPr marL="171450" lvl="1" indent="-171450" defTabSz="1100010" eaLnBrk="0" fontAlgn="base" hangingPunct="0">
              <a:spcBef>
                <a:spcPct val="0"/>
              </a:spcBef>
              <a:spcAft>
                <a:spcPct val="0"/>
              </a:spcAft>
              <a:buFont typeface="Arial" panose="020B0604020202020204" pitchFamily="34" charset="0"/>
              <a:buChar char="•"/>
            </a:pPr>
            <a:r>
              <a:rPr lang="en-US" sz="1000" dirty="0">
                <a:latin typeface="+mj-lt"/>
                <a:cs typeface="Arial" charset="0"/>
              </a:rPr>
              <a:t>Identify risks pertaining to the strategic initiatives / detailed action plan identified to achieve the business transformation objective</a:t>
            </a:r>
          </a:p>
          <a:p>
            <a:pPr marL="171450" lvl="1" indent="-171450" defTabSz="1100010" eaLnBrk="0" fontAlgn="base" hangingPunct="0">
              <a:spcBef>
                <a:spcPct val="0"/>
              </a:spcBef>
              <a:spcAft>
                <a:spcPct val="0"/>
              </a:spcAft>
              <a:buFont typeface="Arial" panose="020B0604020202020204" pitchFamily="34" charset="0"/>
              <a:buChar char="•"/>
            </a:pPr>
            <a:r>
              <a:rPr lang="en-US" sz="1000" dirty="0">
                <a:latin typeface="+mj-lt"/>
                <a:cs typeface="Arial" charset="0"/>
              </a:rPr>
              <a:t>Identify risks coming out from the regular review / monitoring of the actionable items along the key thematic areas identified for carrying out business transformation exercise</a:t>
            </a:r>
          </a:p>
          <a:p>
            <a:pPr marL="171450" lvl="1" indent="-171450" defTabSz="1100010" eaLnBrk="0" fontAlgn="base" hangingPunct="0">
              <a:spcBef>
                <a:spcPct val="0"/>
              </a:spcBef>
              <a:spcAft>
                <a:spcPct val="0"/>
              </a:spcAft>
              <a:buFont typeface="Arial" panose="020B0604020202020204" pitchFamily="34" charset="0"/>
              <a:buChar char="•"/>
            </a:pPr>
            <a:r>
              <a:rPr lang="en-US" sz="1000" dirty="0">
                <a:latin typeface="+mj-lt"/>
                <a:cs typeface="Arial" charset="0"/>
              </a:rPr>
              <a:t>Identify the challenges and concerns regarding implementation of strategic initiatives / action plans and key risks around that</a:t>
            </a:r>
          </a:p>
          <a:p>
            <a:pPr marL="171450" lvl="1" indent="-171450" defTabSz="1100010" eaLnBrk="0" fontAlgn="base" hangingPunct="0">
              <a:spcBef>
                <a:spcPct val="0"/>
              </a:spcBef>
              <a:spcAft>
                <a:spcPct val="0"/>
              </a:spcAft>
              <a:buFont typeface="Arial" panose="020B0604020202020204" pitchFamily="34" charset="0"/>
              <a:buChar char="•"/>
            </a:pPr>
            <a:r>
              <a:rPr lang="en-US" sz="1000" dirty="0">
                <a:latin typeface="+mj-lt"/>
                <a:cs typeface="Arial" charset="0"/>
              </a:rPr>
              <a:t>Review the currents risks, governance and compliance frameworks of BSES organizations</a:t>
            </a:r>
          </a:p>
          <a:p>
            <a:pPr marL="171450" lvl="1" indent="-171450" defTabSz="1100010" eaLnBrk="0" fontAlgn="base" hangingPunct="0">
              <a:spcBef>
                <a:spcPct val="0"/>
              </a:spcBef>
              <a:spcAft>
                <a:spcPct val="0"/>
              </a:spcAft>
              <a:buFont typeface="Arial" panose="020B0604020202020204" pitchFamily="34" charset="0"/>
              <a:buChar char="•"/>
            </a:pPr>
            <a:r>
              <a:rPr lang="en-US" sz="1000" dirty="0">
                <a:latin typeface="+mj-lt"/>
                <a:cs typeface="Arial" charset="0"/>
              </a:rPr>
              <a:t>Identify corporate, regulatory, commercial and technology risks</a:t>
            </a:r>
          </a:p>
          <a:p>
            <a:pPr marL="171450" lvl="1" indent="-171450" defTabSz="1100010" eaLnBrk="0" fontAlgn="base" hangingPunct="0">
              <a:spcBef>
                <a:spcPct val="0"/>
              </a:spcBef>
              <a:spcAft>
                <a:spcPct val="0"/>
              </a:spcAft>
              <a:buFont typeface="Arial" panose="020B0604020202020204" pitchFamily="34" charset="0"/>
              <a:buChar char="•"/>
            </a:pPr>
            <a:r>
              <a:rPr lang="en-US" sz="1000" dirty="0">
                <a:latin typeface="+mj-lt"/>
                <a:cs typeface="Arial" charset="0"/>
              </a:rPr>
              <a:t>Identify the governance and regulatory compliance requirements</a:t>
            </a:r>
          </a:p>
          <a:p>
            <a:pPr marL="171450" lvl="1" indent="-171450" defTabSz="1100010" eaLnBrk="0" fontAlgn="base" hangingPunct="0">
              <a:spcBef>
                <a:spcPct val="0"/>
              </a:spcBef>
              <a:spcAft>
                <a:spcPct val="0"/>
              </a:spcAft>
              <a:buFont typeface="Arial" panose="020B0604020202020204" pitchFamily="34" charset="0"/>
              <a:buChar char="•"/>
            </a:pPr>
            <a:r>
              <a:rPr lang="en-US" sz="1000" dirty="0">
                <a:latin typeface="+mj-lt"/>
                <a:cs typeface="Arial" charset="0"/>
              </a:rPr>
              <a:t>Prioritize the risks through a structured format of assessing the impact and likelihood of each risk showing the range of risk exposure varying from acceptable, cautionary to unacceptable.</a:t>
            </a:r>
          </a:p>
          <a:p>
            <a:pPr marL="171450" lvl="1" indent="-171450" defTabSz="1100010" eaLnBrk="0" fontAlgn="base" hangingPunct="0">
              <a:spcBef>
                <a:spcPct val="0"/>
              </a:spcBef>
              <a:spcAft>
                <a:spcPct val="0"/>
              </a:spcAft>
              <a:buFont typeface="Arial" panose="020B0604020202020204" pitchFamily="34" charset="0"/>
              <a:buChar char="•"/>
            </a:pPr>
            <a:r>
              <a:rPr lang="en-US" sz="1000" dirty="0">
                <a:latin typeface="+mj-lt"/>
                <a:cs typeface="Arial" charset="0"/>
              </a:rPr>
              <a:t>Report the findings to the Management along with proposed risk mitigation strategies / plans for each identified risk item</a:t>
            </a:r>
          </a:p>
        </p:txBody>
      </p:sp>
      <p:sp>
        <p:nvSpPr>
          <p:cNvPr id="44" name="TextBox 43">
            <a:extLst>
              <a:ext uri="{FF2B5EF4-FFF2-40B4-BE49-F238E27FC236}">
                <a16:creationId xmlns:a16="http://schemas.microsoft.com/office/drawing/2014/main" id="{FA1366E2-2B4B-49D0-856A-4FE8843D611F}"/>
              </a:ext>
            </a:extLst>
          </p:cNvPr>
          <p:cNvSpPr txBox="1"/>
          <p:nvPr/>
        </p:nvSpPr>
        <p:spPr>
          <a:xfrm>
            <a:off x="559110" y="5592872"/>
            <a:ext cx="5182183" cy="745985"/>
          </a:xfrm>
          <a:prstGeom prst="rect">
            <a:avLst/>
          </a:prstGeom>
          <a:noFill/>
        </p:spPr>
        <p:txBody>
          <a:bodyPr wrap="square" lIns="98692" tIns="49345" rIns="98692" bIns="49345" rtlCol="0">
            <a:spAutoFit/>
          </a:bodyPr>
          <a:lstStyle/>
          <a:p>
            <a:pPr marL="171450" lvl="1" indent="-171450" defTabSz="1100010" eaLnBrk="0" fontAlgn="base" hangingPunct="0">
              <a:spcBef>
                <a:spcPct val="0"/>
              </a:spcBef>
              <a:spcAft>
                <a:spcPct val="0"/>
              </a:spcAft>
              <a:buFont typeface="Arial" panose="020B0604020202020204" pitchFamily="34" charset="0"/>
              <a:buChar char="•"/>
            </a:pPr>
            <a:r>
              <a:rPr lang="en-US" sz="1050" dirty="0">
                <a:latin typeface="+mj-lt"/>
                <a:cs typeface="Arial" charset="0"/>
              </a:rPr>
              <a:t>Identification of Risks</a:t>
            </a:r>
          </a:p>
          <a:p>
            <a:pPr marL="171450" lvl="1" indent="-171450" defTabSz="1100010" eaLnBrk="0" fontAlgn="base" hangingPunct="0">
              <a:spcBef>
                <a:spcPct val="0"/>
              </a:spcBef>
              <a:spcAft>
                <a:spcPct val="0"/>
              </a:spcAft>
              <a:buFont typeface="Arial" panose="020B0604020202020204" pitchFamily="34" charset="0"/>
              <a:buChar char="•"/>
            </a:pPr>
            <a:r>
              <a:rPr lang="en-US" sz="1050" dirty="0">
                <a:latin typeface="+mj-lt"/>
                <a:cs typeface="Arial" charset="0"/>
              </a:rPr>
              <a:t>Prioritization of Risks showing the range of risk exposure varying from acceptable, cautionary to unacceptable</a:t>
            </a:r>
          </a:p>
          <a:p>
            <a:pPr marL="171450" lvl="1" indent="-171450" defTabSz="1100010" eaLnBrk="0" fontAlgn="base" hangingPunct="0">
              <a:spcBef>
                <a:spcPct val="0"/>
              </a:spcBef>
              <a:spcAft>
                <a:spcPct val="0"/>
              </a:spcAft>
              <a:buFont typeface="Arial" panose="020B0604020202020204" pitchFamily="34" charset="0"/>
              <a:buChar char="•"/>
            </a:pPr>
            <a:r>
              <a:rPr lang="en-US" sz="1050" dirty="0">
                <a:latin typeface="+mj-lt"/>
                <a:cs typeface="Arial" charset="0"/>
              </a:rPr>
              <a:t>Risk Mitigation Plan</a:t>
            </a:r>
          </a:p>
        </p:txBody>
      </p:sp>
      <p:sp>
        <p:nvSpPr>
          <p:cNvPr id="45" name="TextBox 44">
            <a:extLst>
              <a:ext uri="{FF2B5EF4-FFF2-40B4-BE49-F238E27FC236}">
                <a16:creationId xmlns:a16="http://schemas.microsoft.com/office/drawing/2014/main" id="{5960DC37-82A8-4E0D-9776-9E4595ACD893}"/>
              </a:ext>
            </a:extLst>
          </p:cNvPr>
          <p:cNvSpPr txBox="1"/>
          <p:nvPr/>
        </p:nvSpPr>
        <p:spPr>
          <a:xfrm>
            <a:off x="6614533" y="1164562"/>
            <a:ext cx="1678674" cy="407430"/>
          </a:xfrm>
          <a:prstGeom prst="rect">
            <a:avLst/>
          </a:prstGeom>
          <a:noFill/>
        </p:spPr>
        <p:txBody>
          <a:bodyPr wrap="square" lIns="98692" tIns="49345" rIns="98692" bIns="49345" rtlCol="0">
            <a:spAutoFit/>
          </a:bodyPr>
          <a:lstStyle/>
          <a:p>
            <a:pPr marL="0" lvl="1" defTabSz="1100010" eaLnBrk="0" fontAlgn="base" hangingPunct="0">
              <a:spcBef>
                <a:spcPct val="0"/>
              </a:spcBef>
              <a:spcAft>
                <a:spcPct val="0"/>
              </a:spcAft>
            </a:pPr>
            <a:r>
              <a:rPr lang="en-US" sz="1000" b="1" i="1" dirty="0">
                <a:solidFill>
                  <a:srgbClr val="002776"/>
                </a:solidFill>
                <a:latin typeface="+mj-lt"/>
                <a:cs typeface="Arial" charset="0"/>
              </a:rPr>
              <a:t>Tools &amp; Methodologies</a:t>
            </a:r>
          </a:p>
        </p:txBody>
      </p:sp>
    </p:spTree>
    <p:extLst>
      <p:ext uri="{BB962C8B-B14F-4D97-AF65-F5344CB8AC3E}">
        <p14:creationId xmlns:p14="http://schemas.microsoft.com/office/powerpoint/2010/main" val="2332550290"/>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7" name="Object 76"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77" name="Object 76"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2" name="Text Placeholder 2"/>
          <p:cNvSpPr txBox="1">
            <a:spLocks/>
          </p:cNvSpPr>
          <p:nvPr/>
        </p:nvSpPr>
        <p:spPr>
          <a:xfrm>
            <a:off x="469900" y="736688"/>
            <a:ext cx="11252200" cy="757255"/>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ClrTx/>
              <a:buSzPct val="100000"/>
              <a:buFont typeface="Arial" panose="020B0604020202020204" pitchFamily="34" charset="0"/>
              <a:buNone/>
              <a:defRPr sz="2000" b="0" kern="1200">
                <a:solidFill>
                  <a:srgbClr val="575757"/>
                </a:solidFill>
                <a:latin typeface="+mn-lt"/>
                <a:ea typeface="+mn-ea"/>
                <a:cs typeface="+mn-cs"/>
              </a:defRPr>
            </a:lvl1pPr>
            <a:lvl2pPr marL="0" indent="0" algn="l" defTabSz="1219170" rtl="0" eaLnBrk="1" latinLnBrk="0" hangingPunct="1">
              <a:spcBef>
                <a:spcPts val="0"/>
              </a:spcBef>
              <a:spcAft>
                <a:spcPts val="1333"/>
              </a:spcAft>
              <a:buClrTx/>
              <a:buSzPct val="100000"/>
              <a:buFont typeface="Arial" panose="020B0604020202020204" pitchFamily="34" charset="0"/>
              <a:buChar char="​"/>
              <a:defRPr lang="en-US" sz="1200" b="1" kern="1200" dirty="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2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9pPr>
          </a:lstStyle>
          <a:p>
            <a:r>
              <a:rPr lang="en-US" sz="2400" dirty="0"/>
              <a:t>Key Activities and Timelines</a:t>
            </a:r>
            <a:endParaRPr lang="en-IN" sz="2400" dirty="0"/>
          </a:p>
        </p:txBody>
      </p:sp>
      <p:sp>
        <p:nvSpPr>
          <p:cNvPr id="75" name="Title 1"/>
          <p:cNvSpPr txBox="1">
            <a:spLocks/>
          </p:cNvSpPr>
          <p:nvPr/>
        </p:nvSpPr>
        <p:spPr bwMode="gray">
          <a:xfrm>
            <a:off x="469900" y="402586"/>
            <a:ext cx="11252200" cy="698501"/>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pPr lvl="0">
              <a:defRPr/>
            </a:pPr>
            <a:r>
              <a:rPr lang="en-IN" dirty="0"/>
              <a:t>Work Plan</a:t>
            </a:r>
            <a:endParaRPr kumimoji="0" lang="en-IN" sz="2000" b="0" i="0" u="none" strike="noStrike" kern="1200" cap="none" spc="0" normalizeH="0" baseline="0" noProof="0" dirty="0">
              <a:ln>
                <a:noFill/>
              </a:ln>
              <a:solidFill>
                <a:srgbClr val="000000"/>
              </a:solidFill>
              <a:effectLst/>
              <a:uLnTx/>
              <a:uFillTx/>
              <a:latin typeface="Verdana"/>
              <a:ea typeface="+mj-ea"/>
              <a:cs typeface="+mj-cs"/>
            </a:endParaRPr>
          </a:p>
        </p:txBody>
      </p:sp>
      <p:graphicFrame>
        <p:nvGraphicFramePr>
          <p:cNvPr id="50" name="Table 49">
            <a:extLst>
              <a:ext uri="{FF2B5EF4-FFF2-40B4-BE49-F238E27FC236}">
                <a16:creationId xmlns:a16="http://schemas.microsoft.com/office/drawing/2014/main" id="{A11A3A89-290F-4A13-A3BB-528AFB85CE2A}"/>
              </a:ext>
            </a:extLst>
          </p:cNvPr>
          <p:cNvGraphicFramePr>
            <a:graphicFrameLocks noGrp="1"/>
          </p:cNvGraphicFramePr>
          <p:nvPr>
            <p:extLst>
              <p:ext uri="{D42A27DB-BD31-4B8C-83A1-F6EECF244321}">
                <p14:modId xmlns:p14="http://schemas.microsoft.com/office/powerpoint/2010/main" val="1057321486"/>
              </p:ext>
            </p:extLst>
          </p:nvPr>
        </p:nvGraphicFramePr>
        <p:xfrm>
          <a:off x="469900" y="1627722"/>
          <a:ext cx="11142981" cy="4132455"/>
        </p:xfrm>
        <a:graphic>
          <a:graphicData uri="http://schemas.openxmlformats.org/drawingml/2006/table">
            <a:tbl>
              <a:tblPr firstRow="1"/>
              <a:tblGrid>
                <a:gridCol w="3721377">
                  <a:extLst>
                    <a:ext uri="{9D8B030D-6E8A-4147-A177-3AD203B41FA5}">
                      <a16:colId xmlns:a16="http://schemas.microsoft.com/office/drawing/2014/main" val="20000"/>
                    </a:ext>
                  </a:extLst>
                </a:gridCol>
                <a:gridCol w="618467">
                  <a:extLst>
                    <a:ext uri="{9D8B030D-6E8A-4147-A177-3AD203B41FA5}">
                      <a16:colId xmlns:a16="http://schemas.microsoft.com/office/drawing/2014/main" val="20001"/>
                    </a:ext>
                  </a:extLst>
                </a:gridCol>
                <a:gridCol w="618467">
                  <a:extLst>
                    <a:ext uri="{9D8B030D-6E8A-4147-A177-3AD203B41FA5}">
                      <a16:colId xmlns:a16="http://schemas.microsoft.com/office/drawing/2014/main" val="20002"/>
                    </a:ext>
                  </a:extLst>
                </a:gridCol>
                <a:gridCol w="618467">
                  <a:extLst>
                    <a:ext uri="{9D8B030D-6E8A-4147-A177-3AD203B41FA5}">
                      <a16:colId xmlns:a16="http://schemas.microsoft.com/office/drawing/2014/main" val="20003"/>
                    </a:ext>
                  </a:extLst>
                </a:gridCol>
                <a:gridCol w="618467">
                  <a:extLst>
                    <a:ext uri="{9D8B030D-6E8A-4147-A177-3AD203B41FA5}">
                      <a16:colId xmlns:a16="http://schemas.microsoft.com/office/drawing/2014/main" val="20004"/>
                    </a:ext>
                  </a:extLst>
                </a:gridCol>
                <a:gridCol w="618467">
                  <a:extLst>
                    <a:ext uri="{9D8B030D-6E8A-4147-A177-3AD203B41FA5}">
                      <a16:colId xmlns:a16="http://schemas.microsoft.com/office/drawing/2014/main" val="20005"/>
                    </a:ext>
                  </a:extLst>
                </a:gridCol>
                <a:gridCol w="618467">
                  <a:extLst>
                    <a:ext uri="{9D8B030D-6E8A-4147-A177-3AD203B41FA5}">
                      <a16:colId xmlns:a16="http://schemas.microsoft.com/office/drawing/2014/main" val="20006"/>
                    </a:ext>
                  </a:extLst>
                </a:gridCol>
                <a:gridCol w="618467">
                  <a:extLst>
                    <a:ext uri="{9D8B030D-6E8A-4147-A177-3AD203B41FA5}">
                      <a16:colId xmlns:a16="http://schemas.microsoft.com/office/drawing/2014/main" val="20007"/>
                    </a:ext>
                  </a:extLst>
                </a:gridCol>
                <a:gridCol w="618467">
                  <a:extLst>
                    <a:ext uri="{9D8B030D-6E8A-4147-A177-3AD203B41FA5}">
                      <a16:colId xmlns:a16="http://schemas.microsoft.com/office/drawing/2014/main" val="20008"/>
                    </a:ext>
                  </a:extLst>
                </a:gridCol>
                <a:gridCol w="618467">
                  <a:extLst>
                    <a:ext uri="{9D8B030D-6E8A-4147-A177-3AD203B41FA5}">
                      <a16:colId xmlns:a16="http://schemas.microsoft.com/office/drawing/2014/main" val="20009"/>
                    </a:ext>
                  </a:extLst>
                </a:gridCol>
                <a:gridCol w="618467">
                  <a:extLst>
                    <a:ext uri="{9D8B030D-6E8A-4147-A177-3AD203B41FA5}">
                      <a16:colId xmlns:a16="http://schemas.microsoft.com/office/drawing/2014/main" val="20010"/>
                    </a:ext>
                  </a:extLst>
                </a:gridCol>
                <a:gridCol w="618467">
                  <a:extLst>
                    <a:ext uri="{9D8B030D-6E8A-4147-A177-3AD203B41FA5}">
                      <a16:colId xmlns:a16="http://schemas.microsoft.com/office/drawing/2014/main" val="20011"/>
                    </a:ext>
                  </a:extLst>
                </a:gridCol>
                <a:gridCol w="618467">
                  <a:extLst>
                    <a:ext uri="{9D8B030D-6E8A-4147-A177-3AD203B41FA5}">
                      <a16:colId xmlns:a16="http://schemas.microsoft.com/office/drawing/2014/main" val="20012"/>
                    </a:ext>
                  </a:extLst>
                </a:gridCol>
              </a:tblGrid>
              <a:tr h="322455">
                <a:tc>
                  <a:txBody>
                    <a:bodyPr/>
                    <a:lstStyle>
                      <a:lvl1pPr marL="0" algn="l" defTabSz="990570" rtl="0" eaLnBrk="1" latinLnBrk="0" hangingPunct="1">
                        <a:defRPr sz="1950" b="1" kern="1200">
                          <a:solidFill>
                            <a:schemeClr val="lt1"/>
                          </a:solidFill>
                          <a:latin typeface="Arial"/>
                        </a:defRPr>
                      </a:lvl1pPr>
                      <a:lvl2pPr marL="495285" algn="l" defTabSz="990570" rtl="0" eaLnBrk="1" latinLnBrk="0" hangingPunct="1">
                        <a:defRPr sz="1950" b="1" kern="1200">
                          <a:solidFill>
                            <a:schemeClr val="lt1"/>
                          </a:solidFill>
                          <a:latin typeface="Arial"/>
                        </a:defRPr>
                      </a:lvl2pPr>
                      <a:lvl3pPr marL="990570" algn="l" defTabSz="990570" rtl="0" eaLnBrk="1" latinLnBrk="0" hangingPunct="1">
                        <a:defRPr sz="1950" b="1" kern="1200">
                          <a:solidFill>
                            <a:schemeClr val="lt1"/>
                          </a:solidFill>
                          <a:latin typeface="Arial"/>
                        </a:defRPr>
                      </a:lvl3pPr>
                      <a:lvl4pPr marL="1485854" algn="l" defTabSz="990570" rtl="0" eaLnBrk="1" latinLnBrk="0" hangingPunct="1">
                        <a:defRPr sz="1950" b="1" kern="1200">
                          <a:solidFill>
                            <a:schemeClr val="lt1"/>
                          </a:solidFill>
                          <a:latin typeface="Arial"/>
                        </a:defRPr>
                      </a:lvl4pPr>
                      <a:lvl5pPr marL="1981139" algn="l" defTabSz="990570" rtl="0" eaLnBrk="1" latinLnBrk="0" hangingPunct="1">
                        <a:defRPr sz="1950" b="1" kern="1200">
                          <a:solidFill>
                            <a:schemeClr val="lt1"/>
                          </a:solidFill>
                          <a:latin typeface="Arial"/>
                        </a:defRPr>
                      </a:lvl5pPr>
                      <a:lvl6pPr marL="2476424" algn="l" defTabSz="990570" rtl="0" eaLnBrk="1" latinLnBrk="0" hangingPunct="1">
                        <a:defRPr sz="1950" b="1" kern="1200">
                          <a:solidFill>
                            <a:schemeClr val="lt1"/>
                          </a:solidFill>
                          <a:latin typeface="Arial"/>
                        </a:defRPr>
                      </a:lvl6pPr>
                      <a:lvl7pPr marL="2971709" algn="l" defTabSz="990570" rtl="0" eaLnBrk="1" latinLnBrk="0" hangingPunct="1">
                        <a:defRPr sz="1950" b="1" kern="1200">
                          <a:solidFill>
                            <a:schemeClr val="lt1"/>
                          </a:solidFill>
                          <a:latin typeface="Arial"/>
                        </a:defRPr>
                      </a:lvl7pPr>
                      <a:lvl8pPr marL="3466993" algn="l" defTabSz="990570" rtl="0" eaLnBrk="1" latinLnBrk="0" hangingPunct="1">
                        <a:defRPr sz="1950" b="1" kern="1200">
                          <a:solidFill>
                            <a:schemeClr val="lt1"/>
                          </a:solidFill>
                          <a:latin typeface="Arial"/>
                        </a:defRPr>
                      </a:lvl8pPr>
                      <a:lvl9pPr marL="3962278" algn="l" defTabSz="990570" rtl="0" eaLnBrk="1" latinLnBrk="0" hangingPunct="1">
                        <a:defRPr sz="1950" b="1" kern="1200">
                          <a:solidFill>
                            <a:schemeClr val="lt1"/>
                          </a:solidFill>
                          <a:latin typeface="Arial"/>
                        </a:defRPr>
                      </a:lvl9pPr>
                    </a:lstStyle>
                    <a:p>
                      <a:r>
                        <a:rPr lang="en-US" sz="1000" dirty="0">
                          <a:latin typeface="+mj-lt"/>
                        </a:rPr>
                        <a:t>Activity</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tx1"/>
                    </a:solidFill>
                  </a:tcPr>
                </a:tc>
                <a:tc>
                  <a:txBody>
                    <a:bodyPr/>
                    <a:lstStyle>
                      <a:lvl1pPr marL="0" algn="l" defTabSz="990570" rtl="0" eaLnBrk="1" latinLnBrk="0" hangingPunct="1">
                        <a:defRPr sz="1950" b="1" kern="1200">
                          <a:solidFill>
                            <a:schemeClr val="lt1"/>
                          </a:solidFill>
                          <a:latin typeface="Arial"/>
                        </a:defRPr>
                      </a:lvl1pPr>
                      <a:lvl2pPr marL="495285" algn="l" defTabSz="990570" rtl="0" eaLnBrk="1" latinLnBrk="0" hangingPunct="1">
                        <a:defRPr sz="1950" b="1" kern="1200">
                          <a:solidFill>
                            <a:schemeClr val="lt1"/>
                          </a:solidFill>
                          <a:latin typeface="Arial"/>
                        </a:defRPr>
                      </a:lvl2pPr>
                      <a:lvl3pPr marL="990570" algn="l" defTabSz="990570" rtl="0" eaLnBrk="1" latinLnBrk="0" hangingPunct="1">
                        <a:defRPr sz="1950" b="1" kern="1200">
                          <a:solidFill>
                            <a:schemeClr val="lt1"/>
                          </a:solidFill>
                          <a:latin typeface="Arial"/>
                        </a:defRPr>
                      </a:lvl3pPr>
                      <a:lvl4pPr marL="1485854" algn="l" defTabSz="990570" rtl="0" eaLnBrk="1" latinLnBrk="0" hangingPunct="1">
                        <a:defRPr sz="1950" b="1" kern="1200">
                          <a:solidFill>
                            <a:schemeClr val="lt1"/>
                          </a:solidFill>
                          <a:latin typeface="Arial"/>
                        </a:defRPr>
                      </a:lvl4pPr>
                      <a:lvl5pPr marL="1981139" algn="l" defTabSz="990570" rtl="0" eaLnBrk="1" latinLnBrk="0" hangingPunct="1">
                        <a:defRPr sz="1950" b="1" kern="1200">
                          <a:solidFill>
                            <a:schemeClr val="lt1"/>
                          </a:solidFill>
                          <a:latin typeface="Arial"/>
                        </a:defRPr>
                      </a:lvl5pPr>
                      <a:lvl6pPr marL="2476424" algn="l" defTabSz="990570" rtl="0" eaLnBrk="1" latinLnBrk="0" hangingPunct="1">
                        <a:defRPr sz="1950" b="1" kern="1200">
                          <a:solidFill>
                            <a:schemeClr val="lt1"/>
                          </a:solidFill>
                          <a:latin typeface="Arial"/>
                        </a:defRPr>
                      </a:lvl6pPr>
                      <a:lvl7pPr marL="2971709" algn="l" defTabSz="990570" rtl="0" eaLnBrk="1" latinLnBrk="0" hangingPunct="1">
                        <a:defRPr sz="1950" b="1" kern="1200">
                          <a:solidFill>
                            <a:schemeClr val="lt1"/>
                          </a:solidFill>
                          <a:latin typeface="Arial"/>
                        </a:defRPr>
                      </a:lvl7pPr>
                      <a:lvl8pPr marL="3466993" algn="l" defTabSz="990570" rtl="0" eaLnBrk="1" latinLnBrk="0" hangingPunct="1">
                        <a:defRPr sz="1950" b="1" kern="1200">
                          <a:solidFill>
                            <a:schemeClr val="lt1"/>
                          </a:solidFill>
                          <a:latin typeface="Arial"/>
                        </a:defRPr>
                      </a:lvl8pPr>
                      <a:lvl9pPr marL="3962278" algn="l" defTabSz="990570" rtl="0" eaLnBrk="1" latinLnBrk="0" hangingPunct="1">
                        <a:defRPr sz="1950" b="1" kern="1200">
                          <a:solidFill>
                            <a:schemeClr val="lt1"/>
                          </a:solidFill>
                          <a:latin typeface="Arial"/>
                        </a:defRPr>
                      </a:lvl9pPr>
                    </a:lstStyle>
                    <a:p>
                      <a:pPr algn="ctr"/>
                      <a:r>
                        <a:rPr lang="en-US" sz="1000" dirty="0">
                          <a:latin typeface="+mj-lt"/>
                        </a:rPr>
                        <a:t>M1</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tx1"/>
                    </a:solidFill>
                  </a:tcPr>
                </a:tc>
                <a:tc>
                  <a:txBody>
                    <a:bodyPr/>
                    <a:lstStyle>
                      <a:lvl1pPr marL="0" algn="l" defTabSz="990570" rtl="0" eaLnBrk="1" latinLnBrk="0" hangingPunct="1">
                        <a:defRPr sz="1950" b="1" kern="1200">
                          <a:solidFill>
                            <a:schemeClr val="lt1"/>
                          </a:solidFill>
                          <a:latin typeface="Arial"/>
                        </a:defRPr>
                      </a:lvl1pPr>
                      <a:lvl2pPr marL="495285" algn="l" defTabSz="990570" rtl="0" eaLnBrk="1" latinLnBrk="0" hangingPunct="1">
                        <a:defRPr sz="1950" b="1" kern="1200">
                          <a:solidFill>
                            <a:schemeClr val="lt1"/>
                          </a:solidFill>
                          <a:latin typeface="Arial"/>
                        </a:defRPr>
                      </a:lvl2pPr>
                      <a:lvl3pPr marL="990570" algn="l" defTabSz="990570" rtl="0" eaLnBrk="1" latinLnBrk="0" hangingPunct="1">
                        <a:defRPr sz="1950" b="1" kern="1200">
                          <a:solidFill>
                            <a:schemeClr val="lt1"/>
                          </a:solidFill>
                          <a:latin typeface="Arial"/>
                        </a:defRPr>
                      </a:lvl3pPr>
                      <a:lvl4pPr marL="1485854" algn="l" defTabSz="990570" rtl="0" eaLnBrk="1" latinLnBrk="0" hangingPunct="1">
                        <a:defRPr sz="1950" b="1" kern="1200">
                          <a:solidFill>
                            <a:schemeClr val="lt1"/>
                          </a:solidFill>
                          <a:latin typeface="Arial"/>
                        </a:defRPr>
                      </a:lvl4pPr>
                      <a:lvl5pPr marL="1981139" algn="l" defTabSz="990570" rtl="0" eaLnBrk="1" latinLnBrk="0" hangingPunct="1">
                        <a:defRPr sz="1950" b="1" kern="1200">
                          <a:solidFill>
                            <a:schemeClr val="lt1"/>
                          </a:solidFill>
                          <a:latin typeface="Arial"/>
                        </a:defRPr>
                      </a:lvl5pPr>
                      <a:lvl6pPr marL="2476424" algn="l" defTabSz="990570" rtl="0" eaLnBrk="1" latinLnBrk="0" hangingPunct="1">
                        <a:defRPr sz="1950" b="1" kern="1200">
                          <a:solidFill>
                            <a:schemeClr val="lt1"/>
                          </a:solidFill>
                          <a:latin typeface="Arial"/>
                        </a:defRPr>
                      </a:lvl6pPr>
                      <a:lvl7pPr marL="2971709" algn="l" defTabSz="990570" rtl="0" eaLnBrk="1" latinLnBrk="0" hangingPunct="1">
                        <a:defRPr sz="1950" b="1" kern="1200">
                          <a:solidFill>
                            <a:schemeClr val="lt1"/>
                          </a:solidFill>
                          <a:latin typeface="Arial"/>
                        </a:defRPr>
                      </a:lvl7pPr>
                      <a:lvl8pPr marL="3466993" algn="l" defTabSz="990570" rtl="0" eaLnBrk="1" latinLnBrk="0" hangingPunct="1">
                        <a:defRPr sz="1950" b="1" kern="1200">
                          <a:solidFill>
                            <a:schemeClr val="lt1"/>
                          </a:solidFill>
                          <a:latin typeface="Arial"/>
                        </a:defRPr>
                      </a:lvl8pPr>
                      <a:lvl9pPr marL="3962278" algn="l" defTabSz="990570" rtl="0" eaLnBrk="1" latinLnBrk="0" hangingPunct="1">
                        <a:defRPr sz="1950" b="1" kern="1200">
                          <a:solidFill>
                            <a:schemeClr val="lt1"/>
                          </a:solidFill>
                          <a:latin typeface="Arial"/>
                        </a:defRPr>
                      </a:lvl9pPr>
                    </a:lstStyle>
                    <a:p>
                      <a:pPr algn="ctr"/>
                      <a:r>
                        <a:rPr lang="en-US" sz="1000" dirty="0">
                          <a:latin typeface="+mj-lt"/>
                        </a:rPr>
                        <a:t>M2</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tx1"/>
                    </a:solidFill>
                  </a:tcPr>
                </a:tc>
                <a:tc>
                  <a:txBody>
                    <a:bodyPr/>
                    <a:lstStyle>
                      <a:lvl1pPr marL="0" algn="l" defTabSz="990570" rtl="0" eaLnBrk="1" latinLnBrk="0" hangingPunct="1">
                        <a:defRPr sz="1950" b="1" kern="1200">
                          <a:solidFill>
                            <a:schemeClr val="lt1"/>
                          </a:solidFill>
                          <a:latin typeface="Arial"/>
                        </a:defRPr>
                      </a:lvl1pPr>
                      <a:lvl2pPr marL="495285" algn="l" defTabSz="990570" rtl="0" eaLnBrk="1" latinLnBrk="0" hangingPunct="1">
                        <a:defRPr sz="1950" b="1" kern="1200">
                          <a:solidFill>
                            <a:schemeClr val="lt1"/>
                          </a:solidFill>
                          <a:latin typeface="Arial"/>
                        </a:defRPr>
                      </a:lvl2pPr>
                      <a:lvl3pPr marL="990570" algn="l" defTabSz="990570" rtl="0" eaLnBrk="1" latinLnBrk="0" hangingPunct="1">
                        <a:defRPr sz="1950" b="1" kern="1200">
                          <a:solidFill>
                            <a:schemeClr val="lt1"/>
                          </a:solidFill>
                          <a:latin typeface="Arial"/>
                        </a:defRPr>
                      </a:lvl3pPr>
                      <a:lvl4pPr marL="1485854" algn="l" defTabSz="990570" rtl="0" eaLnBrk="1" latinLnBrk="0" hangingPunct="1">
                        <a:defRPr sz="1950" b="1" kern="1200">
                          <a:solidFill>
                            <a:schemeClr val="lt1"/>
                          </a:solidFill>
                          <a:latin typeface="Arial"/>
                        </a:defRPr>
                      </a:lvl4pPr>
                      <a:lvl5pPr marL="1981139" algn="l" defTabSz="990570" rtl="0" eaLnBrk="1" latinLnBrk="0" hangingPunct="1">
                        <a:defRPr sz="1950" b="1" kern="1200">
                          <a:solidFill>
                            <a:schemeClr val="lt1"/>
                          </a:solidFill>
                          <a:latin typeface="Arial"/>
                        </a:defRPr>
                      </a:lvl5pPr>
                      <a:lvl6pPr marL="2476424" algn="l" defTabSz="990570" rtl="0" eaLnBrk="1" latinLnBrk="0" hangingPunct="1">
                        <a:defRPr sz="1950" b="1" kern="1200">
                          <a:solidFill>
                            <a:schemeClr val="lt1"/>
                          </a:solidFill>
                          <a:latin typeface="Arial"/>
                        </a:defRPr>
                      </a:lvl6pPr>
                      <a:lvl7pPr marL="2971709" algn="l" defTabSz="990570" rtl="0" eaLnBrk="1" latinLnBrk="0" hangingPunct="1">
                        <a:defRPr sz="1950" b="1" kern="1200">
                          <a:solidFill>
                            <a:schemeClr val="lt1"/>
                          </a:solidFill>
                          <a:latin typeface="Arial"/>
                        </a:defRPr>
                      </a:lvl7pPr>
                      <a:lvl8pPr marL="3466993" algn="l" defTabSz="990570" rtl="0" eaLnBrk="1" latinLnBrk="0" hangingPunct="1">
                        <a:defRPr sz="1950" b="1" kern="1200">
                          <a:solidFill>
                            <a:schemeClr val="lt1"/>
                          </a:solidFill>
                          <a:latin typeface="Arial"/>
                        </a:defRPr>
                      </a:lvl8pPr>
                      <a:lvl9pPr marL="3962278" algn="l" defTabSz="990570" rtl="0" eaLnBrk="1" latinLnBrk="0" hangingPunct="1">
                        <a:defRPr sz="1950" b="1" kern="1200">
                          <a:solidFill>
                            <a:schemeClr val="lt1"/>
                          </a:solidFill>
                          <a:latin typeface="Arial"/>
                        </a:defRPr>
                      </a:lvl9pPr>
                    </a:lstStyle>
                    <a:p>
                      <a:pPr algn="ctr"/>
                      <a:r>
                        <a:rPr lang="en-US" sz="1000" dirty="0">
                          <a:latin typeface="+mj-lt"/>
                        </a:rPr>
                        <a:t>M3</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tx1"/>
                    </a:solidFill>
                  </a:tcPr>
                </a:tc>
                <a:tc>
                  <a:txBody>
                    <a:bodyPr/>
                    <a:lstStyle>
                      <a:lvl1pPr marL="0" algn="l" defTabSz="990570" rtl="0" eaLnBrk="1" latinLnBrk="0" hangingPunct="1">
                        <a:defRPr sz="1950" b="1" kern="1200">
                          <a:solidFill>
                            <a:schemeClr val="lt1"/>
                          </a:solidFill>
                          <a:latin typeface="Arial"/>
                        </a:defRPr>
                      </a:lvl1pPr>
                      <a:lvl2pPr marL="495285" algn="l" defTabSz="990570" rtl="0" eaLnBrk="1" latinLnBrk="0" hangingPunct="1">
                        <a:defRPr sz="1950" b="1" kern="1200">
                          <a:solidFill>
                            <a:schemeClr val="lt1"/>
                          </a:solidFill>
                          <a:latin typeface="Arial"/>
                        </a:defRPr>
                      </a:lvl2pPr>
                      <a:lvl3pPr marL="990570" algn="l" defTabSz="990570" rtl="0" eaLnBrk="1" latinLnBrk="0" hangingPunct="1">
                        <a:defRPr sz="1950" b="1" kern="1200">
                          <a:solidFill>
                            <a:schemeClr val="lt1"/>
                          </a:solidFill>
                          <a:latin typeface="Arial"/>
                        </a:defRPr>
                      </a:lvl3pPr>
                      <a:lvl4pPr marL="1485854" algn="l" defTabSz="990570" rtl="0" eaLnBrk="1" latinLnBrk="0" hangingPunct="1">
                        <a:defRPr sz="1950" b="1" kern="1200">
                          <a:solidFill>
                            <a:schemeClr val="lt1"/>
                          </a:solidFill>
                          <a:latin typeface="Arial"/>
                        </a:defRPr>
                      </a:lvl4pPr>
                      <a:lvl5pPr marL="1981139" algn="l" defTabSz="990570" rtl="0" eaLnBrk="1" latinLnBrk="0" hangingPunct="1">
                        <a:defRPr sz="1950" b="1" kern="1200">
                          <a:solidFill>
                            <a:schemeClr val="lt1"/>
                          </a:solidFill>
                          <a:latin typeface="Arial"/>
                        </a:defRPr>
                      </a:lvl5pPr>
                      <a:lvl6pPr marL="2476424" algn="l" defTabSz="990570" rtl="0" eaLnBrk="1" latinLnBrk="0" hangingPunct="1">
                        <a:defRPr sz="1950" b="1" kern="1200">
                          <a:solidFill>
                            <a:schemeClr val="lt1"/>
                          </a:solidFill>
                          <a:latin typeface="Arial"/>
                        </a:defRPr>
                      </a:lvl6pPr>
                      <a:lvl7pPr marL="2971709" algn="l" defTabSz="990570" rtl="0" eaLnBrk="1" latinLnBrk="0" hangingPunct="1">
                        <a:defRPr sz="1950" b="1" kern="1200">
                          <a:solidFill>
                            <a:schemeClr val="lt1"/>
                          </a:solidFill>
                          <a:latin typeface="Arial"/>
                        </a:defRPr>
                      </a:lvl7pPr>
                      <a:lvl8pPr marL="3466993" algn="l" defTabSz="990570" rtl="0" eaLnBrk="1" latinLnBrk="0" hangingPunct="1">
                        <a:defRPr sz="1950" b="1" kern="1200">
                          <a:solidFill>
                            <a:schemeClr val="lt1"/>
                          </a:solidFill>
                          <a:latin typeface="Arial"/>
                        </a:defRPr>
                      </a:lvl8pPr>
                      <a:lvl9pPr marL="3962278" algn="l" defTabSz="990570" rtl="0" eaLnBrk="1" latinLnBrk="0" hangingPunct="1">
                        <a:defRPr sz="1950" b="1" kern="1200">
                          <a:solidFill>
                            <a:schemeClr val="lt1"/>
                          </a:solidFill>
                          <a:latin typeface="Arial"/>
                        </a:defRPr>
                      </a:lvl9pPr>
                    </a:lstStyle>
                    <a:p>
                      <a:pPr algn="ctr"/>
                      <a:r>
                        <a:rPr lang="en-US" sz="1000" dirty="0">
                          <a:latin typeface="+mj-lt"/>
                        </a:rPr>
                        <a:t>M4</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tx1"/>
                    </a:solidFill>
                  </a:tcPr>
                </a:tc>
                <a:tc>
                  <a:txBody>
                    <a:bodyPr/>
                    <a:lstStyle>
                      <a:lvl1pPr marL="0" algn="l" defTabSz="990570" rtl="0" eaLnBrk="1" latinLnBrk="0" hangingPunct="1">
                        <a:defRPr sz="1950" b="1" kern="1200">
                          <a:solidFill>
                            <a:schemeClr val="lt1"/>
                          </a:solidFill>
                          <a:latin typeface="Arial"/>
                        </a:defRPr>
                      </a:lvl1pPr>
                      <a:lvl2pPr marL="495285" algn="l" defTabSz="990570" rtl="0" eaLnBrk="1" latinLnBrk="0" hangingPunct="1">
                        <a:defRPr sz="1950" b="1" kern="1200">
                          <a:solidFill>
                            <a:schemeClr val="lt1"/>
                          </a:solidFill>
                          <a:latin typeface="Arial"/>
                        </a:defRPr>
                      </a:lvl2pPr>
                      <a:lvl3pPr marL="990570" algn="l" defTabSz="990570" rtl="0" eaLnBrk="1" latinLnBrk="0" hangingPunct="1">
                        <a:defRPr sz="1950" b="1" kern="1200">
                          <a:solidFill>
                            <a:schemeClr val="lt1"/>
                          </a:solidFill>
                          <a:latin typeface="Arial"/>
                        </a:defRPr>
                      </a:lvl3pPr>
                      <a:lvl4pPr marL="1485854" algn="l" defTabSz="990570" rtl="0" eaLnBrk="1" latinLnBrk="0" hangingPunct="1">
                        <a:defRPr sz="1950" b="1" kern="1200">
                          <a:solidFill>
                            <a:schemeClr val="lt1"/>
                          </a:solidFill>
                          <a:latin typeface="Arial"/>
                        </a:defRPr>
                      </a:lvl4pPr>
                      <a:lvl5pPr marL="1981139" algn="l" defTabSz="990570" rtl="0" eaLnBrk="1" latinLnBrk="0" hangingPunct="1">
                        <a:defRPr sz="1950" b="1" kern="1200">
                          <a:solidFill>
                            <a:schemeClr val="lt1"/>
                          </a:solidFill>
                          <a:latin typeface="Arial"/>
                        </a:defRPr>
                      </a:lvl5pPr>
                      <a:lvl6pPr marL="2476424" algn="l" defTabSz="990570" rtl="0" eaLnBrk="1" latinLnBrk="0" hangingPunct="1">
                        <a:defRPr sz="1950" b="1" kern="1200">
                          <a:solidFill>
                            <a:schemeClr val="lt1"/>
                          </a:solidFill>
                          <a:latin typeface="Arial"/>
                        </a:defRPr>
                      </a:lvl6pPr>
                      <a:lvl7pPr marL="2971709" algn="l" defTabSz="990570" rtl="0" eaLnBrk="1" latinLnBrk="0" hangingPunct="1">
                        <a:defRPr sz="1950" b="1" kern="1200">
                          <a:solidFill>
                            <a:schemeClr val="lt1"/>
                          </a:solidFill>
                          <a:latin typeface="Arial"/>
                        </a:defRPr>
                      </a:lvl7pPr>
                      <a:lvl8pPr marL="3466993" algn="l" defTabSz="990570" rtl="0" eaLnBrk="1" latinLnBrk="0" hangingPunct="1">
                        <a:defRPr sz="1950" b="1" kern="1200">
                          <a:solidFill>
                            <a:schemeClr val="lt1"/>
                          </a:solidFill>
                          <a:latin typeface="Arial"/>
                        </a:defRPr>
                      </a:lvl8pPr>
                      <a:lvl9pPr marL="3962278" algn="l" defTabSz="990570" rtl="0" eaLnBrk="1" latinLnBrk="0" hangingPunct="1">
                        <a:defRPr sz="1950" b="1" kern="1200">
                          <a:solidFill>
                            <a:schemeClr val="lt1"/>
                          </a:solidFill>
                          <a:latin typeface="Arial"/>
                        </a:defRPr>
                      </a:lvl9pPr>
                    </a:lstStyle>
                    <a:p>
                      <a:pPr algn="ctr"/>
                      <a:r>
                        <a:rPr lang="en-US" sz="1000" dirty="0">
                          <a:latin typeface="+mj-lt"/>
                        </a:rPr>
                        <a:t>M5</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tx1"/>
                    </a:solidFill>
                  </a:tcPr>
                </a:tc>
                <a:tc>
                  <a:txBody>
                    <a:bodyPr/>
                    <a:lstStyle>
                      <a:lvl1pPr marL="0" algn="l" defTabSz="990570" rtl="0" eaLnBrk="1" latinLnBrk="0" hangingPunct="1">
                        <a:defRPr sz="1950" b="1" kern="1200">
                          <a:solidFill>
                            <a:schemeClr val="lt1"/>
                          </a:solidFill>
                          <a:latin typeface="Arial"/>
                        </a:defRPr>
                      </a:lvl1pPr>
                      <a:lvl2pPr marL="495285" algn="l" defTabSz="990570" rtl="0" eaLnBrk="1" latinLnBrk="0" hangingPunct="1">
                        <a:defRPr sz="1950" b="1" kern="1200">
                          <a:solidFill>
                            <a:schemeClr val="lt1"/>
                          </a:solidFill>
                          <a:latin typeface="Arial"/>
                        </a:defRPr>
                      </a:lvl2pPr>
                      <a:lvl3pPr marL="990570" algn="l" defTabSz="990570" rtl="0" eaLnBrk="1" latinLnBrk="0" hangingPunct="1">
                        <a:defRPr sz="1950" b="1" kern="1200">
                          <a:solidFill>
                            <a:schemeClr val="lt1"/>
                          </a:solidFill>
                          <a:latin typeface="Arial"/>
                        </a:defRPr>
                      </a:lvl3pPr>
                      <a:lvl4pPr marL="1485854" algn="l" defTabSz="990570" rtl="0" eaLnBrk="1" latinLnBrk="0" hangingPunct="1">
                        <a:defRPr sz="1950" b="1" kern="1200">
                          <a:solidFill>
                            <a:schemeClr val="lt1"/>
                          </a:solidFill>
                          <a:latin typeface="Arial"/>
                        </a:defRPr>
                      </a:lvl4pPr>
                      <a:lvl5pPr marL="1981139" algn="l" defTabSz="990570" rtl="0" eaLnBrk="1" latinLnBrk="0" hangingPunct="1">
                        <a:defRPr sz="1950" b="1" kern="1200">
                          <a:solidFill>
                            <a:schemeClr val="lt1"/>
                          </a:solidFill>
                          <a:latin typeface="Arial"/>
                        </a:defRPr>
                      </a:lvl5pPr>
                      <a:lvl6pPr marL="2476424" algn="l" defTabSz="990570" rtl="0" eaLnBrk="1" latinLnBrk="0" hangingPunct="1">
                        <a:defRPr sz="1950" b="1" kern="1200">
                          <a:solidFill>
                            <a:schemeClr val="lt1"/>
                          </a:solidFill>
                          <a:latin typeface="Arial"/>
                        </a:defRPr>
                      </a:lvl6pPr>
                      <a:lvl7pPr marL="2971709" algn="l" defTabSz="990570" rtl="0" eaLnBrk="1" latinLnBrk="0" hangingPunct="1">
                        <a:defRPr sz="1950" b="1" kern="1200">
                          <a:solidFill>
                            <a:schemeClr val="lt1"/>
                          </a:solidFill>
                          <a:latin typeface="Arial"/>
                        </a:defRPr>
                      </a:lvl7pPr>
                      <a:lvl8pPr marL="3466993" algn="l" defTabSz="990570" rtl="0" eaLnBrk="1" latinLnBrk="0" hangingPunct="1">
                        <a:defRPr sz="1950" b="1" kern="1200">
                          <a:solidFill>
                            <a:schemeClr val="lt1"/>
                          </a:solidFill>
                          <a:latin typeface="Arial"/>
                        </a:defRPr>
                      </a:lvl8pPr>
                      <a:lvl9pPr marL="3962278" algn="l" defTabSz="990570" rtl="0" eaLnBrk="1" latinLnBrk="0" hangingPunct="1">
                        <a:defRPr sz="1950" b="1" kern="1200">
                          <a:solidFill>
                            <a:schemeClr val="lt1"/>
                          </a:solidFill>
                          <a:latin typeface="Arial"/>
                        </a:defRPr>
                      </a:lvl9pPr>
                    </a:lstStyle>
                    <a:p>
                      <a:pPr algn="ctr"/>
                      <a:r>
                        <a:rPr lang="en-US" sz="1000" dirty="0">
                          <a:latin typeface="+mj-lt"/>
                        </a:rPr>
                        <a:t>M6</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tx1"/>
                    </a:solidFill>
                  </a:tcPr>
                </a:tc>
                <a:tc>
                  <a:txBody>
                    <a:bodyPr/>
                    <a:lstStyle>
                      <a:lvl1pPr marL="0" algn="l" defTabSz="990570" rtl="0" eaLnBrk="1" latinLnBrk="0" hangingPunct="1">
                        <a:defRPr sz="1950" b="1" kern="1200">
                          <a:solidFill>
                            <a:schemeClr val="lt1"/>
                          </a:solidFill>
                          <a:latin typeface="Arial"/>
                        </a:defRPr>
                      </a:lvl1pPr>
                      <a:lvl2pPr marL="495285" algn="l" defTabSz="990570" rtl="0" eaLnBrk="1" latinLnBrk="0" hangingPunct="1">
                        <a:defRPr sz="1950" b="1" kern="1200">
                          <a:solidFill>
                            <a:schemeClr val="lt1"/>
                          </a:solidFill>
                          <a:latin typeface="Arial"/>
                        </a:defRPr>
                      </a:lvl2pPr>
                      <a:lvl3pPr marL="990570" algn="l" defTabSz="990570" rtl="0" eaLnBrk="1" latinLnBrk="0" hangingPunct="1">
                        <a:defRPr sz="1950" b="1" kern="1200">
                          <a:solidFill>
                            <a:schemeClr val="lt1"/>
                          </a:solidFill>
                          <a:latin typeface="Arial"/>
                        </a:defRPr>
                      </a:lvl3pPr>
                      <a:lvl4pPr marL="1485854" algn="l" defTabSz="990570" rtl="0" eaLnBrk="1" latinLnBrk="0" hangingPunct="1">
                        <a:defRPr sz="1950" b="1" kern="1200">
                          <a:solidFill>
                            <a:schemeClr val="lt1"/>
                          </a:solidFill>
                          <a:latin typeface="Arial"/>
                        </a:defRPr>
                      </a:lvl4pPr>
                      <a:lvl5pPr marL="1981139" algn="l" defTabSz="990570" rtl="0" eaLnBrk="1" latinLnBrk="0" hangingPunct="1">
                        <a:defRPr sz="1950" b="1" kern="1200">
                          <a:solidFill>
                            <a:schemeClr val="lt1"/>
                          </a:solidFill>
                          <a:latin typeface="Arial"/>
                        </a:defRPr>
                      </a:lvl5pPr>
                      <a:lvl6pPr marL="2476424" algn="l" defTabSz="990570" rtl="0" eaLnBrk="1" latinLnBrk="0" hangingPunct="1">
                        <a:defRPr sz="1950" b="1" kern="1200">
                          <a:solidFill>
                            <a:schemeClr val="lt1"/>
                          </a:solidFill>
                          <a:latin typeface="Arial"/>
                        </a:defRPr>
                      </a:lvl6pPr>
                      <a:lvl7pPr marL="2971709" algn="l" defTabSz="990570" rtl="0" eaLnBrk="1" latinLnBrk="0" hangingPunct="1">
                        <a:defRPr sz="1950" b="1" kern="1200">
                          <a:solidFill>
                            <a:schemeClr val="lt1"/>
                          </a:solidFill>
                          <a:latin typeface="Arial"/>
                        </a:defRPr>
                      </a:lvl7pPr>
                      <a:lvl8pPr marL="3466993" algn="l" defTabSz="990570" rtl="0" eaLnBrk="1" latinLnBrk="0" hangingPunct="1">
                        <a:defRPr sz="1950" b="1" kern="1200">
                          <a:solidFill>
                            <a:schemeClr val="lt1"/>
                          </a:solidFill>
                          <a:latin typeface="Arial"/>
                        </a:defRPr>
                      </a:lvl8pPr>
                      <a:lvl9pPr marL="3962278" algn="l" defTabSz="990570" rtl="0" eaLnBrk="1" latinLnBrk="0" hangingPunct="1">
                        <a:defRPr sz="1950" b="1" kern="1200">
                          <a:solidFill>
                            <a:schemeClr val="lt1"/>
                          </a:solidFill>
                          <a:latin typeface="Arial"/>
                        </a:defRPr>
                      </a:lvl9pPr>
                    </a:lstStyle>
                    <a:p>
                      <a:pPr algn="ctr"/>
                      <a:r>
                        <a:rPr lang="en-US" sz="1000" dirty="0">
                          <a:latin typeface="+mj-lt"/>
                        </a:rPr>
                        <a:t>M7</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tx1"/>
                    </a:solidFill>
                  </a:tcPr>
                </a:tc>
                <a:tc>
                  <a:txBody>
                    <a:bodyPr/>
                    <a:lstStyle>
                      <a:lvl1pPr marL="0" algn="l" defTabSz="990570" rtl="0" eaLnBrk="1" latinLnBrk="0" hangingPunct="1">
                        <a:defRPr sz="1950" b="1" kern="1200">
                          <a:solidFill>
                            <a:schemeClr val="lt1"/>
                          </a:solidFill>
                          <a:latin typeface="Arial"/>
                        </a:defRPr>
                      </a:lvl1pPr>
                      <a:lvl2pPr marL="495285" algn="l" defTabSz="990570" rtl="0" eaLnBrk="1" latinLnBrk="0" hangingPunct="1">
                        <a:defRPr sz="1950" b="1" kern="1200">
                          <a:solidFill>
                            <a:schemeClr val="lt1"/>
                          </a:solidFill>
                          <a:latin typeface="Arial"/>
                        </a:defRPr>
                      </a:lvl2pPr>
                      <a:lvl3pPr marL="990570" algn="l" defTabSz="990570" rtl="0" eaLnBrk="1" latinLnBrk="0" hangingPunct="1">
                        <a:defRPr sz="1950" b="1" kern="1200">
                          <a:solidFill>
                            <a:schemeClr val="lt1"/>
                          </a:solidFill>
                          <a:latin typeface="Arial"/>
                        </a:defRPr>
                      </a:lvl3pPr>
                      <a:lvl4pPr marL="1485854" algn="l" defTabSz="990570" rtl="0" eaLnBrk="1" latinLnBrk="0" hangingPunct="1">
                        <a:defRPr sz="1950" b="1" kern="1200">
                          <a:solidFill>
                            <a:schemeClr val="lt1"/>
                          </a:solidFill>
                          <a:latin typeface="Arial"/>
                        </a:defRPr>
                      </a:lvl4pPr>
                      <a:lvl5pPr marL="1981139" algn="l" defTabSz="990570" rtl="0" eaLnBrk="1" latinLnBrk="0" hangingPunct="1">
                        <a:defRPr sz="1950" b="1" kern="1200">
                          <a:solidFill>
                            <a:schemeClr val="lt1"/>
                          </a:solidFill>
                          <a:latin typeface="Arial"/>
                        </a:defRPr>
                      </a:lvl5pPr>
                      <a:lvl6pPr marL="2476424" algn="l" defTabSz="990570" rtl="0" eaLnBrk="1" latinLnBrk="0" hangingPunct="1">
                        <a:defRPr sz="1950" b="1" kern="1200">
                          <a:solidFill>
                            <a:schemeClr val="lt1"/>
                          </a:solidFill>
                          <a:latin typeface="Arial"/>
                        </a:defRPr>
                      </a:lvl6pPr>
                      <a:lvl7pPr marL="2971709" algn="l" defTabSz="990570" rtl="0" eaLnBrk="1" latinLnBrk="0" hangingPunct="1">
                        <a:defRPr sz="1950" b="1" kern="1200">
                          <a:solidFill>
                            <a:schemeClr val="lt1"/>
                          </a:solidFill>
                          <a:latin typeface="Arial"/>
                        </a:defRPr>
                      </a:lvl7pPr>
                      <a:lvl8pPr marL="3466993" algn="l" defTabSz="990570" rtl="0" eaLnBrk="1" latinLnBrk="0" hangingPunct="1">
                        <a:defRPr sz="1950" b="1" kern="1200">
                          <a:solidFill>
                            <a:schemeClr val="lt1"/>
                          </a:solidFill>
                          <a:latin typeface="Arial"/>
                        </a:defRPr>
                      </a:lvl8pPr>
                      <a:lvl9pPr marL="3962278" algn="l" defTabSz="990570" rtl="0" eaLnBrk="1" latinLnBrk="0" hangingPunct="1">
                        <a:defRPr sz="1950" b="1" kern="1200">
                          <a:solidFill>
                            <a:schemeClr val="lt1"/>
                          </a:solidFill>
                          <a:latin typeface="Arial"/>
                        </a:defRPr>
                      </a:lvl9pPr>
                    </a:lstStyle>
                    <a:p>
                      <a:pPr algn="ctr"/>
                      <a:r>
                        <a:rPr lang="en-US" sz="1000" dirty="0">
                          <a:latin typeface="+mj-lt"/>
                        </a:rPr>
                        <a:t>M8</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tx1"/>
                    </a:solidFill>
                  </a:tcPr>
                </a:tc>
                <a:tc>
                  <a:txBody>
                    <a:bodyPr/>
                    <a:lstStyle>
                      <a:lvl1pPr marL="0" algn="l" defTabSz="990570" rtl="0" eaLnBrk="1" latinLnBrk="0" hangingPunct="1">
                        <a:defRPr sz="1950" b="1" kern="1200">
                          <a:solidFill>
                            <a:schemeClr val="lt1"/>
                          </a:solidFill>
                          <a:latin typeface="Arial"/>
                        </a:defRPr>
                      </a:lvl1pPr>
                      <a:lvl2pPr marL="495285" algn="l" defTabSz="990570" rtl="0" eaLnBrk="1" latinLnBrk="0" hangingPunct="1">
                        <a:defRPr sz="1950" b="1" kern="1200">
                          <a:solidFill>
                            <a:schemeClr val="lt1"/>
                          </a:solidFill>
                          <a:latin typeface="Arial"/>
                        </a:defRPr>
                      </a:lvl2pPr>
                      <a:lvl3pPr marL="990570" algn="l" defTabSz="990570" rtl="0" eaLnBrk="1" latinLnBrk="0" hangingPunct="1">
                        <a:defRPr sz="1950" b="1" kern="1200">
                          <a:solidFill>
                            <a:schemeClr val="lt1"/>
                          </a:solidFill>
                          <a:latin typeface="Arial"/>
                        </a:defRPr>
                      </a:lvl3pPr>
                      <a:lvl4pPr marL="1485854" algn="l" defTabSz="990570" rtl="0" eaLnBrk="1" latinLnBrk="0" hangingPunct="1">
                        <a:defRPr sz="1950" b="1" kern="1200">
                          <a:solidFill>
                            <a:schemeClr val="lt1"/>
                          </a:solidFill>
                          <a:latin typeface="Arial"/>
                        </a:defRPr>
                      </a:lvl4pPr>
                      <a:lvl5pPr marL="1981139" algn="l" defTabSz="990570" rtl="0" eaLnBrk="1" latinLnBrk="0" hangingPunct="1">
                        <a:defRPr sz="1950" b="1" kern="1200">
                          <a:solidFill>
                            <a:schemeClr val="lt1"/>
                          </a:solidFill>
                          <a:latin typeface="Arial"/>
                        </a:defRPr>
                      </a:lvl5pPr>
                      <a:lvl6pPr marL="2476424" algn="l" defTabSz="990570" rtl="0" eaLnBrk="1" latinLnBrk="0" hangingPunct="1">
                        <a:defRPr sz="1950" b="1" kern="1200">
                          <a:solidFill>
                            <a:schemeClr val="lt1"/>
                          </a:solidFill>
                          <a:latin typeface="Arial"/>
                        </a:defRPr>
                      </a:lvl6pPr>
                      <a:lvl7pPr marL="2971709" algn="l" defTabSz="990570" rtl="0" eaLnBrk="1" latinLnBrk="0" hangingPunct="1">
                        <a:defRPr sz="1950" b="1" kern="1200">
                          <a:solidFill>
                            <a:schemeClr val="lt1"/>
                          </a:solidFill>
                          <a:latin typeface="Arial"/>
                        </a:defRPr>
                      </a:lvl7pPr>
                      <a:lvl8pPr marL="3466993" algn="l" defTabSz="990570" rtl="0" eaLnBrk="1" latinLnBrk="0" hangingPunct="1">
                        <a:defRPr sz="1950" b="1" kern="1200">
                          <a:solidFill>
                            <a:schemeClr val="lt1"/>
                          </a:solidFill>
                          <a:latin typeface="Arial"/>
                        </a:defRPr>
                      </a:lvl8pPr>
                      <a:lvl9pPr marL="3962278" algn="l" defTabSz="990570" rtl="0" eaLnBrk="1" latinLnBrk="0" hangingPunct="1">
                        <a:defRPr sz="1950" b="1" kern="1200">
                          <a:solidFill>
                            <a:schemeClr val="lt1"/>
                          </a:solidFill>
                          <a:latin typeface="Arial"/>
                        </a:defRPr>
                      </a:lvl9pPr>
                    </a:lstStyle>
                    <a:p>
                      <a:pPr algn="ctr"/>
                      <a:r>
                        <a:rPr lang="en-US" sz="1000" dirty="0">
                          <a:latin typeface="+mj-lt"/>
                        </a:rPr>
                        <a:t>M9</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tx1"/>
                    </a:solidFill>
                  </a:tcPr>
                </a:tc>
                <a:tc>
                  <a:txBody>
                    <a:bodyPr/>
                    <a:lstStyle>
                      <a:lvl1pPr marL="0" algn="l" defTabSz="990570" rtl="0" eaLnBrk="1" latinLnBrk="0" hangingPunct="1">
                        <a:defRPr sz="1950" b="1" kern="1200">
                          <a:solidFill>
                            <a:schemeClr val="lt1"/>
                          </a:solidFill>
                          <a:latin typeface="Arial"/>
                        </a:defRPr>
                      </a:lvl1pPr>
                      <a:lvl2pPr marL="495285" algn="l" defTabSz="990570" rtl="0" eaLnBrk="1" latinLnBrk="0" hangingPunct="1">
                        <a:defRPr sz="1950" b="1" kern="1200">
                          <a:solidFill>
                            <a:schemeClr val="lt1"/>
                          </a:solidFill>
                          <a:latin typeface="Arial"/>
                        </a:defRPr>
                      </a:lvl2pPr>
                      <a:lvl3pPr marL="990570" algn="l" defTabSz="990570" rtl="0" eaLnBrk="1" latinLnBrk="0" hangingPunct="1">
                        <a:defRPr sz="1950" b="1" kern="1200">
                          <a:solidFill>
                            <a:schemeClr val="lt1"/>
                          </a:solidFill>
                          <a:latin typeface="Arial"/>
                        </a:defRPr>
                      </a:lvl3pPr>
                      <a:lvl4pPr marL="1485854" algn="l" defTabSz="990570" rtl="0" eaLnBrk="1" latinLnBrk="0" hangingPunct="1">
                        <a:defRPr sz="1950" b="1" kern="1200">
                          <a:solidFill>
                            <a:schemeClr val="lt1"/>
                          </a:solidFill>
                          <a:latin typeface="Arial"/>
                        </a:defRPr>
                      </a:lvl4pPr>
                      <a:lvl5pPr marL="1981139" algn="l" defTabSz="990570" rtl="0" eaLnBrk="1" latinLnBrk="0" hangingPunct="1">
                        <a:defRPr sz="1950" b="1" kern="1200">
                          <a:solidFill>
                            <a:schemeClr val="lt1"/>
                          </a:solidFill>
                          <a:latin typeface="Arial"/>
                        </a:defRPr>
                      </a:lvl5pPr>
                      <a:lvl6pPr marL="2476424" algn="l" defTabSz="990570" rtl="0" eaLnBrk="1" latinLnBrk="0" hangingPunct="1">
                        <a:defRPr sz="1950" b="1" kern="1200">
                          <a:solidFill>
                            <a:schemeClr val="lt1"/>
                          </a:solidFill>
                          <a:latin typeface="Arial"/>
                        </a:defRPr>
                      </a:lvl6pPr>
                      <a:lvl7pPr marL="2971709" algn="l" defTabSz="990570" rtl="0" eaLnBrk="1" latinLnBrk="0" hangingPunct="1">
                        <a:defRPr sz="1950" b="1" kern="1200">
                          <a:solidFill>
                            <a:schemeClr val="lt1"/>
                          </a:solidFill>
                          <a:latin typeface="Arial"/>
                        </a:defRPr>
                      </a:lvl7pPr>
                      <a:lvl8pPr marL="3466993" algn="l" defTabSz="990570" rtl="0" eaLnBrk="1" latinLnBrk="0" hangingPunct="1">
                        <a:defRPr sz="1950" b="1" kern="1200">
                          <a:solidFill>
                            <a:schemeClr val="lt1"/>
                          </a:solidFill>
                          <a:latin typeface="Arial"/>
                        </a:defRPr>
                      </a:lvl8pPr>
                      <a:lvl9pPr marL="3962278" algn="l" defTabSz="990570" rtl="0" eaLnBrk="1" latinLnBrk="0" hangingPunct="1">
                        <a:defRPr sz="1950" b="1" kern="1200">
                          <a:solidFill>
                            <a:schemeClr val="lt1"/>
                          </a:solidFill>
                          <a:latin typeface="Arial"/>
                        </a:defRPr>
                      </a:lvl9pPr>
                    </a:lstStyle>
                    <a:p>
                      <a:pPr algn="ctr"/>
                      <a:r>
                        <a:rPr lang="en-US" sz="1000" dirty="0">
                          <a:latin typeface="+mj-lt"/>
                        </a:rPr>
                        <a:t>M10</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tx1"/>
                    </a:solidFill>
                  </a:tcPr>
                </a:tc>
                <a:tc>
                  <a:txBody>
                    <a:bodyPr/>
                    <a:lstStyle>
                      <a:lvl1pPr marL="0" algn="l" defTabSz="990570" rtl="0" eaLnBrk="1" latinLnBrk="0" hangingPunct="1">
                        <a:defRPr sz="1950" b="1" kern="1200">
                          <a:solidFill>
                            <a:schemeClr val="lt1"/>
                          </a:solidFill>
                          <a:latin typeface="Arial"/>
                        </a:defRPr>
                      </a:lvl1pPr>
                      <a:lvl2pPr marL="495285" algn="l" defTabSz="990570" rtl="0" eaLnBrk="1" latinLnBrk="0" hangingPunct="1">
                        <a:defRPr sz="1950" b="1" kern="1200">
                          <a:solidFill>
                            <a:schemeClr val="lt1"/>
                          </a:solidFill>
                          <a:latin typeface="Arial"/>
                        </a:defRPr>
                      </a:lvl2pPr>
                      <a:lvl3pPr marL="990570" algn="l" defTabSz="990570" rtl="0" eaLnBrk="1" latinLnBrk="0" hangingPunct="1">
                        <a:defRPr sz="1950" b="1" kern="1200">
                          <a:solidFill>
                            <a:schemeClr val="lt1"/>
                          </a:solidFill>
                          <a:latin typeface="Arial"/>
                        </a:defRPr>
                      </a:lvl3pPr>
                      <a:lvl4pPr marL="1485854" algn="l" defTabSz="990570" rtl="0" eaLnBrk="1" latinLnBrk="0" hangingPunct="1">
                        <a:defRPr sz="1950" b="1" kern="1200">
                          <a:solidFill>
                            <a:schemeClr val="lt1"/>
                          </a:solidFill>
                          <a:latin typeface="Arial"/>
                        </a:defRPr>
                      </a:lvl4pPr>
                      <a:lvl5pPr marL="1981139" algn="l" defTabSz="990570" rtl="0" eaLnBrk="1" latinLnBrk="0" hangingPunct="1">
                        <a:defRPr sz="1950" b="1" kern="1200">
                          <a:solidFill>
                            <a:schemeClr val="lt1"/>
                          </a:solidFill>
                          <a:latin typeface="Arial"/>
                        </a:defRPr>
                      </a:lvl5pPr>
                      <a:lvl6pPr marL="2476424" algn="l" defTabSz="990570" rtl="0" eaLnBrk="1" latinLnBrk="0" hangingPunct="1">
                        <a:defRPr sz="1950" b="1" kern="1200">
                          <a:solidFill>
                            <a:schemeClr val="lt1"/>
                          </a:solidFill>
                          <a:latin typeface="Arial"/>
                        </a:defRPr>
                      </a:lvl6pPr>
                      <a:lvl7pPr marL="2971709" algn="l" defTabSz="990570" rtl="0" eaLnBrk="1" latinLnBrk="0" hangingPunct="1">
                        <a:defRPr sz="1950" b="1" kern="1200">
                          <a:solidFill>
                            <a:schemeClr val="lt1"/>
                          </a:solidFill>
                          <a:latin typeface="Arial"/>
                        </a:defRPr>
                      </a:lvl7pPr>
                      <a:lvl8pPr marL="3466993" algn="l" defTabSz="990570" rtl="0" eaLnBrk="1" latinLnBrk="0" hangingPunct="1">
                        <a:defRPr sz="1950" b="1" kern="1200">
                          <a:solidFill>
                            <a:schemeClr val="lt1"/>
                          </a:solidFill>
                          <a:latin typeface="Arial"/>
                        </a:defRPr>
                      </a:lvl8pPr>
                      <a:lvl9pPr marL="3962278" algn="l" defTabSz="990570" rtl="0" eaLnBrk="1" latinLnBrk="0" hangingPunct="1">
                        <a:defRPr sz="1950" b="1" kern="1200">
                          <a:solidFill>
                            <a:schemeClr val="lt1"/>
                          </a:solidFill>
                          <a:latin typeface="Arial"/>
                        </a:defRPr>
                      </a:lvl9pPr>
                    </a:lstStyle>
                    <a:p>
                      <a:pPr algn="ctr"/>
                      <a:r>
                        <a:rPr lang="en-US" sz="1000" dirty="0">
                          <a:latin typeface="+mj-lt"/>
                        </a:rPr>
                        <a:t>M11</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tx1"/>
                    </a:solidFill>
                  </a:tcPr>
                </a:tc>
                <a:tc>
                  <a:txBody>
                    <a:bodyPr/>
                    <a:lstStyle>
                      <a:lvl1pPr marL="0" algn="l" defTabSz="990570" rtl="0" eaLnBrk="1" latinLnBrk="0" hangingPunct="1">
                        <a:defRPr sz="1950" b="1" kern="1200">
                          <a:solidFill>
                            <a:schemeClr val="lt1"/>
                          </a:solidFill>
                          <a:latin typeface="Arial"/>
                        </a:defRPr>
                      </a:lvl1pPr>
                      <a:lvl2pPr marL="495285" algn="l" defTabSz="990570" rtl="0" eaLnBrk="1" latinLnBrk="0" hangingPunct="1">
                        <a:defRPr sz="1950" b="1" kern="1200">
                          <a:solidFill>
                            <a:schemeClr val="lt1"/>
                          </a:solidFill>
                          <a:latin typeface="Arial"/>
                        </a:defRPr>
                      </a:lvl2pPr>
                      <a:lvl3pPr marL="990570" algn="l" defTabSz="990570" rtl="0" eaLnBrk="1" latinLnBrk="0" hangingPunct="1">
                        <a:defRPr sz="1950" b="1" kern="1200">
                          <a:solidFill>
                            <a:schemeClr val="lt1"/>
                          </a:solidFill>
                          <a:latin typeface="Arial"/>
                        </a:defRPr>
                      </a:lvl3pPr>
                      <a:lvl4pPr marL="1485854" algn="l" defTabSz="990570" rtl="0" eaLnBrk="1" latinLnBrk="0" hangingPunct="1">
                        <a:defRPr sz="1950" b="1" kern="1200">
                          <a:solidFill>
                            <a:schemeClr val="lt1"/>
                          </a:solidFill>
                          <a:latin typeface="Arial"/>
                        </a:defRPr>
                      </a:lvl4pPr>
                      <a:lvl5pPr marL="1981139" algn="l" defTabSz="990570" rtl="0" eaLnBrk="1" latinLnBrk="0" hangingPunct="1">
                        <a:defRPr sz="1950" b="1" kern="1200">
                          <a:solidFill>
                            <a:schemeClr val="lt1"/>
                          </a:solidFill>
                          <a:latin typeface="Arial"/>
                        </a:defRPr>
                      </a:lvl5pPr>
                      <a:lvl6pPr marL="2476424" algn="l" defTabSz="990570" rtl="0" eaLnBrk="1" latinLnBrk="0" hangingPunct="1">
                        <a:defRPr sz="1950" b="1" kern="1200">
                          <a:solidFill>
                            <a:schemeClr val="lt1"/>
                          </a:solidFill>
                          <a:latin typeface="Arial"/>
                        </a:defRPr>
                      </a:lvl6pPr>
                      <a:lvl7pPr marL="2971709" algn="l" defTabSz="990570" rtl="0" eaLnBrk="1" latinLnBrk="0" hangingPunct="1">
                        <a:defRPr sz="1950" b="1" kern="1200">
                          <a:solidFill>
                            <a:schemeClr val="lt1"/>
                          </a:solidFill>
                          <a:latin typeface="Arial"/>
                        </a:defRPr>
                      </a:lvl7pPr>
                      <a:lvl8pPr marL="3466993" algn="l" defTabSz="990570" rtl="0" eaLnBrk="1" latinLnBrk="0" hangingPunct="1">
                        <a:defRPr sz="1950" b="1" kern="1200">
                          <a:solidFill>
                            <a:schemeClr val="lt1"/>
                          </a:solidFill>
                          <a:latin typeface="Arial"/>
                        </a:defRPr>
                      </a:lvl8pPr>
                      <a:lvl9pPr marL="3962278" algn="l" defTabSz="990570" rtl="0" eaLnBrk="1" latinLnBrk="0" hangingPunct="1">
                        <a:defRPr sz="1950" b="1" kern="1200">
                          <a:solidFill>
                            <a:schemeClr val="lt1"/>
                          </a:solidFill>
                          <a:latin typeface="Arial"/>
                        </a:defRPr>
                      </a:lvl9pPr>
                    </a:lstStyle>
                    <a:p>
                      <a:pPr algn="ctr"/>
                      <a:r>
                        <a:rPr lang="en-US" sz="1000" dirty="0">
                          <a:latin typeface="+mj-lt"/>
                        </a:rPr>
                        <a:t>M12</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212025">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pPr marL="228600" indent="-228600">
                        <a:buAutoNum type="arabicPeriod"/>
                      </a:pPr>
                      <a:r>
                        <a:rPr lang="en-US" sz="1000" b="1" dirty="0">
                          <a:latin typeface="+mj-lt"/>
                        </a:rPr>
                        <a:t>Development of Strategic Action Plan</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a:latin typeface="+mj-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extLst>
                  <a:ext uri="{0D108BD9-81ED-4DB2-BD59-A6C34878D82A}">
                    <a16:rowId xmlns:a16="http://schemas.microsoft.com/office/drawing/2014/main" val="10001"/>
                  </a:ext>
                </a:extLst>
              </a:tr>
              <a:tr h="212025">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pPr marL="236537" marR="0" lvl="1" indent="0" algn="l" defTabSz="914400" rtl="0" eaLnBrk="1" fontAlgn="auto" latinLnBrk="0" hangingPunct="1">
                        <a:lnSpc>
                          <a:spcPct val="100000"/>
                        </a:lnSpc>
                        <a:spcBef>
                          <a:spcPts val="0"/>
                        </a:spcBef>
                        <a:spcAft>
                          <a:spcPts val="0"/>
                        </a:spcAft>
                        <a:buClrTx/>
                        <a:buSzTx/>
                        <a:buFont typeface="+mj-lt"/>
                        <a:buNone/>
                        <a:tabLst/>
                        <a:defRPr/>
                      </a:pPr>
                      <a:r>
                        <a:rPr kumimoji="0" lang="en-US" sz="1000" b="0" i="0" u="none" strike="noStrike" kern="1200" cap="none" spc="0" normalizeH="0" baseline="0" noProof="0" dirty="0">
                          <a:ln>
                            <a:noFill/>
                          </a:ln>
                          <a:solidFill>
                            <a:srgbClr val="000000"/>
                          </a:solidFill>
                          <a:effectLst/>
                          <a:uLnTx/>
                          <a:uFillTx/>
                          <a:latin typeface="+mj-lt"/>
                        </a:rPr>
                        <a:t>a) Review of Strategy Roadmap </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776">
                        <a:tint val="20000"/>
                      </a:srgb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2"/>
                  </a:ext>
                </a:extLst>
              </a:tr>
              <a:tr h="344541">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pPr marL="236537" marR="0" lvl="1" indent="0" algn="l" defTabSz="914400" rtl="0" eaLnBrk="1" fontAlgn="auto" latinLnBrk="0" hangingPunct="1">
                        <a:lnSpc>
                          <a:spcPct val="100000"/>
                        </a:lnSpc>
                        <a:spcBef>
                          <a:spcPts val="0"/>
                        </a:spcBef>
                        <a:spcAft>
                          <a:spcPts val="0"/>
                        </a:spcAft>
                        <a:buClrTx/>
                        <a:buSzTx/>
                        <a:buFont typeface="+mj-lt"/>
                        <a:buNone/>
                        <a:tabLst/>
                        <a:defRPr/>
                      </a:pPr>
                      <a:r>
                        <a:rPr kumimoji="0" lang="en-US" sz="1000" b="0" i="0" u="none" strike="noStrike" kern="1200" cap="none" spc="0" normalizeH="0" baseline="0" noProof="0" dirty="0">
                          <a:ln>
                            <a:noFill/>
                          </a:ln>
                          <a:solidFill>
                            <a:srgbClr val="000000"/>
                          </a:solidFill>
                          <a:effectLst/>
                          <a:uLnTx/>
                          <a:uFillTx/>
                          <a:latin typeface="+mj-lt"/>
                        </a:rPr>
                        <a:t>b) Baseline / Milestone identification creation for identified modules and Action Plan Development</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776">
                        <a:tint val="20000"/>
                      </a:srgb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3"/>
                  </a:ext>
                </a:extLst>
              </a:tr>
              <a:tr h="212025">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pPr marL="236537" marR="0" lvl="1" indent="0" algn="l" defTabSz="914400" rtl="0" eaLnBrk="1" fontAlgn="auto" latinLnBrk="0" hangingPunct="1">
                        <a:lnSpc>
                          <a:spcPct val="100000"/>
                        </a:lnSpc>
                        <a:spcBef>
                          <a:spcPts val="0"/>
                        </a:spcBef>
                        <a:spcAft>
                          <a:spcPts val="0"/>
                        </a:spcAft>
                        <a:buClrTx/>
                        <a:buSzTx/>
                        <a:buFont typeface="+mj-lt"/>
                        <a:buNone/>
                        <a:tabLst/>
                        <a:defRPr/>
                      </a:pPr>
                      <a:r>
                        <a:rPr kumimoji="0" lang="en-US" sz="1000" b="0" i="0" u="none" strike="noStrike" kern="1200" cap="none" spc="0" normalizeH="0" baseline="0" noProof="0" dirty="0">
                          <a:ln>
                            <a:noFill/>
                          </a:ln>
                          <a:solidFill>
                            <a:srgbClr val="000000"/>
                          </a:solidFill>
                          <a:effectLst/>
                          <a:uLnTx/>
                          <a:uFillTx/>
                          <a:latin typeface="+mj-lt"/>
                          <a:ea typeface="+mn-ea"/>
                          <a:cs typeface="+mn-cs"/>
                        </a:rPr>
                        <a:t>c) Workshops for Organizational Buy-in</a:t>
                      </a:r>
                      <a:endParaRPr kumimoji="0" lang="en-US" sz="1000" b="0" i="0" u="none" strike="noStrike" kern="1200" cap="none" spc="0" normalizeH="0" baseline="0" dirty="0">
                        <a:ln>
                          <a:noFill/>
                        </a:ln>
                        <a:solidFill>
                          <a:srgbClr val="000000"/>
                        </a:solidFill>
                        <a:effectLst/>
                        <a:uLnTx/>
                        <a:uFillTx/>
                        <a:latin typeface="+mj-lt"/>
                        <a:ea typeface="+mn-ea"/>
                        <a:cs typeface="+mn-cs"/>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002776">
                        <a:tint val="20000"/>
                      </a:srgb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a:latin typeface="+mj-l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a:latin typeface="+mj-l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a:latin typeface="+mj-l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a:latin typeface="+mj-l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a:latin typeface="+mj-l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a:latin typeface="+mj-l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5"/>
                  </a:ext>
                </a:extLst>
              </a:tr>
              <a:tr h="212025">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pPr marL="228600" indent="-228600" algn="l" defTabSz="914400" rtl="0" eaLnBrk="1" latinLnBrk="0" hangingPunct="1">
                        <a:buFont typeface="+mj-lt"/>
                        <a:buAutoNum type="arabicPeriod" startAt="2"/>
                      </a:pPr>
                      <a:r>
                        <a:rPr lang="en-US" sz="1000" b="1" kern="1200" dirty="0">
                          <a:solidFill>
                            <a:schemeClr val="dk1"/>
                          </a:solidFill>
                          <a:latin typeface="+mj-lt"/>
                          <a:ea typeface="+mn-ea"/>
                          <a:cs typeface="+mn-cs"/>
                        </a:rPr>
                        <a:t>Establishment of Monitoring Framework</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extLst>
                  <a:ext uri="{0D108BD9-81ED-4DB2-BD59-A6C34878D82A}">
                    <a16:rowId xmlns:a16="http://schemas.microsoft.com/office/drawing/2014/main" val="10006"/>
                  </a:ext>
                </a:extLst>
              </a:tr>
              <a:tr h="212025">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pPr marL="236537" marR="0" lvl="1" indent="0" algn="l" defTabSz="914400" rtl="0" eaLnBrk="1" fontAlgn="auto" latinLnBrk="0" hangingPunct="1">
                        <a:lnSpc>
                          <a:spcPct val="100000"/>
                        </a:lnSpc>
                        <a:spcBef>
                          <a:spcPts val="0"/>
                        </a:spcBef>
                        <a:spcAft>
                          <a:spcPts val="0"/>
                        </a:spcAft>
                        <a:buClrTx/>
                        <a:buSzTx/>
                        <a:buFont typeface="+mj-lt"/>
                        <a:buNone/>
                        <a:tabLst/>
                        <a:defRPr/>
                      </a:pPr>
                      <a:r>
                        <a:rPr kumimoji="0" lang="en-US" sz="1000" b="0" i="0" u="none" strike="noStrike" kern="1200" cap="none" spc="0" normalizeH="0" baseline="0" noProof="0" dirty="0">
                          <a:ln>
                            <a:noFill/>
                          </a:ln>
                          <a:solidFill>
                            <a:srgbClr val="000000"/>
                          </a:solidFill>
                          <a:effectLst/>
                          <a:uLnTx/>
                          <a:uFillTx/>
                          <a:latin typeface="+mj-lt"/>
                          <a:ea typeface="+mn-ea"/>
                          <a:cs typeface="+mn-cs"/>
                        </a:rPr>
                        <a:t>a) Identification of KPIs</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776">
                        <a:tint val="20000"/>
                      </a:srgb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7"/>
                  </a:ext>
                </a:extLst>
              </a:tr>
              <a:tr h="212025">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pPr marL="236537" marR="0" lvl="1" indent="0" algn="l" defTabSz="914400" rtl="0" eaLnBrk="1" fontAlgn="auto" latinLnBrk="0" hangingPunct="1">
                        <a:lnSpc>
                          <a:spcPct val="100000"/>
                        </a:lnSpc>
                        <a:spcBef>
                          <a:spcPts val="0"/>
                        </a:spcBef>
                        <a:spcAft>
                          <a:spcPts val="0"/>
                        </a:spcAft>
                        <a:buClrTx/>
                        <a:buSzTx/>
                        <a:buFont typeface="+mj-lt"/>
                        <a:buNone/>
                        <a:tabLst/>
                        <a:defRPr/>
                      </a:pPr>
                      <a:r>
                        <a:rPr kumimoji="0" lang="en-US" sz="1000" b="0" i="0" u="none" strike="noStrike" kern="1200" cap="none" spc="0" normalizeH="0" baseline="0" noProof="0" dirty="0">
                          <a:ln>
                            <a:noFill/>
                          </a:ln>
                          <a:solidFill>
                            <a:srgbClr val="000000"/>
                          </a:solidFill>
                          <a:effectLst/>
                          <a:uLnTx/>
                          <a:uFillTx/>
                          <a:latin typeface="+mj-lt"/>
                          <a:ea typeface="+mn-ea"/>
                          <a:cs typeface="+mn-cs"/>
                        </a:rPr>
                        <a:t>b) Development of detailed framework</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776">
                        <a:tint val="20000"/>
                      </a:srgb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8"/>
                  </a:ext>
                </a:extLst>
              </a:tr>
              <a:tr h="212025">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pPr marL="236537" marR="0" lvl="1" indent="0" algn="l" defTabSz="914400" rtl="0" eaLnBrk="1" fontAlgn="auto" latinLnBrk="0" hangingPunct="1">
                        <a:lnSpc>
                          <a:spcPct val="100000"/>
                        </a:lnSpc>
                        <a:spcBef>
                          <a:spcPts val="0"/>
                        </a:spcBef>
                        <a:spcAft>
                          <a:spcPts val="0"/>
                        </a:spcAft>
                        <a:buClrTx/>
                        <a:buSzTx/>
                        <a:buFont typeface="+mj-lt"/>
                        <a:buNone/>
                        <a:tabLst/>
                        <a:defRPr/>
                      </a:pPr>
                      <a:r>
                        <a:rPr kumimoji="0" lang="en-US" sz="1000" b="0" i="0" u="none" strike="noStrike" kern="1200" cap="none" spc="0" normalizeH="0" baseline="0" noProof="0" dirty="0">
                          <a:ln>
                            <a:noFill/>
                          </a:ln>
                          <a:solidFill>
                            <a:srgbClr val="000000"/>
                          </a:solidFill>
                          <a:effectLst/>
                          <a:uLnTx/>
                          <a:uFillTx/>
                          <a:latin typeface="+mj-lt"/>
                          <a:ea typeface="+mn-ea"/>
                          <a:cs typeface="+mn-cs"/>
                        </a:rPr>
                        <a:t>c) Rollout and communication</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776">
                        <a:tint val="20000"/>
                      </a:srgb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9"/>
                  </a:ext>
                </a:extLst>
              </a:tr>
              <a:tr h="212025">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pPr marL="228600" marR="0" lvl="1" indent="-228600" algn="l" defTabSz="914400" rtl="0" eaLnBrk="1" fontAlgn="auto" latinLnBrk="0" hangingPunct="1">
                        <a:lnSpc>
                          <a:spcPct val="100000"/>
                        </a:lnSpc>
                        <a:spcBef>
                          <a:spcPts val="0"/>
                        </a:spcBef>
                        <a:spcAft>
                          <a:spcPts val="0"/>
                        </a:spcAft>
                        <a:buClrTx/>
                        <a:buSzTx/>
                        <a:buFont typeface="+mj-lt"/>
                        <a:buAutoNum type="arabicPeriod" startAt="3"/>
                        <a:tabLst/>
                        <a:defRPr/>
                      </a:pPr>
                      <a:r>
                        <a:rPr lang="en-US" sz="1000" b="1" kern="1200" noProof="0" dirty="0">
                          <a:solidFill>
                            <a:schemeClr val="dk1"/>
                          </a:solidFill>
                          <a:latin typeface="+mj-lt"/>
                          <a:ea typeface="+mn-ea"/>
                          <a:cs typeface="+mn-cs"/>
                        </a:rPr>
                        <a:t>Implementation Monitoring &amp; Reporting</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extLst>
                  <a:ext uri="{0D108BD9-81ED-4DB2-BD59-A6C34878D82A}">
                    <a16:rowId xmlns:a16="http://schemas.microsoft.com/office/drawing/2014/main" val="10010"/>
                  </a:ext>
                </a:extLst>
              </a:tr>
              <a:tr h="212025">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pPr marL="236537" marR="0" lvl="1" indent="0" algn="l" defTabSz="914400" rtl="0" eaLnBrk="1" fontAlgn="auto" latinLnBrk="0" hangingPunct="1">
                        <a:lnSpc>
                          <a:spcPct val="100000"/>
                        </a:lnSpc>
                        <a:spcBef>
                          <a:spcPts val="0"/>
                        </a:spcBef>
                        <a:spcAft>
                          <a:spcPts val="0"/>
                        </a:spcAft>
                        <a:buClrTx/>
                        <a:buSzTx/>
                        <a:buFont typeface="+mj-lt"/>
                        <a:buNone/>
                        <a:tabLst/>
                        <a:defRPr/>
                      </a:pPr>
                      <a:r>
                        <a:rPr kumimoji="0" lang="en-US" sz="1000" b="0" i="0" u="none" strike="noStrike" kern="1200" cap="none" spc="0" normalizeH="0" baseline="0" noProof="0" dirty="0">
                          <a:ln>
                            <a:noFill/>
                          </a:ln>
                          <a:solidFill>
                            <a:srgbClr val="000000"/>
                          </a:solidFill>
                          <a:effectLst/>
                          <a:uLnTx/>
                          <a:uFillTx/>
                          <a:latin typeface="+mj-lt"/>
                          <a:ea typeface="+mn-ea"/>
                          <a:cs typeface="+mn-cs"/>
                        </a:rPr>
                        <a:t>a) Data collection and analysis</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776">
                        <a:tint val="20000"/>
                      </a:srgb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11"/>
                  </a:ext>
                </a:extLst>
              </a:tr>
              <a:tr h="212025">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pPr marL="236537" marR="0" lvl="1" indent="0" algn="l" defTabSz="914400" rtl="0" eaLnBrk="1" fontAlgn="auto" latinLnBrk="0" hangingPunct="1">
                        <a:lnSpc>
                          <a:spcPct val="100000"/>
                        </a:lnSpc>
                        <a:spcBef>
                          <a:spcPts val="0"/>
                        </a:spcBef>
                        <a:spcAft>
                          <a:spcPts val="0"/>
                        </a:spcAft>
                        <a:buClrTx/>
                        <a:buSzTx/>
                        <a:buFont typeface="+mj-lt"/>
                        <a:buNone/>
                        <a:tabLst/>
                        <a:defRPr/>
                      </a:pPr>
                      <a:r>
                        <a:rPr kumimoji="0" lang="en-US" sz="1000" b="0" i="0" u="none" strike="noStrike" kern="1200" cap="none" spc="0" normalizeH="0" baseline="0" noProof="0" dirty="0">
                          <a:ln>
                            <a:noFill/>
                          </a:ln>
                          <a:solidFill>
                            <a:srgbClr val="000000"/>
                          </a:solidFill>
                          <a:effectLst/>
                          <a:uLnTx/>
                          <a:uFillTx/>
                          <a:latin typeface="+mj-lt"/>
                          <a:ea typeface="+mn-ea"/>
                          <a:cs typeface="+mn-cs"/>
                        </a:rPr>
                        <a:t>b) Reporting and management interaction</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776">
                        <a:tint val="20000"/>
                      </a:srgb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12"/>
                  </a:ext>
                </a:extLst>
              </a:tr>
              <a:tr h="212025">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pPr marL="228600" marR="0" lvl="1" indent="-228600" algn="l" defTabSz="914400" rtl="0" eaLnBrk="1" fontAlgn="auto" latinLnBrk="0" hangingPunct="1">
                        <a:lnSpc>
                          <a:spcPct val="100000"/>
                        </a:lnSpc>
                        <a:spcBef>
                          <a:spcPts val="0"/>
                        </a:spcBef>
                        <a:spcAft>
                          <a:spcPts val="0"/>
                        </a:spcAft>
                        <a:buClrTx/>
                        <a:buSzTx/>
                        <a:buFont typeface="+mj-lt"/>
                        <a:buAutoNum type="arabicPeriod" startAt="4"/>
                        <a:tabLst/>
                        <a:defRPr/>
                      </a:pPr>
                      <a:r>
                        <a:rPr lang="en-US" sz="1000" b="1" kern="1200" noProof="0" dirty="0">
                          <a:solidFill>
                            <a:schemeClr val="dk1"/>
                          </a:solidFill>
                          <a:latin typeface="+mj-lt"/>
                          <a:ea typeface="+mn-ea"/>
                          <a:cs typeface="+mn-cs"/>
                        </a:rPr>
                        <a:t>Risk Review and Mitigation</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extLst>
                  <a:ext uri="{0D108BD9-81ED-4DB2-BD59-A6C34878D82A}">
                    <a16:rowId xmlns:a16="http://schemas.microsoft.com/office/drawing/2014/main" val="10013"/>
                  </a:ext>
                </a:extLst>
              </a:tr>
              <a:tr h="212025">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pPr marL="236537" marR="0" lvl="1" indent="0" algn="l" defTabSz="914400" rtl="0" eaLnBrk="1" fontAlgn="auto" latinLnBrk="0" hangingPunct="1">
                        <a:lnSpc>
                          <a:spcPct val="100000"/>
                        </a:lnSpc>
                        <a:spcBef>
                          <a:spcPts val="0"/>
                        </a:spcBef>
                        <a:spcAft>
                          <a:spcPts val="0"/>
                        </a:spcAft>
                        <a:buClrTx/>
                        <a:buSzTx/>
                        <a:buFont typeface="+mj-lt"/>
                        <a:buNone/>
                        <a:tabLst/>
                        <a:defRPr/>
                      </a:pPr>
                      <a:r>
                        <a:rPr kumimoji="0" lang="en-US" sz="1000" b="0" i="0" u="none" strike="noStrike" kern="1200" cap="none" spc="0" normalizeH="0" baseline="0" noProof="0" dirty="0">
                          <a:ln>
                            <a:noFill/>
                          </a:ln>
                          <a:solidFill>
                            <a:srgbClr val="000000"/>
                          </a:solidFill>
                          <a:effectLst/>
                          <a:uLnTx/>
                          <a:uFillTx/>
                          <a:latin typeface="+mj-lt"/>
                          <a:ea typeface="+mn-ea"/>
                          <a:cs typeface="+mn-cs"/>
                        </a:rPr>
                        <a:t>a) Risk review reporting and mitigation</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776">
                        <a:tint val="20000"/>
                      </a:srgb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14"/>
                  </a:ext>
                </a:extLst>
              </a:tr>
              <a:tr h="212025">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pPr marL="228600" marR="0" lvl="1" indent="-228600" algn="l" defTabSz="914400" rtl="0" eaLnBrk="1" fontAlgn="auto" latinLnBrk="0" hangingPunct="1">
                        <a:lnSpc>
                          <a:spcPct val="100000"/>
                        </a:lnSpc>
                        <a:spcBef>
                          <a:spcPts val="0"/>
                        </a:spcBef>
                        <a:spcAft>
                          <a:spcPts val="0"/>
                        </a:spcAft>
                        <a:buClrTx/>
                        <a:buSzTx/>
                        <a:buFont typeface="+mj-lt"/>
                        <a:buAutoNum type="arabicPeriod" startAt="5"/>
                        <a:tabLst/>
                        <a:defRPr/>
                      </a:pPr>
                      <a:r>
                        <a:rPr lang="en-US" sz="1000" b="1" kern="1200" baseline="0" noProof="0" dirty="0">
                          <a:solidFill>
                            <a:schemeClr val="dk1"/>
                          </a:solidFill>
                          <a:latin typeface="+mj-lt"/>
                          <a:ea typeface="+mn-ea"/>
                          <a:cs typeface="+mn-cs"/>
                        </a:rPr>
                        <a:t>Validation and Review of Progress </a:t>
                      </a:r>
                      <a:endParaRPr lang="en-US" sz="1000" b="1" kern="1200" noProof="0" dirty="0">
                        <a:solidFill>
                          <a:schemeClr val="dk1"/>
                        </a:solidFill>
                        <a:latin typeface="+mj-lt"/>
                        <a:ea typeface="+mn-ea"/>
                        <a:cs typeface="+mn-cs"/>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b="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6BC25"/>
                    </a:solidFill>
                  </a:tcPr>
                </a:tc>
                <a:extLst>
                  <a:ext uri="{0D108BD9-81ED-4DB2-BD59-A6C34878D82A}">
                    <a16:rowId xmlns:a16="http://schemas.microsoft.com/office/drawing/2014/main" val="10015"/>
                  </a:ext>
                </a:extLst>
              </a:tr>
              <a:tr h="212025">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pPr marL="236537" marR="0" lvl="1" indent="0" algn="l" defTabSz="914400" rtl="0" eaLnBrk="1" fontAlgn="auto" latinLnBrk="0" hangingPunct="1">
                        <a:lnSpc>
                          <a:spcPct val="100000"/>
                        </a:lnSpc>
                        <a:spcBef>
                          <a:spcPts val="0"/>
                        </a:spcBef>
                        <a:spcAft>
                          <a:spcPts val="0"/>
                        </a:spcAft>
                        <a:buClrTx/>
                        <a:buSzTx/>
                        <a:buFont typeface="+mj-lt"/>
                        <a:buNone/>
                        <a:tabLst/>
                        <a:defRPr/>
                      </a:pPr>
                      <a:r>
                        <a:rPr kumimoji="0" lang="en-US" sz="1000" b="0" i="0" u="none" strike="noStrike" kern="1200" cap="none" spc="0" normalizeH="0" baseline="0" noProof="0" dirty="0">
                          <a:ln>
                            <a:noFill/>
                          </a:ln>
                          <a:solidFill>
                            <a:srgbClr val="000000"/>
                          </a:solidFill>
                          <a:effectLst/>
                          <a:uLnTx/>
                          <a:uFillTx/>
                          <a:latin typeface="+mj-lt"/>
                          <a:ea typeface="+mn-ea"/>
                          <a:cs typeface="+mn-cs"/>
                        </a:rPr>
                        <a:t>a) Monthly sample Reviews</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776">
                        <a:tint val="20000"/>
                      </a:srgb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90570" rtl="0" eaLnBrk="1" latinLnBrk="0" hangingPunct="1">
                        <a:defRPr sz="1950" kern="1200">
                          <a:solidFill>
                            <a:schemeClr val="dk1"/>
                          </a:solidFill>
                          <a:latin typeface="Arial"/>
                        </a:defRPr>
                      </a:lvl1pPr>
                      <a:lvl2pPr marL="495285" algn="l" defTabSz="990570" rtl="0" eaLnBrk="1" latinLnBrk="0" hangingPunct="1">
                        <a:defRPr sz="1950" kern="1200">
                          <a:solidFill>
                            <a:schemeClr val="dk1"/>
                          </a:solidFill>
                          <a:latin typeface="Arial"/>
                        </a:defRPr>
                      </a:lvl2pPr>
                      <a:lvl3pPr marL="990570" algn="l" defTabSz="990570" rtl="0" eaLnBrk="1" latinLnBrk="0" hangingPunct="1">
                        <a:defRPr sz="1950" kern="1200">
                          <a:solidFill>
                            <a:schemeClr val="dk1"/>
                          </a:solidFill>
                          <a:latin typeface="Arial"/>
                        </a:defRPr>
                      </a:lvl3pPr>
                      <a:lvl4pPr marL="1485854" algn="l" defTabSz="990570" rtl="0" eaLnBrk="1" latinLnBrk="0" hangingPunct="1">
                        <a:defRPr sz="1950" kern="1200">
                          <a:solidFill>
                            <a:schemeClr val="dk1"/>
                          </a:solidFill>
                          <a:latin typeface="Arial"/>
                        </a:defRPr>
                      </a:lvl4pPr>
                      <a:lvl5pPr marL="1981139" algn="l" defTabSz="990570" rtl="0" eaLnBrk="1" latinLnBrk="0" hangingPunct="1">
                        <a:defRPr sz="1950" kern="1200">
                          <a:solidFill>
                            <a:schemeClr val="dk1"/>
                          </a:solidFill>
                          <a:latin typeface="Arial"/>
                        </a:defRPr>
                      </a:lvl5pPr>
                      <a:lvl6pPr marL="2476424" algn="l" defTabSz="990570" rtl="0" eaLnBrk="1" latinLnBrk="0" hangingPunct="1">
                        <a:defRPr sz="1950" kern="1200">
                          <a:solidFill>
                            <a:schemeClr val="dk1"/>
                          </a:solidFill>
                          <a:latin typeface="Arial"/>
                        </a:defRPr>
                      </a:lvl6pPr>
                      <a:lvl7pPr marL="2971709" algn="l" defTabSz="990570" rtl="0" eaLnBrk="1" latinLnBrk="0" hangingPunct="1">
                        <a:defRPr sz="1950" kern="1200">
                          <a:solidFill>
                            <a:schemeClr val="dk1"/>
                          </a:solidFill>
                          <a:latin typeface="Arial"/>
                        </a:defRPr>
                      </a:lvl7pPr>
                      <a:lvl8pPr marL="3466993" algn="l" defTabSz="990570" rtl="0" eaLnBrk="1" latinLnBrk="0" hangingPunct="1">
                        <a:defRPr sz="1950" kern="1200">
                          <a:solidFill>
                            <a:schemeClr val="dk1"/>
                          </a:solidFill>
                          <a:latin typeface="Arial"/>
                        </a:defRPr>
                      </a:lvl8pPr>
                      <a:lvl9pPr marL="3962278" algn="l" defTabSz="990570" rtl="0" eaLnBrk="1" latinLnBrk="0" hangingPunct="1">
                        <a:defRPr sz="1950" kern="1200">
                          <a:solidFill>
                            <a:schemeClr val="dk1"/>
                          </a:solidFill>
                          <a:latin typeface="Arial"/>
                        </a:defRPr>
                      </a:lvl9pPr>
                    </a:lstStyle>
                    <a:p>
                      <a:endParaRPr lang="en-US" sz="1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16"/>
                  </a:ext>
                </a:extLst>
              </a:tr>
            </a:tbl>
          </a:graphicData>
        </a:graphic>
      </p:graphicFrame>
      <p:sp>
        <p:nvSpPr>
          <p:cNvPr id="2" name="Rectangle 1">
            <a:extLst>
              <a:ext uri="{FF2B5EF4-FFF2-40B4-BE49-F238E27FC236}">
                <a16:creationId xmlns:a16="http://schemas.microsoft.com/office/drawing/2014/main" id="{5D3E6420-8E9D-4783-BF9C-D43FB3C5BCAB}"/>
              </a:ext>
            </a:extLst>
          </p:cNvPr>
          <p:cNvSpPr/>
          <p:nvPr/>
        </p:nvSpPr>
        <p:spPr bwMode="gray">
          <a:xfrm>
            <a:off x="4193456" y="2452113"/>
            <a:ext cx="270390" cy="369753"/>
          </a:xfrm>
          <a:prstGeom prst="rect">
            <a:avLst/>
          </a:prstGeom>
          <a:solidFill>
            <a:schemeClr val="accent2"/>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7" name="Rectangle 6">
            <a:extLst>
              <a:ext uri="{FF2B5EF4-FFF2-40B4-BE49-F238E27FC236}">
                <a16:creationId xmlns:a16="http://schemas.microsoft.com/office/drawing/2014/main" id="{2839829D-9966-4C49-8381-5A9C4582CDEE}"/>
              </a:ext>
            </a:extLst>
          </p:cNvPr>
          <p:cNvSpPr/>
          <p:nvPr/>
        </p:nvSpPr>
        <p:spPr bwMode="gray">
          <a:xfrm>
            <a:off x="4193455" y="2821866"/>
            <a:ext cx="422787" cy="235974"/>
          </a:xfrm>
          <a:prstGeom prst="rect">
            <a:avLst/>
          </a:prstGeom>
          <a:solidFill>
            <a:schemeClr val="accent2"/>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11" name="Rectangle 10">
            <a:extLst>
              <a:ext uri="{FF2B5EF4-FFF2-40B4-BE49-F238E27FC236}">
                <a16:creationId xmlns:a16="http://schemas.microsoft.com/office/drawing/2014/main" id="{9105BBE5-803F-47B3-9558-9AF35892E095}"/>
              </a:ext>
            </a:extLst>
          </p:cNvPr>
          <p:cNvSpPr/>
          <p:nvPr/>
        </p:nvSpPr>
        <p:spPr bwMode="gray">
          <a:xfrm>
            <a:off x="6056135" y="5014459"/>
            <a:ext cx="226678" cy="245806"/>
          </a:xfrm>
          <a:prstGeom prst="rect">
            <a:avLst/>
          </a:prstGeom>
          <a:solidFill>
            <a:schemeClr val="accent2"/>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12" name="Rectangle 11">
            <a:extLst>
              <a:ext uri="{FF2B5EF4-FFF2-40B4-BE49-F238E27FC236}">
                <a16:creationId xmlns:a16="http://schemas.microsoft.com/office/drawing/2014/main" id="{F575C1C7-8519-4CE4-8405-76C6BBD13618}"/>
              </a:ext>
            </a:extLst>
          </p:cNvPr>
          <p:cNvSpPr/>
          <p:nvPr/>
        </p:nvSpPr>
        <p:spPr bwMode="gray">
          <a:xfrm>
            <a:off x="6670648" y="5009547"/>
            <a:ext cx="226678" cy="245806"/>
          </a:xfrm>
          <a:prstGeom prst="rect">
            <a:avLst/>
          </a:prstGeom>
          <a:solidFill>
            <a:schemeClr val="accent2"/>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13" name="Rectangle 12">
            <a:extLst>
              <a:ext uri="{FF2B5EF4-FFF2-40B4-BE49-F238E27FC236}">
                <a16:creationId xmlns:a16="http://schemas.microsoft.com/office/drawing/2014/main" id="{630675BF-2152-46ED-A9CC-6E0E225C864A}"/>
              </a:ext>
            </a:extLst>
          </p:cNvPr>
          <p:cNvSpPr/>
          <p:nvPr/>
        </p:nvSpPr>
        <p:spPr bwMode="gray">
          <a:xfrm>
            <a:off x="7285161" y="5014459"/>
            <a:ext cx="226678" cy="245806"/>
          </a:xfrm>
          <a:prstGeom prst="rect">
            <a:avLst/>
          </a:prstGeom>
          <a:solidFill>
            <a:schemeClr val="accent2"/>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14" name="Rectangle 13">
            <a:extLst>
              <a:ext uri="{FF2B5EF4-FFF2-40B4-BE49-F238E27FC236}">
                <a16:creationId xmlns:a16="http://schemas.microsoft.com/office/drawing/2014/main" id="{9B3843B3-D25C-4C64-9BE4-4CD76B539084}"/>
              </a:ext>
            </a:extLst>
          </p:cNvPr>
          <p:cNvSpPr/>
          <p:nvPr/>
        </p:nvSpPr>
        <p:spPr bwMode="gray">
          <a:xfrm>
            <a:off x="7899674" y="5009547"/>
            <a:ext cx="226678" cy="245806"/>
          </a:xfrm>
          <a:prstGeom prst="rect">
            <a:avLst/>
          </a:prstGeom>
          <a:solidFill>
            <a:schemeClr val="accent2"/>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15" name="Rectangle 14">
            <a:extLst>
              <a:ext uri="{FF2B5EF4-FFF2-40B4-BE49-F238E27FC236}">
                <a16:creationId xmlns:a16="http://schemas.microsoft.com/office/drawing/2014/main" id="{CB40E112-B74C-4D62-8C43-F295934BFBF5}"/>
              </a:ext>
            </a:extLst>
          </p:cNvPr>
          <p:cNvSpPr/>
          <p:nvPr/>
        </p:nvSpPr>
        <p:spPr bwMode="gray">
          <a:xfrm>
            <a:off x="8514181" y="5009547"/>
            <a:ext cx="226678" cy="245806"/>
          </a:xfrm>
          <a:prstGeom prst="rect">
            <a:avLst/>
          </a:prstGeom>
          <a:solidFill>
            <a:schemeClr val="accent2"/>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16" name="Rectangle 15">
            <a:extLst>
              <a:ext uri="{FF2B5EF4-FFF2-40B4-BE49-F238E27FC236}">
                <a16:creationId xmlns:a16="http://schemas.microsoft.com/office/drawing/2014/main" id="{4C2A0937-BB96-4B37-B6E8-809426D66F1C}"/>
              </a:ext>
            </a:extLst>
          </p:cNvPr>
          <p:cNvSpPr/>
          <p:nvPr/>
        </p:nvSpPr>
        <p:spPr bwMode="gray">
          <a:xfrm>
            <a:off x="9138526" y="5014467"/>
            <a:ext cx="226678" cy="245806"/>
          </a:xfrm>
          <a:prstGeom prst="rect">
            <a:avLst/>
          </a:prstGeom>
          <a:solidFill>
            <a:schemeClr val="accent2"/>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17" name="Rectangle 16">
            <a:extLst>
              <a:ext uri="{FF2B5EF4-FFF2-40B4-BE49-F238E27FC236}">
                <a16:creationId xmlns:a16="http://schemas.microsoft.com/office/drawing/2014/main" id="{DA80A659-C9B7-4932-A3B0-10B4310BE427}"/>
              </a:ext>
            </a:extLst>
          </p:cNvPr>
          <p:cNvSpPr/>
          <p:nvPr/>
        </p:nvSpPr>
        <p:spPr bwMode="gray">
          <a:xfrm>
            <a:off x="9753039" y="5009547"/>
            <a:ext cx="226678" cy="245806"/>
          </a:xfrm>
          <a:prstGeom prst="rect">
            <a:avLst/>
          </a:prstGeom>
          <a:solidFill>
            <a:schemeClr val="accent2"/>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18" name="Rectangle 17">
            <a:extLst>
              <a:ext uri="{FF2B5EF4-FFF2-40B4-BE49-F238E27FC236}">
                <a16:creationId xmlns:a16="http://schemas.microsoft.com/office/drawing/2014/main" id="{11449E81-E5F3-4A6E-9F50-FCD8931A20A7}"/>
              </a:ext>
            </a:extLst>
          </p:cNvPr>
          <p:cNvSpPr/>
          <p:nvPr/>
        </p:nvSpPr>
        <p:spPr bwMode="gray">
          <a:xfrm>
            <a:off x="10367552" y="5014467"/>
            <a:ext cx="226678" cy="245806"/>
          </a:xfrm>
          <a:prstGeom prst="rect">
            <a:avLst/>
          </a:prstGeom>
          <a:solidFill>
            <a:schemeClr val="accent2"/>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19" name="Rectangle 18">
            <a:extLst>
              <a:ext uri="{FF2B5EF4-FFF2-40B4-BE49-F238E27FC236}">
                <a16:creationId xmlns:a16="http://schemas.microsoft.com/office/drawing/2014/main" id="{186ED1CF-B28D-40AE-89DF-4623DFBDC367}"/>
              </a:ext>
            </a:extLst>
          </p:cNvPr>
          <p:cNvSpPr/>
          <p:nvPr/>
        </p:nvSpPr>
        <p:spPr bwMode="gray">
          <a:xfrm>
            <a:off x="6453796" y="5496854"/>
            <a:ext cx="207014" cy="255636"/>
          </a:xfrm>
          <a:prstGeom prst="rect">
            <a:avLst/>
          </a:prstGeom>
          <a:solidFill>
            <a:schemeClr val="accent2"/>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20" name="Rectangle 19">
            <a:extLst>
              <a:ext uri="{FF2B5EF4-FFF2-40B4-BE49-F238E27FC236}">
                <a16:creationId xmlns:a16="http://schemas.microsoft.com/office/drawing/2014/main" id="{8976072A-6B57-4FAC-BB79-22D89BD0B94A}"/>
              </a:ext>
            </a:extLst>
          </p:cNvPr>
          <p:cNvSpPr/>
          <p:nvPr/>
        </p:nvSpPr>
        <p:spPr bwMode="gray">
          <a:xfrm>
            <a:off x="7068309" y="5491942"/>
            <a:ext cx="207014" cy="255636"/>
          </a:xfrm>
          <a:prstGeom prst="rect">
            <a:avLst/>
          </a:prstGeom>
          <a:solidFill>
            <a:schemeClr val="accent2"/>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21" name="Rectangle 20">
            <a:extLst>
              <a:ext uri="{FF2B5EF4-FFF2-40B4-BE49-F238E27FC236}">
                <a16:creationId xmlns:a16="http://schemas.microsoft.com/office/drawing/2014/main" id="{EF470A55-2BC5-4DE1-9C7B-BBB31B337EAD}"/>
              </a:ext>
            </a:extLst>
          </p:cNvPr>
          <p:cNvSpPr/>
          <p:nvPr/>
        </p:nvSpPr>
        <p:spPr bwMode="gray">
          <a:xfrm>
            <a:off x="7682822" y="5496854"/>
            <a:ext cx="207014" cy="255636"/>
          </a:xfrm>
          <a:prstGeom prst="rect">
            <a:avLst/>
          </a:prstGeom>
          <a:solidFill>
            <a:schemeClr val="accent2"/>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22" name="Rectangle 21">
            <a:extLst>
              <a:ext uri="{FF2B5EF4-FFF2-40B4-BE49-F238E27FC236}">
                <a16:creationId xmlns:a16="http://schemas.microsoft.com/office/drawing/2014/main" id="{AAC42B9A-C528-43B6-BCB0-738009B42C2F}"/>
              </a:ext>
            </a:extLst>
          </p:cNvPr>
          <p:cNvSpPr/>
          <p:nvPr/>
        </p:nvSpPr>
        <p:spPr bwMode="gray">
          <a:xfrm>
            <a:off x="8297335" y="5491942"/>
            <a:ext cx="207014" cy="255636"/>
          </a:xfrm>
          <a:prstGeom prst="rect">
            <a:avLst/>
          </a:prstGeom>
          <a:solidFill>
            <a:schemeClr val="accent2"/>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23" name="Rectangle 22">
            <a:extLst>
              <a:ext uri="{FF2B5EF4-FFF2-40B4-BE49-F238E27FC236}">
                <a16:creationId xmlns:a16="http://schemas.microsoft.com/office/drawing/2014/main" id="{3593717A-A061-415C-864B-1A7839CC05B7}"/>
              </a:ext>
            </a:extLst>
          </p:cNvPr>
          <p:cNvSpPr/>
          <p:nvPr/>
        </p:nvSpPr>
        <p:spPr bwMode="gray">
          <a:xfrm>
            <a:off x="8931512" y="5496854"/>
            <a:ext cx="207014" cy="255636"/>
          </a:xfrm>
          <a:prstGeom prst="rect">
            <a:avLst/>
          </a:prstGeom>
          <a:solidFill>
            <a:schemeClr val="accent2"/>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24" name="Rectangle 23">
            <a:extLst>
              <a:ext uri="{FF2B5EF4-FFF2-40B4-BE49-F238E27FC236}">
                <a16:creationId xmlns:a16="http://schemas.microsoft.com/office/drawing/2014/main" id="{358B3AAF-8B5E-45D4-9C4E-60B131B4213A}"/>
              </a:ext>
            </a:extLst>
          </p:cNvPr>
          <p:cNvSpPr/>
          <p:nvPr/>
        </p:nvSpPr>
        <p:spPr bwMode="gray">
          <a:xfrm>
            <a:off x="9546025" y="5491942"/>
            <a:ext cx="207014" cy="255636"/>
          </a:xfrm>
          <a:prstGeom prst="rect">
            <a:avLst/>
          </a:prstGeom>
          <a:solidFill>
            <a:schemeClr val="accent2"/>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25" name="Rectangle 24">
            <a:extLst>
              <a:ext uri="{FF2B5EF4-FFF2-40B4-BE49-F238E27FC236}">
                <a16:creationId xmlns:a16="http://schemas.microsoft.com/office/drawing/2014/main" id="{6F6C705E-1DD6-475D-95A2-7D8A59B1FE73}"/>
              </a:ext>
            </a:extLst>
          </p:cNvPr>
          <p:cNvSpPr/>
          <p:nvPr/>
        </p:nvSpPr>
        <p:spPr bwMode="gray">
          <a:xfrm>
            <a:off x="10160538" y="5496854"/>
            <a:ext cx="207014" cy="255636"/>
          </a:xfrm>
          <a:prstGeom prst="rect">
            <a:avLst/>
          </a:prstGeom>
          <a:solidFill>
            <a:schemeClr val="accent2"/>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26" name="Rectangle 25">
            <a:extLst>
              <a:ext uri="{FF2B5EF4-FFF2-40B4-BE49-F238E27FC236}">
                <a16:creationId xmlns:a16="http://schemas.microsoft.com/office/drawing/2014/main" id="{C03CD17C-C01B-42AC-B26F-D83C4204FD0E}"/>
              </a:ext>
            </a:extLst>
          </p:cNvPr>
          <p:cNvSpPr/>
          <p:nvPr/>
        </p:nvSpPr>
        <p:spPr bwMode="gray">
          <a:xfrm>
            <a:off x="10775051" y="5491942"/>
            <a:ext cx="207014" cy="255636"/>
          </a:xfrm>
          <a:prstGeom prst="rect">
            <a:avLst/>
          </a:prstGeom>
          <a:solidFill>
            <a:schemeClr val="accent2"/>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27" name="Rectangle 26">
            <a:extLst>
              <a:ext uri="{FF2B5EF4-FFF2-40B4-BE49-F238E27FC236}">
                <a16:creationId xmlns:a16="http://schemas.microsoft.com/office/drawing/2014/main" id="{95ECF0A7-CEAF-476C-AF8B-773F453BE59D}"/>
              </a:ext>
            </a:extLst>
          </p:cNvPr>
          <p:cNvSpPr/>
          <p:nvPr/>
        </p:nvSpPr>
        <p:spPr bwMode="gray">
          <a:xfrm>
            <a:off x="11001729" y="5009547"/>
            <a:ext cx="226678" cy="245806"/>
          </a:xfrm>
          <a:prstGeom prst="rect">
            <a:avLst/>
          </a:prstGeom>
          <a:solidFill>
            <a:schemeClr val="accent2"/>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28" name="Rectangle 27">
            <a:extLst>
              <a:ext uri="{FF2B5EF4-FFF2-40B4-BE49-F238E27FC236}">
                <a16:creationId xmlns:a16="http://schemas.microsoft.com/office/drawing/2014/main" id="{B22B26B5-5038-401C-82F8-37F79D150DBB}"/>
              </a:ext>
            </a:extLst>
          </p:cNvPr>
          <p:cNvSpPr/>
          <p:nvPr/>
        </p:nvSpPr>
        <p:spPr bwMode="gray">
          <a:xfrm>
            <a:off x="11409228" y="5487022"/>
            <a:ext cx="207014" cy="255636"/>
          </a:xfrm>
          <a:prstGeom prst="rect">
            <a:avLst/>
          </a:prstGeom>
          <a:solidFill>
            <a:schemeClr val="accent2"/>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29" name="Rectangle 28">
            <a:extLst>
              <a:ext uri="{FF2B5EF4-FFF2-40B4-BE49-F238E27FC236}">
                <a16:creationId xmlns:a16="http://schemas.microsoft.com/office/drawing/2014/main" id="{3F962D7C-4E79-459A-B2B3-2C7EF6588D99}"/>
              </a:ext>
            </a:extLst>
          </p:cNvPr>
          <p:cNvSpPr/>
          <p:nvPr/>
        </p:nvSpPr>
        <p:spPr bwMode="gray">
          <a:xfrm>
            <a:off x="4380264" y="4300853"/>
            <a:ext cx="422787" cy="235974"/>
          </a:xfrm>
          <a:prstGeom prst="rect">
            <a:avLst/>
          </a:prstGeom>
          <a:solidFill>
            <a:schemeClr val="accent2"/>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30" name="Rectangle 29">
            <a:extLst>
              <a:ext uri="{FF2B5EF4-FFF2-40B4-BE49-F238E27FC236}">
                <a16:creationId xmlns:a16="http://schemas.microsoft.com/office/drawing/2014/main" id="{08EDC043-3137-4384-A571-BC006E7C0DED}"/>
              </a:ext>
            </a:extLst>
          </p:cNvPr>
          <p:cNvSpPr/>
          <p:nvPr/>
        </p:nvSpPr>
        <p:spPr bwMode="gray">
          <a:xfrm>
            <a:off x="4376903" y="4536827"/>
            <a:ext cx="422787" cy="235974"/>
          </a:xfrm>
          <a:prstGeom prst="rect">
            <a:avLst/>
          </a:prstGeom>
          <a:solidFill>
            <a:schemeClr val="accent2"/>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31" name="Rectangle 30">
            <a:extLst>
              <a:ext uri="{FF2B5EF4-FFF2-40B4-BE49-F238E27FC236}">
                <a16:creationId xmlns:a16="http://schemas.microsoft.com/office/drawing/2014/main" id="{006BD209-1D35-45C6-BD31-660E511506CF}"/>
              </a:ext>
            </a:extLst>
          </p:cNvPr>
          <p:cNvSpPr/>
          <p:nvPr/>
        </p:nvSpPr>
        <p:spPr bwMode="gray">
          <a:xfrm>
            <a:off x="4812364" y="5021662"/>
            <a:ext cx="226678" cy="245806"/>
          </a:xfrm>
          <a:prstGeom prst="rect">
            <a:avLst/>
          </a:prstGeom>
          <a:solidFill>
            <a:schemeClr val="accent2"/>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32" name="Rectangle 31">
            <a:extLst>
              <a:ext uri="{FF2B5EF4-FFF2-40B4-BE49-F238E27FC236}">
                <a16:creationId xmlns:a16="http://schemas.microsoft.com/office/drawing/2014/main" id="{E1317626-57C3-4117-809E-9FEEE5849357}"/>
              </a:ext>
            </a:extLst>
          </p:cNvPr>
          <p:cNvSpPr/>
          <p:nvPr/>
        </p:nvSpPr>
        <p:spPr bwMode="gray">
          <a:xfrm>
            <a:off x="5426877" y="5016750"/>
            <a:ext cx="226678" cy="245806"/>
          </a:xfrm>
          <a:prstGeom prst="rect">
            <a:avLst/>
          </a:prstGeom>
          <a:solidFill>
            <a:schemeClr val="accent2"/>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33" name="Rectangle 32">
            <a:extLst>
              <a:ext uri="{FF2B5EF4-FFF2-40B4-BE49-F238E27FC236}">
                <a16:creationId xmlns:a16="http://schemas.microsoft.com/office/drawing/2014/main" id="{11B731B3-E74B-4CED-84F9-1592A9862AC7}"/>
              </a:ext>
            </a:extLst>
          </p:cNvPr>
          <p:cNvSpPr/>
          <p:nvPr/>
        </p:nvSpPr>
        <p:spPr bwMode="gray">
          <a:xfrm>
            <a:off x="5210025" y="5504057"/>
            <a:ext cx="207014" cy="255636"/>
          </a:xfrm>
          <a:prstGeom prst="rect">
            <a:avLst/>
          </a:prstGeom>
          <a:solidFill>
            <a:schemeClr val="accent2"/>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34" name="Rectangle 33">
            <a:extLst>
              <a:ext uri="{FF2B5EF4-FFF2-40B4-BE49-F238E27FC236}">
                <a16:creationId xmlns:a16="http://schemas.microsoft.com/office/drawing/2014/main" id="{CC7A539C-B6F6-41E4-BDBE-B6E5F7444DC4}"/>
              </a:ext>
            </a:extLst>
          </p:cNvPr>
          <p:cNvSpPr/>
          <p:nvPr/>
        </p:nvSpPr>
        <p:spPr bwMode="gray">
          <a:xfrm>
            <a:off x="5824538" y="5499145"/>
            <a:ext cx="207014" cy="255636"/>
          </a:xfrm>
          <a:prstGeom prst="rect">
            <a:avLst/>
          </a:prstGeom>
          <a:solidFill>
            <a:schemeClr val="accent2"/>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35" name="Rectangle 34">
            <a:extLst>
              <a:ext uri="{FF2B5EF4-FFF2-40B4-BE49-F238E27FC236}">
                <a16:creationId xmlns:a16="http://schemas.microsoft.com/office/drawing/2014/main" id="{E281E1FC-54AE-4293-8B9C-043776F8A01E}"/>
              </a:ext>
            </a:extLst>
          </p:cNvPr>
          <p:cNvSpPr/>
          <p:nvPr/>
        </p:nvSpPr>
        <p:spPr bwMode="gray">
          <a:xfrm>
            <a:off x="4237697" y="3323084"/>
            <a:ext cx="226149" cy="249737"/>
          </a:xfrm>
          <a:prstGeom prst="rect">
            <a:avLst/>
          </a:prstGeom>
          <a:solidFill>
            <a:schemeClr val="accent2"/>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36" name="Rectangle 35">
            <a:extLst>
              <a:ext uri="{FF2B5EF4-FFF2-40B4-BE49-F238E27FC236}">
                <a16:creationId xmlns:a16="http://schemas.microsoft.com/office/drawing/2014/main" id="{FB6A96D8-5CFC-4253-83E1-1499C1C93CD6}"/>
              </a:ext>
            </a:extLst>
          </p:cNvPr>
          <p:cNvSpPr/>
          <p:nvPr/>
        </p:nvSpPr>
        <p:spPr bwMode="gray">
          <a:xfrm>
            <a:off x="4258918" y="3559065"/>
            <a:ext cx="280218" cy="249730"/>
          </a:xfrm>
          <a:prstGeom prst="rect">
            <a:avLst/>
          </a:prstGeom>
          <a:solidFill>
            <a:schemeClr val="accent2"/>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37" name="Rectangle 36">
            <a:extLst>
              <a:ext uri="{FF2B5EF4-FFF2-40B4-BE49-F238E27FC236}">
                <a16:creationId xmlns:a16="http://schemas.microsoft.com/office/drawing/2014/main" id="{1DDD0074-DE86-40A6-8528-9EC3FFC7C7B2}"/>
              </a:ext>
            </a:extLst>
          </p:cNvPr>
          <p:cNvSpPr/>
          <p:nvPr/>
        </p:nvSpPr>
        <p:spPr bwMode="gray">
          <a:xfrm>
            <a:off x="4289323" y="3784050"/>
            <a:ext cx="280219" cy="269145"/>
          </a:xfrm>
          <a:prstGeom prst="rect">
            <a:avLst/>
          </a:prstGeom>
          <a:solidFill>
            <a:schemeClr val="accent2"/>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38" name="Rectangle 37">
            <a:extLst>
              <a:ext uri="{FF2B5EF4-FFF2-40B4-BE49-F238E27FC236}">
                <a16:creationId xmlns:a16="http://schemas.microsoft.com/office/drawing/2014/main" id="{8384DD5F-E686-4B5C-A59A-2DDD3DBF2E36}"/>
              </a:ext>
            </a:extLst>
          </p:cNvPr>
          <p:cNvSpPr/>
          <p:nvPr/>
        </p:nvSpPr>
        <p:spPr bwMode="gray">
          <a:xfrm>
            <a:off x="4193456" y="2186868"/>
            <a:ext cx="183448" cy="251488"/>
          </a:xfrm>
          <a:prstGeom prst="rect">
            <a:avLst/>
          </a:prstGeom>
          <a:solidFill>
            <a:schemeClr val="accent2"/>
          </a:solid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Tree>
    <p:extLst>
      <p:ext uri="{BB962C8B-B14F-4D97-AF65-F5344CB8AC3E}">
        <p14:creationId xmlns:p14="http://schemas.microsoft.com/office/powerpoint/2010/main" val="2298261288"/>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Meet the Team</a:t>
            </a:r>
          </a:p>
        </p:txBody>
      </p:sp>
      <p:sp>
        <p:nvSpPr>
          <p:cNvPr id="3" name="Text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346118877"/>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EC47D20-0EF9-4C95-B770-116A897E9966}"/>
              </a:ext>
            </a:extLst>
          </p:cNvPr>
          <p:cNvSpPr/>
          <p:nvPr/>
        </p:nvSpPr>
        <p:spPr bwMode="gray">
          <a:xfrm>
            <a:off x="388912" y="2867241"/>
            <a:ext cx="3908417" cy="3559193"/>
          </a:xfrm>
          <a:prstGeom prst="rect">
            <a:avLst/>
          </a:prstGeom>
          <a:noFill/>
          <a:ln w="3175" algn="ctr">
            <a:solidFill>
              <a:schemeClr val="tx1"/>
            </a:solidFill>
            <a:prstDash val="dashDot"/>
            <a:miter lim="800000"/>
            <a:headEnd/>
            <a:tailEnd/>
          </a:ln>
        </p:spPr>
        <p:txBody>
          <a:bodyPr wrap="square" lIns="88900" tIns="88900" rIns="88900" bIns="88900" rtlCol="0" anchor="ctr"/>
          <a:lstStyle/>
          <a:p>
            <a:pPr algn="ctr">
              <a:lnSpc>
                <a:spcPct val="106000"/>
              </a:lnSpc>
              <a:buFont typeface="Wingdings 2" pitchFamily="18" charset="2"/>
              <a:buNone/>
            </a:pPr>
            <a:endParaRPr lang="en-IN" sz="1400" b="1" dirty="0">
              <a:solidFill>
                <a:schemeClr val="bg1"/>
              </a:solidFill>
            </a:endParaRPr>
          </a:p>
        </p:txBody>
      </p:sp>
      <p:sp>
        <p:nvSpPr>
          <p:cNvPr id="13" name="Rectangle 153">
            <a:extLst>
              <a:ext uri="{FF2B5EF4-FFF2-40B4-BE49-F238E27FC236}">
                <a16:creationId xmlns:a16="http://schemas.microsoft.com/office/drawing/2014/main" id="{73D61241-E564-4C7E-93A3-D28D42BFF924}"/>
              </a:ext>
            </a:extLst>
          </p:cNvPr>
          <p:cNvSpPr>
            <a:spLocks noChangeArrowheads="1"/>
          </p:cNvSpPr>
          <p:nvPr/>
        </p:nvSpPr>
        <p:spPr bwMode="auto">
          <a:xfrm>
            <a:off x="388912" y="2505572"/>
            <a:ext cx="3908417" cy="312755"/>
          </a:xfrm>
          <a:prstGeom prst="rect">
            <a:avLst/>
          </a:prstGeom>
          <a:solidFill>
            <a:schemeClr val="tx1">
              <a:lumMod val="75000"/>
              <a:lumOff val="25000"/>
            </a:schemeClr>
          </a:solidFill>
          <a:ln w="12700" algn="ctr">
            <a:noFill/>
            <a:miter lim="800000"/>
            <a:headEnd/>
            <a:tailEnd/>
          </a:ln>
        </p:spPr>
        <p:txBody>
          <a:bodyPr lIns="36000" tIns="36000" rIns="36000" bIns="36000" anchor="ctr" anchorCtr="1">
            <a:noAutofit/>
          </a:bodyPr>
          <a:lstStyle/>
          <a:p>
            <a:pPr marL="0" marR="0" lvl="0" indent="0" algn="ctr" defTabSz="1106488" rtl="0" eaLnBrk="1" fontAlgn="auto" latinLnBrk="0" hangingPunct="1">
              <a:lnSpc>
                <a:spcPct val="100000"/>
              </a:lnSpc>
              <a:spcBef>
                <a:spcPct val="50000"/>
              </a:spcBef>
              <a:spcAft>
                <a:spcPts val="0"/>
              </a:spcAft>
              <a:buClr>
                <a:srgbClr val="000000"/>
              </a:buClr>
              <a:buSzTx/>
              <a:buFontTx/>
              <a:buNone/>
              <a:tabLst>
                <a:tab pos="6911975" algn="l"/>
              </a:tabLst>
              <a:defRPr/>
            </a:pPr>
            <a:r>
              <a:rPr kumimoji="0" lang="en-US" sz="1100" b="1" i="0" u="none" strike="noStrike" kern="1200" cap="none" spc="0" normalizeH="0" baseline="0" noProof="0" dirty="0">
                <a:ln>
                  <a:noFill/>
                </a:ln>
                <a:solidFill>
                  <a:srgbClr val="FFFFFF"/>
                </a:solidFill>
                <a:effectLst/>
                <a:uLnTx/>
                <a:uFillTx/>
                <a:latin typeface="Verdana"/>
                <a:ea typeface="+mn-ea"/>
                <a:cs typeface="+mn-cs"/>
              </a:rPr>
              <a:t>Core Team BRPL</a:t>
            </a:r>
          </a:p>
        </p:txBody>
      </p:sp>
      <p:sp>
        <p:nvSpPr>
          <p:cNvPr id="14" name="Rectangle 13">
            <a:extLst>
              <a:ext uri="{FF2B5EF4-FFF2-40B4-BE49-F238E27FC236}">
                <a16:creationId xmlns:a16="http://schemas.microsoft.com/office/drawing/2014/main" id="{3FEC348D-D085-4D41-938E-8D97BC6EA37A}"/>
              </a:ext>
            </a:extLst>
          </p:cNvPr>
          <p:cNvSpPr/>
          <p:nvPr/>
        </p:nvSpPr>
        <p:spPr bwMode="gray">
          <a:xfrm>
            <a:off x="7978938" y="2865446"/>
            <a:ext cx="3908417" cy="3560988"/>
          </a:xfrm>
          <a:prstGeom prst="rect">
            <a:avLst/>
          </a:prstGeom>
          <a:noFill/>
          <a:ln w="3175" algn="ctr">
            <a:solidFill>
              <a:schemeClr val="tx1"/>
            </a:solidFill>
            <a:prstDash val="dashDot"/>
            <a:miter lim="800000"/>
            <a:headEnd/>
            <a:tailEnd/>
          </a:ln>
        </p:spPr>
        <p:txBody>
          <a:bodyPr wrap="square" lIns="88900" tIns="88900" rIns="88900" bIns="88900" rtlCol="0" anchor="ctr"/>
          <a:lstStyle/>
          <a:p>
            <a:pPr algn="ctr">
              <a:lnSpc>
                <a:spcPct val="106000"/>
              </a:lnSpc>
              <a:buFont typeface="Wingdings 2" pitchFamily="18" charset="2"/>
              <a:buNone/>
            </a:pPr>
            <a:endParaRPr lang="en-IN" sz="1400" b="1" dirty="0">
              <a:solidFill>
                <a:schemeClr val="bg1"/>
              </a:solidFill>
            </a:endParaRPr>
          </a:p>
        </p:txBody>
      </p:sp>
      <p:sp>
        <p:nvSpPr>
          <p:cNvPr id="15" name="Rectangle 153">
            <a:extLst>
              <a:ext uri="{FF2B5EF4-FFF2-40B4-BE49-F238E27FC236}">
                <a16:creationId xmlns:a16="http://schemas.microsoft.com/office/drawing/2014/main" id="{3B404C4E-8EFC-42B7-9869-D81D791D33E8}"/>
              </a:ext>
            </a:extLst>
          </p:cNvPr>
          <p:cNvSpPr>
            <a:spLocks noChangeArrowheads="1"/>
          </p:cNvSpPr>
          <p:nvPr/>
        </p:nvSpPr>
        <p:spPr bwMode="auto">
          <a:xfrm>
            <a:off x="7978939" y="2503367"/>
            <a:ext cx="3908417" cy="312755"/>
          </a:xfrm>
          <a:prstGeom prst="rect">
            <a:avLst/>
          </a:prstGeom>
          <a:solidFill>
            <a:schemeClr val="tx1">
              <a:lumMod val="75000"/>
              <a:lumOff val="25000"/>
            </a:schemeClr>
          </a:solidFill>
          <a:ln w="12700" algn="ctr">
            <a:noFill/>
            <a:miter lim="800000"/>
            <a:headEnd/>
            <a:tailEnd/>
          </a:ln>
        </p:spPr>
        <p:txBody>
          <a:bodyPr lIns="36000" tIns="36000" rIns="36000" bIns="36000" anchor="ctr" anchorCtr="1">
            <a:noAutofit/>
          </a:bodyPr>
          <a:lstStyle/>
          <a:p>
            <a:pPr marL="0" marR="0" lvl="0" indent="0" algn="ctr" defTabSz="1106488" rtl="0" eaLnBrk="1" fontAlgn="auto" latinLnBrk="0" hangingPunct="1">
              <a:lnSpc>
                <a:spcPct val="100000"/>
              </a:lnSpc>
              <a:spcBef>
                <a:spcPct val="50000"/>
              </a:spcBef>
              <a:spcAft>
                <a:spcPts val="0"/>
              </a:spcAft>
              <a:buClr>
                <a:srgbClr val="000000"/>
              </a:buClr>
              <a:buSzTx/>
              <a:buFontTx/>
              <a:buNone/>
              <a:tabLst>
                <a:tab pos="6911975" algn="l"/>
              </a:tabLst>
              <a:defRPr/>
            </a:pPr>
            <a:r>
              <a:rPr kumimoji="0" lang="en-US" sz="1100" b="1" i="0" u="none" strike="noStrike" kern="1200" cap="none" spc="0" normalizeH="0" baseline="0" noProof="0" dirty="0">
                <a:ln>
                  <a:noFill/>
                </a:ln>
                <a:solidFill>
                  <a:srgbClr val="FFFFFF"/>
                </a:solidFill>
                <a:effectLst/>
                <a:uLnTx/>
                <a:uFillTx/>
                <a:latin typeface="Verdana"/>
                <a:ea typeface="+mn-ea"/>
                <a:cs typeface="+mn-cs"/>
              </a:rPr>
              <a:t>Core Team BYPL</a:t>
            </a:r>
          </a:p>
        </p:txBody>
      </p:sp>
      <p:sp>
        <p:nvSpPr>
          <p:cNvPr id="17" name="Rectangle 153">
            <a:extLst>
              <a:ext uri="{FF2B5EF4-FFF2-40B4-BE49-F238E27FC236}">
                <a16:creationId xmlns:a16="http://schemas.microsoft.com/office/drawing/2014/main" id="{2D787CB2-ED3A-45F5-A466-03613BB665F0}"/>
              </a:ext>
            </a:extLst>
          </p:cNvPr>
          <p:cNvSpPr>
            <a:spLocks noChangeArrowheads="1"/>
          </p:cNvSpPr>
          <p:nvPr/>
        </p:nvSpPr>
        <p:spPr bwMode="auto">
          <a:xfrm>
            <a:off x="4733498" y="2503367"/>
            <a:ext cx="2865120" cy="312755"/>
          </a:xfrm>
          <a:prstGeom prst="rect">
            <a:avLst/>
          </a:prstGeom>
          <a:solidFill>
            <a:schemeClr val="accent1"/>
          </a:solidFill>
          <a:ln w="12700" algn="ctr">
            <a:noFill/>
            <a:miter lim="800000"/>
            <a:headEnd/>
            <a:tailEnd/>
          </a:ln>
        </p:spPr>
        <p:txBody>
          <a:bodyPr lIns="36000" tIns="36000" rIns="36000" bIns="36000" anchor="ctr" anchorCtr="1">
            <a:noAutofit/>
          </a:bodyPr>
          <a:lstStyle/>
          <a:p>
            <a:pPr marL="0" marR="0" lvl="0" indent="0" algn="ctr" defTabSz="1106488" rtl="0" eaLnBrk="1" fontAlgn="auto" latinLnBrk="0" hangingPunct="1">
              <a:lnSpc>
                <a:spcPct val="100000"/>
              </a:lnSpc>
              <a:spcBef>
                <a:spcPct val="50000"/>
              </a:spcBef>
              <a:spcAft>
                <a:spcPts val="0"/>
              </a:spcAft>
              <a:buClr>
                <a:srgbClr val="000000"/>
              </a:buClr>
              <a:buSzTx/>
              <a:buFontTx/>
              <a:buNone/>
              <a:tabLst>
                <a:tab pos="6911975" algn="l"/>
              </a:tabLst>
              <a:defRPr/>
            </a:pPr>
            <a:r>
              <a:rPr kumimoji="0" lang="en-US" sz="1100" b="1" i="0" u="none" strike="noStrike" kern="1200" cap="none" spc="0" normalizeH="0" baseline="0" noProof="0" dirty="0">
                <a:ln>
                  <a:noFill/>
                </a:ln>
                <a:solidFill>
                  <a:srgbClr val="FFFFFF"/>
                </a:solidFill>
                <a:effectLst/>
                <a:uLnTx/>
                <a:uFillTx/>
                <a:latin typeface="Verdana"/>
                <a:ea typeface="+mn-ea"/>
                <a:cs typeface="+mn-cs"/>
              </a:rPr>
              <a:t>Expert Pool</a:t>
            </a:r>
          </a:p>
        </p:txBody>
      </p:sp>
      <p:sp>
        <p:nvSpPr>
          <p:cNvPr id="28" name="Rectangle 27">
            <a:extLst>
              <a:ext uri="{FF2B5EF4-FFF2-40B4-BE49-F238E27FC236}">
                <a16:creationId xmlns:a16="http://schemas.microsoft.com/office/drawing/2014/main" id="{5B1DC1D9-60C0-467A-B078-997299B532C5}"/>
              </a:ext>
            </a:extLst>
          </p:cNvPr>
          <p:cNvSpPr/>
          <p:nvPr/>
        </p:nvSpPr>
        <p:spPr>
          <a:xfrm>
            <a:off x="391256" y="2912956"/>
            <a:ext cx="3903179" cy="6531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9400" rIns="72000" bIns="79400" rtlCol="0" anchor="t" anchorCtr="0">
            <a:noAutofit/>
          </a:bodyPr>
          <a:lstStyle/>
          <a:p>
            <a:pPr>
              <a:lnSpc>
                <a:spcPct val="110000"/>
              </a:lnSpc>
            </a:pPr>
            <a:r>
              <a:rPr lang="en-GB" sz="1100" b="1" dirty="0">
                <a:solidFill>
                  <a:schemeClr val="bg1"/>
                </a:solidFill>
              </a:rPr>
              <a:t>Mohit Bhardwaj</a:t>
            </a:r>
          </a:p>
          <a:p>
            <a:pPr>
              <a:lnSpc>
                <a:spcPct val="110000"/>
              </a:lnSpc>
            </a:pPr>
            <a:r>
              <a:rPr lang="en-GB" sz="1050" dirty="0">
                <a:solidFill>
                  <a:schemeClr val="bg1"/>
                </a:solidFill>
              </a:rPr>
              <a:t>Director, 14 years experience</a:t>
            </a:r>
          </a:p>
          <a:p>
            <a:pPr>
              <a:lnSpc>
                <a:spcPct val="110000"/>
              </a:lnSpc>
            </a:pPr>
            <a:r>
              <a:rPr lang="en-GB" sz="1050" dirty="0" err="1">
                <a:solidFill>
                  <a:schemeClr val="bg1"/>
                </a:solidFill>
              </a:rPr>
              <a:t>B.Com</a:t>
            </a:r>
            <a:r>
              <a:rPr lang="en-GB" sz="1050" dirty="0">
                <a:solidFill>
                  <a:schemeClr val="bg1"/>
                </a:solidFill>
              </a:rPr>
              <a:t> (Hons.), MBA (Finance)</a:t>
            </a:r>
          </a:p>
        </p:txBody>
      </p:sp>
      <p:sp>
        <p:nvSpPr>
          <p:cNvPr id="29" name="Rectangle 28">
            <a:extLst>
              <a:ext uri="{FF2B5EF4-FFF2-40B4-BE49-F238E27FC236}">
                <a16:creationId xmlns:a16="http://schemas.microsoft.com/office/drawing/2014/main" id="{C0E7A295-A99C-484C-9B91-231135D7E089}"/>
              </a:ext>
            </a:extLst>
          </p:cNvPr>
          <p:cNvSpPr/>
          <p:nvPr/>
        </p:nvSpPr>
        <p:spPr>
          <a:xfrm>
            <a:off x="938825" y="4308080"/>
            <a:ext cx="3317202" cy="653177"/>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9400" rIns="72000" bIns="79400" rtlCol="0" anchor="t" anchorCtr="0">
            <a:noAutofit/>
          </a:bodyPr>
          <a:lstStyle/>
          <a:p>
            <a:pPr algn="r">
              <a:lnSpc>
                <a:spcPct val="110000"/>
              </a:lnSpc>
            </a:pPr>
            <a:r>
              <a:rPr lang="en-GB" sz="1100" b="1" dirty="0">
                <a:solidFill>
                  <a:schemeClr val="tx1"/>
                </a:solidFill>
              </a:rPr>
              <a:t>Rajat Goel</a:t>
            </a:r>
          </a:p>
          <a:p>
            <a:pPr algn="r">
              <a:lnSpc>
                <a:spcPct val="110000"/>
              </a:lnSpc>
            </a:pPr>
            <a:r>
              <a:rPr lang="en-GB" sz="1050" dirty="0">
                <a:solidFill>
                  <a:schemeClr val="tx1"/>
                </a:solidFill>
              </a:rPr>
              <a:t>Manager, 8 years experience</a:t>
            </a:r>
          </a:p>
          <a:p>
            <a:pPr algn="r">
              <a:lnSpc>
                <a:spcPct val="110000"/>
              </a:lnSpc>
            </a:pPr>
            <a:r>
              <a:rPr lang="en-GB" sz="1050" dirty="0" err="1">
                <a:solidFill>
                  <a:schemeClr val="tx1"/>
                </a:solidFill>
              </a:rPr>
              <a:t>B.Tech</a:t>
            </a:r>
            <a:r>
              <a:rPr lang="en-GB" sz="1050" dirty="0">
                <a:solidFill>
                  <a:schemeClr val="tx1"/>
                </a:solidFill>
              </a:rPr>
              <a:t>, MBA</a:t>
            </a:r>
          </a:p>
        </p:txBody>
      </p:sp>
      <p:sp>
        <p:nvSpPr>
          <p:cNvPr id="30" name="Rectangle 29">
            <a:extLst>
              <a:ext uri="{FF2B5EF4-FFF2-40B4-BE49-F238E27FC236}">
                <a16:creationId xmlns:a16="http://schemas.microsoft.com/office/drawing/2014/main" id="{523A35E7-4336-48A7-A077-09EF97594529}"/>
              </a:ext>
            </a:extLst>
          </p:cNvPr>
          <p:cNvSpPr/>
          <p:nvPr/>
        </p:nvSpPr>
        <p:spPr>
          <a:xfrm>
            <a:off x="927351" y="5019042"/>
            <a:ext cx="3321158" cy="653178"/>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9400" rIns="72000" bIns="79400" rtlCol="0" anchor="t" anchorCtr="0">
            <a:noAutofit/>
          </a:bodyPr>
          <a:lstStyle/>
          <a:p>
            <a:pPr algn="r">
              <a:lnSpc>
                <a:spcPct val="110000"/>
              </a:lnSpc>
            </a:pPr>
            <a:r>
              <a:rPr lang="en-GB" sz="1100" b="1" dirty="0">
                <a:solidFill>
                  <a:schemeClr val="tx1"/>
                </a:solidFill>
              </a:rPr>
              <a:t>Somdeb Banerjee</a:t>
            </a:r>
          </a:p>
          <a:p>
            <a:pPr algn="r">
              <a:lnSpc>
                <a:spcPct val="110000"/>
              </a:lnSpc>
            </a:pPr>
            <a:r>
              <a:rPr lang="en-GB" sz="1050" dirty="0">
                <a:solidFill>
                  <a:schemeClr val="tx1"/>
                </a:solidFill>
              </a:rPr>
              <a:t>Sr. Consultant, 9 years experience</a:t>
            </a:r>
          </a:p>
          <a:p>
            <a:pPr algn="r">
              <a:lnSpc>
                <a:spcPct val="110000"/>
              </a:lnSpc>
            </a:pPr>
            <a:r>
              <a:rPr lang="en-GB" sz="1050" dirty="0" err="1">
                <a:solidFill>
                  <a:schemeClr val="tx1"/>
                </a:solidFill>
              </a:rPr>
              <a:t>B.Tech</a:t>
            </a:r>
            <a:r>
              <a:rPr lang="en-GB" sz="1050" dirty="0">
                <a:solidFill>
                  <a:schemeClr val="tx1"/>
                </a:solidFill>
              </a:rPr>
              <a:t>, MBA</a:t>
            </a:r>
          </a:p>
        </p:txBody>
      </p:sp>
      <p:sp>
        <p:nvSpPr>
          <p:cNvPr id="31" name="Rectangle 30">
            <a:extLst>
              <a:ext uri="{FF2B5EF4-FFF2-40B4-BE49-F238E27FC236}">
                <a16:creationId xmlns:a16="http://schemas.microsoft.com/office/drawing/2014/main" id="{AD22AA63-D0BF-4A8A-94CC-B1AC67781336}"/>
              </a:ext>
            </a:extLst>
          </p:cNvPr>
          <p:cNvSpPr/>
          <p:nvPr/>
        </p:nvSpPr>
        <p:spPr>
          <a:xfrm>
            <a:off x="8041465" y="5014079"/>
            <a:ext cx="3321471" cy="689021"/>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9400" rIns="72000" bIns="79400" rtlCol="0" anchor="t" anchorCtr="0">
            <a:noAutofit/>
          </a:bodyPr>
          <a:lstStyle/>
          <a:p>
            <a:pPr>
              <a:lnSpc>
                <a:spcPct val="110000"/>
              </a:lnSpc>
            </a:pPr>
            <a:r>
              <a:rPr lang="en-GB" sz="1100" b="1" dirty="0">
                <a:solidFill>
                  <a:schemeClr val="tx1"/>
                </a:solidFill>
              </a:rPr>
              <a:t>Anurag Singh Sirola</a:t>
            </a:r>
          </a:p>
          <a:p>
            <a:pPr>
              <a:lnSpc>
                <a:spcPct val="110000"/>
              </a:lnSpc>
            </a:pPr>
            <a:r>
              <a:rPr lang="en-GB" sz="1050" dirty="0">
                <a:solidFill>
                  <a:schemeClr val="tx1"/>
                </a:solidFill>
              </a:rPr>
              <a:t>Sr. Consultant, 6 years experience</a:t>
            </a:r>
          </a:p>
          <a:p>
            <a:pPr>
              <a:lnSpc>
                <a:spcPct val="110000"/>
              </a:lnSpc>
            </a:pPr>
            <a:r>
              <a:rPr lang="en-GB" sz="1050" dirty="0" err="1">
                <a:solidFill>
                  <a:schemeClr val="tx1"/>
                </a:solidFill>
              </a:rPr>
              <a:t>B.Tech</a:t>
            </a:r>
            <a:r>
              <a:rPr lang="en-GB" sz="1050" dirty="0">
                <a:solidFill>
                  <a:schemeClr val="tx1"/>
                </a:solidFill>
              </a:rPr>
              <a:t>, MBA</a:t>
            </a:r>
          </a:p>
        </p:txBody>
      </p:sp>
      <p:sp>
        <p:nvSpPr>
          <p:cNvPr id="32" name="Rectangle 31">
            <a:extLst>
              <a:ext uri="{FF2B5EF4-FFF2-40B4-BE49-F238E27FC236}">
                <a16:creationId xmlns:a16="http://schemas.microsoft.com/office/drawing/2014/main" id="{B5518E65-265D-4E52-B780-A3A72478C993}"/>
              </a:ext>
            </a:extLst>
          </p:cNvPr>
          <p:cNvSpPr/>
          <p:nvPr/>
        </p:nvSpPr>
        <p:spPr>
          <a:xfrm>
            <a:off x="8034787" y="5733429"/>
            <a:ext cx="3328149" cy="66665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9400" rIns="72000" bIns="79400" rtlCol="0" anchor="t" anchorCtr="0">
            <a:noAutofit/>
          </a:bodyPr>
          <a:lstStyle/>
          <a:p>
            <a:pPr>
              <a:lnSpc>
                <a:spcPct val="110000"/>
              </a:lnSpc>
            </a:pPr>
            <a:r>
              <a:rPr lang="en-GB" sz="1100" b="1" dirty="0">
                <a:solidFill>
                  <a:schemeClr val="tx1"/>
                </a:solidFill>
              </a:rPr>
              <a:t>Shehroz </a:t>
            </a:r>
            <a:r>
              <a:rPr lang="en-GB" sz="1100" b="1" dirty="0" err="1">
                <a:solidFill>
                  <a:schemeClr val="tx1"/>
                </a:solidFill>
              </a:rPr>
              <a:t>Arfeen</a:t>
            </a:r>
            <a:r>
              <a:rPr lang="en-GB" sz="1100" b="1" dirty="0">
                <a:solidFill>
                  <a:schemeClr val="tx1"/>
                </a:solidFill>
              </a:rPr>
              <a:t> Khan</a:t>
            </a:r>
          </a:p>
          <a:p>
            <a:pPr>
              <a:lnSpc>
                <a:spcPct val="110000"/>
              </a:lnSpc>
            </a:pPr>
            <a:r>
              <a:rPr lang="en-GB" sz="1050" dirty="0">
                <a:solidFill>
                  <a:schemeClr val="tx1"/>
                </a:solidFill>
              </a:rPr>
              <a:t>Consultant, 7 years experience</a:t>
            </a:r>
          </a:p>
          <a:p>
            <a:pPr>
              <a:lnSpc>
                <a:spcPct val="110000"/>
              </a:lnSpc>
            </a:pPr>
            <a:r>
              <a:rPr lang="en-GB" sz="1050" dirty="0" err="1">
                <a:solidFill>
                  <a:schemeClr val="tx1"/>
                </a:solidFill>
              </a:rPr>
              <a:t>B.Tech</a:t>
            </a:r>
            <a:r>
              <a:rPr lang="en-GB" sz="1050" dirty="0">
                <a:solidFill>
                  <a:schemeClr val="tx1"/>
                </a:solidFill>
              </a:rPr>
              <a:t>, MBA</a:t>
            </a:r>
          </a:p>
        </p:txBody>
      </p:sp>
      <p:sp>
        <p:nvSpPr>
          <p:cNvPr id="33" name="Rectangle 32">
            <a:extLst>
              <a:ext uri="{FF2B5EF4-FFF2-40B4-BE49-F238E27FC236}">
                <a16:creationId xmlns:a16="http://schemas.microsoft.com/office/drawing/2014/main" id="{C780762E-E829-44B1-B704-4F96252F7B40}"/>
              </a:ext>
            </a:extLst>
          </p:cNvPr>
          <p:cNvSpPr/>
          <p:nvPr/>
        </p:nvSpPr>
        <p:spPr>
          <a:xfrm>
            <a:off x="7999285" y="2930667"/>
            <a:ext cx="3874510" cy="6531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9400" rIns="72000" bIns="79400" rtlCol="0" anchor="t" anchorCtr="0">
            <a:noAutofit/>
          </a:bodyPr>
          <a:lstStyle/>
          <a:p>
            <a:pPr>
              <a:lnSpc>
                <a:spcPct val="110000"/>
              </a:lnSpc>
            </a:pPr>
            <a:endParaRPr lang="en-GB" sz="1050" dirty="0">
              <a:solidFill>
                <a:schemeClr val="bg1"/>
              </a:solidFill>
            </a:endParaRPr>
          </a:p>
        </p:txBody>
      </p:sp>
      <p:sp>
        <p:nvSpPr>
          <p:cNvPr id="34" name="Rectangle 33">
            <a:extLst>
              <a:ext uri="{FF2B5EF4-FFF2-40B4-BE49-F238E27FC236}">
                <a16:creationId xmlns:a16="http://schemas.microsoft.com/office/drawing/2014/main" id="{8DD1A01B-16C7-4512-B3D5-25B2C3FA2869}"/>
              </a:ext>
            </a:extLst>
          </p:cNvPr>
          <p:cNvSpPr/>
          <p:nvPr/>
        </p:nvSpPr>
        <p:spPr>
          <a:xfrm>
            <a:off x="8034787" y="3620468"/>
            <a:ext cx="3328149" cy="653177"/>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9400" rIns="72000" bIns="79400" rtlCol="0" anchor="t" anchorCtr="0">
            <a:noAutofit/>
          </a:bodyPr>
          <a:lstStyle/>
          <a:p>
            <a:pPr>
              <a:lnSpc>
                <a:spcPct val="110000"/>
              </a:lnSpc>
            </a:pPr>
            <a:r>
              <a:rPr lang="en-GB" sz="1100" b="1" dirty="0">
                <a:solidFill>
                  <a:schemeClr val="tx1"/>
                </a:solidFill>
              </a:rPr>
              <a:t>Pankaj Goinka</a:t>
            </a:r>
          </a:p>
          <a:p>
            <a:pPr>
              <a:lnSpc>
                <a:spcPct val="110000"/>
              </a:lnSpc>
            </a:pPr>
            <a:r>
              <a:rPr lang="en-GB" sz="1050" dirty="0">
                <a:solidFill>
                  <a:schemeClr val="tx1"/>
                </a:solidFill>
              </a:rPr>
              <a:t>Associate Director, 14 years experience</a:t>
            </a:r>
          </a:p>
          <a:p>
            <a:pPr>
              <a:lnSpc>
                <a:spcPct val="110000"/>
              </a:lnSpc>
            </a:pPr>
            <a:r>
              <a:rPr lang="en-GB" sz="1050" dirty="0" err="1">
                <a:solidFill>
                  <a:schemeClr val="tx1"/>
                </a:solidFill>
              </a:rPr>
              <a:t>B.Tech</a:t>
            </a:r>
            <a:r>
              <a:rPr lang="en-GB" sz="1050" dirty="0">
                <a:solidFill>
                  <a:schemeClr val="tx1"/>
                </a:solidFill>
              </a:rPr>
              <a:t>, MBA, CFA</a:t>
            </a:r>
          </a:p>
        </p:txBody>
      </p:sp>
      <p:sp>
        <p:nvSpPr>
          <p:cNvPr id="35" name="Rectangle 34">
            <a:extLst>
              <a:ext uri="{FF2B5EF4-FFF2-40B4-BE49-F238E27FC236}">
                <a16:creationId xmlns:a16="http://schemas.microsoft.com/office/drawing/2014/main" id="{F1036D99-0E14-4D76-957E-903F66EF4BF0}"/>
              </a:ext>
            </a:extLst>
          </p:cNvPr>
          <p:cNvSpPr/>
          <p:nvPr/>
        </p:nvSpPr>
        <p:spPr>
          <a:xfrm>
            <a:off x="8034787" y="4324841"/>
            <a:ext cx="3328149" cy="653177"/>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9400" rIns="72000" bIns="79400" rtlCol="0" anchor="t" anchorCtr="0">
            <a:noAutofit/>
          </a:bodyPr>
          <a:lstStyle/>
          <a:p>
            <a:pPr>
              <a:lnSpc>
                <a:spcPct val="110000"/>
              </a:lnSpc>
            </a:pPr>
            <a:r>
              <a:rPr lang="en-GB" sz="1100" b="1" dirty="0">
                <a:solidFill>
                  <a:schemeClr val="tx1"/>
                </a:solidFill>
              </a:rPr>
              <a:t>Kaushikeya Jeta</a:t>
            </a:r>
          </a:p>
          <a:p>
            <a:pPr>
              <a:lnSpc>
                <a:spcPct val="110000"/>
              </a:lnSpc>
            </a:pPr>
            <a:r>
              <a:rPr lang="en-GB" sz="1050" dirty="0">
                <a:solidFill>
                  <a:schemeClr val="tx1"/>
                </a:solidFill>
              </a:rPr>
              <a:t>Manager, 9 years experience</a:t>
            </a:r>
          </a:p>
          <a:p>
            <a:pPr>
              <a:lnSpc>
                <a:spcPct val="110000"/>
              </a:lnSpc>
            </a:pPr>
            <a:r>
              <a:rPr lang="en-GB" sz="1050" dirty="0" err="1">
                <a:solidFill>
                  <a:schemeClr val="tx1"/>
                </a:solidFill>
              </a:rPr>
              <a:t>B.Tech</a:t>
            </a:r>
            <a:r>
              <a:rPr lang="en-GB" sz="1050" dirty="0">
                <a:solidFill>
                  <a:schemeClr val="tx1"/>
                </a:solidFill>
              </a:rPr>
              <a:t>, MBA</a:t>
            </a:r>
          </a:p>
        </p:txBody>
      </p:sp>
      <p:sp>
        <p:nvSpPr>
          <p:cNvPr id="36" name="Rectangle 35">
            <a:extLst>
              <a:ext uri="{FF2B5EF4-FFF2-40B4-BE49-F238E27FC236}">
                <a16:creationId xmlns:a16="http://schemas.microsoft.com/office/drawing/2014/main" id="{3BCCB7BC-3268-4D5F-A21B-90D38F025E2E}"/>
              </a:ext>
            </a:extLst>
          </p:cNvPr>
          <p:cNvSpPr/>
          <p:nvPr/>
        </p:nvSpPr>
        <p:spPr>
          <a:xfrm>
            <a:off x="928993" y="5733929"/>
            <a:ext cx="3321158" cy="653177"/>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9400" rIns="72000" bIns="79400" rtlCol="0" anchor="t" anchorCtr="0">
            <a:noAutofit/>
          </a:bodyPr>
          <a:lstStyle/>
          <a:p>
            <a:pPr algn="r">
              <a:lnSpc>
                <a:spcPct val="110000"/>
              </a:lnSpc>
            </a:pPr>
            <a:r>
              <a:rPr lang="en-GB" sz="1100" b="1" dirty="0">
                <a:solidFill>
                  <a:schemeClr val="tx1"/>
                </a:solidFill>
              </a:rPr>
              <a:t>Shouvik Mukherjee</a:t>
            </a:r>
          </a:p>
          <a:p>
            <a:pPr algn="r">
              <a:lnSpc>
                <a:spcPct val="110000"/>
              </a:lnSpc>
            </a:pPr>
            <a:r>
              <a:rPr lang="en-GB" sz="1050" dirty="0">
                <a:solidFill>
                  <a:schemeClr val="tx1"/>
                </a:solidFill>
              </a:rPr>
              <a:t>Consultant, 4 years experience</a:t>
            </a:r>
          </a:p>
          <a:p>
            <a:pPr algn="r">
              <a:lnSpc>
                <a:spcPct val="110000"/>
              </a:lnSpc>
            </a:pPr>
            <a:r>
              <a:rPr lang="en-GB" sz="1050" dirty="0" err="1">
                <a:solidFill>
                  <a:schemeClr val="tx1"/>
                </a:solidFill>
              </a:rPr>
              <a:t>B.Tech</a:t>
            </a:r>
            <a:r>
              <a:rPr lang="en-GB" sz="1050" dirty="0">
                <a:solidFill>
                  <a:schemeClr val="tx1"/>
                </a:solidFill>
              </a:rPr>
              <a:t>, MBA</a:t>
            </a:r>
          </a:p>
        </p:txBody>
      </p:sp>
      <p:sp>
        <p:nvSpPr>
          <p:cNvPr id="38" name="Rectangle 37">
            <a:extLst>
              <a:ext uri="{FF2B5EF4-FFF2-40B4-BE49-F238E27FC236}">
                <a16:creationId xmlns:a16="http://schemas.microsoft.com/office/drawing/2014/main" id="{6E82F7FE-86C5-4A0A-85C1-05693885683F}"/>
              </a:ext>
            </a:extLst>
          </p:cNvPr>
          <p:cNvSpPr/>
          <p:nvPr/>
        </p:nvSpPr>
        <p:spPr>
          <a:xfrm>
            <a:off x="4788239" y="3827802"/>
            <a:ext cx="2770801" cy="85764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9400" rIns="72000" bIns="79400" rtlCol="0" anchor="t" anchorCtr="0">
            <a:noAutofit/>
          </a:bodyPr>
          <a:lstStyle/>
          <a:p>
            <a:pPr algn="ctr">
              <a:lnSpc>
                <a:spcPct val="110000"/>
              </a:lnSpc>
            </a:pPr>
            <a:r>
              <a:rPr lang="en-GB" sz="1100" b="1" dirty="0">
                <a:solidFill>
                  <a:schemeClr val="tx1"/>
                </a:solidFill>
              </a:rPr>
              <a:t>Anuj </a:t>
            </a:r>
            <a:r>
              <a:rPr lang="en-GB" sz="1100" b="1" dirty="0" err="1">
                <a:solidFill>
                  <a:schemeClr val="tx1"/>
                </a:solidFill>
              </a:rPr>
              <a:t>Vashishtha</a:t>
            </a:r>
            <a:endParaRPr lang="en-GB" sz="1100" b="1" dirty="0">
              <a:solidFill>
                <a:schemeClr val="tx1"/>
              </a:solidFill>
            </a:endParaRPr>
          </a:p>
          <a:p>
            <a:pPr algn="ctr">
              <a:lnSpc>
                <a:spcPct val="110000"/>
              </a:lnSpc>
            </a:pPr>
            <a:r>
              <a:rPr lang="en-GB" sz="1050" dirty="0">
                <a:solidFill>
                  <a:schemeClr val="tx1"/>
                </a:solidFill>
              </a:rPr>
              <a:t>Director, 16+ years experience</a:t>
            </a:r>
          </a:p>
          <a:p>
            <a:pPr algn="ctr">
              <a:lnSpc>
                <a:spcPct val="110000"/>
              </a:lnSpc>
            </a:pPr>
            <a:r>
              <a:rPr lang="en-GB" sz="1050" dirty="0" err="1">
                <a:solidFill>
                  <a:schemeClr val="tx1"/>
                </a:solidFill>
              </a:rPr>
              <a:t>B.Tech</a:t>
            </a:r>
            <a:r>
              <a:rPr lang="en-GB" sz="1050" dirty="0">
                <a:solidFill>
                  <a:schemeClr val="tx1"/>
                </a:solidFill>
              </a:rPr>
              <a:t>, MBA</a:t>
            </a:r>
          </a:p>
          <a:p>
            <a:pPr algn="ctr">
              <a:lnSpc>
                <a:spcPct val="110000"/>
              </a:lnSpc>
            </a:pPr>
            <a:r>
              <a:rPr lang="en-GB" sz="1050" b="1" dirty="0">
                <a:solidFill>
                  <a:schemeClr val="accent2"/>
                </a:solidFill>
              </a:rPr>
              <a:t>Power Procurement Expert</a:t>
            </a:r>
          </a:p>
        </p:txBody>
      </p:sp>
      <p:sp>
        <p:nvSpPr>
          <p:cNvPr id="40" name="Rectangle 39">
            <a:extLst>
              <a:ext uri="{FF2B5EF4-FFF2-40B4-BE49-F238E27FC236}">
                <a16:creationId xmlns:a16="http://schemas.microsoft.com/office/drawing/2014/main" id="{F83016B7-9F39-4BFF-AE80-736F952F98BF}"/>
              </a:ext>
            </a:extLst>
          </p:cNvPr>
          <p:cNvSpPr/>
          <p:nvPr/>
        </p:nvSpPr>
        <p:spPr>
          <a:xfrm>
            <a:off x="4770303" y="2930667"/>
            <a:ext cx="2770801" cy="81749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9400" rIns="72000" bIns="79400" rtlCol="0" anchor="t" anchorCtr="0">
            <a:noAutofit/>
          </a:bodyPr>
          <a:lstStyle/>
          <a:p>
            <a:pPr algn="ctr">
              <a:lnSpc>
                <a:spcPct val="110000"/>
              </a:lnSpc>
            </a:pPr>
            <a:r>
              <a:rPr lang="en-GB" sz="1100" b="1" dirty="0">
                <a:solidFill>
                  <a:schemeClr val="tx1"/>
                </a:solidFill>
              </a:rPr>
              <a:t>Anish Mandal</a:t>
            </a:r>
          </a:p>
          <a:p>
            <a:pPr algn="ctr">
              <a:lnSpc>
                <a:spcPct val="110000"/>
              </a:lnSpc>
            </a:pPr>
            <a:r>
              <a:rPr lang="en-GB" sz="1050" dirty="0">
                <a:solidFill>
                  <a:schemeClr val="tx1"/>
                </a:solidFill>
              </a:rPr>
              <a:t>Director, 18+ years experience</a:t>
            </a:r>
          </a:p>
          <a:p>
            <a:pPr algn="ctr">
              <a:lnSpc>
                <a:spcPct val="110000"/>
              </a:lnSpc>
            </a:pPr>
            <a:r>
              <a:rPr lang="en-GB" sz="1050" dirty="0" err="1">
                <a:solidFill>
                  <a:schemeClr val="tx1"/>
                </a:solidFill>
              </a:rPr>
              <a:t>B.Tech</a:t>
            </a:r>
            <a:r>
              <a:rPr lang="en-GB" sz="1050" dirty="0">
                <a:solidFill>
                  <a:schemeClr val="tx1"/>
                </a:solidFill>
              </a:rPr>
              <a:t>, PGDM</a:t>
            </a:r>
          </a:p>
          <a:p>
            <a:pPr algn="ctr">
              <a:lnSpc>
                <a:spcPct val="110000"/>
              </a:lnSpc>
            </a:pPr>
            <a:r>
              <a:rPr lang="en-GB" sz="1050" b="1" dirty="0">
                <a:solidFill>
                  <a:schemeClr val="accent2"/>
                </a:solidFill>
              </a:rPr>
              <a:t>Business Strategy Expert</a:t>
            </a:r>
          </a:p>
        </p:txBody>
      </p:sp>
      <p:sp>
        <p:nvSpPr>
          <p:cNvPr id="41" name="Rectangle 40">
            <a:extLst>
              <a:ext uri="{FF2B5EF4-FFF2-40B4-BE49-F238E27FC236}">
                <a16:creationId xmlns:a16="http://schemas.microsoft.com/office/drawing/2014/main" id="{9C8E3353-41AE-493E-9713-CD974B6572F3}"/>
              </a:ext>
            </a:extLst>
          </p:cNvPr>
          <p:cNvSpPr/>
          <p:nvPr/>
        </p:nvSpPr>
        <p:spPr>
          <a:xfrm>
            <a:off x="4788239" y="4775642"/>
            <a:ext cx="2770801" cy="85764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9400" rIns="72000" bIns="79400" rtlCol="0" anchor="t" anchorCtr="0">
            <a:noAutofit/>
          </a:bodyPr>
          <a:lstStyle/>
          <a:p>
            <a:pPr algn="ctr">
              <a:lnSpc>
                <a:spcPct val="110000"/>
              </a:lnSpc>
            </a:pPr>
            <a:r>
              <a:rPr lang="en-GB" sz="1100" b="1" dirty="0">
                <a:solidFill>
                  <a:schemeClr val="tx1"/>
                </a:solidFill>
              </a:rPr>
              <a:t>Satish Kumar Singh</a:t>
            </a:r>
          </a:p>
          <a:p>
            <a:pPr algn="ctr">
              <a:lnSpc>
                <a:spcPct val="110000"/>
              </a:lnSpc>
            </a:pPr>
            <a:r>
              <a:rPr lang="en-GB" sz="1050" dirty="0">
                <a:solidFill>
                  <a:schemeClr val="tx1"/>
                </a:solidFill>
              </a:rPr>
              <a:t>Director, 16+ years experience</a:t>
            </a:r>
          </a:p>
          <a:p>
            <a:pPr algn="ctr">
              <a:lnSpc>
                <a:spcPct val="110000"/>
              </a:lnSpc>
            </a:pPr>
            <a:r>
              <a:rPr lang="en-GB" sz="1050" dirty="0" err="1">
                <a:solidFill>
                  <a:schemeClr val="tx1"/>
                </a:solidFill>
              </a:rPr>
              <a:t>B.Tech</a:t>
            </a:r>
            <a:r>
              <a:rPr lang="en-GB" sz="1050" dirty="0">
                <a:solidFill>
                  <a:schemeClr val="tx1"/>
                </a:solidFill>
              </a:rPr>
              <a:t>, MBA</a:t>
            </a:r>
          </a:p>
          <a:p>
            <a:pPr algn="ctr">
              <a:lnSpc>
                <a:spcPct val="110000"/>
              </a:lnSpc>
            </a:pPr>
            <a:r>
              <a:rPr lang="en-GB" sz="1050" b="1" dirty="0">
                <a:solidFill>
                  <a:schemeClr val="accent2"/>
                </a:solidFill>
              </a:rPr>
              <a:t>Power System Operations Expert</a:t>
            </a:r>
          </a:p>
        </p:txBody>
      </p:sp>
      <p:sp>
        <p:nvSpPr>
          <p:cNvPr id="44" name="Rectangle 43">
            <a:extLst>
              <a:ext uri="{FF2B5EF4-FFF2-40B4-BE49-F238E27FC236}">
                <a16:creationId xmlns:a16="http://schemas.microsoft.com/office/drawing/2014/main" id="{43D33E7B-2408-4627-8982-FD8CCC980163}"/>
              </a:ext>
            </a:extLst>
          </p:cNvPr>
          <p:cNvSpPr/>
          <p:nvPr/>
        </p:nvSpPr>
        <p:spPr>
          <a:xfrm>
            <a:off x="4780657" y="5723482"/>
            <a:ext cx="2770801" cy="85764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9400" rIns="72000" bIns="79400" rtlCol="0" anchor="t" anchorCtr="0">
            <a:noAutofit/>
          </a:bodyPr>
          <a:lstStyle/>
          <a:p>
            <a:pPr algn="ctr">
              <a:lnSpc>
                <a:spcPct val="110000"/>
              </a:lnSpc>
            </a:pPr>
            <a:r>
              <a:rPr lang="en-GB" sz="1100" b="1" dirty="0">
                <a:solidFill>
                  <a:schemeClr val="tx1"/>
                </a:solidFill>
              </a:rPr>
              <a:t>P. Hariharan</a:t>
            </a:r>
          </a:p>
          <a:p>
            <a:pPr algn="ctr">
              <a:lnSpc>
                <a:spcPct val="110000"/>
              </a:lnSpc>
            </a:pPr>
            <a:r>
              <a:rPr lang="en-GB" sz="1050" dirty="0">
                <a:solidFill>
                  <a:schemeClr val="tx1"/>
                </a:solidFill>
              </a:rPr>
              <a:t>Director, 25+ years experience</a:t>
            </a:r>
          </a:p>
          <a:p>
            <a:pPr algn="ctr">
              <a:lnSpc>
                <a:spcPct val="110000"/>
              </a:lnSpc>
            </a:pPr>
            <a:r>
              <a:rPr lang="en-GB" sz="1050" dirty="0">
                <a:solidFill>
                  <a:schemeClr val="tx1"/>
                </a:solidFill>
              </a:rPr>
              <a:t>Chartered Accountant</a:t>
            </a:r>
          </a:p>
          <a:p>
            <a:pPr algn="ctr">
              <a:lnSpc>
                <a:spcPct val="110000"/>
              </a:lnSpc>
            </a:pPr>
            <a:r>
              <a:rPr lang="en-GB" sz="1050" b="1" dirty="0">
                <a:solidFill>
                  <a:schemeClr val="accent2"/>
                </a:solidFill>
              </a:rPr>
              <a:t>Finance and Accounting Expert</a:t>
            </a:r>
          </a:p>
          <a:p>
            <a:pPr algn="ctr">
              <a:lnSpc>
                <a:spcPct val="110000"/>
              </a:lnSpc>
            </a:pPr>
            <a:endParaRPr lang="en-GB" sz="1050" dirty="0">
              <a:solidFill>
                <a:schemeClr val="tx1"/>
              </a:solidFill>
            </a:endParaRPr>
          </a:p>
        </p:txBody>
      </p:sp>
      <p:sp>
        <p:nvSpPr>
          <p:cNvPr id="45" name="Isosceles Triangle 44">
            <a:extLst>
              <a:ext uri="{FF2B5EF4-FFF2-40B4-BE49-F238E27FC236}">
                <a16:creationId xmlns:a16="http://schemas.microsoft.com/office/drawing/2014/main" id="{B37F52C1-6836-4F1A-A321-B5C3CA755ADB}"/>
              </a:ext>
            </a:extLst>
          </p:cNvPr>
          <p:cNvSpPr/>
          <p:nvPr/>
        </p:nvSpPr>
        <p:spPr bwMode="gray">
          <a:xfrm rot="5400000">
            <a:off x="5897334" y="4642414"/>
            <a:ext cx="3714008" cy="234774"/>
          </a:xfrm>
          <a:prstGeom prst="triangl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400" b="1" dirty="0">
              <a:solidFill>
                <a:schemeClr val="bg1"/>
              </a:solidFill>
            </a:endParaRPr>
          </a:p>
        </p:txBody>
      </p:sp>
      <p:sp>
        <p:nvSpPr>
          <p:cNvPr id="46" name="Isosceles Triangle 45">
            <a:extLst>
              <a:ext uri="{FF2B5EF4-FFF2-40B4-BE49-F238E27FC236}">
                <a16:creationId xmlns:a16="http://schemas.microsoft.com/office/drawing/2014/main" id="{C5B3EBCD-F508-4108-BBDF-3EAB67BA01A1}"/>
              </a:ext>
            </a:extLst>
          </p:cNvPr>
          <p:cNvSpPr/>
          <p:nvPr/>
        </p:nvSpPr>
        <p:spPr bwMode="gray">
          <a:xfrm rot="16200000">
            <a:off x="2699054" y="4659632"/>
            <a:ext cx="3714006" cy="234775"/>
          </a:xfrm>
          <a:prstGeom prst="triangl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400" b="1" dirty="0">
              <a:solidFill>
                <a:schemeClr val="bg1"/>
              </a:solidFill>
            </a:endParaRPr>
          </a:p>
        </p:txBody>
      </p:sp>
      <p:sp>
        <p:nvSpPr>
          <p:cNvPr id="47" name="Rectangle 46">
            <a:extLst>
              <a:ext uri="{FF2B5EF4-FFF2-40B4-BE49-F238E27FC236}">
                <a16:creationId xmlns:a16="http://schemas.microsoft.com/office/drawing/2014/main" id="{579C97E4-4ADE-4B66-B723-466A897E2089}"/>
              </a:ext>
            </a:extLst>
          </p:cNvPr>
          <p:cNvSpPr/>
          <p:nvPr/>
        </p:nvSpPr>
        <p:spPr>
          <a:xfrm>
            <a:off x="4428265" y="1375890"/>
            <a:ext cx="2393204" cy="77149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38950" tIns="79400" rIns="138950" bIns="79400" rtlCol="0" anchor="t" anchorCtr="0">
            <a:noAutofit/>
          </a:bodyPr>
          <a:lstStyle/>
          <a:p>
            <a:pPr>
              <a:lnSpc>
                <a:spcPct val="110000"/>
              </a:lnSpc>
            </a:pPr>
            <a:r>
              <a:rPr lang="en-GB" sz="1200" b="1" dirty="0">
                <a:solidFill>
                  <a:schemeClr val="bg1"/>
                </a:solidFill>
              </a:rPr>
              <a:t>Anujesh Dwivedi</a:t>
            </a:r>
          </a:p>
          <a:p>
            <a:pPr>
              <a:lnSpc>
                <a:spcPct val="110000"/>
              </a:lnSpc>
            </a:pPr>
            <a:r>
              <a:rPr lang="en-GB" sz="1100" dirty="0">
                <a:solidFill>
                  <a:schemeClr val="bg1"/>
                </a:solidFill>
              </a:rPr>
              <a:t>Partner, 17 years experience</a:t>
            </a:r>
          </a:p>
          <a:p>
            <a:pPr>
              <a:lnSpc>
                <a:spcPct val="110000"/>
              </a:lnSpc>
            </a:pPr>
            <a:r>
              <a:rPr lang="en-GB" sz="1100" dirty="0">
                <a:solidFill>
                  <a:schemeClr val="bg1"/>
                </a:solidFill>
              </a:rPr>
              <a:t>BE, PGDM</a:t>
            </a:r>
          </a:p>
        </p:txBody>
      </p:sp>
      <p:pic>
        <p:nvPicPr>
          <p:cNvPr id="48" name="Picture 47">
            <a:extLst>
              <a:ext uri="{FF2B5EF4-FFF2-40B4-BE49-F238E27FC236}">
                <a16:creationId xmlns:a16="http://schemas.microsoft.com/office/drawing/2014/main" id="{6F07CEE4-C399-4143-AC39-724D829D19D9}"/>
              </a:ext>
            </a:extLst>
          </p:cNvPr>
          <p:cNvPicPr>
            <a:picLocks noChangeAspect="1"/>
          </p:cNvPicPr>
          <p:nvPr/>
        </p:nvPicPr>
        <p:blipFill rotWithShape="1">
          <a:blip r:embed="rId2">
            <a:extLst>
              <a:ext uri="{28A0092B-C50C-407E-A947-70E740481C1C}">
                <a14:useLocalDpi xmlns:a14="http://schemas.microsoft.com/office/drawing/2010/main" val="0"/>
              </a:ext>
            </a:extLst>
          </a:blip>
          <a:srcRect b="10937"/>
          <a:stretch/>
        </p:blipFill>
        <p:spPr>
          <a:xfrm>
            <a:off x="3628634" y="1372589"/>
            <a:ext cx="789471" cy="772258"/>
          </a:xfrm>
          <a:prstGeom prst="rect">
            <a:avLst/>
          </a:prstGeom>
        </p:spPr>
      </p:pic>
      <p:sp>
        <p:nvSpPr>
          <p:cNvPr id="53" name="Rectangle 52">
            <a:extLst>
              <a:ext uri="{FF2B5EF4-FFF2-40B4-BE49-F238E27FC236}">
                <a16:creationId xmlns:a16="http://schemas.microsoft.com/office/drawing/2014/main" id="{03EEF02E-B93A-4AC5-9305-DA191DE7404E}"/>
              </a:ext>
            </a:extLst>
          </p:cNvPr>
          <p:cNvSpPr/>
          <p:nvPr/>
        </p:nvSpPr>
        <p:spPr>
          <a:xfrm>
            <a:off x="8203875" y="1392253"/>
            <a:ext cx="2553603" cy="74496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38950" tIns="79400" rIns="138950" bIns="79400" rtlCol="0" anchor="t" anchorCtr="0">
            <a:noAutofit/>
          </a:bodyPr>
          <a:lstStyle/>
          <a:p>
            <a:pPr lvl="0" defTabSz="1219170">
              <a:lnSpc>
                <a:spcPct val="110000"/>
              </a:lnSpc>
            </a:pPr>
            <a:r>
              <a:rPr lang="en-GB" sz="1225" b="1" dirty="0">
                <a:solidFill>
                  <a:schemeClr val="bg1"/>
                </a:solidFill>
              </a:rPr>
              <a:t>Shubhranshu Patnaik</a:t>
            </a:r>
          </a:p>
          <a:p>
            <a:pPr lvl="0" defTabSz="1219170">
              <a:lnSpc>
                <a:spcPct val="110000"/>
              </a:lnSpc>
            </a:pPr>
            <a:r>
              <a:rPr lang="en-GB" sz="1100" dirty="0">
                <a:solidFill>
                  <a:schemeClr val="bg1"/>
                </a:solidFill>
              </a:rPr>
              <a:t>Partner, 23 years experience</a:t>
            </a:r>
          </a:p>
          <a:p>
            <a:pPr lvl="0" defTabSz="1219170">
              <a:lnSpc>
                <a:spcPct val="110000"/>
              </a:lnSpc>
            </a:pPr>
            <a:r>
              <a:rPr lang="en-GB" sz="1100" dirty="0">
                <a:solidFill>
                  <a:schemeClr val="bg1"/>
                </a:solidFill>
              </a:rPr>
              <a:t>BE, MBA</a:t>
            </a:r>
          </a:p>
        </p:txBody>
      </p:sp>
      <p:sp>
        <p:nvSpPr>
          <p:cNvPr id="55" name="Rectangle 54">
            <a:extLst>
              <a:ext uri="{FF2B5EF4-FFF2-40B4-BE49-F238E27FC236}">
                <a16:creationId xmlns:a16="http://schemas.microsoft.com/office/drawing/2014/main" id="{C1B865EF-6824-4836-B564-67E3D85D7EDC}"/>
              </a:ext>
            </a:extLst>
          </p:cNvPr>
          <p:cNvSpPr/>
          <p:nvPr/>
        </p:nvSpPr>
        <p:spPr bwMode="gray">
          <a:xfrm>
            <a:off x="1437846" y="1356902"/>
            <a:ext cx="9361018" cy="822118"/>
          </a:xfrm>
          <a:prstGeom prst="rect">
            <a:avLst/>
          </a:prstGeom>
          <a:noFill/>
          <a:ln w="19050" algn="ctr">
            <a:solidFill>
              <a:srgbClr val="43B02A"/>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68" name="Rectangle 153">
            <a:extLst>
              <a:ext uri="{FF2B5EF4-FFF2-40B4-BE49-F238E27FC236}">
                <a16:creationId xmlns:a16="http://schemas.microsoft.com/office/drawing/2014/main" id="{788F291B-246A-445A-B27D-57602FD4C764}"/>
              </a:ext>
            </a:extLst>
          </p:cNvPr>
          <p:cNvSpPr>
            <a:spLocks noChangeArrowheads="1"/>
          </p:cNvSpPr>
          <p:nvPr/>
        </p:nvSpPr>
        <p:spPr bwMode="auto">
          <a:xfrm>
            <a:off x="1487006" y="1420574"/>
            <a:ext cx="1328648" cy="724273"/>
          </a:xfrm>
          <a:prstGeom prst="rect">
            <a:avLst/>
          </a:prstGeom>
          <a:solidFill>
            <a:srgbClr val="00B050"/>
          </a:solidFill>
          <a:ln w="12700" algn="ctr">
            <a:solidFill>
              <a:schemeClr val="accent1"/>
            </a:solidFill>
            <a:miter lim="800000"/>
            <a:headEnd/>
            <a:tailEnd/>
          </a:ln>
        </p:spPr>
        <p:txBody>
          <a:bodyPr lIns="36000" tIns="36000" rIns="36000" bIns="36000" anchor="ctr" anchorCtr="1">
            <a:noAutofit/>
          </a:bodyPr>
          <a:lstStyle/>
          <a:p>
            <a:pPr marL="0" marR="0" lvl="0" indent="0" algn="ctr" defTabSz="1106488" rtl="0" eaLnBrk="1" fontAlgn="auto" latinLnBrk="0" hangingPunct="1">
              <a:lnSpc>
                <a:spcPct val="100000"/>
              </a:lnSpc>
              <a:spcBef>
                <a:spcPct val="50000"/>
              </a:spcBef>
              <a:spcAft>
                <a:spcPts val="0"/>
              </a:spcAft>
              <a:buClr>
                <a:srgbClr val="000000"/>
              </a:buClr>
              <a:buSzTx/>
              <a:buFontTx/>
              <a:buNone/>
              <a:tabLst>
                <a:tab pos="6911975" algn="l"/>
              </a:tabLst>
              <a:defRPr/>
            </a:pPr>
            <a:r>
              <a:rPr kumimoji="0" lang="en-US" sz="1400" b="1" i="0" u="none" strike="noStrike" kern="1200" cap="none" spc="0" normalizeH="0" baseline="0" noProof="0" dirty="0">
                <a:ln>
                  <a:noFill/>
                </a:ln>
                <a:solidFill>
                  <a:srgbClr val="FFFFFF"/>
                </a:solidFill>
                <a:effectLst/>
                <a:uLnTx/>
                <a:uFillTx/>
                <a:latin typeface="Verdana"/>
                <a:ea typeface="+mn-ea"/>
                <a:cs typeface="+mn-cs"/>
              </a:rPr>
              <a:t>Engagement Leadership</a:t>
            </a:r>
          </a:p>
        </p:txBody>
      </p:sp>
      <p:cxnSp>
        <p:nvCxnSpPr>
          <p:cNvPr id="78" name="Connector: Elbow 77">
            <a:extLst>
              <a:ext uri="{FF2B5EF4-FFF2-40B4-BE49-F238E27FC236}">
                <a16:creationId xmlns:a16="http://schemas.microsoft.com/office/drawing/2014/main" id="{85E8B01E-170B-4974-93F0-21852B80EA09}"/>
              </a:ext>
            </a:extLst>
          </p:cNvPr>
          <p:cNvCxnSpPr>
            <a:cxnSpLocks/>
            <a:stCxn id="47" idx="2"/>
            <a:endCxn id="15" idx="0"/>
          </p:cNvCxnSpPr>
          <p:nvPr/>
        </p:nvCxnSpPr>
        <p:spPr>
          <a:xfrm rot="16200000" flipH="1">
            <a:off x="7601017" y="171236"/>
            <a:ext cx="355980" cy="4308281"/>
          </a:xfrm>
          <a:prstGeom prst="bentConnector3">
            <a:avLst/>
          </a:prstGeom>
          <a:ln w="6350">
            <a:solidFill>
              <a:srgbClr val="046A38"/>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0" name="Connector: Elbow 79">
            <a:extLst>
              <a:ext uri="{FF2B5EF4-FFF2-40B4-BE49-F238E27FC236}">
                <a16:creationId xmlns:a16="http://schemas.microsoft.com/office/drawing/2014/main" id="{C6752934-6957-4457-A631-7B5B0787EFE6}"/>
              </a:ext>
            </a:extLst>
          </p:cNvPr>
          <p:cNvCxnSpPr>
            <a:cxnSpLocks/>
            <a:stCxn id="47" idx="2"/>
            <a:endCxn id="13" idx="0"/>
          </p:cNvCxnSpPr>
          <p:nvPr/>
        </p:nvCxnSpPr>
        <p:spPr>
          <a:xfrm rot="5400000">
            <a:off x="3804902" y="685606"/>
            <a:ext cx="358185" cy="3281746"/>
          </a:xfrm>
          <a:prstGeom prst="bentConnector3">
            <a:avLst/>
          </a:prstGeom>
          <a:ln w="6350">
            <a:solidFill>
              <a:srgbClr val="046A38"/>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39" name="Picture 38" descr="S patnaik-passport-photo">
            <a:extLst>
              <a:ext uri="{FF2B5EF4-FFF2-40B4-BE49-F238E27FC236}">
                <a16:creationId xmlns:a16="http://schemas.microsoft.com/office/drawing/2014/main" id="{733C7BB6-2F08-416C-AFF1-08464F387438}"/>
              </a:ext>
            </a:extLst>
          </p:cNvPr>
          <p:cNvPicPr/>
          <p:nvPr/>
        </p:nvPicPr>
        <p:blipFill>
          <a:blip r:embed="rId3">
            <a:extLst>
              <a:ext uri="{28A0092B-C50C-407E-A947-70E740481C1C}">
                <a14:useLocalDpi xmlns:a14="http://schemas.microsoft.com/office/drawing/2010/main" val="0"/>
              </a:ext>
            </a:extLst>
          </a:blip>
          <a:srcRect b="7709"/>
          <a:stretch>
            <a:fillRect/>
          </a:stretch>
        </p:blipFill>
        <p:spPr bwMode="auto">
          <a:xfrm>
            <a:off x="7418496" y="1392441"/>
            <a:ext cx="785379" cy="754946"/>
          </a:xfrm>
          <a:prstGeom prst="rect">
            <a:avLst/>
          </a:prstGeom>
          <a:noFill/>
        </p:spPr>
      </p:pic>
      <p:pic>
        <p:nvPicPr>
          <p:cNvPr id="3" name="Picture 2">
            <a:extLst>
              <a:ext uri="{FF2B5EF4-FFF2-40B4-BE49-F238E27FC236}">
                <a16:creationId xmlns:a16="http://schemas.microsoft.com/office/drawing/2014/main" id="{E5AEDFAE-2424-4824-A124-F15636914674}"/>
              </a:ext>
            </a:extLst>
          </p:cNvPr>
          <p:cNvPicPr>
            <a:picLocks noChangeAspect="1"/>
          </p:cNvPicPr>
          <p:nvPr/>
        </p:nvPicPr>
        <p:blipFill>
          <a:blip r:embed="rId4"/>
          <a:stretch>
            <a:fillRect/>
          </a:stretch>
        </p:blipFill>
        <p:spPr>
          <a:xfrm>
            <a:off x="3612450" y="2911868"/>
            <a:ext cx="672153" cy="646123"/>
          </a:xfrm>
          <a:prstGeom prst="rect">
            <a:avLst/>
          </a:prstGeom>
        </p:spPr>
      </p:pic>
      <p:sp>
        <p:nvSpPr>
          <p:cNvPr id="43" name="Rectangle 42">
            <a:extLst>
              <a:ext uri="{FF2B5EF4-FFF2-40B4-BE49-F238E27FC236}">
                <a16:creationId xmlns:a16="http://schemas.microsoft.com/office/drawing/2014/main" id="{A94216F0-82E4-4E33-9352-1041F4EEA4D9}"/>
              </a:ext>
            </a:extLst>
          </p:cNvPr>
          <p:cNvSpPr/>
          <p:nvPr/>
        </p:nvSpPr>
        <p:spPr>
          <a:xfrm>
            <a:off x="937869" y="3613094"/>
            <a:ext cx="3317202" cy="653177"/>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9400" rIns="72000" bIns="79400" rtlCol="0" anchor="t" anchorCtr="0">
            <a:noAutofit/>
          </a:bodyPr>
          <a:lstStyle/>
          <a:p>
            <a:pPr algn="r">
              <a:lnSpc>
                <a:spcPct val="110000"/>
              </a:lnSpc>
            </a:pPr>
            <a:r>
              <a:rPr lang="en-GB" sz="1100" b="1" dirty="0">
                <a:solidFill>
                  <a:schemeClr val="tx1"/>
                </a:solidFill>
              </a:rPr>
              <a:t>Amit Goenka</a:t>
            </a:r>
          </a:p>
          <a:p>
            <a:pPr algn="r">
              <a:lnSpc>
                <a:spcPct val="110000"/>
              </a:lnSpc>
            </a:pPr>
            <a:r>
              <a:rPr lang="en-GB" sz="1050" dirty="0">
                <a:solidFill>
                  <a:schemeClr val="tx1"/>
                </a:solidFill>
              </a:rPr>
              <a:t>Associate Director, 15 years experience</a:t>
            </a:r>
          </a:p>
          <a:p>
            <a:pPr algn="r">
              <a:lnSpc>
                <a:spcPct val="110000"/>
              </a:lnSpc>
            </a:pPr>
            <a:r>
              <a:rPr lang="en-GB" sz="1050" dirty="0" err="1">
                <a:solidFill>
                  <a:schemeClr val="tx1"/>
                </a:solidFill>
              </a:rPr>
              <a:t>B.Tech</a:t>
            </a:r>
            <a:r>
              <a:rPr lang="en-GB" sz="1050" dirty="0">
                <a:solidFill>
                  <a:schemeClr val="tx1"/>
                </a:solidFill>
              </a:rPr>
              <a:t>, MBA</a:t>
            </a:r>
          </a:p>
        </p:txBody>
      </p:sp>
      <p:sp>
        <p:nvSpPr>
          <p:cNvPr id="10" name="Rectangle 9">
            <a:extLst>
              <a:ext uri="{FF2B5EF4-FFF2-40B4-BE49-F238E27FC236}">
                <a16:creationId xmlns:a16="http://schemas.microsoft.com/office/drawing/2014/main" id="{F99932E5-BE0F-46EB-ADBA-CF9B50FEBF3E}"/>
              </a:ext>
            </a:extLst>
          </p:cNvPr>
          <p:cNvSpPr/>
          <p:nvPr/>
        </p:nvSpPr>
        <p:spPr>
          <a:xfrm>
            <a:off x="8897721" y="2925198"/>
            <a:ext cx="2881318" cy="650563"/>
          </a:xfrm>
          <a:prstGeom prst="rect">
            <a:avLst/>
          </a:prstGeom>
        </p:spPr>
        <p:txBody>
          <a:bodyPr wrap="square">
            <a:spAutoFit/>
          </a:bodyPr>
          <a:lstStyle/>
          <a:p>
            <a:pPr>
              <a:lnSpc>
                <a:spcPct val="110000"/>
              </a:lnSpc>
            </a:pPr>
            <a:r>
              <a:rPr lang="en-GB" sz="1200" b="1" dirty="0">
                <a:solidFill>
                  <a:schemeClr val="bg1"/>
                </a:solidFill>
              </a:rPr>
              <a:t>Gaurav Angira</a:t>
            </a:r>
          </a:p>
          <a:p>
            <a:pPr>
              <a:lnSpc>
                <a:spcPct val="110000"/>
              </a:lnSpc>
            </a:pPr>
            <a:r>
              <a:rPr lang="en-GB" sz="1100" dirty="0">
                <a:solidFill>
                  <a:schemeClr val="bg1"/>
                </a:solidFill>
              </a:rPr>
              <a:t>Director, 16 years experience</a:t>
            </a:r>
          </a:p>
          <a:p>
            <a:pPr>
              <a:lnSpc>
                <a:spcPct val="110000"/>
              </a:lnSpc>
            </a:pPr>
            <a:r>
              <a:rPr lang="en-IN" sz="1100" dirty="0">
                <a:solidFill>
                  <a:schemeClr val="bg1"/>
                </a:solidFill>
              </a:rPr>
              <a:t>B.E. (Electronics), MBA</a:t>
            </a:r>
          </a:p>
        </p:txBody>
      </p:sp>
      <p:pic>
        <p:nvPicPr>
          <p:cNvPr id="37" name="Picture 36">
            <a:extLst>
              <a:ext uri="{FF2B5EF4-FFF2-40B4-BE49-F238E27FC236}">
                <a16:creationId xmlns:a16="http://schemas.microsoft.com/office/drawing/2014/main" id="{73293F87-2F26-4575-8852-1A38F0E770D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02907" y="2931326"/>
            <a:ext cx="572133" cy="642352"/>
          </a:xfrm>
          <a:prstGeom prst="rect">
            <a:avLst/>
          </a:prstGeom>
        </p:spPr>
      </p:pic>
      <p:sp>
        <p:nvSpPr>
          <p:cNvPr id="49" name="Text Placeholder 2">
            <a:extLst>
              <a:ext uri="{FF2B5EF4-FFF2-40B4-BE49-F238E27FC236}">
                <a16:creationId xmlns:a16="http://schemas.microsoft.com/office/drawing/2014/main" id="{9C7D2128-ACD9-44F0-B520-727F50745FD3}"/>
              </a:ext>
            </a:extLst>
          </p:cNvPr>
          <p:cNvSpPr txBox="1">
            <a:spLocks/>
          </p:cNvSpPr>
          <p:nvPr/>
        </p:nvSpPr>
        <p:spPr>
          <a:xfrm>
            <a:off x="469900" y="736688"/>
            <a:ext cx="11252200" cy="757255"/>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ClrTx/>
              <a:buSzPct val="100000"/>
              <a:buFont typeface="Arial" panose="020B0604020202020204" pitchFamily="34" charset="0"/>
              <a:buNone/>
              <a:defRPr sz="2000" b="0" kern="1200">
                <a:solidFill>
                  <a:srgbClr val="575757"/>
                </a:solidFill>
                <a:latin typeface="+mn-lt"/>
                <a:ea typeface="+mn-ea"/>
                <a:cs typeface="+mn-cs"/>
              </a:defRPr>
            </a:lvl1pPr>
            <a:lvl2pPr marL="0" indent="0" algn="l" defTabSz="1219170" rtl="0" eaLnBrk="1" latinLnBrk="0" hangingPunct="1">
              <a:spcBef>
                <a:spcPts val="0"/>
              </a:spcBef>
              <a:spcAft>
                <a:spcPts val="1333"/>
              </a:spcAft>
              <a:buClrTx/>
              <a:buSzPct val="100000"/>
              <a:buFont typeface="Arial" panose="020B0604020202020204" pitchFamily="34" charset="0"/>
              <a:buChar char="​"/>
              <a:defRPr lang="en-US" sz="1200" b="1" kern="1200" dirty="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2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9pPr>
          </a:lstStyle>
          <a:p>
            <a:r>
              <a:rPr lang="en-US" sz="2400" dirty="0"/>
              <a:t>Team Structure</a:t>
            </a:r>
            <a:endParaRPr lang="en-IN" sz="2400" dirty="0"/>
          </a:p>
        </p:txBody>
      </p:sp>
      <p:sp>
        <p:nvSpPr>
          <p:cNvPr id="50" name="Title 1">
            <a:extLst>
              <a:ext uri="{FF2B5EF4-FFF2-40B4-BE49-F238E27FC236}">
                <a16:creationId xmlns:a16="http://schemas.microsoft.com/office/drawing/2014/main" id="{45D701A1-A4F1-46E1-9B78-B1DDBF12BEB7}"/>
              </a:ext>
            </a:extLst>
          </p:cNvPr>
          <p:cNvSpPr txBox="1">
            <a:spLocks/>
          </p:cNvSpPr>
          <p:nvPr/>
        </p:nvSpPr>
        <p:spPr bwMode="gray">
          <a:xfrm>
            <a:off x="469900" y="373089"/>
            <a:ext cx="11252200" cy="698501"/>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pPr lvl="0">
              <a:defRPr/>
            </a:pPr>
            <a:r>
              <a:rPr lang="en-IN" dirty="0"/>
              <a:t>Meet the team</a:t>
            </a:r>
            <a:endParaRPr kumimoji="0" lang="en-IN" b="0" i="0" u="none" strike="noStrike" kern="1200" cap="none" spc="0" normalizeH="0" baseline="0" noProof="0" dirty="0">
              <a:ln>
                <a:noFill/>
              </a:ln>
              <a:solidFill>
                <a:srgbClr val="000000"/>
              </a:solidFill>
              <a:effectLst/>
              <a:uLnTx/>
              <a:uFillTx/>
              <a:latin typeface="Verdana"/>
              <a:ea typeface="+mj-ea"/>
              <a:cs typeface="+mj-cs"/>
            </a:endParaRPr>
          </a:p>
        </p:txBody>
      </p:sp>
    </p:spTree>
    <p:extLst>
      <p:ext uri="{BB962C8B-B14F-4D97-AF65-F5344CB8AC3E}">
        <p14:creationId xmlns:p14="http://schemas.microsoft.com/office/powerpoint/2010/main" val="6745711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Team</a:t>
            </a:r>
            <a:r>
              <a:rPr lang="en-IN" dirty="0"/>
              <a:t> Profiles</a:t>
            </a:r>
          </a:p>
        </p:txBody>
      </p:sp>
      <p:sp>
        <p:nvSpPr>
          <p:cNvPr id="3" name="Text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21244230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40"/>
          <p:cNvSpPr txBox="1">
            <a:spLocks/>
          </p:cNvSpPr>
          <p:nvPr/>
        </p:nvSpPr>
        <p:spPr>
          <a:xfrm>
            <a:off x="3742872" y="1515969"/>
            <a:ext cx="7988300" cy="4922931"/>
          </a:xfrm>
          <a:prstGeom prst="rect">
            <a:avLst/>
          </a:prstGeom>
        </p:spPr>
        <p:txBody>
          <a:bodyPr lIns="0" tIns="0"/>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pPr marL="0" lvl="3" indent="0" algn="just">
              <a:spcAft>
                <a:spcPts val="1200"/>
              </a:spcAft>
              <a:buNone/>
            </a:pPr>
            <a:r>
              <a:rPr lang="en-US" sz="1200" b="1" dirty="0">
                <a:solidFill>
                  <a:schemeClr val="accent3"/>
                </a:solidFill>
                <a:ea typeface="Verdana" panose="020B0604030504040204" pitchFamily="34" charset="0"/>
                <a:cs typeface="Verdana" panose="020B0604030504040204" pitchFamily="34" charset="0"/>
              </a:rPr>
              <a:t>Select Experience:</a:t>
            </a:r>
            <a:endParaRPr lang="en-IN" sz="1200" b="1" dirty="0">
              <a:solidFill>
                <a:schemeClr val="accent3"/>
              </a:solidFill>
            </a:endParaRPr>
          </a:p>
          <a:p>
            <a:pPr marL="177804" indent="-177804" algn="just">
              <a:spcAft>
                <a:spcPts val="600"/>
              </a:spcAft>
              <a:buFont typeface="Arial" charset="0"/>
              <a:buChar char="•"/>
              <a:tabLst>
                <a:tab pos="177804" algn="l"/>
                <a:tab pos="2241592" algn="l"/>
              </a:tabLst>
            </a:pPr>
            <a:r>
              <a:rPr lang="en-US" sz="1200" b="1" dirty="0">
                <a:solidFill>
                  <a:schemeClr val="tx1"/>
                </a:solidFill>
              </a:rPr>
              <a:t>Renewable Integration and Sustainable Energy Initiative (RISE)</a:t>
            </a:r>
            <a:r>
              <a:rPr lang="en-US" sz="1200" dirty="0">
                <a:solidFill>
                  <a:schemeClr val="tx1"/>
                </a:solidFill>
              </a:rPr>
              <a:t> under USAID Greening the Grid (GTG) program (Ongoing)</a:t>
            </a:r>
            <a:endParaRPr lang="en-US" sz="1200" dirty="0">
              <a:solidFill>
                <a:schemeClr val="tx1"/>
              </a:solidFill>
              <a:ea typeface="Verdana" panose="020B0604030504040204" pitchFamily="34" charset="0"/>
              <a:cs typeface="Verdana" panose="020B0604030504040204" pitchFamily="34" charset="0"/>
            </a:endParaRPr>
          </a:p>
          <a:p>
            <a:pPr marL="177804" indent="-177804" algn="just">
              <a:spcAft>
                <a:spcPts val="600"/>
              </a:spcAft>
              <a:buFont typeface="Arial" charset="0"/>
              <a:buChar char="•"/>
              <a:tabLst>
                <a:tab pos="177804" algn="l"/>
                <a:tab pos="2241592" algn="l"/>
              </a:tabLst>
            </a:pPr>
            <a:r>
              <a:rPr lang="en-US" sz="1200" dirty="0">
                <a:solidFill>
                  <a:schemeClr val="tx1"/>
                </a:solidFill>
                <a:ea typeface="Verdana" panose="020B0604030504040204" pitchFamily="34" charset="0"/>
                <a:cs typeface="Verdana" panose="020B0604030504040204" pitchFamily="34" charset="0"/>
              </a:rPr>
              <a:t>Delhi Electricity distribution System Improvement - Technical, Regulatory and Financial Due Diligence of BSES </a:t>
            </a:r>
            <a:r>
              <a:rPr lang="en-US" sz="1200" dirty="0" err="1">
                <a:solidFill>
                  <a:schemeClr val="tx1"/>
                </a:solidFill>
                <a:ea typeface="Verdana" panose="020B0604030504040204" pitchFamily="34" charset="0"/>
                <a:cs typeface="Verdana" panose="020B0604030504040204" pitchFamily="34" charset="0"/>
              </a:rPr>
              <a:t>Rajdhani</a:t>
            </a:r>
            <a:r>
              <a:rPr lang="en-US" sz="1200" dirty="0">
                <a:solidFill>
                  <a:schemeClr val="tx1"/>
                </a:solidFill>
                <a:ea typeface="Verdana" panose="020B0604030504040204" pitchFamily="34" charset="0"/>
                <a:cs typeface="Verdana" panose="020B0604030504040204" pitchFamily="34" charset="0"/>
              </a:rPr>
              <a:t> Power Limited, ADB</a:t>
            </a:r>
          </a:p>
          <a:p>
            <a:pPr marL="177804" indent="-177804" algn="just">
              <a:spcAft>
                <a:spcPts val="600"/>
              </a:spcAft>
              <a:buFont typeface="Arial" charset="0"/>
              <a:buChar char="•"/>
              <a:tabLst>
                <a:tab pos="177804" algn="l"/>
                <a:tab pos="2241592" algn="l"/>
              </a:tabLst>
            </a:pPr>
            <a:r>
              <a:rPr lang="en-US" sz="1200" dirty="0">
                <a:solidFill>
                  <a:schemeClr val="tx1"/>
                </a:solidFill>
              </a:rPr>
              <a:t>Development of </a:t>
            </a:r>
            <a:r>
              <a:rPr lang="en-US" sz="1200" b="1" dirty="0">
                <a:solidFill>
                  <a:schemeClr val="tx1"/>
                </a:solidFill>
              </a:rPr>
              <a:t>Corporate Plan for Power Finance Corporation Ltd.</a:t>
            </a:r>
            <a:r>
              <a:rPr lang="en-US" sz="1200" dirty="0">
                <a:solidFill>
                  <a:schemeClr val="tx1"/>
                </a:solidFill>
              </a:rPr>
              <a:t> for FY 2013 to FY 2032</a:t>
            </a:r>
            <a:endParaRPr lang="en-IN" sz="1200" dirty="0">
              <a:solidFill>
                <a:schemeClr val="tx1"/>
              </a:solidFill>
            </a:endParaRPr>
          </a:p>
          <a:p>
            <a:pPr marL="177804" indent="-177804" algn="just">
              <a:spcAft>
                <a:spcPts val="600"/>
              </a:spcAft>
              <a:buFont typeface="Arial" charset="0"/>
              <a:buChar char="•"/>
              <a:tabLst>
                <a:tab pos="177804" algn="l"/>
                <a:tab pos="2241592" algn="l"/>
              </a:tabLst>
            </a:pPr>
            <a:r>
              <a:rPr lang="en-IN" sz="1200" dirty="0">
                <a:solidFill>
                  <a:schemeClr val="tx1"/>
                </a:solidFill>
              </a:rPr>
              <a:t>Preparation of </a:t>
            </a:r>
            <a:r>
              <a:rPr lang="en-IN" sz="1200" b="1" dirty="0">
                <a:solidFill>
                  <a:schemeClr val="tx1"/>
                </a:solidFill>
              </a:rPr>
              <a:t>Corporate Plan for DVC</a:t>
            </a:r>
            <a:r>
              <a:rPr lang="en-IN" sz="1200" dirty="0">
                <a:solidFill>
                  <a:schemeClr val="tx1"/>
                </a:solidFill>
              </a:rPr>
              <a:t>, a vertically integrated utility, for the period 2012-22 with perspective till 2027</a:t>
            </a:r>
          </a:p>
          <a:p>
            <a:pPr marL="177804" indent="-177804" algn="just">
              <a:spcAft>
                <a:spcPts val="600"/>
              </a:spcAft>
              <a:buFont typeface="Arial" charset="0"/>
              <a:buChar char="•"/>
              <a:tabLst>
                <a:tab pos="177804" algn="l"/>
                <a:tab pos="2241592" algn="l"/>
              </a:tabLst>
            </a:pPr>
            <a:r>
              <a:rPr lang="en-IN" sz="1200" dirty="0">
                <a:solidFill>
                  <a:schemeClr val="tx1"/>
                </a:solidFill>
              </a:rPr>
              <a:t>Preparation of </a:t>
            </a:r>
            <a:r>
              <a:rPr lang="en-IN" sz="1200" b="1" dirty="0">
                <a:solidFill>
                  <a:schemeClr val="tx1"/>
                </a:solidFill>
              </a:rPr>
              <a:t>Digital Strategy for </a:t>
            </a:r>
            <a:r>
              <a:rPr lang="en-US" sz="1200" dirty="0">
                <a:solidFill>
                  <a:schemeClr val="tx1"/>
                </a:solidFill>
                <a:ea typeface="Verdana" panose="020B0604030504040204" pitchFamily="34" charset="0"/>
                <a:cs typeface="Verdana" panose="020B0604030504040204" pitchFamily="34" charset="0"/>
              </a:rPr>
              <a:t>for a leading power sector conglomerate </a:t>
            </a:r>
            <a:r>
              <a:rPr lang="en-IN" sz="1200" dirty="0">
                <a:solidFill>
                  <a:schemeClr val="tx1"/>
                </a:solidFill>
              </a:rPr>
              <a:t>(Ongoing)</a:t>
            </a:r>
          </a:p>
          <a:p>
            <a:pPr marL="177804" indent="-177804" algn="just">
              <a:spcAft>
                <a:spcPts val="600"/>
              </a:spcAft>
              <a:buFont typeface="Arial" charset="0"/>
              <a:buChar char="•"/>
              <a:tabLst>
                <a:tab pos="177804" algn="l"/>
                <a:tab pos="2241592" algn="l"/>
              </a:tabLst>
            </a:pPr>
            <a:r>
              <a:rPr lang="en-US" sz="1200" b="1" dirty="0">
                <a:solidFill>
                  <a:schemeClr val="tx1"/>
                </a:solidFill>
              </a:rPr>
              <a:t>Strategy Paper, Standard Business Model</a:t>
            </a:r>
            <a:r>
              <a:rPr lang="en-US" sz="1200" dirty="0">
                <a:solidFill>
                  <a:schemeClr val="tx1"/>
                </a:solidFill>
              </a:rPr>
              <a:t> for Renewable Energy Projects of NHPC</a:t>
            </a:r>
          </a:p>
          <a:p>
            <a:pPr marL="177804" indent="-177804" algn="just">
              <a:spcAft>
                <a:spcPts val="600"/>
              </a:spcAft>
              <a:buFont typeface="Arial" charset="0"/>
              <a:buChar char="•"/>
              <a:tabLst>
                <a:tab pos="177804" algn="l"/>
                <a:tab pos="2241592" algn="l"/>
              </a:tabLst>
            </a:pPr>
            <a:r>
              <a:rPr lang="en-US" sz="1200" dirty="0">
                <a:solidFill>
                  <a:schemeClr val="tx1"/>
                </a:solidFill>
              </a:rPr>
              <a:t>Preparation of </a:t>
            </a:r>
            <a:r>
              <a:rPr lang="en-US" sz="1200" b="1" dirty="0">
                <a:solidFill>
                  <a:schemeClr val="tx1"/>
                </a:solidFill>
              </a:rPr>
              <a:t>Corporate Plans / Business Strategy for NTPC</a:t>
            </a:r>
            <a:endParaRPr lang="en-IN" sz="1200" b="1" dirty="0">
              <a:solidFill>
                <a:schemeClr val="tx1"/>
              </a:solidFill>
            </a:endParaRPr>
          </a:p>
          <a:p>
            <a:pPr marL="177804" indent="-177804" algn="just">
              <a:spcAft>
                <a:spcPts val="600"/>
              </a:spcAft>
              <a:buFont typeface="Arial" charset="0"/>
              <a:buChar char="•"/>
              <a:tabLst>
                <a:tab pos="177804" algn="l"/>
                <a:tab pos="2241592" algn="l"/>
              </a:tabLst>
            </a:pPr>
            <a:r>
              <a:rPr lang="en-US" sz="1200" dirty="0">
                <a:solidFill>
                  <a:schemeClr val="tx1"/>
                </a:solidFill>
                <a:ea typeface="Verdana" panose="020B0604030504040204" pitchFamily="34" charset="0"/>
                <a:cs typeface="Verdana" panose="020B0604030504040204" pitchFamily="34" charset="0"/>
              </a:rPr>
              <a:t>(TA 8393-SRI) Preparing the Green Power Development and Energy Efficiency Improvement </a:t>
            </a:r>
            <a:r>
              <a:rPr lang="en-US" sz="1200" b="1" dirty="0">
                <a:solidFill>
                  <a:schemeClr val="tx1"/>
                </a:solidFill>
                <a:ea typeface="Verdana" panose="020B0604030504040204" pitchFamily="34" charset="0"/>
                <a:cs typeface="Verdana" panose="020B0604030504040204" pitchFamily="34" charset="0"/>
              </a:rPr>
              <a:t>Investment </a:t>
            </a:r>
            <a:r>
              <a:rPr lang="en-US" sz="1200" b="1" dirty="0" err="1">
                <a:solidFill>
                  <a:schemeClr val="tx1"/>
                </a:solidFill>
                <a:ea typeface="Verdana" panose="020B0604030504040204" pitchFamily="34" charset="0"/>
                <a:cs typeface="Verdana" panose="020B0604030504040204" pitchFamily="34" charset="0"/>
              </a:rPr>
              <a:t>Programme</a:t>
            </a:r>
            <a:r>
              <a:rPr lang="en-US" sz="1200" dirty="0">
                <a:solidFill>
                  <a:schemeClr val="tx1"/>
                </a:solidFill>
                <a:ea typeface="Verdana" panose="020B0604030504040204" pitchFamily="34" charset="0"/>
                <a:cs typeface="Verdana" panose="020B0604030504040204" pitchFamily="34" charset="0"/>
              </a:rPr>
              <a:t> in Sri Lanka, ADB</a:t>
            </a:r>
          </a:p>
          <a:p>
            <a:pPr marL="177804" indent="-177804" algn="just">
              <a:spcAft>
                <a:spcPts val="600"/>
              </a:spcAft>
              <a:buFont typeface="Arial" charset="0"/>
              <a:buChar char="•"/>
              <a:tabLst>
                <a:tab pos="177804" algn="l"/>
                <a:tab pos="2241592" algn="l"/>
              </a:tabLst>
            </a:pPr>
            <a:r>
              <a:rPr lang="en-US" sz="1200" dirty="0">
                <a:solidFill>
                  <a:schemeClr val="tx1"/>
                </a:solidFill>
                <a:ea typeface="Verdana" panose="020B0604030504040204" pitchFamily="34" charset="0"/>
                <a:cs typeface="Verdana" panose="020B0604030504040204" pitchFamily="34" charset="0"/>
              </a:rPr>
              <a:t>Assistance to POSOCO in implementing the National Open Access Registry</a:t>
            </a:r>
          </a:p>
          <a:p>
            <a:pPr marL="177804" indent="-177804" algn="just">
              <a:spcAft>
                <a:spcPts val="600"/>
              </a:spcAft>
              <a:buFont typeface="Arial" charset="0"/>
              <a:buChar char="•"/>
              <a:tabLst>
                <a:tab pos="177804" algn="l"/>
                <a:tab pos="2241592" algn="l"/>
              </a:tabLst>
            </a:pPr>
            <a:r>
              <a:rPr lang="en-IN" sz="1200" dirty="0">
                <a:solidFill>
                  <a:schemeClr val="tx1"/>
                </a:solidFill>
              </a:rPr>
              <a:t>Assistance to CERC on r</a:t>
            </a:r>
            <a:r>
              <a:rPr lang="en-US" sz="1200" dirty="0">
                <a:solidFill>
                  <a:schemeClr val="tx1"/>
                </a:solidFill>
              </a:rPr>
              <a:t>e-designing of the day-ahead and intra-day power markets</a:t>
            </a:r>
            <a:endParaRPr lang="en-IN" sz="1200" dirty="0">
              <a:solidFill>
                <a:schemeClr val="tx1"/>
              </a:solidFill>
            </a:endParaRPr>
          </a:p>
          <a:p>
            <a:pPr marL="177804" indent="-177804" algn="just">
              <a:spcAft>
                <a:spcPts val="600"/>
              </a:spcAft>
              <a:buFont typeface="Arial" charset="0"/>
              <a:buChar char="•"/>
              <a:tabLst>
                <a:tab pos="177804" algn="l"/>
                <a:tab pos="2241592" algn="l"/>
              </a:tabLst>
            </a:pPr>
            <a:r>
              <a:rPr lang="en-IN" sz="1200" dirty="0">
                <a:solidFill>
                  <a:schemeClr val="tx1"/>
                </a:solidFill>
              </a:rPr>
              <a:t>Assistance to Jindal Power </a:t>
            </a:r>
            <a:r>
              <a:rPr lang="en-IN" sz="1200" dirty="0" err="1">
                <a:solidFill>
                  <a:schemeClr val="tx1"/>
                </a:solidFill>
              </a:rPr>
              <a:t>ifor</a:t>
            </a:r>
            <a:r>
              <a:rPr lang="en-IN" sz="1200" dirty="0">
                <a:solidFill>
                  <a:schemeClr val="tx1"/>
                </a:solidFill>
              </a:rPr>
              <a:t> developing a </a:t>
            </a:r>
            <a:r>
              <a:rPr lang="en-IN" sz="1200" b="1" dirty="0">
                <a:solidFill>
                  <a:schemeClr val="tx1"/>
                </a:solidFill>
              </a:rPr>
              <a:t>strategy for entry into Distribution Business</a:t>
            </a:r>
          </a:p>
          <a:p>
            <a:pPr marL="177804" indent="-177804" algn="just">
              <a:spcAft>
                <a:spcPts val="600"/>
              </a:spcAft>
              <a:buFont typeface="Arial" charset="0"/>
              <a:buChar char="•"/>
              <a:tabLst>
                <a:tab pos="177804" algn="l"/>
                <a:tab pos="2241592" algn="l"/>
              </a:tabLst>
            </a:pPr>
            <a:r>
              <a:rPr lang="en-US" sz="1200" dirty="0">
                <a:solidFill>
                  <a:schemeClr val="tx1"/>
                </a:solidFill>
              </a:rPr>
              <a:t>Assignments involving transfer of power distribution business in UP, Rajasthan, Maharashtra, West Bengal, Chhattisgarh, etc.</a:t>
            </a:r>
          </a:p>
          <a:p>
            <a:pPr marL="177804" indent="-177804" algn="just">
              <a:spcAft>
                <a:spcPts val="600"/>
              </a:spcAft>
              <a:buFont typeface="Arial" charset="0"/>
              <a:buChar char="•"/>
              <a:tabLst>
                <a:tab pos="177804" algn="l"/>
                <a:tab pos="2241592" algn="l"/>
              </a:tabLst>
            </a:pPr>
            <a:r>
              <a:rPr lang="en-US" sz="1200" dirty="0">
                <a:solidFill>
                  <a:schemeClr val="tx1"/>
                </a:solidFill>
              </a:rPr>
              <a:t>Institutional strengthening support to North Eastern states of Mizoram, Nagaland and Tripura</a:t>
            </a:r>
          </a:p>
          <a:p>
            <a:pPr marL="177804" indent="-177804" algn="just">
              <a:spcAft>
                <a:spcPts val="600"/>
              </a:spcAft>
              <a:buFont typeface="Arial" charset="0"/>
              <a:buChar char="•"/>
              <a:tabLst>
                <a:tab pos="177804" algn="l"/>
                <a:tab pos="2241592" algn="l"/>
              </a:tabLst>
            </a:pPr>
            <a:r>
              <a:rPr lang="en-US" sz="1200" b="1" dirty="0">
                <a:solidFill>
                  <a:schemeClr val="tx1"/>
                </a:solidFill>
              </a:rPr>
              <a:t>Financial Due Diligence</a:t>
            </a:r>
            <a:r>
              <a:rPr lang="en-US" sz="1200" dirty="0">
                <a:solidFill>
                  <a:schemeClr val="tx1"/>
                </a:solidFill>
              </a:rPr>
              <a:t> and Value Analysis for Corporatization of Yangon Electricity Supply Board</a:t>
            </a:r>
          </a:p>
        </p:txBody>
      </p:sp>
      <p:sp>
        <p:nvSpPr>
          <p:cNvPr id="15" name="Text Placeholder 21"/>
          <p:cNvSpPr txBox="1">
            <a:spLocks/>
          </p:cNvSpPr>
          <p:nvPr/>
        </p:nvSpPr>
        <p:spPr>
          <a:xfrm>
            <a:off x="447650" y="3780364"/>
            <a:ext cx="2992730" cy="2236007"/>
          </a:xfrm>
          <a:prstGeom prst="rect">
            <a:avLst/>
          </a:prstGeom>
          <a:solidFill>
            <a:schemeClr val="accent3">
              <a:lumMod val="20000"/>
              <a:lumOff val="80000"/>
            </a:schemeClr>
          </a:solidFill>
        </p:spPr>
        <p:txBody>
          <a:bodyPr lIns="72000" rIns="71114"/>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pPr marL="155471" indent="-155471">
              <a:spcAft>
                <a:spcPts val="513"/>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Area of Expertise: </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Emerging Technologies, Power Markets, Reforms, business transformation</a:t>
            </a:r>
          </a:p>
          <a:p>
            <a:pPr marL="155471" indent="-155471">
              <a:spcAft>
                <a:spcPts val="513"/>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Education –</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MBA (Finance) Xavier Institute of Management, Bhubaneswar, B.E (Electrical)</a:t>
            </a:r>
          </a:p>
          <a:p>
            <a:pPr marL="155471" indent="-155471">
              <a:spcAft>
                <a:spcPts val="513"/>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Key Clients:</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World Bank, ADB, Odisha Govt., USAID, Shakti Sustainable Energy Foundation (SSEF), DVC, PFC, NTPC, Tata Power, Powerlinks Transmission Company Limited, </a:t>
            </a:r>
            <a:r>
              <a:rPr lang="en-US" sz="1100" dirty="0" err="1">
                <a:solidFill>
                  <a:schemeClr val="tx1"/>
                </a:solidFill>
                <a:latin typeface="Verdana" panose="020B0604030504040204" pitchFamily="34" charset="0"/>
                <a:ea typeface="Verdana" panose="020B0604030504040204" pitchFamily="34" charset="0"/>
                <a:cs typeface="Verdana" panose="020B0604030504040204" pitchFamily="34" charset="0"/>
              </a:rPr>
              <a:t>Essel</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etc.</a:t>
            </a:r>
          </a:p>
          <a:p>
            <a:pPr>
              <a:spcAft>
                <a:spcPts val="513"/>
              </a:spcAft>
              <a:defRPr/>
            </a:pPr>
            <a:endPar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cxnSp>
        <p:nvCxnSpPr>
          <p:cNvPr id="16" name="Straight Connector 15"/>
          <p:cNvCxnSpPr/>
          <p:nvPr/>
        </p:nvCxnSpPr>
        <p:spPr>
          <a:xfrm>
            <a:off x="450146" y="3694892"/>
            <a:ext cx="3012484"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7" name="Text Placeholder 7"/>
          <p:cNvSpPr txBox="1">
            <a:spLocks/>
          </p:cNvSpPr>
          <p:nvPr/>
        </p:nvSpPr>
        <p:spPr>
          <a:xfrm>
            <a:off x="522008" y="2719066"/>
            <a:ext cx="3113486" cy="600384"/>
          </a:xfrm>
          <a:prstGeom prst="rect">
            <a:avLst/>
          </a:prstGeom>
        </p:spPr>
        <p:txBody>
          <a:bodyPr lIns="0"/>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r>
              <a:rPr lang="en-IN" sz="1100" b="1" dirty="0">
                <a:solidFill>
                  <a:srgbClr val="3C8A2E"/>
                </a:solidFill>
                <a:latin typeface="Verdana" panose="020B0604030504040204" pitchFamily="34" charset="0"/>
                <a:ea typeface="Verdana" panose="020B0604030504040204" pitchFamily="34" charset="0"/>
                <a:cs typeface="Verdana" panose="020B0604030504040204" pitchFamily="34" charset="0"/>
              </a:rPr>
              <a:t>Shubhranshu Patnaik</a:t>
            </a:r>
            <a:endParaRPr sz="1100" b="1" dirty="0">
              <a:solidFill>
                <a:srgbClr val="3C8A2E"/>
              </a:solidFill>
              <a:latin typeface="Verdana" panose="020B0604030504040204" pitchFamily="34" charset="0"/>
              <a:ea typeface="Verdana" panose="020B0604030504040204" pitchFamily="34" charset="0"/>
              <a:cs typeface="Verdana" panose="020B0604030504040204" pitchFamily="34" charset="0"/>
            </a:endParaRPr>
          </a:p>
          <a:p>
            <a:pPr marL="0" lvl="1" indent="0">
              <a:buNone/>
            </a:pPr>
            <a:r>
              <a:rPr sz="1100" b="1" dirty="0">
                <a:solidFill>
                  <a:srgbClr val="00A1DE"/>
                </a:solidFill>
                <a:latin typeface="Verdana" panose="020B0604030504040204" pitchFamily="34" charset="0"/>
                <a:ea typeface="Verdana" panose="020B0604030504040204" pitchFamily="34" charset="0"/>
                <a:cs typeface="Verdana" panose="020B0604030504040204" pitchFamily="34" charset="0"/>
              </a:rPr>
              <a:t>Partner</a:t>
            </a:r>
          </a:p>
        </p:txBody>
      </p:sp>
      <p:pic>
        <p:nvPicPr>
          <p:cNvPr id="11" name="Picture 10" descr="S patnaik-passport-photo"/>
          <p:cNvPicPr/>
          <p:nvPr/>
        </p:nvPicPr>
        <p:blipFill>
          <a:blip r:embed="rId3">
            <a:extLst>
              <a:ext uri="{28A0092B-C50C-407E-A947-70E740481C1C}">
                <a14:useLocalDpi xmlns:a14="http://schemas.microsoft.com/office/drawing/2010/main" val="0"/>
              </a:ext>
            </a:extLst>
          </a:blip>
          <a:srcRect b="7709"/>
          <a:stretch>
            <a:fillRect/>
          </a:stretch>
        </p:blipFill>
        <p:spPr bwMode="auto">
          <a:xfrm>
            <a:off x="487324" y="1311962"/>
            <a:ext cx="1169035" cy="1391920"/>
          </a:xfrm>
          <a:prstGeom prst="rect">
            <a:avLst/>
          </a:prstGeom>
          <a:noFill/>
        </p:spPr>
      </p:pic>
      <p:sp>
        <p:nvSpPr>
          <p:cNvPr id="2" name="Rectangle 1">
            <a:extLst>
              <a:ext uri="{FF2B5EF4-FFF2-40B4-BE49-F238E27FC236}">
                <a16:creationId xmlns:a16="http://schemas.microsoft.com/office/drawing/2014/main" id="{ABA2C301-DACD-44DA-9CB1-736E8BC56345}"/>
              </a:ext>
            </a:extLst>
          </p:cNvPr>
          <p:cNvSpPr/>
          <p:nvPr/>
        </p:nvSpPr>
        <p:spPr>
          <a:xfrm>
            <a:off x="414630" y="3118396"/>
            <a:ext cx="6096000" cy="600164"/>
          </a:xfrm>
          <a:prstGeom prst="rect">
            <a:avLst/>
          </a:prstGeom>
        </p:spPr>
        <p:txBody>
          <a:bodyPr>
            <a:spAutoFit/>
          </a:bodyPr>
          <a:lstStyle/>
          <a:p>
            <a:pPr marL="0" lvl="1" indent="0">
              <a:buNone/>
              <a:tabLst>
                <a:tab pos="444484" algn="l"/>
              </a:tabLst>
            </a:pPr>
            <a:r>
              <a:rPr lang="en-US" sz="1100" b="1" dirty="0">
                <a:solidFill>
                  <a:srgbClr val="000000"/>
                </a:solidFill>
                <a:latin typeface="Verdana" panose="020B0604030504040204" pitchFamily="34" charset="0"/>
                <a:ea typeface="Verdana" panose="020B0604030504040204" pitchFamily="34" charset="0"/>
                <a:cs typeface="Verdana" panose="020B0604030504040204" pitchFamily="34" charset="0"/>
              </a:rPr>
              <a:t>DID:	 </a:t>
            </a:r>
            <a:r>
              <a:rPr lang="en-US" sz="1100" dirty="0">
                <a:solidFill>
                  <a:srgbClr val="000000"/>
                </a:solidFill>
                <a:latin typeface="Verdana" panose="020B0604030504040204" pitchFamily="34" charset="0"/>
                <a:ea typeface="Verdana" panose="020B0604030504040204" pitchFamily="34" charset="0"/>
                <a:cs typeface="Verdana" panose="020B0604030504040204" pitchFamily="34" charset="0"/>
              </a:rPr>
              <a:t>(91) 124 679 2333	</a:t>
            </a:r>
          </a:p>
          <a:p>
            <a:pPr marL="0" lvl="1" indent="0">
              <a:buNone/>
              <a:tabLst>
                <a:tab pos="444484" algn="l"/>
              </a:tabLst>
            </a:pPr>
            <a:r>
              <a:rPr lang="en-US" sz="1100" b="1" dirty="0">
                <a:solidFill>
                  <a:srgbClr val="000000"/>
                </a:solidFill>
                <a:latin typeface="Verdana" panose="020B0604030504040204" pitchFamily="34" charset="0"/>
                <a:ea typeface="Verdana" panose="020B0604030504040204" pitchFamily="34" charset="0"/>
                <a:cs typeface="Verdana" panose="020B0604030504040204" pitchFamily="34" charset="0"/>
              </a:rPr>
              <a:t>Mobile: </a:t>
            </a:r>
            <a:r>
              <a:rPr lang="en-US" sz="1100" dirty="0">
                <a:solidFill>
                  <a:srgbClr val="000000"/>
                </a:solidFill>
                <a:latin typeface="Verdana" panose="020B0604030504040204" pitchFamily="34" charset="0"/>
                <a:ea typeface="Verdana" panose="020B0604030504040204" pitchFamily="34" charset="0"/>
                <a:cs typeface="Verdana" panose="020B0604030504040204" pitchFamily="34" charset="0"/>
              </a:rPr>
              <a:t>(91) 98995 24446	</a:t>
            </a:r>
          </a:p>
          <a:p>
            <a:pPr marL="0" lvl="1" indent="0">
              <a:buNone/>
              <a:tabLst>
                <a:tab pos="444484" algn="l"/>
              </a:tabLst>
            </a:pPr>
            <a:r>
              <a:rPr lang="en-US" sz="1100" b="1" dirty="0">
                <a:solidFill>
                  <a:srgbClr val="000000"/>
                </a:solidFill>
                <a:latin typeface="Verdana" panose="020B0604030504040204" pitchFamily="34" charset="0"/>
                <a:ea typeface="Verdana" panose="020B0604030504040204" pitchFamily="34" charset="0"/>
                <a:cs typeface="Verdana" panose="020B0604030504040204" pitchFamily="34" charset="0"/>
              </a:rPr>
              <a:t>Mail:	</a:t>
            </a:r>
            <a:r>
              <a:rPr lang="en-US" sz="1100" dirty="0">
                <a:solidFill>
                  <a:srgbClr val="000000"/>
                </a:solidFill>
                <a:latin typeface="Verdana" panose="020B0604030504040204" pitchFamily="34" charset="0"/>
                <a:ea typeface="Verdana" panose="020B0604030504040204" pitchFamily="34" charset="0"/>
                <a:cs typeface="Verdana" panose="020B0604030504040204" pitchFamily="34" charset="0"/>
              </a:rPr>
              <a:t> </a:t>
            </a:r>
            <a:r>
              <a:rPr lang="en-US" sz="1100" dirty="0">
                <a:solidFill>
                  <a:srgbClr val="000000"/>
                </a:solidFill>
                <a:latin typeface="Verdana" panose="020B0604030504040204" pitchFamily="34" charset="0"/>
                <a:ea typeface="Verdana" panose="020B0604030504040204" pitchFamily="34" charset="0"/>
                <a:cs typeface="Verdana" panose="020B0604030504040204" pitchFamily="34" charset="0"/>
                <a:hlinkClick r:id="rId4"/>
              </a:rPr>
              <a:t>spatnaik@deloitte.com</a:t>
            </a:r>
            <a:r>
              <a:rPr lang="en-US" sz="1100" dirty="0">
                <a:solidFill>
                  <a:srgbClr val="000000"/>
                </a:solidFill>
                <a:latin typeface="Verdana" panose="020B0604030504040204" pitchFamily="34" charset="0"/>
                <a:ea typeface="Verdana" panose="020B0604030504040204" pitchFamily="34" charset="0"/>
                <a:cs typeface="Verdana" panose="020B0604030504040204" pitchFamily="34" charset="0"/>
              </a:rPr>
              <a:t> </a:t>
            </a:r>
          </a:p>
        </p:txBody>
      </p:sp>
      <p:sp>
        <p:nvSpPr>
          <p:cNvPr id="12" name="Text Placeholder 2">
            <a:extLst>
              <a:ext uri="{FF2B5EF4-FFF2-40B4-BE49-F238E27FC236}">
                <a16:creationId xmlns:a16="http://schemas.microsoft.com/office/drawing/2014/main" id="{0F97D7DB-8750-4EBA-9C24-0A575D420497}"/>
              </a:ext>
            </a:extLst>
          </p:cNvPr>
          <p:cNvSpPr txBox="1">
            <a:spLocks/>
          </p:cNvSpPr>
          <p:nvPr/>
        </p:nvSpPr>
        <p:spPr>
          <a:xfrm>
            <a:off x="469900" y="736688"/>
            <a:ext cx="11252200" cy="757255"/>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ClrTx/>
              <a:buSzPct val="100000"/>
              <a:buFont typeface="Arial" panose="020B0604020202020204" pitchFamily="34" charset="0"/>
              <a:buNone/>
              <a:defRPr sz="2000" b="0" kern="1200">
                <a:solidFill>
                  <a:srgbClr val="575757"/>
                </a:solidFill>
                <a:latin typeface="+mn-lt"/>
                <a:ea typeface="+mn-ea"/>
                <a:cs typeface="+mn-cs"/>
              </a:defRPr>
            </a:lvl1pPr>
            <a:lvl2pPr marL="0" indent="0" algn="l" defTabSz="1219170" rtl="0" eaLnBrk="1" latinLnBrk="0" hangingPunct="1">
              <a:spcBef>
                <a:spcPts val="0"/>
              </a:spcBef>
              <a:spcAft>
                <a:spcPts val="1333"/>
              </a:spcAft>
              <a:buClrTx/>
              <a:buSzPct val="100000"/>
              <a:buFont typeface="Arial" panose="020B0604020202020204" pitchFamily="34" charset="0"/>
              <a:buChar char="​"/>
              <a:defRPr lang="en-US" sz="1200" b="1" kern="1200" dirty="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2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9pPr>
          </a:lstStyle>
          <a:p>
            <a:r>
              <a:rPr lang="en-US" sz="2400" dirty="0"/>
              <a:t>Shubhranshu Patnaik</a:t>
            </a:r>
            <a:endParaRPr lang="en-IN" sz="2400" dirty="0"/>
          </a:p>
        </p:txBody>
      </p:sp>
      <p:sp>
        <p:nvSpPr>
          <p:cNvPr id="18" name="Title 1">
            <a:extLst>
              <a:ext uri="{FF2B5EF4-FFF2-40B4-BE49-F238E27FC236}">
                <a16:creationId xmlns:a16="http://schemas.microsoft.com/office/drawing/2014/main" id="{18022C24-FCDF-4486-B54E-9B1F4B14A7E7}"/>
              </a:ext>
            </a:extLst>
          </p:cNvPr>
          <p:cNvSpPr txBox="1">
            <a:spLocks/>
          </p:cNvSpPr>
          <p:nvPr/>
        </p:nvSpPr>
        <p:spPr bwMode="gray">
          <a:xfrm>
            <a:off x="469900" y="402586"/>
            <a:ext cx="11252200" cy="698501"/>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pPr lvl="0">
              <a:defRPr/>
            </a:pPr>
            <a:r>
              <a:rPr lang="en-IN" dirty="0"/>
              <a:t>Meet the Team: Engagement Leadership</a:t>
            </a:r>
            <a:endParaRPr kumimoji="0" lang="en-IN" sz="2000" b="0" i="0" u="none" strike="noStrike" kern="1200" cap="none" spc="0" normalizeH="0" baseline="0" noProof="0" dirty="0">
              <a:ln>
                <a:noFill/>
              </a:ln>
              <a:solidFill>
                <a:srgbClr val="000000"/>
              </a:solidFill>
              <a:effectLst/>
              <a:uLnTx/>
              <a:uFillTx/>
              <a:latin typeface="Verdana"/>
              <a:ea typeface="+mj-ea"/>
              <a:cs typeface="+mj-cs"/>
            </a:endParaRPr>
          </a:p>
        </p:txBody>
      </p:sp>
    </p:spTree>
    <p:extLst>
      <p:ext uri="{BB962C8B-B14F-4D97-AF65-F5344CB8AC3E}">
        <p14:creationId xmlns:p14="http://schemas.microsoft.com/office/powerpoint/2010/main" val="39334750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40"/>
          <p:cNvSpPr txBox="1">
            <a:spLocks/>
          </p:cNvSpPr>
          <p:nvPr/>
        </p:nvSpPr>
        <p:spPr>
          <a:xfrm>
            <a:off x="3742872" y="1490018"/>
            <a:ext cx="7988300" cy="5110807"/>
          </a:xfrm>
          <a:prstGeom prst="rect">
            <a:avLst/>
          </a:prstGeom>
        </p:spPr>
        <p:txBody>
          <a:bodyPr lIns="0" tIns="0"/>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pPr marL="0" lvl="3" indent="0" algn="just">
              <a:spcAft>
                <a:spcPts val="1200"/>
              </a:spcAft>
              <a:buNone/>
            </a:pPr>
            <a:r>
              <a:rPr lang="en-US" sz="1200" b="1" dirty="0">
                <a:solidFill>
                  <a:schemeClr val="accent3"/>
                </a:solidFill>
                <a:ea typeface="Verdana" panose="020B0604030504040204" pitchFamily="34" charset="0"/>
                <a:cs typeface="Verdana" panose="020B0604030504040204" pitchFamily="34" charset="0"/>
              </a:rPr>
              <a:t>Select Experience:</a:t>
            </a:r>
            <a:endParaRPr lang="en-IN" sz="1200" b="1" dirty="0">
              <a:solidFill>
                <a:schemeClr val="accent3"/>
              </a:solidFill>
            </a:endParaRPr>
          </a:p>
          <a:p>
            <a:pPr marL="177804" indent="-177804" algn="just">
              <a:spcAft>
                <a:spcPts val="600"/>
              </a:spcAft>
              <a:buFont typeface="Arial" charset="0"/>
              <a:buChar char="•"/>
              <a:tabLst>
                <a:tab pos="177804" algn="l"/>
                <a:tab pos="2241592" algn="l"/>
              </a:tabLst>
            </a:pPr>
            <a:r>
              <a:rPr lang="en-US" sz="1200" dirty="0">
                <a:solidFill>
                  <a:schemeClr val="tx1"/>
                </a:solidFill>
                <a:ea typeface="Verdana" panose="020B0604030504040204" pitchFamily="34" charset="0"/>
                <a:cs typeface="Verdana" panose="020B0604030504040204" pitchFamily="34" charset="0"/>
              </a:rPr>
              <a:t>Review and finalization of </a:t>
            </a:r>
            <a:r>
              <a:rPr lang="en-US" sz="1200" b="1" dirty="0">
                <a:solidFill>
                  <a:schemeClr val="tx1"/>
                </a:solidFill>
                <a:ea typeface="Verdana" panose="020B0604030504040204" pitchFamily="34" charset="0"/>
                <a:cs typeface="Verdana" panose="020B0604030504040204" pitchFamily="34" charset="0"/>
              </a:rPr>
              <a:t>Transmission and Distribution investment plans</a:t>
            </a:r>
            <a:r>
              <a:rPr lang="en-US" sz="1200" dirty="0">
                <a:solidFill>
                  <a:schemeClr val="tx1"/>
                </a:solidFill>
                <a:ea typeface="Verdana" panose="020B0604030504040204" pitchFamily="34" charset="0"/>
                <a:cs typeface="Verdana" panose="020B0604030504040204" pitchFamily="34" charset="0"/>
              </a:rPr>
              <a:t> for the state of West Bengal and Andhra Pradesh/ Bihar including Load Flow Analysis, Validation of proposed investments, revision of proposed investments, implementation routes, financing arrangements etc.</a:t>
            </a:r>
          </a:p>
          <a:p>
            <a:pPr marL="177804" indent="-177804" algn="just">
              <a:spcAft>
                <a:spcPts val="600"/>
              </a:spcAft>
              <a:buFont typeface="Arial" charset="0"/>
              <a:buChar char="•"/>
              <a:tabLst>
                <a:tab pos="177804" algn="l"/>
                <a:tab pos="2241592" algn="l"/>
              </a:tabLst>
            </a:pPr>
            <a:r>
              <a:rPr lang="en-US" sz="1200" dirty="0">
                <a:solidFill>
                  <a:schemeClr val="tx1"/>
                </a:solidFill>
                <a:ea typeface="Verdana" panose="020B0604030504040204" pitchFamily="34" charset="0"/>
                <a:cs typeface="Verdana" panose="020B0604030504040204" pitchFamily="34" charset="0"/>
              </a:rPr>
              <a:t>Preparation of </a:t>
            </a:r>
            <a:r>
              <a:rPr lang="en-US" sz="1200" b="1" dirty="0">
                <a:solidFill>
                  <a:schemeClr val="tx1"/>
                </a:solidFill>
                <a:ea typeface="Verdana" panose="020B0604030504040204" pitchFamily="34" charset="0"/>
                <a:cs typeface="Verdana" panose="020B0604030504040204" pitchFamily="34" charset="0"/>
              </a:rPr>
              <a:t>long term growth strategy</a:t>
            </a:r>
            <a:r>
              <a:rPr lang="en-US" sz="1200" dirty="0">
                <a:solidFill>
                  <a:schemeClr val="tx1"/>
                </a:solidFill>
                <a:ea typeface="Verdana" panose="020B0604030504040204" pitchFamily="34" charset="0"/>
                <a:cs typeface="Verdana" panose="020B0604030504040204" pitchFamily="34" charset="0"/>
              </a:rPr>
              <a:t> in power transmission and distribution business for a leading power sector conglomerate, including review of opportunities in energy storage, electric vehicle charging, solar rooftop installations, smart meters etc.</a:t>
            </a:r>
          </a:p>
          <a:p>
            <a:pPr marL="177804" indent="-177804" algn="just">
              <a:spcAft>
                <a:spcPts val="600"/>
              </a:spcAft>
              <a:buFont typeface="Arial" charset="0"/>
              <a:buChar char="•"/>
              <a:tabLst>
                <a:tab pos="177804" algn="l"/>
                <a:tab pos="2241592" algn="l"/>
              </a:tabLst>
            </a:pPr>
            <a:r>
              <a:rPr lang="en-IN" sz="1200" dirty="0">
                <a:solidFill>
                  <a:schemeClr val="tx1"/>
                </a:solidFill>
              </a:rPr>
              <a:t>Assisting Jindal Power for developing a </a:t>
            </a:r>
            <a:r>
              <a:rPr lang="en-IN" sz="1200" b="1" dirty="0">
                <a:solidFill>
                  <a:schemeClr val="tx1"/>
                </a:solidFill>
              </a:rPr>
              <a:t>strategy for entry into Distribution Business</a:t>
            </a:r>
          </a:p>
          <a:p>
            <a:pPr marL="177804" indent="-177804" algn="just">
              <a:spcAft>
                <a:spcPts val="600"/>
              </a:spcAft>
              <a:buFont typeface="Arial" charset="0"/>
              <a:buChar char="•"/>
              <a:tabLst>
                <a:tab pos="177804" algn="l"/>
                <a:tab pos="2241592" algn="l"/>
              </a:tabLst>
            </a:pPr>
            <a:r>
              <a:rPr lang="en-US" sz="1200" dirty="0">
                <a:solidFill>
                  <a:schemeClr val="tx1"/>
                </a:solidFill>
                <a:ea typeface="Verdana" panose="020B0604030504040204" pitchFamily="34" charset="0"/>
                <a:cs typeface="Verdana" panose="020B0604030504040204" pitchFamily="34" charset="0"/>
              </a:rPr>
              <a:t>Assessment of </a:t>
            </a:r>
            <a:r>
              <a:rPr lang="en-US" sz="1200" b="1" dirty="0">
                <a:solidFill>
                  <a:schemeClr val="tx1"/>
                </a:solidFill>
                <a:ea typeface="Verdana" panose="020B0604030504040204" pitchFamily="34" charset="0"/>
                <a:cs typeface="Verdana" panose="020B0604030504040204" pitchFamily="34" charset="0"/>
              </a:rPr>
              <a:t>Business Opportunities in Electricity Distribution</a:t>
            </a:r>
            <a:r>
              <a:rPr lang="en-US" sz="1200" dirty="0">
                <a:solidFill>
                  <a:schemeClr val="tx1"/>
                </a:solidFill>
                <a:ea typeface="Verdana" panose="020B0604030504040204" pitchFamily="34" charset="0"/>
                <a:cs typeface="Verdana" panose="020B0604030504040204" pitchFamily="34" charset="0"/>
              </a:rPr>
              <a:t> Sector in India, WEC India</a:t>
            </a:r>
          </a:p>
          <a:p>
            <a:pPr marL="177804" indent="-177804" algn="just">
              <a:spcAft>
                <a:spcPts val="600"/>
              </a:spcAft>
              <a:buFont typeface="Arial" charset="0"/>
              <a:buChar char="•"/>
              <a:tabLst>
                <a:tab pos="177804" algn="l"/>
                <a:tab pos="2241592" algn="l"/>
              </a:tabLst>
            </a:pPr>
            <a:r>
              <a:rPr lang="en-US" sz="1200" b="1" dirty="0">
                <a:solidFill>
                  <a:schemeClr val="tx1"/>
                </a:solidFill>
                <a:ea typeface="Verdana" panose="020B0604030504040204" pitchFamily="34" charset="0"/>
                <a:cs typeface="Verdana" panose="020B0604030504040204" pitchFamily="34" charset="0"/>
              </a:rPr>
              <a:t>Advanced Metering Infrastructure</a:t>
            </a:r>
            <a:r>
              <a:rPr lang="en-US" sz="1200" dirty="0">
                <a:solidFill>
                  <a:schemeClr val="tx1"/>
                </a:solidFill>
                <a:ea typeface="Verdana" panose="020B0604030504040204" pitchFamily="34" charset="0"/>
                <a:cs typeface="Verdana" panose="020B0604030504040204" pitchFamily="34" charset="0"/>
              </a:rPr>
              <a:t> and Analytics Guidance Study for South Asian Power Distribution Utilities</a:t>
            </a:r>
          </a:p>
          <a:p>
            <a:pPr marL="177804" indent="-177804" algn="just">
              <a:spcAft>
                <a:spcPts val="600"/>
              </a:spcAft>
              <a:buFont typeface="Arial" charset="0"/>
              <a:buChar char="•"/>
              <a:tabLst>
                <a:tab pos="177804" algn="l"/>
                <a:tab pos="2241592" algn="l"/>
              </a:tabLst>
            </a:pPr>
            <a:r>
              <a:rPr lang="en-US" sz="1200" dirty="0">
                <a:solidFill>
                  <a:schemeClr val="tx1"/>
                </a:solidFill>
                <a:ea typeface="Verdana" panose="020B0604030504040204" pitchFamily="34" charset="0"/>
                <a:cs typeface="Verdana" panose="020B0604030504040204" pitchFamily="34" charset="0"/>
              </a:rPr>
              <a:t>Consultancy Support to Distribution Utilities of Haryana (UHBVN &amp; DHBVN) for various operational matters, including </a:t>
            </a:r>
            <a:r>
              <a:rPr lang="en-US" sz="1200" b="1" dirty="0">
                <a:solidFill>
                  <a:schemeClr val="tx1"/>
                </a:solidFill>
                <a:ea typeface="Verdana" panose="020B0604030504040204" pitchFamily="34" charset="0"/>
                <a:cs typeface="Verdana" panose="020B0604030504040204" pitchFamily="34" charset="0"/>
              </a:rPr>
              <a:t>review of capital expenditure programs</a:t>
            </a:r>
            <a:r>
              <a:rPr lang="en-US" sz="1200" dirty="0">
                <a:solidFill>
                  <a:schemeClr val="tx1"/>
                </a:solidFill>
                <a:ea typeface="Verdana" panose="020B0604030504040204" pitchFamily="34" charset="0"/>
                <a:cs typeface="Verdana" panose="020B0604030504040204" pitchFamily="34" charset="0"/>
              </a:rPr>
              <a:t> being implemented in the utilities along with their detailed impact assessment</a:t>
            </a:r>
          </a:p>
          <a:p>
            <a:pPr marL="177804" indent="-177804" algn="just">
              <a:spcAft>
                <a:spcPts val="600"/>
              </a:spcAft>
              <a:buFont typeface="Arial" charset="0"/>
              <a:buChar char="•"/>
              <a:tabLst>
                <a:tab pos="177804" algn="l"/>
                <a:tab pos="2241592" algn="l"/>
              </a:tabLst>
            </a:pPr>
            <a:r>
              <a:rPr lang="en-US" sz="1200" dirty="0">
                <a:solidFill>
                  <a:schemeClr val="tx1"/>
                </a:solidFill>
                <a:ea typeface="Verdana" panose="020B0604030504040204" pitchFamily="34" charset="0"/>
                <a:cs typeface="Verdana" panose="020B0604030504040204" pitchFamily="34" charset="0"/>
              </a:rPr>
              <a:t>Assisting Ministry of Power, CEA and PFC in preparation of </a:t>
            </a:r>
            <a:r>
              <a:rPr lang="en-US" sz="1200" b="1" dirty="0">
                <a:solidFill>
                  <a:schemeClr val="tx1"/>
                </a:solidFill>
                <a:ea typeface="Verdana" panose="020B0604030504040204" pitchFamily="34" charset="0"/>
                <a:cs typeface="Verdana" panose="020B0604030504040204" pitchFamily="34" charset="0"/>
              </a:rPr>
              <a:t>Power for All (PFA) Roadmap</a:t>
            </a:r>
            <a:r>
              <a:rPr lang="en-US" sz="1200" dirty="0">
                <a:solidFill>
                  <a:schemeClr val="tx1"/>
                </a:solidFill>
                <a:ea typeface="Verdana" panose="020B0604030504040204" pitchFamily="34" charset="0"/>
                <a:cs typeface="Verdana" panose="020B0604030504040204" pitchFamily="34" charset="0"/>
              </a:rPr>
              <a:t> for the States of Jharkhand, Assam, Arunachal Pradesh, Maharashtra, Sikkim, Tamil Nadu, Jammu &amp; Kashmir, Andaman &amp; Nicobar, Himachal Pradesh and West Bengal (2015)</a:t>
            </a:r>
          </a:p>
          <a:p>
            <a:pPr marL="177804" indent="-177804" algn="just">
              <a:spcAft>
                <a:spcPts val="600"/>
              </a:spcAft>
              <a:buFont typeface="Arial" charset="0"/>
              <a:buChar char="•"/>
              <a:tabLst>
                <a:tab pos="177804" algn="l"/>
                <a:tab pos="2241592" algn="l"/>
              </a:tabLst>
            </a:pPr>
            <a:r>
              <a:rPr lang="en-US" sz="1200" dirty="0">
                <a:solidFill>
                  <a:schemeClr val="tx1"/>
                </a:solidFill>
                <a:ea typeface="Verdana" panose="020B0604030504040204" pitchFamily="34" charset="0"/>
                <a:cs typeface="Verdana" panose="020B0604030504040204" pitchFamily="34" charset="0"/>
              </a:rPr>
              <a:t>Project Management Support to Power Utilities in Rajasthan for </a:t>
            </a:r>
            <a:r>
              <a:rPr lang="en-US" sz="1200" b="1" dirty="0">
                <a:solidFill>
                  <a:schemeClr val="tx1"/>
                </a:solidFill>
                <a:ea typeface="Verdana" panose="020B0604030504040204" pitchFamily="34" charset="0"/>
                <a:cs typeface="Verdana" panose="020B0604030504040204" pitchFamily="34" charset="0"/>
              </a:rPr>
              <a:t>capital expenditure schemes of IPDS and DDUGJY</a:t>
            </a:r>
          </a:p>
          <a:p>
            <a:pPr marL="177804" indent="-177804" algn="just">
              <a:spcAft>
                <a:spcPts val="600"/>
              </a:spcAft>
              <a:buFont typeface="Arial" charset="0"/>
              <a:buChar char="•"/>
              <a:tabLst>
                <a:tab pos="177804" algn="l"/>
                <a:tab pos="2241592" algn="l"/>
              </a:tabLst>
            </a:pPr>
            <a:r>
              <a:rPr lang="en-US" sz="1200" dirty="0">
                <a:solidFill>
                  <a:schemeClr val="tx1"/>
                </a:solidFill>
                <a:ea typeface="Verdana" panose="020B0604030504040204" pitchFamily="34" charset="0"/>
                <a:cs typeface="Verdana" panose="020B0604030504040204" pitchFamily="34" charset="0"/>
              </a:rPr>
              <a:t>Consultancy services for setting-up a </a:t>
            </a:r>
            <a:r>
              <a:rPr lang="en-US" sz="1200" b="1" dirty="0">
                <a:solidFill>
                  <a:schemeClr val="tx1"/>
                </a:solidFill>
                <a:ea typeface="Verdana" panose="020B0604030504040204" pitchFamily="34" charset="0"/>
                <a:cs typeface="Verdana" panose="020B0604030504040204" pitchFamily="34" charset="0"/>
              </a:rPr>
              <a:t>Central Project Monitoring Unit</a:t>
            </a:r>
            <a:r>
              <a:rPr lang="en-US" sz="1200" dirty="0">
                <a:solidFill>
                  <a:schemeClr val="tx1"/>
                </a:solidFill>
                <a:ea typeface="Verdana" panose="020B0604030504040204" pitchFamily="34" charset="0"/>
                <a:cs typeface="Verdana" panose="020B0604030504040204" pitchFamily="34" charset="0"/>
              </a:rPr>
              <a:t> at JBVNL Headquarter for monitoring various projects and programs of JBVNL</a:t>
            </a:r>
          </a:p>
          <a:p>
            <a:pPr marL="177804" indent="-177804" algn="just">
              <a:spcAft>
                <a:spcPts val="600"/>
              </a:spcAft>
              <a:buFont typeface="Arial" charset="0"/>
              <a:buChar char="•"/>
              <a:tabLst>
                <a:tab pos="177804" algn="l"/>
                <a:tab pos="2241592" algn="l"/>
              </a:tabLst>
            </a:pPr>
            <a:r>
              <a:rPr lang="en-US" sz="1200" dirty="0">
                <a:solidFill>
                  <a:schemeClr val="tx1"/>
                </a:solidFill>
                <a:ea typeface="Verdana" panose="020B0604030504040204" pitchFamily="34" charset="0"/>
                <a:cs typeface="Verdana" panose="020B0604030504040204" pitchFamily="34" charset="0"/>
              </a:rPr>
              <a:t>Third Party Audit/ Performance Review of PSPCL on several areas including material planning and procurement along with fund management</a:t>
            </a:r>
          </a:p>
        </p:txBody>
      </p:sp>
      <p:sp>
        <p:nvSpPr>
          <p:cNvPr id="15" name="Text Placeholder 21"/>
          <p:cNvSpPr txBox="1">
            <a:spLocks/>
          </p:cNvSpPr>
          <p:nvPr/>
        </p:nvSpPr>
        <p:spPr>
          <a:xfrm>
            <a:off x="441074" y="4002080"/>
            <a:ext cx="2992730" cy="2350307"/>
          </a:xfrm>
          <a:prstGeom prst="rect">
            <a:avLst/>
          </a:prstGeom>
          <a:solidFill>
            <a:schemeClr val="accent3">
              <a:lumMod val="20000"/>
              <a:lumOff val="80000"/>
            </a:schemeClr>
          </a:solidFill>
        </p:spPr>
        <p:txBody>
          <a:bodyPr lIns="72000" rIns="71114"/>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Area of Expertise:</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Power distribution, smart grids, technology interventions, investment plans plans, business transformation</a:t>
            </a:r>
          </a:p>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Education:</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PGDM (Finance) from Fore School of Management, </a:t>
            </a:r>
            <a:r>
              <a:rPr lang="en-US" sz="1100" dirty="0" err="1">
                <a:solidFill>
                  <a:schemeClr val="tx1"/>
                </a:solidFill>
                <a:latin typeface="Verdana" panose="020B0604030504040204" pitchFamily="34" charset="0"/>
                <a:ea typeface="Verdana" panose="020B0604030504040204" pitchFamily="34" charset="0"/>
                <a:cs typeface="Verdana" panose="020B0604030504040204" pitchFamily="34" charset="0"/>
              </a:rPr>
              <a:t>B.Tech</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(Electrical)</a:t>
            </a:r>
          </a:p>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Key Clients:</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JBVNL, PSPCL, Adani, Rajasthan </a:t>
            </a:r>
            <a:r>
              <a:rPr lang="en-US" sz="1100" dirty="0" err="1">
                <a:solidFill>
                  <a:schemeClr val="tx1"/>
                </a:solidFill>
                <a:latin typeface="Verdana" panose="020B0604030504040204" pitchFamily="34" charset="0"/>
                <a:ea typeface="Verdana" panose="020B0604030504040204" pitchFamily="34" charset="0"/>
                <a:cs typeface="Verdana" panose="020B0604030504040204" pitchFamily="34" charset="0"/>
              </a:rPr>
              <a:t>Discoms</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Haryana </a:t>
            </a:r>
            <a:r>
              <a:rPr lang="en-US" sz="1100" dirty="0" err="1">
                <a:solidFill>
                  <a:schemeClr val="tx1"/>
                </a:solidFill>
                <a:latin typeface="Verdana" panose="020B0604030504040204" pitchFamily="34" charset="0"/>
                <a:ea typeface="Verdana" panose="020B0604030504040204" pitchFamily="34" charset="0"/>
                <a:cs typeface="Verdana" panose="020B0604030504040204" pitchFamily="34" charset="0"/>
              </a:rPr>
              <a:t>Discoms</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SIPS, CESU, GMR, Tata Power etc.</a:t>
            </a:r>
          </a:p>
        </p:txBody>
      </p:sp>
      <p:cxnSp>
        <p:nvCxnSpPr>
          <p:cNvPr id="16" name="Straight Connector 15"/>
          <p:cNvCxnSpPr/>
          <p:nvPr/>
        </p:nvCxnSpPr>
        <p:spPr>
          <a:xfrm>
            <a:off x="421320" y="3929207"/>
            <a:ext cx="3012484"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7" name="Text Placeholder 7"/>
          <p:cNvSpPr txBox="1">
            <a:spLocks/>
          </p:cNvSpPr>
          <p:nvPr/>
        </p:nvSpPr>
        <p:spPr>
          <a:xfrm>
            <a:off x="501651" y="2806700"/>
            <a:ext cx="1625956" cy="593400"/>
          </a:xfrm>
          <a:prstGeom prst="rect">
            <a:avLst/>
          </a:prstGeom>
        </p:spPr>
        <p:txBody>
          <a:bodyPr lIns="0"/>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r>
              <a:rPr lang="en-US" sz="1100" b="1" dirty="0">
                <a:solidFill>
                  <a:srgbClr val="3C8A2E"/>
                </a:solidFill>
                <a:latin typeface="Verdana" panose="020B0604030504040204" pitchFamily="34" charset="0"/>
                <a:ea typeface="Verdana" panose="020B0604030504040204" pitchFamily="34" charset="0"/>
                <a:cs typeface="Verdana" panose="020B0604030504040204" pitchFamily="34" charset="0"/>
              </a:rPr>
              <a:t>Anujesh Dwivedi</a:t>
            </a:r>
            <a:endParaRPr sz="1100" b="1" dirty="0">
              <a:solidFill>
                <a:srgbClr val="3C8A2E"/>
              </a:solidFill>
              <a:latin typeface="Verdana" panose="020B0604030504040204" pitchFamily="34" charset="0"/>
              <a:ea typeface="Verdana" panose="020B0604030504040204" pitchFamily="34" charset="0"/>
              <a:cs typeface="Verdana" panose="020B0604030504040204" pitchFamily="34" charset="0"/>
            </a:endParaRPr>
          </a:p>
          <a:p>
            <a:pPr marL="0" lvl="1" indent="0">
              <a:buNone/>
            </a:pPr>
            <a:r>
              <a:rPr sz="1100" b="1" dirty="0">
                <a:solidFill>
                  <a:srgbClr val="00A1DE"/>
                </a:solidFill>
                <a:latin typeface="Verdana" panose="020B0604030504040204" pitchFamily="34" charset="0"/>
                <a:ea typeface="Verdana" panose="020B0604030504040204" pitchFamily="34" charset="0"/>
                <a:cs typeface="Verdana" panose="020B0604030504040204" pitchFamily="34" charset="0"/>
              </a:rPr>
              <a:t>Partner</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739" y="1376750"/>
            <a:ext cx="1058915" cy="1417317"/>
          </a:xfrm>
          <a:prstGeom prst="rect">
            <a:avLst/>
          </a:prstGeom>
        </p:spPr>
      </p:pic>
      <p:sp>
        <p:nvSpPr>
          <p:cNvPr id="2" name="Rectangle 1">
            <a:extLst>
              <a:ext uri="{FF2B5EF4-FFF2-40B4-BE49-F238E27FC236}">
                <a16:creationId xmlns:a16="http://schemas.microsoft.com/office/drawing/2014/main" id="{35E9EC7A-39E6-4EC4-BC83-C8F36D4C589D}"/>
              </a:ext>
            </a:extLst>
          </p:cNvPr>
          <p:cNvSpPr/>
          <p:nvPr/>
        </p:nvSpPr>
        <p:spPr>
          <a:xfrm>
            <a:off x="405558" y="3167448"/>
            <a:ext cx="6096000" cy="600164"/>
          </a:xfrm>
          <a:prstGeom prst="rect">
            <a:avLst/>
          </a:prstGeom>
        </p:spPr>
        <p:txBody>
          <a:bodyPr>
            <a:spAutoFit/>
          </a:bodyPr>
          <a:lstStyle/>
          <a:p>
            <a:pPr marL="0" lvl="1" indent="0">
              <a:buNone/>
              <a:tabLst>
                <a:tab pos="444484" algn="l"/>
              </a:tabLst>
            </a:pPr>
            <a:r>
              <a:rPr lang="en-US" sz="1100" b="1" dirty="0">
                <a:solidFill>
                  <a:srgbClr val="000000"/>
                </a:solidFill>
                <a:latin typeface="Verdana" panose="020B0604030504040204" pitchFamily="34" charset="0"/>
                <a:ea typeface="Verdana" panose="020B0604030504040204" pitchFamily="34" charset="0"/>
                <a:cs typeface="Verdana" panose="020B0604030504040204" pitchFamily="34" charset="0"/>
              </a:rPr>
              <a:t>DID:	 </a:t>
            </a:r>
            <a:r>
              <a:rPr lang="en-US" sz="1100" dirty="0">
                <a:solidFill>
                  <a:srgbClr val="000000"/>
                </a:solidFill>
                <a:latin typeface="Verdana" panose="020B0604030504040204" pitchFamily="34" charset="0"/>
                <a:ea typeface="Verdana" panose="020B0604030504040204" pitchFamily="34" charset="0"/>
                <a:cs typeface="Verdana" panose="020B0604030504040204" pitchFamily="34" charset="0"/>
              </a:rPr>
              <a:t>(91) 124 679 2754 	</a:t>
            </a:r>
          </a:p>
          <a:p>
            <a:pPr marL="0" lvl="1" indent="0">
              <a:buNone/>
              <a:tabLst>
                <a:tab pos="444484" algn="l"/>
              </a:tabLst>
            </a:pPr>
            <a:r>
              <a:rPr lang="en-US" sz="1100" b="1" dirty="0">
                <a:solidFill>
                  <a:srgbClr val="000000"/>
                </a:solidFill>
                <a:latin typeface="Verdana" panose="020B0604030504040204" pitchFamily="34" charset="0"/>
                <a:ea typeface="Verdana" panose="020B0604030504040204" pitchFamily="34" charset="0"/>
                <a:cs typeface="Verdana" panose="020B0604030504040204" pitchFamily="34" charset="0"/>
              </a:rPr>
              <a:t>Mobile: </a:t>
            </a:r>
            <a:r>
              <a:rPr lang="en-US" sz="1100" dirty="0">
                <a:solidFill>
                  <a:srgbClr val="000000"/>
                </a:solidFill>
                <a:latin typeface="Verdana" panose="020B0604030504040204" pitchFamily="34" charset="0"/>
                <a:ea typeface="Verdana" panose="020B0604030504040204" pitchFamily="34" charset="0"/>
                <a:cs typeface="Verdana" panose="020B0604030504040204" pitchFamily="34" charset="0"/>
              </a:rPr>
              <a:t>(91) 9811461552 	</a:t>
            </a:r>
          </a:p>
          <a:p>
            <a:pPr marL="0" lvl="1" indent="0">
              <a:buNone/>
              <a:tabLst>
                <a:tab pos="444484" algn="l"/>
              </a:tabLst>
            </a:pPr>
            <a:r>
              <a:rPr lang="en-US" sz="1100" b="1" dirty="0">
                <a:solidFill>
                  <a:srgbClr val="000000"/>
                </a:solidFill>
                <a:latin typeface="Verdana" panose="020B0604030504040204" pitchFamily="34" charset="0"/>
                <a:ea typeface="Verdana" panose="020B0604030504040204" pitchFamily="34" charset="0"/>
                <a:cs typeface="Verdana" panose="020B0604030504040204" pitchFamily="34" charset="0"/>
              </a:rPr>
              <a:t>Mail:	</a:t>
            </a:r>
            <a:r>
              <a:rPr lang="en-US" sz="1100" dirty="0">
                <a:solidFill>
                  <a:srgbClr val="000000"/>
                </a:solidFill>
                <a:latin typeface="Verdana" panose="020B0604030504040204" pitchFamily="34" charset="0"/>
                <a:ea typeface="Verdana" panose="020B0604030504040204" pitchFamily="34" charset="0"/>
                <a:cs typeface="Verdana" panose="020B0604030504040204" pitchFamily="34" charset="0"/>
                <a:hlinkClick r:id="rId4"/>
              </a:rPr>
              <a:t>anudwivedi@deloitte.com</a:t>
            </a:r>
            <a:endParaRPr lang="en-US" sz="1100" dirty="0">
              <a:solidFill>
                <a:srgbClr val="000000"/>
              </a:solidFill>
              <a:latin typeface="Verdana" panose="020B0604030504040204" pitchFamily="34" charset="0"/>
              <a:ea typeface="Verdana" panose="020B0604030504040204" pitchFamily="34" charset="0"/>
              <a:cs typeface="Verdana" panose="020B0604030504040204" pitchFamily="34" charset="0"/>
            </a:endParaRPr>
          </a:p>
        </p:txBody>
      </p:sp>
      <p:sp>
        <p:nvSpPr>
          <p:cNvPr id="11" name="Text Placeholder 2">
            <a:extLst>
              <a:ext uri="{FF2B5EF4-FFF2-40B4-BE49-F238E27FC236}">
                <a16:creationId xmlns:a16="http://schemas.microsoft.com/office/drawing/2014/main" id="{F379CF34-5C1F-4B8C-8838-B7B50A494B6E}"/>
              </a:ext>
            </a:extLst>
          </p:cNvPr>
          <p:cNvSpPr txBox="1">
            <a:spLocks/>
          </p:cNvSpPr>
          <p:nvPr/>
        </p:nvSpPr>
        <p:spPr>
          <a:xfrm>
            <a:off x="469900" y="736688"/>
            <a:ext cx="11252200" cy="757255"/>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ClrTx/>
              <a:buSzPct val="100000"/>
              <a:buFont typeface="Arial" panose="020B0604020202020204" pitchFamily="34" charset="0"/>
              <a:buNone/>
              <a:defRPr sz="2000" b="0" kern="1200">
                <a:solidFill>
                  <a:srgbClr val="575757"/>
                </a:solidFill>
                <a:latin typeface="+mn-lt"/>
                <a:ea typeface="+mn-ea"/>
                <a:cs typeface="+mn-cs"/>
              </a:defRPr>
            </a:lvl1pPr>
            <a:lvl2pPr marL="0" indent="0" algn="l" defTabSz="1219170" rtl="0" eaLnBrk="1" latinLnBrk="0" hangingPunct="1">
              <a:spcBef>
                <a:spcPts val="0"/>
              </a:spcBef>
              <a:spcAft>
                <a:spcPts val="1333"/>
              </a:spcAft>
              <a:buClrTx/>
              <a:buSzPct val="100000"/>
              <a:buFont typeface="Arial" panose="020B0604020202020204" pitchFamily="34" charset="0"/>
              <a:buChar char="​"/>
              <a:defRPr lang="en-US" sz="1200" b="1" kern="1200" dirty="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2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9pPr>
          </a:lstStyle>
          <a:p>
            <a:r>
              <a:rPr lang="en-US" sz="2400" dirty="0"/>
              <a:t>Anujesh Dwivedi</a:t>
            </a:r>
            <a:endParaRPr lang="en-IN" sz="2400" dirty="0"/>
          </a:p>
        </p:txBody>
      </p:sp>
      <p:sp>
        <p:nvSpPr>
          <p:cNvPr id="12" name="Title 1">
            <a:extLst>
              <a:ext uri="{FF2B5EF4-FFF2-40B4-BE49-F238E27FC236}">
                <a16:creationId xmlns:a16="http://schemas.microsoft.com/office/drawing/2014/main" id="{8B6C9D78-54BA-4079-A07C-CBBECC9BBA81}"/>
              </a:ext>
            </a:extLst>
          </p:cNvPr>
          <p:cNvSpPr txBox="1">
            <a:spLocks/>
          </p:cNvSpPr>
          <p:nvPr/>
        </p:nvSpPr>
        <p:spPr bwMode="gray">
          <a:xfrm>
            <a:off x="469900" y="402586"/>
            <a:ext cx="11252200" cy="698501"/>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pPr lvl="0">
              <a:defRPr/>
            </a:pPr>
            <a:r>
              <a:rPr lang="en-IN" dirty="0"/>
              <a:t>Meet the Team: Engagement Leadership</a:t>
            </a:r>
            <a:endParaRPr kumimoji="0" lang="en-IN" sz="2000" b="0" i="0" u="none" strike="noStrike" kern="1200" cap="none" spc="0" normalizeH="0" baseline="0" noProof="0" dirty="0">
              <a:ln>
                <a:noFill/>
              </a:ln>
              <a:solidFill>
                <a:srgbClr val="000000"/>
              </a:solidFill>
              <a:effectLst/>
              <a:uLnTx/>
              <a:uFillTx/>
              <a:latin typeface="Verdana"/>
              <a:ea typeface="+mj-ea"/>
              <a:cs typeface="+mj-cs"/>
            </a:endParaRPr>
          </a:p>
        </p:txBody>
      </p:sp>
    </p:spTree>
    <p:extLst>
      <p:ext uri="{BB962C8B-B14F-4D97-AF65-F5344CB8AC3E}">
        <p14:creationId xmlns:p14="http://schemas.microsoft.com/office/powerpoint/2010/main" val="9628454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40"/>
          <p:cNvSpPr txBox="1">
            <a:spLocks/>
          </p:cNvSpPr>
          <p:nvPr/>
        </p:nvSpPr>
        <p:spPr>
          <a:xfrm>
            <a:off x="3742872" y="1490018"/>
            <a:ext cx="7988300" cy="5110807"/>
          </a:xfrm>
          <a:prstGeom prst="rect">
            <a:avLst/>
          </a:prstGeom>
        </p:spPr>
        <p:txBody>
          <a:bodyPr lIns="0" tIns="0"/>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pPr marL="0" lvl="3" indent="0" algn="just">
              <a:spcAft>
                <a:spcPts val="1200"/>
              </a:spcAft>
              <a:buNone/>
            </a:pPr>
            <a:r>
              <a:rPr lang="en-US" sz="1200" b="1" dirty="0">
                <a:solidFill>
                  <a:schemeClr val="accent3"/>
                </a:solidFill>
                <a:ea typeface="Verdana" panose="020B0604030504040204" pitchFamily="34" charset="0"/>
                <a:cs typeface="Verdana" panose="020B0604030504040204" pitchFamily="34" charset="0"/>
              </a:rPr>
              <a:t>Select Experience:</a:t>
            </a:r>
            <a:endParaRPr lang="en-IN" sz="1200" b="1" dirty="0">
              <a:solidFill>
                <a:schemeClr val="accent3"/>
              </a:solidFill>
            </a:endParaRPr>
          </a:p>
          <a:p>
            <a:pPr marL="171450" lvl="3" indent="-171450" algn="just">
              <a:spcAft>
                <a:spcPts val="1200"/>
              </a:spcAft>
            </a:pPr>
            <a:r>
              <a:rPr lang="en-IN" sz="1200" dirty="0">
                <a:solidFill>
                  <a:schemeClr val="tx1"/>
                </a:solidFill>
                <a:ea typeface="Verdana" panose="020B0604030504040204" pitchFamily="34" charset="0"/>
              </a:rPr>
              <a:t>Assistance to JBVNL for Diagnostic analysis of Revenue Cycle, Monitoring of MBC of HT consumers and Urja Mitra Program, </a:t>
            </a:r>
            <a:r>
              <a:rPr lang="en-IN" sz="1200" dirty="0">
                <a:solidFill>
                  <a:srgbClr val="000000"/>
                </a:solidFill>
                <a:latin typeface="Verdana" panose="020B0604030504040204" pitchFamily="34" charset="0"/>
                <a:ea typeface="Verdana" panose="020B0604030504040204" pitchFamily="34" charset="0"/>
                <a:cs typeface="Times New Roman" panose="02020603050405020304" pitchFamily="18" charset="0"/>
              </a:rPr>
              <a:t>Continuous Regulatory Assistance in all Regulatory Matters</a:t>
            </a:r>
          </a:p>
          <a:p>
            <a:pPr marL="171450" lvl="3" indent="-171450" algn="just">
              <a:spcAft>
                <a:spcPts val="1200"/>
              </a:spcAft>
            </a:pPr>
            <a:r>
              <a:rPr lang="en-IN" sz="1200" dirty="0">
                <a:solidFill>
                  <a:schemeClr val="tx1"/>
                </a:solidFill>
                <a:ea typeface="Verdana" panose="020B0604030504040204" pitchFamily="34" charset="0"/>
              </a:rPr>
              <a:t>Setting up Central Strategic Project Monitoring Unit in JBVNL for organizational transformation, Support to top management </a:t>
            </a:r>
            <a:r>
              <a:rPr lang="en-US" sz="1200" dirty="0">
                <a:solidFill>
                  <a:schemeClr val="tx1"/>
                </a:solidFill>
                <a:ea typeface="Verdana" panose="020B0604030504040204" pitchFamily="34" charset="0"/>
              </a:rPr>
              <a:t>Commercial, Revenue and Regulatory Related MIS and Strategic Support, Rural Electrification (Central and State funded schemes) – Capital Projects and O&amp;M Schemes, Urban Electrification (Network Strengthening / RAPDRP / IPDS) – Capital Projects and O&amp;M Schemes  </a:t>
            </a:r>
          </a:p>
          <a:p>
            <a:pPr marL="171450" lvl="3" indent="-171450" algn="just">
              <a:spcAft>
                <a:spcPts val="1200"/>
              </a:spcAft>
            </a:pPr>
            <a:r>
              <a:rPr lang="en-US" sz="1200" dirty="0">
                <a:solidFill>
                  <a:schemeClr val="tx1"/>
                </a:solidFill>
                <a:ea typeface="Verdana" panose="020B0604030504040204" pitchFamily="34" charset="0"/>
              </a:rPr>
              <a:t>Capacity Building Support to JSEB/ its successor entities, undertaking AS-IS reviews and benchmarking across various Operational, Commercial, Finance, Human Resources, Procurement, Regulatory and Governance related matters and developing a Capacity Building &amp; Institutional Strengthening (CBIS) plan for the restructured utilities</a:t>
            </a:r>
          </a:p>
          <a:p>
            <a:pPr marL="171450" lvl="3" indent="-171450" algn="just">
              <a:spcAft>
                <a:spcPts val="1200"/>
              </a:spcAft>
            </a:pPr>
            <a:r>
              <a:rPr lang="en-US" sz="1200" dirty="0">
                <a:solidFill>
                  <a:schemeClr val="tx1"/>
                </a:solidFill>
                <a:ea typeface="Verdana" panose="020B0604030504040204" pitchFamily="34" charset="0"/>
              </a:rPr>
              <a:t>Work Study for Bureau of Energy Efficiency (BEE), Organizational structure, the roles and responsibilities of the key employees, forecast the manpower requirements for BEE in accordance with the overall objectives of the organization</a:t>
            </a:r>
          </a:p>
          <a:p>
            <a:pPr marL="171450" lvl="3" indent="-171450" algn="just">
              <a:spcAft>
                <a:spcPts val="1200"/>
              </a:spcAft>
            </a:pPr>
            <a:r>
              <a:rPr lang="en-US" sz="1200" dirty="0">
                <a:solidFill>
                  <a:schemeClr val="tx1"/>
                </a:solidFill>
                <a:ea typeface="Verdana" panose="020B0604030504040204" pitchFamily="34" charset="0"/>
              </a:rPr>
              <a:t>Preparation of a report on the power sector for 10 States in India and proposed plans for meeting the objective of 24X7 Power for All</a:t>
            </a:r>
          </a:p>
          <a:p>
            <a:pPr marL="171450" lvl="3" indent="-171450" algn="just">
              <a:spcAft>
                <a:spcPts val="1200"/>
              </a:spcAft>
            </a:pPr>
            <a:r>
              <a:rPr lang="en-US" sz="1200" dirty="0">
                <a:solidFill>
                  <a:schemeClr val="tx1"/>
                </a:solidFill>
                <a:ea typeface="Verdana" panose="020B0604030504040204" pitchFamily="34" charset="0"/>
              </a:rPr>
              <a:t>Consultancy support to JBVNL for providing consultancy services for Program Management Support for PFA, UDAY and similar schemes of Central and State Government under  JBVNL, </a:t>
            </a:r>
          </a:p>
          <a:p>
            <a:pPr marL="171450" lvl="3" indent="-171450" algn="just">
              <a:spcAft>
                <a:spcPts val="1200"/>
              </a:spcAft>
            </a:pPr>
            <a:r>
              <a:rPr lang="en-US" sz="1200" dirty="0">
                <a:solidFill>
                  <a:schemeClr val="tx1"/>
                </a:solidFill>
                <a:ea typeface="Verdana" panose="020B0604030504040204" pitchFamily="34" charset="0"/>
              </a:rPr>
              <a:t>Advisory Services to Haryana Power Generation Corporation Limited (HPGCL) – Haryana Govt. Undertaking (3250MW) related to Fuel Management, Performance Management and Regulatory Assistance</a:t>
            </a:r>
            <a:endParaRPr lang="en-IN" sz="1200" dirty="0">
              <a:solidFill>
                <a:schemeClr val="tx1"/>
              </a:solidFill>
              <a:ea typeface="Verdana" panose="020B0604030504040204" pitchFamily="34" charset="0"/>
            </a:endParaRPr>
          </a:p>
          <a:p>
            <a:pPr marL="342900" lvl="0" indent="-342900">
              <a:lnSpc>
                <a:spcPct val="107000"/>
              </a:lnSpc>
              <a:spcAft>
                <a:spcPts val="0"/>
              </a:spcAft>
              <a:buFont typeface="Symbol" panose="05050102010706020507" pitchFamily="18" charset="2"/>
              <a:buChar char=""/>
            </a:pPr>
            <a:endParaRPr lang="en-IN" dirty="0">
              <a:latin typeface="Calibri" panose="020F0502020204030204" pitchFamily="34" charset="0"/>
              <a:ea typeface="Calibri" panose="020F0502020204030204" pitchFamily="34" charset="0"/>
              <a:cs typeface="Times New Roman" panose="02020603050405020304" pitchFamily="18" charset="0"/>
            </a:endParaRPr>
          </a:p>
          <a:p>
            <a:pPr marL="171450" lvl="3" indent="-171450" algn="just">
              <a:spcAft>
                <a:spcPts val="1200"/>
              </a:spcAft>
            </a:pPr>
            <a:endParaRPr lang="en-IN" sz="1200" dirty="0">
              <a:solidFill>
                <a:schemeClr val="tx1"/>
              </a:solidFill>
              <a:ea typeface="Verdana" panose="020B0604030504040204" pitchFamily="34" charset="0"/>
            </a:endParaRPr>
          </a:p>
          <a:p>
            <a:pPr marL="0" lvl="3" indent="0" algn="just">
              <a:spcAft>
                <a:spcPts val="1200"/>
              </a:spcAft>
              <a:buNone/>
            </a:pPr>
            <a:endParaRPr lang="en-US" sz="1200" dirty="0">
              <a:solidFill>
                <a:schemeClr val="tx1"/>
              </a:solidFill>
              <a:ea typeface="Verdana" panose="020B0604030504040204" pitchFamily="34" charset="0"/>
              <a:cs typeface="Verdana" panose="020B0604030504040204" pitchFamily="34" charset="0"/>
            </a:endParaRPr>
          </a:p>
        </p:txBody>
      </p:sp>
      <p:sp>
        <p:nvSpPr>
          <p:cNvPr id="15" name="Text Placeholder 21"/>
          <p:cNvSpPr txBox="1">
            <a:spLocks/>
          </p:cNvSpPr>
          <p:nvPr/>
        </p:nvSpPr>
        <p:spPr>
          <a:xfrm>
            <a:off x="441074" y="3759031"/>
            <a:ext cx="2992730" cy="2350307"/>
          </a:xfrm>
          <a:prstGeom prst="rect">
            <a:avLst/>
          </a:prstGeom>
          <a:solidFill>
            <a:schemeClr val="accent3">
              <a:lumMod val="20000"/>
              <a:lumOff val="80000"/>
            </a:schemeClr>
          </a:solidFill>
        </p:spPr>
        <p:txBody>
          <a:bodyPr lIns="72000" rIns="71114"/>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Area of Expertise:</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Business strategy, program management, corporate structuring, framework development, monitoring and evaluation, institutional strengthening</a:t>
            </a:r>
          </a:p>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Education:</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MBA (Fin), B.com (Hons)</a:t>
            </a:r>
          </a:p>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Key Clients:</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JBVNL, BEE, </a:t>
            </a:r>
            <a:r>
              <a:rPr lang="en-US" sz="1100" dirty="0" err="1">
                <a:solidFill>
                  <a:schemeClr val="tx1"/>
                </a:solidFill>
                <a:latin typeface="Verdana" panose="020B0604030504040204" pitchFamily="34" charset="0"/>
                <a:ea typeface="Verdana" panose="020B0604030504040204" pitchFamily="34" charset="0"/>
                <a:cs typeface="Verdana" panose="020B0604030504040204" pitchFamily="34" charset="0"/>
              </a:rPr>
              <a:t>MoP</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HVPNL, HPGCL, HPERC, WBPDCL, PFCCL, IFC, </a:t>
            </a:r>
            <a:r>
              <a:rPr lang="en-US" sz="1100" dirty="0" err="1">
                <a:solidFill>
                  <a:schemeClr val="tx1"/>
                </a:solidFill>
                <a:latin typeface="Verdana" panose="020B0604030504040204" pitchFamily="34" charset="0"/>
                <a:ea typeface="Verdana" panose="020B0604030504040204" pitchFamily="34" charset="0"/>
                <a:cs typeface="Verdana" panose="020B0604030504040204" pitchFamily="34" charset="0"/>
              </a:rPr>
              <a:t>Lanco</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World Bank</a:t>
            </a:r>
          </a:p>
        </p:txBody>
      </p:sp>
      <p:cxnSp>
        <p:nvCxnSpPr>
          <p:cNvPr id="16" name="Straight Connector 15"/>
          <p:cNvCxnSpPr/>
          <p:nvPr/>
        </p:nvCxnSpPr>
        <p:spPr>
          <a:xfrm>
            <a:off x="441074" y="3634567"/>
            <a:ext cx="3012484"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F556E423-B8FE-479F-9D4D-D182E8195AF0}"/>
              </a:ext>
            </a:extLst>
          </p:cNvPr>
          <p:cNvSpPr/>
          <p:nvPr/>
        </p:nvSpPr>
        <p:spPr>
          <a:xfrm>
            <a:off x="405558" y="2968526"/>
            <a:ext cx="6096000" cy="600164"/>
          </a:xfrm>
          <a:prstGeom prst="rect">
            <a:avLst/>
          </a:prstGeom>
        </p:spPr>
        <p:txBody>
          <a:bodyPr>
            <a:spAutoFit/>
          </a:bodyPr>
          <a:lstStyle/>
          <a:p>
            <a:pPr marL="0" lvl="1" indent="0">
              <a:buNone/>
              <a:tabLst>
                <a:tab pos="444484" algn="l"/>
              </a:tabLst>
            </a:pPr>
            <a:r>
              <a:rPr lang="en-US" sz="1100" b="1" dirty="0">
                <a:solidFill>
                  <a:srgbClr val="000000"/>
                </a:solidFill>
                <a:latin typeface="Verdana" panose="020B0604030504040204" pitchFamily="34" charset="0"/>
                <a:ea typeface="Verdana" panose="020B0604030504040204" pitchFamily="34" charset="0"/>
                <a:cs typeface="Verdana" panose="020B0604030504040204" pitchFamily="34" charset="0"/>
              </a:rPr>
              <a:t>DID:	 </a:t>
            </a:r>
            <a:r>
              <a:rPr lang="en-US" sz="1100" dirty="0">
                <a:solidFill>
                  <a:srgbClr val="000000"/>
                </a:solidFill>
                <a:latin typeface="Verdana" panose="020B0604030504040204" pitchFamily="34" charset="0"/>
                <a:ea typeface="Verdana" panose="020B0604030504040204" pitchFamily="34" charset="0"/>
                <a:cs typeface="Verdana" panose="020B0604030504040204" pitchFamily="34" charset="0"/>
              </a:rPr>
              <a:t>(91) 124 679 2431	</a:t>
            </a:r>
          </a:p>
          <a:p>
            <a:pPr marL="0" lvl="1" indent="0">
              <a:buNone/>
              <a:tabLst>
                <a:tab pos="444484" algn="l"/>
              </a:tabLst>
            </a:pPr>
            <a:r>
              <a:rPr lang="en-US" sz="1100" b="1" dirty="0">
                <a:solidFill>
                  <a:srgbClr val="000000"/>
                </a:solidFill>
                <a:latin typeface="Verdana" panose="020B0604030504040204" pitchFamily="34" charset="0"/>
                <a:ea typeface="Verdana" panose="020B0604030504040204" pitchFamily="34" charset="0"/>
                <a:cs typeface="Verdana" panose="020B0604030504040204" pitchFamily="34" charset="0"/>
              </a:rPr>
              <a:t>Mobile: </a:t>
            </a:r>
            <a:r>
              <a:rPr lang="en-US" sz="1100" dirty="0">
                <a:solidFill>
                  <a:srgbClr val="000000"/>
                </a:solidFill>
                <a:latin typeface="Verdana" panose="020B0604030504040204" pitchFamily="34" charset="0"/>
                <a:ea typeface="Verdana" panose="020B0604030504040204" pitchFamily="34" charset="0"/>
                <a:cs typeface="Verdana" panose="020B0604030504040204" pitchFamily="34" charset="0"/>
              </a:rPr>
              <a:t>(91) 8826008825	</a:t>
            </a:r>
          </a:p>
          <a:p>
            <a:pPr marL="0" lvl="1" indent="0">
              <a:buNone/>
              <a:tabLst>
                <a:tab pos="444484" algn="l"/>
              </a:tabLst>
            </a:pPr>
            <a:r>
              <a:rPr lang="en-US" sz="1100" b="1" dirty="0">
                <a:solidFill>
                  <a:srgbClr val="000000"/>
                </a:solidFill>
                <a:latin typeface="Verdana" panose="020B0604030504040204" pitchFamily="34" charset="0"/>
                <a:ea typeface="Verdana" panose="020B0604030504040204" pitchFamily="34" charset="0"/>
                <a:cs typeface="Verdana" panose="020B0604030504040204" pitchFamily="34" charset="0"/>
              </a:rPr>
              <a:t>Mail:	</a:t>
            </a:r>
            <a:r>
              <a:rPr lang="en-US" sz="1100" u="sng" dirty="0">
                <a:solidFill>
                  <a:schemeClr val="accent3"/>
                </a:solidFill>
                <a:latin typeface="Verdana" panose="020B0604030504040204" pitchFamily="34" charset="0"/>
                <a:ea typeface="Verdana" panose="020B0604030504040204" pitchFamily="34" charset="0"/>
              </a:rPr>
              <a:t>mohitb@Deloitte.com</a:t>
            </a:r>
          </a:p>
        </p:txBody>
      </p:sp>
      <p:sp>
        <p:nvSpPr>
          <p:cNvPr id="8" name="Text Placeholder 7">
            <a:extLst>
              <a:ext uri="{FF2B5EF4-FFF2-40B4-BE49-F238E27FC236}">
                <a16:creationId xmlns:a16="http://schemas.microsoft.com/office/drawing/2014/main" id="{F47B19FF-6254-4FCE-BBBE-4DC3D9BDBD5C}"/>
              </a:ext>
            </a:extLst>
          </p:cNvPr>
          <p:cNvSpPr txBox="1">
            <a:spLocks/>
          </p:cNvSpPr>
          <p:nvPr/>
        </p:nvSpPr>
        <p:spPr>
          <a:xfrm>
            <a:off x="501651" y="2547363"/>
            <a:ext cx="1625956" cy="593400"/>
          </a:xfrm>
          <a:prstGeom prst="rect">
            <a:avLst/>
          </a:prstGeom>
        </p:spPr>
        <p:txBody>
          <a:bodyPr lIns="0"/>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r>
              <a:rPr lang="en-US" sz="1100" b="1" dirty="0">
                <a:solidFill>
                  <a:srgbClr val="3C8A2E"/>
                </a:solidFill>
                <a:latin typeface="Verdana" panose="020B0604030504040204" pitchFamily="34" charset="0"/>
                <a:ea typeface="Verdana" panose="020B0604030504040204" pitchFamily="34" charset="0"/>
                <a:cs typeface="Verdana" panose="020B0604030504040204" pitchFamily="34" charset="0"/>
              </a:rPr>
              <a:t>Mohit Bhardwaj</a:t>
            </a:r>
            <a:endParaRPr sz="1100" b="1" dirty="0">
              <a:solidFill>
                <a:srgbClr val="3C8A2E"/>
              </a:solidFill>
              <a:latin typeface="Verdana" panose="020B0604030504040204" pitchFamily="34" charset="0"/>
              <a:ea typeface="Verdana" panose="020B0604030504040204" pitchFamily="34" charset="0"/>
              <a:cs typeface="Verdana" panose="020B0604030504040204" pitchFamily="34" charset="0"/>
            </a:endParaRPr>
          </a:p>
          <a:p>
            <a:pPr marL="0" lvl="1" indent="0">
              <a:buNone/>
            </a:pPr>
            <a:r>
              <a:rPr lang="en-IN" sz="1100" b="1" dirty="0">
                <a:solidFill>
                  <a:srgbClr val="00A1DE"/>
                </a:solidFill>
                <a:latin typeface="Verdana" panose="020B0604030504040204" pitchFamily="34" charset="0"/>
                <a:ea typeface="Verdana" panose="020B0604030504040204" pitchFamily="34" charset="0"/>
                <a:cs typeface="Verdana" panose="020B0604030504040204" pitchFamily="34" charset="0"/>
              </a:rPr>
              <a:t>Director</a:t>
            </a:r>
            <a:endParaRPr sz="1100" b="1" dirty="0">
              <a:solidFill>
                <a:srgbClr val="00A1DE"/>
              </a:solidFill>
              <a:latin typeface="Verdana" panose="020B0604030504040204" pitchFamily="34" charset="0"/>
              <a:ea typeface="Verdana" panose="020B0604030504040204" pitchFamily="34" charset="0"/>
              <a:cs typeface="Verdana" panose="020B0604030504040204" pitchFamily="34" charset="0"/>
            </a:endParaRPr>
          </a:p>
        </p:txBody>
      </p:sp>
      <p:pic>
        <p:nvPicPr>
          <p:cNvPr id="11" name="Picture 10">
            <a:extLst>
              <a:ext uri="{FF2B5EF4-FFF2-40B4-BE49-F238E27FC236}">
                <a16:creationId xmlns:a16="http://schemas.microsoft.com/office/drawing/2014/main" id="{71F74667-961C-4AE0-AD05-7F612E399BFD}"/>
              </a:ext>
            </a:extLst>
          </p:cNvPr>
          <p:cNvPicPr>
            <a:picLocks noChangeAspect="1"/>
          </p:cNvPicPr>
          <p:nvPr/>
        </p:nvPicPr>
        <p:blipFill>
          <a:blip r:embed="rId3"/>
          <a:stretch>
            <a:fillRect/>
          </a:stretch>
        </p:blipFill>
        <p:spPr>
          <a:xfrm>
            <a:off x="532131" y="1390013"/>
            <a:ext cx="1174749" cy="1129255"/>
          </a:xfrm>
          <a:prstGeom prst="rect">
            <a:avLst/>
          </a:prstGeom>
        </p:spPr>
      </p:pic>
      <p:sp>
        <p:nvSpPr>
          <p:cNvPr id="12" name="Text Placeholder 2">
            <a:extLst>
              <a:ext uri="{FF2B5EF4-FFF2-40B4-BE49-F238E27FC236}">
                <a16:creationId xmlns:a16="http://schemas.microsoft.com/office/drawing/2014/main" id="{DB8CE2C4-04D4-45BC-8A23-227F1243CBA7}"/>
              </a:ext>
            </a:extLst>
          </p:cNvPr>
          <p:cNvSpPr txBox="1">
            <a:spLocks/>
          </p:cNvSpPr>
          <p:nvPr/>
        </p:nvSpPr>
        <p:spPr>
          <a:xfrm>
            <a:off x="469900" y="736688"/>
            <a:ext cx="11252200" cy="757255"/>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ClrTx/>
              <a:buSzPct val="100000"/>
              <a:buFont typeface="Arial" panose="020B0604020202020204" pitchFamily="34" charset="0"/>
              <a:buNone/>
              <a:defRPr sz="2000" b="0" kern="1200">
                <a:solidFill>
                  <a:srgbClr val="575757"/>
                </a:solidFill>
                <a:latin typeface="+mn-lt"/>
                <a:ea typeface="+mn-ea"/>
                <a:cs typeface="+mn-cs"/>
              </a:defRPr>
            </a:lvl1pPr>
            <a:lvl2pPr marL="0" indent="0" algn="l" defTabSz="1219170" rtl="0" eaLnBrk="1" latinLnBrk="0" hangingPunct="1">
              <a:spcBef>
                <a:spcPts val="0"/>
              </a:spcBef>
              <a:spcAft>
                <a:spcPts val="1333"/>
              </a:spcAft>
              <a:buClrTx/>
              <a:buSzPct val="100000"/>
              <a:buFont typeface="Arial" panose="020B0604020202020204" pitchFamily="34" charset="0"/>
              <a:buChar char="​"/>
              <a:defRPr lang="en-US" sz="1200" b="1" kern="1200" dirty="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2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9pPr>
          </a:lstStyle>
          <a:p>
            <a:r>
              <a:rPr lang="en-US" sz="2400" dirty="0"/>
              <a:t>Team Leader: Mohit Bhardwaj</a:t>
            </a:r>
            <a:endParaRPr lang="en-IN" sz="2400" dirty="0"/>
          </a:p>
        </p:txBody>
      </p:sp>
      <p:sp>
        <p:nvSpPr>
          <p:cNvPr id="17" name="Title 1">
            <a:extLst>
              <a:ext uri="{FF2B5EF4-FFF2-40B4-BE49-F238E27FC236}">
                <a16:creationId xmlns:a16="http://schemas.microsoft.com/office/drawing/2014/main" id="{EAC2449F-A6C2-4AAB-8FF6-62F9725B13D7}"/>
              </a:ext>
            </a:extLst>
          </p:cNvPr>
          <p:cNvSpPr txBox="1">
            <a:spLocks/>
          </p:cNvSpPr>
          <p:nvPr/>
        </p:nvSpPr>
        <p:spPr bwMode="gray">
          <a:xfrm>
            <a:off x="469900" y="402586"/>
            <a:ext cx="11252200" cy="698501"/>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pPr lvl="0">
              <a:defRPr/>
            </a:pPr>
            <a:r>
              <a:rPr lang="en-IN" dirty="0"/>
              <a:t>Core Team (BRPL)</a:t>
            </a:r>
            <a:endParaRPr kumimoji="0" lang="en-IN" sz="2000" b="0" i="0" u="none" strike="noStrike" kern="1200" cap="none" spc="0" normalizeH="0" baseline="0" noProof="0" dirty="0">
              <a:ln>
                <a:noFill/>
              </a:ln>
              <a:solidFill>
                <a:srgbClr val="000000"/>
              </a:solidFill>
              <a:effectLst/>
              <a:uLnTx/>
              <a:uFillTx/>
              <a:latin typeface="Verdana"/>
              <a:ea typeface="+mj-ea"/>
              <a:cs typeface="+mj-cs"/>
            </a:endParaRPr>
          </a:p>
        </p:txBody>
      </p:sp>
    </p:spTree>
    <p:extLst>
      <p:ext uri="{BB962C8B-B14F-4D97-AF65-F5344CB8AC3E}">
        <p14:creationId xmlns:p14="http://schemas.microsoft.com/office/powerpoint/2010/main" val="24961965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40"/>
          <p:cNvSpPr txBox="1">
            <a:spLocks/>
          </p:cNvSpPr>
          <p:nvPr/>
        </p:nvSpPr>
        <p:spPr>
          <a:xfrm>
            <a:off x="6286546" y="2828986"/>
            <a:ext cx="5421630" cy="3248836"/>
          </a:xfrm>
          <a:prstGeom prst="rect">
            <a:avLst/>
          </a:prstGeom>
        </p:spPr>
        <p:txBody>
          <a:bodyPr lIns="0" tIns="0"/>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pPr marL="0" lvl="3" indent="0" algn="just">
              <a:spcAft>
                <a:spcPts val="1200"/>
              </a:spcAft>
              <a:buNone/>
            </a:pPr>
            <a:r>
              <a:rPr lang="en-US" sz="1200" b="1" dirty="0">
                <a:solidFill>
                  <a:schemeClr val="accent3"/>
                </a:solidFill>
                <a:ea typeface="Verdana" panose="020B0604030504040204" pitchFamily="34" charset="0"/>
                <a:cs typeface="Verdana" panose="020B0604030504040204" pitchFamily="34" charset="0"/>
              </a:rPr>
              <a:t>Select Experience:</a:t>
            </a:r>
            <a:endParaRPr lang="en-IN" sz="1200" b="1" dirty="0">
              <a:solidFill>
                <a:schemeClr val="accent3"/>
              </a:solidFill>
            </a:endParaRPr>
          </a:p>
          <a:p>
            <a:pPr marL="342900" lvl="3" indent="-342900" algn="just">
              <a:lnSpc>
                <a:spcPct val="107000"/>
              </a:lnSpc>
              <a:spcAft>
                <a:spcPts val="0"/>
              </a:spcAft>
              <a:buFont typeface="Symbol" panose="05050102010706020507" pitchFamily="18" charset="2"/>
              <a:buChar char=""/>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Preparation of Business Plan and Multi Year Tariff Petition for </a:t>
            </a:r>
            <a:r>
              <a:rPr lang="en-US" sz="1200" dirty="0">
                <a:solidFill>
                  <a:schemeClr val="tx1"/>
                </a:solidFill>
                <a:latin typeface="Verdana" panose="020B0604030504040204" pitchFamily="34" charset="0"/>
                <a:ea typeface="Verdana" panose="020B0604030504040204" pitchFamily="34" charset="0"/>
              </a:rPr>
              <a:t>Uttarakhand Jal Vidyut Nigam Limited (UJVNL)</a:t>
            </a:r>
          </a:p>
          <a:p>
            <a:pPr marL="342900" lvl="3" indent="-342900" algn="just">
              <a:lnSpc>
                <a:spcPct val="107000"/>
              </a:lnSpc>
              <a:spcAft>
                <a:spcPts val="0"/>
              </a:spcAft>
              <a:buFont typeface="Symbol" panose="05050102010706020507" pitchFamily="18" charset="2"/>
              <a:buChar char=""/>
            </a:pPr>
            <a:r>
              <a:rPr lang="en-US" sz="1200" dirty="0">
                <a:solidFill>
                  <a:schemeClr val="tx1"/>
                </a:solidFill>
                <a:latin typeface="Verdana" panose="020B0604030504040204" pitchFamily="34" charset="0"/>
                <a:ea typeface="Verdana" panose="020B0604030504040204" pitchFamily="34" charset="0"/>
              </a:rPr>
              <a:t>Enhancing Financial Sustainability of the Power Sector in Laos PDR </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and Developing a Suitable Tariff Regime, World Bank</a:t>
            </a:r>
          </a:p>
          <a:p>
            <a:pPr marL="342900" lvl="3" indent="-342900" algn="just">
              <a:lnSpc>
                <a:spcPct val="107000"/>
              </a:lnSpc>
              <a:spcAft>
                <a:spcPts val="0"/>
              </a:spcAft>
              <a:buFont typeface="Symbol" panose="05050102010706020507" pitchFamily="18" charset="2"/>
              <a:buChar char=""/>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Nepal Power Sector Financial Analysis and Viability Action Plan, World Bank</a:t>
            </a:r>
          </a:p>
          <a:p>
            <a:pPr marL="342900" lvl="3" indent="-342900" algn="just">
              <a:lnSpc>
                <a:spcPct val="107000"/>
              </a:lnSpc>
              <a:spcAft>
                <a:spcPts val="0"/>
              </a:spcAft>
              <a:buFont typeface="Symbol" panose="05050102010706020507" pitchFamily="18" charset="2"/>
              <a:buChar char=""/>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Development of Long Term Growth Strategy in power T&amp;D business for a large business conglomerate</a:t>
            </a:r>
          </a:p>
          <a:p>
            <a:pPr marL="342900" lvl="3" indent="-342900" algn="just">
              <a:lnSpc>
                <a:spcPct val="107000"/>
              </a:lnSpc>
              <a:spcAft>
                <a:spcPts val="0"/>
              </a:spcAft>
              <a:buFont typeface="Symbol" panose="05050102010706020507" pitchFamily="18" charset="2"/>
              <a:buChar char=""/>
            </a:pPr>
            <a:r>
              <a:rPr lang="en-US" sz="1200" dirty="0">
                <a:solidFill>
                  <a:schemeClr val="tx1"/>
                </a:solidFill>
                <a:ea typeface="Verdana" panose="020B0604030504040204" pitchFamily="34" charset="0"/>
                <a:cs typeface="Verdana" panose="020B0604030504040204" pitchFamily="34" charset="0"/>
              </a:rPr>
              <a:t>Assessment of Business Opportunities in Electricity Distribution Sector in India, WEC India</a:t>
            </a:r>
          </a:p>
          <a:p>
            <a:pPr marL="342900" lvl="3" indent="-342900" algn="just">
              <a:lnSpc>
                <a:spcPct val="107000"/>
              </a:lnSpc>
              <a:spcAft>
                <a:spcPts val="0"/>
              </a:spcAft>
              <a:buFont typeface="Symbol" panose="05050102010706020507" pitchFamily="18" charset="2"/>
              <a:buChar char=""/>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Benchmarking of T&amp;D utilities in Sri Lanka for Public Utilities Commission of Sri Lanka (PUCSL)</a:t>
            </a:r>
          </a:p>
          <a:p>
            <a:pPr marL="342900" lvl="3" indent="-342900" algn="just">
              <a:lnSpc>
                <a:spcPct val="107000"/>
              </a:lnSpc>
              <a:spcAft>
                <a:spcPts val="0"/>
              </a:spcAft>
              <a:buFont typeface="Symbol" panose="05050102010706020507" pitchFamily="18" charset="2"/>
              <a:buChar char=""/>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Capital cost review and tariff determination for small hydro power plant, HPERC</a:t>
            </a:r>
          </a:p>
          <a:p>
            <a:pPr marL="342900" lvl="3" indent="-342900" algn="just">
              <a:lnSpc>
                <a:spcPct val="107000"/>
              </a:lnSpc>
              <a:spcAft>
                <a:spcPts val="0"/>
              </a:spcAft>
              <a:buFont typeface="Symbol" panose="05050102010706020507" pitchFamily="18" charset="2"/>
              <a:buChar char=""/>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Assistance to Power Grid in entering the distribution line business in CESU’s area of supply in Odisha</a:t>
            </a:r>
          </a:p>
          <a:p>
            <a:pPr marL="342900" lvl="3" indent="-342900" algn="just">
              <a:lnSpc>
                <a:spcPct val="107000"/>
              </a:lnSpc>
              <a:spcAft>
                <a:spcPts val="0"/>
              </a:spcAft>
              <a:buFont typeface="Symbol" panose="05050102010706020507" pitchFamily="18" charset="2"/>
              <a:buChar char=""/>
            </a:pPr>
            <a:endPar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marL="342900" lvl="3" indent="-342900" algn="just">
              <a:lnSpc>
                <a:spcPct val="107000"/>
              </a:lnSpc>
              <a:spcAft>
                <a:spcPts val="0"/>
              </a:spcAft>
              <a:buFont typeface="Symbol" panose="05050102010706020507" pitchFamily="18" charset="2"/>
              <a:buChar char=""/>
            </a:pPr>
            <a:endPar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marL="171450" lvl="3" indent="-171450" algn="just">
              <a:spcAft>
                <a:spcPts val="1200"/>
              </a:spcAft>
            </a:pPr>
            <a:endPar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marL="171450" lvl="3" indent="-171450" algn="just">
              <a:spcAft>
                <a:spcPts val="1200"/>
              </a:spcAft>
            </a:pPr>
            <a:endPar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marL="171450" lvl="3" indent="-171450" algn="just">
              <a:spcAft>
                <a:spcPts val="1200"/>
              </a:spcAft>
            </a:pPr>
            <a:endParaRPr lang="en-IN" sz="1200" dirty="0">
              <a:solidFill>
                <a:schemeClr val="tx1"/>
              </a:solidFill>
              <a:ea typeface="Verdana" panose="020B0604030504040204" pitchFamily="34" charset="0"/>
            </a:endParaRPr>
          </a:p>
          <a:p>
            <a:pPr marL="0" lvl="3" indent="0" algn="just">
              <a:spcAft>
                <a:spcPts val="1200"/>
              </a:spcAft>
              <a:buNone/>
            </a:pPr>
            <a:endParaRPr lang="en-US" sz="1200" dirty="0">
              <a:solidFill>
                <a:schemeClr val="tx1"/>
              </a:solidFill>
              <a:ea typeface="Verdana" panose="020B0604030504040204" pitchFamily="34" charset="0"/>
              <a:cs typeface="Verdana" panose="020B0604030504040204" pitchFamily="34" charset="0"/>
            </a:endParaRPr>
          </a:p>
        </p:txBody>
      </p:sp>
      <p:sp>
        <p:nvSpPr>
          <p:cNvPr id="15" name="Text Placeholder 21"/>
          <p:cNvSpPr txBox="1">
            <a:spLocks/>
          </p:cNvSpPr>
          <p:nvPr/>
        </p:nvSpPr>
        <p:spPr>
          <a:xfrm>
            <a:off x="6296708" y="1498680"/>
            <a:ext cx="4198166" cy="1277918"/>
          </a:xfrm>
          <a:prstGeom prst="rect">
            <a:avLst/>
          </a:prstGeom>
          <a:solidFill>
            <a:schemeClr val="accent3">
              <a:lumMod val="20000"/>
              <a:lumOff val="80000"/>
            </a:schemeClr>
          </a:solidFill>
        </p:spPr>
        <p:txBody>
          <a:bodyPr lIns="72000" rIns="71114"/>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Area of Expertise:</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Regulatory Economics, market assessment, research, business analytics </a:t>
            </a:r>
          </a:p>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Education:</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BE, MBA</a:t>
            </a:r>
          </a:p>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Key Clients:</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Adani, GMR, HPERC, FOR, World Bank</a:t>
            </a:r>
          </a:p>
        </p:txBody>
      </p:sp>
      <p:cxnSp>
        <p:nvCxnSpPr>
          <p:cNvPr id="16" name="Straight Connector 15"/>
          <p:cNvCxnSpPr>
            <a:cxnSpLocks/>
          </p:cNvCxnSpPr>
          <p:nvPr/>
        </p:nvCxnSpPr>
        <p:spPr>
          <a:xfrm>
            <a:off x="6296708" y="1438723"/>
            <a:ext cx="4198167" cy="33983"/>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Title 2">
            <a:extLst>
              <a:ext uri="{FF2B5EF4-FFF2-40B4-BE49-F238E27FC236}">
                <a16:creationId xmlns:a16="http://schemas.microsoft.com/office/drawing/2014/main" id="{742220EA-F3F2-4BD4-A1EA-8083B96FAE8A}"/>
              </a:ext>
            </a:extLst>
          </p:cNvPr>
          <p:cNvSpPr txBox="1">
            <a:spLocks/>
          </p:cNvSpPr>
          <p:nvPr/>
        </p:nvSpPr>
        <p:spPr bwMode="gray">
          <a:xfrm>
            <a:off x="6420713" y="1018349"/>
            <a:ext cx="2576648" cy="431163"/>
          </a:xfrm>
          <a:prstGeom prst="rect">
            <a:avLst/>
          </a:prstGeom>
        </p:spPr>
        <p:txBody>
          <a:bodyPr vert="horz" lIns="0" tIns="0" rIns="0" bIns="0" rtlCol="0" anchor="t" anchorCtr="0">
            <a:noAutofit/>
          </a:bodyPr>
          <a:lstStyle>
            <a:lvl1pPr algn="l" defTabSz="914400" rtl="0" eaLnBrk="1" latinLnBrk="0" hangingPunct="1">
              <a:spcBef>
                <a:spcPct val="0"/>
              </a:spcBef>
              <a:buNone/>
              <a:defRPr sz="2000" kern="1200">
                <a:solidFill>
                  <a:schemeClr val="tx1"/>
                </a:solidFill>
                <a:latin typeface="+mj-lt"/>
                <a:ea typeface="+mj-ea"/>
                <a:cs typeface="+mj-cs"/>
              </a:defRPr>
            </a:lvl1pPr>
          </a:lstStyle>
          <a:p>
            <a:r>
              <a:rPr lang="en-US" sz="1800" dirty="0"/>
              <a:t>Rajat Goel</a:t>
            </a:r>
          </a:p>
        </p:txBody>
      </p:sp>
      <p:cxnSp>
        <p:nvCxnSpPr>
          <p:cNvPr id="8" name="Straight Connector 7">
            <a:extLst>
              <a:ext uri="{FF2B5EF4-FFF2-40B4-BE49-F238E27FC236}">
                <a16:creationId xmlns:a16="http://schemas.microsoft.com/office/drawing/2014/main" id="{13DE173A-90B9-42E3-8816-018729DA52A0}"/>
              </a:ext>
            </a:extLst>
          </p:cNvPr>
          <p:cNvCxnSpPr>
            <a:cxnSpLocks/>
          </p:cNvCxnSpPr>
          <p:nvPr/>
        </p:nvCxnSpPr>
        <p:spPr>
          <a:xfrm>
            <a:off x="6286546" y="2803013"/>
            <a:ext cx="4208328" cy="25973"/>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51029D0A-644A-47B2-B49E-3D895654573A}"/>
              </a:ext>
            </a:extLst>
          </p:cNvPr>
          <p:cNvSpPr/>
          <p:nvPr/>
        </p:nvSpPr>
        <p:spPr bwMode="gray">
          <a:xfrm>
            <a:off x="6162903" y="789302"/>
            <a:ext cx="5791200" cy="5547360"/>
          </a:xfrm>
          <a:prstGeom prst="rect">
            <a:avLst/>
          </a:prstGeom>
          <a:noFill/>
          <a:ln w="12700" algn="ctr">
            <a:solidFill>
              <a:schemeClr val="tx1"/>
            </a:solidFill>
            <a:prstDash val="dashDot"/>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pic>
        <p:nvPicPr>
          <p:cNvPr id="22" name="Picture 21">
            <a:extLst>
              <a:ext uri="{FF2B5EF4-FFF2-40B4-BE49-F238E27FC236}">
                <a16:creationId xmlns:a16="http://schemas.microsoft.com/office/drawing/2014/main" id="{9A470652-5B39-489A-B9F2-83E2E7A889B2}"/>
              </a:ext>
            </a:extLst>
          </p:cNvPr>
          <p:cNvPicPr>
            <a:picLocks noChangeAspect="1"/>
          </p:cNvPicPr>
          <p:nvPr/>
        </p:nvPicPr>
        <p:blipFill rotWithShape="1">
          <a:blip r:embed="rId3">
            <a:extLst>
              <a:ext uri="{28A0092B-C50C-407E-A947-70E740481C1C}">
                <a14:useLocalDpi xmlns:a14="http://schemas.microsoft.com/office/drawing/2010/main" val="0"/>
              </a:ext>
            </a:extLst>
          </a:blip>
          <a:srcRect l="5549" r="7808" b="29911"/>
          <a:stretch/>
        </p:blipFill>
        <p:spPr>
          <a:xfrm>
            <a:off x="10566849" y="1472706"/>
            <a:ext cx="1141327" cy="1356280"/>
          </a:xfrm>
          <a:prstGeom prst="rect">
            <a:avLst/>
          </a:prstGeom>
          <a:ln>
            <a:noFill/>
          </a:ln>
        </p:spPr>
      </p:pic>
      <p:sp>
        <p:nvSpPr>
          <p:cNvPr id="23" name="Text Placeholder 40">
            <a:extLst>
              <a:ext uri="{FF2B5EF4-FFF2-40B4-BE49-F238E27FC236}">
                <a16:creationId xmlns:a16="http://schemas.microsoft.com/office/drawing/2014/main" id="{45C1C882-ED4B-4A33-8126-E7143EBBA021}"/>
              </a:ext>
            </a:extLst>
          </p:cNvPr>
          <p:cNvSpPr txBox="1">
            <a:spLocks/>
          </p:cNvSpPr>
          <p:nvPr/>
        </p:nvSpPr>
        <p:spPr>
          <a:xfrm>
            <a:off x="470445" y="2811143"/>
            <a:ext cx="5421630" cy="3584063"/>
          </a:xfrm>
          <a:prstGeom prst="rect">
            <a:avLst/>
          </a:prstGeom>
        </p:spPr>
        <p:txBody>
          <a:bodyPr lIns="0" tIns="0"/>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pPr marL="0" lvl="3" indent="0" algn="just">
              <a:spcAft>
                <a:spcPts val="1200"/>
              </a:spcAft>
              <a:buNone/>
            </a:pPr>
            <a:r>
              <a:rPr lang="en-US" sz="1200" b="1" dirty="0">
                <a:solidFill>
                  <a:schemeClr val="accent3"/>
                </a:solidFill>
                <a:ea typeface="Verdana" panose="020B0604030504040204" pitchFamily="34" charset="0"/>
                <a:cs typeface="Verdana" panose="020B0604030504040204" pitchFamily="34" charset="0"/>
              </a:rPr>
              <a:t>Select Experience:</a:t>
            </a:r>
            <a:endParaRPr lang="en-IN" sz="1200" b="1" dirty="0">
              <a:solidFill>
                <a:schemeClr val="accent3"/>
              </a:solidFill>
            </a:endParaRPr>
          </a:p>
          <a:p>
            <a:pPr marL="342900" indent="-342900" algn="just">
              <a:lnSpc>
                <a:spcPct val="107000"/>
              </a:lnSpc>
              <a:spcAft>
                <a:spcPts val="0"/>
              </a:spcAft>
              <a:buFont typeface="Symbol" panose="05050102010706020507" pitchFamily="18" charset="2"/>
              <a:buChar char=""/>
            </a:pPr>
            <a:r>
              <a:rPr lang="en-US" sz="1200" dirty="0">
                <a:solidFill>
                  <a:schemeClr val="tx1"/>
                </a:solidFill>
                <a:latin typeface="Verdana" panose="020B0604030504040204" pitchFamily="34" charset="0"/>
                <a:ea typeface="Verdana" panose="020B0604030504040204" pitchFamily="34" charset="0"/>
              </a:rPr>
              <a:t>Assistance in framing of Tariff Regulations for Generation Business, Open Access Regulations, Deviation Settlement Mechanism Regulations and Forecasting and Scheduling for Solar and Wind Regulations for the State of Odisha</a:t>
            </a:r>
          </a:p>
          <a:p>
            <a:pPr marL="342900" indent="-342900" algn="just">
              <a:lnSpc>
                <a:spcPct val="107000"/>
              </a:lnSpc>
              <a:spcAft>
                <a:spcPts val="0"/>
              </a:spcAft>
              <a:buFont typeface="Symbol" panose="05050102010706020507" pitchFamily="18" charset="2"/>
              <a:buChar char=""/>
            </a:pPr>
            <a:r>
              <a:rPr lang="en-US" sz="1200" dirty="0">
                <a:solidFill>
                  <a:schemeClr val="tx1"/>
                </a:solidFill>
                <a:latin typeface="Verdana" panose="020B0604030504040204" pitchFamily="34" charset="0"/>
                <a:ea typeface="Verdana" panose="020B0604030504040204" pitchFamily="34" charset="0"/>
              </a:rPr>
              <a:t>Assistance in issuance of Business Plan and MYT Order for Generation, Transmission, Distribution and SLDC company, Issuance of APR Orders, Review and Appeal matters, etc. </a:t>
            </a:r>
          </a:p>
          <a:p>
            <a:pPr marL="342900" indent="-342900" algn="just">
              <a:lnSpc>
                <a:spcPct val="107000"/>
              </a:lnSpc>
              <a:spcAft>
                <a:spcPts val="0"/>
              </a:spcAft>
              <a:buFont typeface="Symbol" panose="05050102010706020507" pitchFamily="18" charset="2"/>
              <a:buChar char=""/>
            </a:pPr>
            <a:r>
              <a:rPr lang="en-US" sz="1200" dirty="0">
                <a:solidFill>
                  <a:schemeClr val="tx1"/>
                </a:solidFill>
                <a:latin typeface="Verdana" panose="020B0604030504040204" pitchFamily="34" charset="0"/>
                <a:ea typeface="Verdana" panose="020B0604030504040204" pitchFamily="34" charset="0"/>
              </a:rPr>
              <a:t>Preparation of Business Plan and Multi Year Tariff Petition of UPCL for the Control Period FY 2019-20 to FY 2021-22</a:t>
            </a:r>
          </a:p>
          <a:p>
            <a:pPr marL="342900" indent="-342900" algn="just">
              <a:lnSpc>
                <a:spcPct val="107000"/>
              </a:lnSpc>
              <a:spcAft>
                <a:spcPts val="0"/>
              </a:spcAft>
              <a:buFont typeface="Symbol" panose="05050102010706020507" pitchFamily="18" charset="2"/>
              <a:buChar char=""/>
            </a:pPr>
            <a:r>
              <a:rPr lang="en-US" sz="1200" dirty="0">
                <a:solidFill>
                  <a:schemeClr val="tx1"/>
                </a:solidFill>
                <a:latin typeface="Verdana" panose="020B0604030504040204" pitchFamily="34" charset="0"/>
                <a:ea typeface="Verdana" panose="020B0604030504040204" pitchFamily="34" charset="0"/>
              </a:rPr>
              <a:t>Review of Open Access in Distribution across ten states in India</a:t>
            </a:r>
          </a:p>
          <a:p>
            <a:pPr marL="342900" indent="-342900" algn="just">
              <a:lnSpc>
                <a:spcPct val="107000"/>
              </a:lnSpc>
              <a:spcAft>
                <a:spcPts val="0"/>
              </a:spcAft>
              <a:buFont typeface="Symbol" panose="05050102010706020507" pitchFamily="18" charset="2"/>
              <a:buChar char=""/>
            </a:pPr>
            <a:r>
              <a:rPr lang="en-US" sz="1200" dirty="0">
                <a:solidFill>
                  <a:schemeClr val="tx1"/>
                </a:solidFill>
                <a:latin typeface="Verdana" panose="020B0604030504040204" pitchFamily="34" charset="0"/>
                <a:ea typeface="Verdana" panose="020B0604030504040204" pitchFamily="34" charset="0"/>
              </a:rPr>
              <a:t>Preparation of comments/ suggestions on Draft CERC (Terms and Conditions of Tariff) Regulations, 2019 issued by CERC</a:t>
            </a:r>
          </a:p>
          <a:p>
            <a:pPr marL="342900" indent="-342900" algn="just">
              <a:lnSpc>
                <a:spcPct val="107000"/>
              </a:lnSpc>
              <a:spcAft>
                <a:spcPts val="0"/>
              </a:spcAft>
              <a:buFont typeface="Symbol" panose="05050102010706020507" pitchFamily="18" charset="2"/>
              <a:buChar char=""/>
            </a:pPr>
            <a:r>
              <a:rPr lang="en-US" sz="1200" dirty="0">
                <a:solidFill>
                  <a:schemeClr val="tx1"/>
                </a:solidFill>
                <a:latin typeface="Verdana" panose="020B0604030504040204" pitchFamily="34" charset="0"/>
                <a:ea typeface="Verdana" panose="020B0604030504040204" pitchFamily="34" charset="0"/>
              </a:rPr>
              <a:t>Preparation of Tariff Order based on the review of Petition by the Union Territories of  Andaman and Nicobar and Lakshadweep</a:t>
            </a:r>
          </a:p>
          <a:p>
            <a:pPr marL="342900" indent="-342900" algn="just">
              <a:lnSpc>
                <a:spcPct val="107000"/>
              </a:lnSpc>
              <a:spcAft>
                <a:spcPts val="0"/>
              </a:spcAft>
              <a:buFont typeface="Symbol" panose="05050102010706020507" pitchFamily="18" charset="2"/>
              <a:buChar char=""/>
            </a:pPr>
            <a:r>
              <a:rPr lang="en-US" sz="1200" dirty="0">
                <a:solidFill>
                  <a:schemeClr val="tx1"/>
                </a:solidFill>
                <a:latin typeface="Verdana" panose="020B0604030504040204" pitchFamily="34" charset="0"/>
                <a:ea typeface="Verdana" panose="020B0604030504040204" pitchFamily="34" charset="0"/>
              </a:rPr>
              <a:t>Regulatory Assistance to the HPERC  on Tariff Related Matters for the 3rd Control Period from FY 2014-15 to FY 2018-19</a:t>
            </a:r>
          </a:p>
          <a:p>
            <a:pPr marL="342900" indent="-342900" algn="just">
              <a:lnSpc>
                <a:spcPct val="107000"/>
              </a:lnSpc>
              <a:spcAft>
                <a:spcPts val="0"/>
              </a:spcAft>
              <a:buFont typeface="Symbol" panose="05050102010706020507" pitchFamily="18" charset="2"/>
              <a:buChar char=""/>
            </a:pPr>
            <a:endParaRPr lang="en-IN" sz="1200" dirty="0">
              <a:solidFill>
                <a:schemeClr val="tx1"/>
              </a:solidFill>
              <a:latin typeface="Verdana" panose="020B0604030504040204" pitchFamily="34" charset="0"/>
              <a:ea typeface="Verdana" panose="020B0604030504040204" pitchFamily="34" charset="0"/>
            </a:endParaRPr>
          </a:p>
          <a:p>
            <a:pPr marL="342900" lvl="0" indent="-342900" algn="just">
              <a:lnSpc>
                <a:spcPct val="107000"/>
              </a:lnSpc>
              <a:spcAft>
                <a:spcPts val="0"/>
              </a:spcAft>
              <a:buFont typeface="Symbol" panose="05050102010706020507" pitchFamily="18" charset="2"/>
              <a:buChar char=""/>
            </a:pPr>
            <a:endParaRPr lang="en-IN" sz="1200" dirty="0">
              <a:solidFill>
                <a:schemeClr val="tx1"/>
              </a:solidFill>
              <a:latin typeface="Verdana" panose="020B0604030504040204" pitchFamily="34" charset="0"/>
              <a:ea typeface="Verdana" panose="020B0604030504040204" pitchFamily="34" charset="0"/>
            </a:endParaRPr>
          </a:p>
          <a:p>
            <a:pPr marL="171450" lvl="3" indent="-171450" algn="just">
              <a:spcAft>
                <a:spcPts val="1200"/>
              </a:spcAft>
            </a:pPr>
            <a:endParaRPr lang="en-IN" sz="1200" dirty="0">
              <a:solidFill>
                <a:schemeClr val="tx1"/>
              </a:solidFill>
              <a:ea typeface="Verdana" panose="020B0604030504040204" pitchFamily="34" charset="0"/>
            </a:endParaRPr>
          </a:p>
          <a:p>
            <a:pPr marL="0" lvl="3" indent="0" algn="just">
              <a:spcAft>
                <a:spcPts val="1200"/>
              </a:spcAft>
              <a:buNone/>
            </a:pPr>
            <a:endParaRPr lang="en-US" sz="1200" dirty="0">
              <a:solidFill>
                <a:schemeClr val="tx1"/>
              </a:solidFill>
              <a:ea typeface="Verdana" panose="020B0604030504040204" pitchFamily="34" charset="0"/>
              <a:cs typeface="Verdana" panose="020B0604030504040204" pitchFamily="34" charset="0"/>
            </a:endParaRPr>
          </a:p>
        </p:txBody>
      </p:sp>
      <p:sp>
        <p:nvSpPr>
          <p:cNvPr id="24" name="Text Placeholder 21">
            <a:extLst>
              <a:ext uri="{FF2B5EF4-FFF2-40B4-BE49-F238E27FC236}">
                <a16:creationId xmlns:a16="http://schemas.microsoft.com/office/drawing/2014/main" id="{345095D2-C40D-4D84-BE61-3BC6A53B6F06}"/>
              </a:ext>
            </a:extLst>
          </p:cNvPr>
          <p:cNvSpPr txBox="1">
            <a:spLocks/>
          </p:cNvSpPr>
          <p:nvPr/>
        </p:nvSpPr>
        <p:spPr>
          <a:xfrm>
            <a:off x="458350" y="1438723"/>
            <a:ext cx="4233230" cy="1349623"/>
          </a:xfrm>
          <a:prstGeom prst="rect">
            <a:avLst/>
          </a:prstGeom>
          <a:solidFill>
            <a:schemeClr val="accent3">
              <a:lumMod val="20000"/>
              <a:lumOff val="80000"/>
            </a:schemeClr>
          </a:solidFill>
        </p:spPr>
        <p:txBody>
          <a:bodyPr lIns="72000" rIns="71114"/>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Area of Expertise:</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Regulatory Economics, ARR and Tariff filing/order, Policy and Regulation</a:t>
            </a:r>
          </a:p>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Education:</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B.com, MBA (Finance)</a:t>
            </a:r>
          </a:p>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Key Clients: </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OERC, HPERC, UPCL, FOR, UPCL, JERC, PTCUL, CSERC, WBPDCL, AERC, ABITA, AVVNL, </a:t>
            </a:r>
            <a:r>
              <a:rPr lang="en-US" sz="1100" dirty="0" err="1">
                <a:solidFill>
                  <a:schemeClr val="tx1"/>
                </a:solidFill>
                <a:latin typeface="Verdana" panose="020B0604030504040204" pitchFamily="34" charset="0"/>
                <a:ea typeface="Verdana" panose="020B0604030504040204" pitchFamily="34" charset="0"/>
                <a:cs typeface="Verdana" panose="020B0604030504040204" pitchFamily="34" charset="0"/>
              </a:rPr>
              <a:t>JdVVNL</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JVVNL, RECTPCL, UPPCL</a:t>
            </a:r>
          </a:p>
        </p:txBody>
      </p:sp>
      <p:cxnSp>
        <p:nvCxnSpPr>
          <p:cNvPr id="25" name="Straight Connector 24">
            <a:extLst>
              <a:ext uri="{FF2B5EF4-FFF2-40B4-BE49-F238E27FC236}">
                <a16:creationId xmlns:a16="http://schemas.microsoft.com/office/drawing/2014/main" id="{6DED038C-01EE-42DA-B03A-0FB226F6ABF9}"/>
              </a:ext>
            </a:extLst>
          </p:cNvPr>
          <p:cNvCxnSpPr>
            <a:cxnSpLocks/>
          </p:cNvCxnSpPr>
          <p:nvPr/>
        </p:nvCxnSpPr>
        <p:spPr>
          <a:xfrm>
            <a:off x="465909" y="1378067"/>
            <a:ext cx="4233230" cy="3048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6" name="Title 2">
            <a:extLst>
              <a:ext uri="{FF2B5EF4-FFF2-40B4-BE49-F238E27FC236}">
                <a16:creationId xmlns:a16="http://schemas.microsoft.com/office/drawing/2014/main" id="{B56FC3F6-62DD-4A3A-A293-522C329AABFC}"/>
              </a:ext>
            </a:extLst>
          </p:cNvPr>
          <p:cNvSpPr txBox="1">
            <a:spLocks/>
          </p:cNvSpPr>
          <p:nvPr/>
        </p:nvSpPr>
        <p:spPr bwMode="gray">
          <a:xfrm>
            <a:off x="465909" y="940649"/>
            <a:ext cx="2576648" cy="431163"/>
          </a:xfrm>
          <a:prstGeom prst="rect">
            <a:avLst/>
          </a:prstGeom>
        </p:spPr>
        <p:txBody>
          <a:bodyPr vert="horz" lIns="0" tIns="0" rIns="0" bIns="0" rtlCol="0" anchor="t" anchorCtr="0">
            <a:noAutofit/>
          </a:bodyPr>
          <a:lstStyle>
            <a:lvl1pPr algn="l" defTabSz="914400" rtl="0" eaLnBrk="1" latinLnBrk="0" hangingPunct="1">
              <a:spcBef>
                <a:spcPct val="0"/>
              </a:spcBef>
              <a:buNone/>
              <a:defRPr sz="2000" kern="1200">
                <a:solidFill>
                  <a:schemeClr val="tx1"/>
                </a:solidFill>
                <a:latin typeface="+mj-lt"/>
                <a:ea typeface="+mj-ea"/>
                <a:cs typeface="+mj-cs"/>
              </a:defRPr>
            </a:lvl1pPr>
          </a:lstStyle>
          <a:p>
            <a:r>
              <a:rPr lang="en-US" sz="1800" dirty="0"/>
              <a:t>Amit Goenka</a:t>
            </a:r>
          </a:p>
        </p:txBody>
      </p:sp>
      <p:cxnSp>
        <p:nvCxnSpPr>
          <p:cNvPr id="27" name="Straight Connector 26">
            <a:extLst>
              <a:ext uri="{FF2B5EF4-FFF2-40B4-BE49-F238E27FC236}">
                <a16:creationId xmlns:a16="http://schemas.microsoft.com/office/drawing/2014/main" id="{7D97D1EE-6DE2-4E5E-89F5-2430F12F0E3E}"/>
              </a:ext>
            </a:extLst>
          </p:cNvPr>
          <p:cNvCxnSpPr>
            <a:cxnSpLocks/>
          </p:cNvCxnSpPr>
          <p:nvPr/>
        </p:nvCxnSpPr>
        <p:spPr>
          <a:xfrm>
            <a:off x="470445" y="2788346"/>
            <a:ext cx="4228694"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99A17852-6247-46D6-ACA7-62A2815DF8CA}"/>
              </a:ext>
            </a:extLst>
          </p:cNvPr>
          <p:cNvSpPr/>
          <p:nvPr/>
        </p:nvSpPr>
        <p:spPr bwMode="gray">
          <a:xfrm>
            <a:off x="212635" y="789302"/>
            <a:ext cx="5791200" cy="5547360"/>
          </a:xfrm>
          <a:prstGeom prst="rect">
            <a:avLst/>
          </a:prstGeom>
          <a:noFill/>
          <a:ln w="12700" algn="ctr">
            <a:solidFill>
              <a:schemeClr val="tx1"/>
            </a:solidFill>
            <a:prstDash val="dashDot"/>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pic>
        <p:nvPicPr>
          <p:cNvPr id="29" name="Picture 28">
            <a:extLst>
              <a:ext uri="{FF2B5EF4-FFF2-40B4-BE49-F238E27FC236}">
                <a16:creationId xmlns:a16="http://schemas.microsoft.com/office/drawing/2014/main" id="{6175718D-BFF8-49A7-9F5D-8BB66E7C267A}"/>
              </a:ext>
            </a:extLst>
          </p:cNvPr>
          <p:cNvPicPr>
            <a:picLocks noChangeAspect="1"/>
          </p:cNvPicPr>
          <p:nvPr/>
        </p:nvPicPr>
        <p:blipFill rotWithShape="1">
          <a:blip r:embed="rId4">
            <a:extLst>
              <a:ext uri="{28A0092B-C50C-407E-A947-70E740481C1C}">
                <a14:useLocalDpi xmlns:a14="http://schemas.microsoft.com/office/drawing/2010/main" val="0"/>
              </a:ext>
            </a:extLst>
          </a:blip>
          <a:srcRect b="7227"/>
          <a:stretch/>
        </p:blipFill>
        <p:spPr>
          <a:xfrm>
            <a:off x="4771114" y="1408547"/>
            <a:ext cx="1067124" cy="1368050"/>
          </a:xfrm>
          <a:prstGeom prst="rect">
            <a:avLst/>
          </a:prstGeom>
        </p:spPr>
      </p:pic>
      <p:sp>
        <p:nvSpPr>
          <p:cNvPr id="17" name="Title 1">
            <a:extLst>
              <a:ext uri="{FF2B5EF4-FFF2-40B4-BE49-F238E27FC236}">
                <a16:creationId xmlns:a16="http://schemas.microsoft.com/office/drawing/2014/main" id="{046181DA-4514-42F0-B8FA-A4F8816D0F40}"/>
              </a:ext>
            </a:extLst>
          </p:cNvPr>
          <p:cNvSpPr txBox="1">
            <a:spLocks/>
          </p:cNvSpPr>
          <p:nvPr/>
        </p:nvSpPr>
        <p:spPr bwMode="gray">
          <a:xfrm>
            <a:off x="469900" y="402586"/>
            <a:ext cx="11252200" cy="698501"/>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pPr lvl="0">
              <a:defRPr/>
            </a:pPr>
            <a:r>
              <a:rPr lang="en-IN" dirty="0"/>
              <a:t>Core Team (BRPL)</a:t>
            </a:r>
            <a:endParaRPr kumimoji="0" lang="en-IN" sz="2000" b="0" i="0" u="none" strike="noStrike" kern="1200" cap="none" spc="0" normalizeH="0" baseline="0" noProof="0" dirty="0">
              <a:ln>
                <a:noFill/>
              </a:ln>
              <a:solidFill>
                <a:srgbClr val="000000"/>
              </a:solidFill>
              <a:effectLst/>
              <a:uLnTx/>
              <a:uFillTx/>
              <a:latin typeface="Verdana"/>
              <a:ea typeface="+mj-ea"/>
              <a:cs typeface="+mj-cs"/>
            </a:endParaRPr>
          </a:p>
        </p:txBody>
      </p:sp>
    </p:spTree>
    <p:extLst>
      <p:ext uri="{BB962C8B-B14F-4D97-AF65-F5344CB8AC3E}">
        <p14:creationId xmlns:p14="http://schemas.microsoft.com/office/powerpoint/2010/main" val="11887076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0">
            <a:extLst>
              <a:ext uri="{FF2B5EF4-FFF2-40B4-BE49-F238E27FC236}">
                <a16:creationId xmlns:a16="http://schemas.microsoft.com/office/drawing/2014/main" id="{808CA776-61A5-4FDC-B57F-576E16BD8234}"/>
              </a:ext>
            </a:extLst>
          </p:cNvPr>
          <p:cNvSpPr txBox="1">
            <a:spLocks/>
          </p:cNvSpPr>
          <p:nvPr/>
        </p:nvSpPr>
        <p:spPr>
          <a:xfrm>
            <a:off x="467360" y="3050364"/>
            <a:ext cx="5421630" cy="3248835"/>
          </a:xfrm>
          <a:prstGeom prst="rect">
            <a:avLst/>
          </a:prstGeom>
        </p:spPr>
        <p:txBody>
          <a:bodyPr lIns="0" tIns="0"/>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pPr marL="0" lvl="3" indent="0" algn="just">
              <a:spcAft>
                <a:spcPts val="1200"/>
              </a:spcAft>
              <a:buNone/>
            </a:pPr>
            <a:r>
              <a:rPr lang="en-US" sz="1200" b="1" dirty="0">
                <a:solidFill>
                  <a:schemeClr val="accent3"/>
                </a:solidFill>
                <a:ea typeface="Verdana" panose="020B0604030504040204" pitchFamily="34" charset="0"/>
                <a:cs typeface="Verdana" panose="020B0604030504040204" pitchFamily="34" charset="0"/>
              </a:rPr>
              <a:t>Select Experience:</a:t>
            </a:r>
            <a:endParaRPr lang="en-IN" sz="1200" b="1" dirty="0">
              <a:solidFill>
                <a:schemeClr val="accent3"/>
              </a:solidFill>
            </a:endParaRPr>
          </a:p>
          <a:p>
            <a:pPr marL="342900" lvl="0" indent="-342900" algn="just">
              <a:lnSpc>
                <a:spcPct val="107000"/>
              </a:lnSpc>
              <a:spcAft>
                <a:spcPts val="0"/>
              </a:spcAft>
              <a:buFont typeface="Symbol" panose="05050102010706020507" pitchFamily="18" charset="2"/>
              <a:buChar char=""/>
            </a:pPr>
            <a:r>
              <a:rPr lang="en-IN" sz="1200" dirty="0">
                <a:solidFill>
                  <a:schemeClr val="tx1"/>
                </a:solidFill>
                <a:latin typeface="Verdana" panose="020B0604030504040204" pitchFamily="34" charset="0"/>
                <a:ea typeface="Verdana" panose="020B0604030504040204" pitchFamily="34" charset="0"/>
              </a:rPr>
              <a:t>Overhauling Procurement process, </a:t>
            </a:r>
            <a:r>
              <a:rPr lang="en-US" sz="1200" dirty="0">
                <a:solidFill>
                  <a:schemeClr val="tx1"/>
                </a:solidFill>
                <a:latin typeface="Verdana" panose="020B0604030504040204" pitchFamily="34" charset="0"/>
                <a:ea typeface="Verdana" panose="020B0604030504040204" pitchFamily="34" charset="0"/>
              </a:rPr>
              <a:t>Project monitoring and preparation of MIS reports, Total project outlay being INR 13,000 crores, Preparation of consolidated guidelines for the Departmental works of JBVNL</a:t>
            </a:r>
          </a:p>
          <a:p>
            <a:pPr marL="342900" lvl="0" indent="-342900" algn="just">
              <a:lnSpc>
                <a:spcPct val="107000"/>
              </a:lnSpc>
              <a:spcAft>
                <a:spcPts val="0"/>
              </a:spcAft>
              <a:buFont typeface="Symbol" panose="05050102010706020507" pitchFamily="18" charset="2"/>
              <a:buChar char=""/>
            </a:pPr>
            <a:r>
              <a:rPr lang="en-US" sz="1200" dirty="0">
                <a:solidFill>
                  <a:schemeClr val="tx1"/>
                </a:solidFill>
                <a:latin typeface="Verdana" panose="020B0604030504040204" pitchFamily="34" charset="0"/>
                <a:ea typeface="Verdana" panose="020B0604030504040204" pitchFamily="34" charset="0"/>
              </a:rPr>
              <a:t>Inscribing Operational Excellence by improving IT interfaces, Project Monitoring for Rural and Urban Infrastructure Electrification for JBVNL</a:t>
            </a:r>
          </a:p>
          <a:p>
            <a:pPr marL="342900" indent="-342900" algn="just">
              <a:lnSpc>
                <a:spcPct val="107000"/>
              </a:lnSpc>
              <a:spcAft>
                <a:spcPts val="0"/>
              </a:spcAft>
              <a:buFont typeface="Symbol" panose="05050102010706020507" pitchFamily="18" charset="2"/>
              <a:buChar char=""/>
            </a:pPr>
            <a:r>
              <a:rPr lang="en-IN" sz="1200" dirty="0">
                <a:solidFill>
                  <a:schemeClr val="tx1"/>
                </a:solidFill>
                <a:latin typeface="Verdana" panose="020B0604030504040204" pitchFamily="34" charset="0"/>
                <a:ea typeface="Verdana" panose="020B0604030504040204" pitchFamily="34" charset="0"/>
              </a:rPr>
              <a:t>Technical analysis of the transmission system, DPR preparation, Financial modelling, Regulatory benchmarking with other systems of similar nature  for JUSNL</a:t>
            </a:r>
          </a:p>
          <a:p>
            <a:pPr marL="342900" indent="-342900" algn="just">
              <a:lnSpc>
                <a:spcPct val="107000"/>
              </a:lnSpc>
              <a:spcAft>
                <a:spcPts val="0"/>
              </a:spcAft>
              <a:buFont typeface="Symbol" panose="05050102010706020507" pitchFamily="18" charset="2"/>
              <a:buChar char=""/>
            </a:pPr>
            <a:r>
              <a:rPr lang="en-US" sz="1200" dirty="0">
                <a:solidFill>
                  <a:schemeClr val="tx1"/>
                </a:solidFill>
                <a:latin typeface="Verdana" panose="020B0604030504040204" pitchFamily="34" charset="0"/>
                <a:ea typeface="Verdana" panose="020B0604030504040204" pitchFamily="34" charset="0"/>
              </a:rPr>
              <a:t>Creation of L2 and L3 project schedules , Evaluation of  Material and Manpower gaps, deputation plan for BSPGCL and IOCL</a:t>
            </a:r>
          </a:p>
          <a:p>
            <a:pPr marL="342900" indent="-342900" algn="just">
              <a:lnSpc>
                <a:spcPct val="107000"/>
              </a:lnSpc>
              <a:spcAft>
                <a:spcPts val="0"/>
              </a:spcAft>
              <a:buFont typeface="Symbol" panose="05050102010706020507" pitchFamily="18" charset="2"/>
              <a:buChar char=""/>
            </a:pPr>
            <a:r>
              <a:rPr lang="en-US" sz="1200" dirty="0">
                <a:solidFill>
                  <a:schemeClr val="tx1"/>
                </a:solidFill>
                <a:latin typeface="Verdana" panose="020B0604030504040204" pitchFamily="34" charset="0"/>
                <a:ea typeface="Verdana" panose="020B0604030504040204" pitchFamily="34" charset="0"/>
              </a:rPr>
              <a:t>Preparation of DPR of the works involved in BCPL </a:t>
            </a:r>
            <a:r>
              <a:rPr lang="en-US" sz="1200" dirty="0" err="1">
                <a:solidFill>
                  <a:schemeClr val="tx1"/>
                </a:solidFill>
                <a:latin typeface="Verdana" panose="020B0604030504040204" pitchFamily="34" charset="0"/>
                <a:ea typeface="Verdana" panose="020B0604030504040204" pitchFamily="34" charset="0"/>
              </a:rPr>
              <a:t>lepetketa</a:t>
            </a:r>
            <a:r>
              <a:rPr lang="en-US" sz="1200" dirty="0">
                <a:solidFill>
                  <a:schemeClr val="tx1"/>
                </a:solidFill>
                <a:latin typeface="Verdana" panose="020B0604030504040204" pitchFamily="34" charset="0"/>
                <a:ea typeface="Verdana" panose="020B0604030504040204" pitchFamily="34" charset="0"/>
              </a:rPr>
              <a:t> for the SBU of BHEL, Contracting of main packages in the project such as Boiler package, turbine package and </a:t>
            </a:r>
            <a:r>
              <a:rPr lang="en-US" sz="1200" dirty="0" err="1">
                <a:solidFill>
                  <a:schemeClr val="tx1"/>
                </a:solidFill>
                <a:latin typeface="Verdana" panose="020B0604030504040204" pitchFamily="34" charset="0"/>
                <a:ea typeface="Verdana" panose="020B0604030504040204" pitchFamily="34" charset="0"/>
              </a:rPr>
              <a:t>auxilliary</a:t>
            </a:r>
            <a:r>
              <a:rPr lang="en-US" sz="1200" dirty="0">
                <a:solidFill>
                  <a:schemeClr val="tx1"/>
                </a:solidFill>
                <a:latin typeface="Verdana" panose="020B0604030504040204" pitchFamily="34" charset="0"/>
                <a:ea typeface="Verdana" panose="020B0604030504040204" pitchFamily="34" charset="0"/>
              </a:rPr>
              <a:t> package</a:t>
            </a:r>
          </a:p>
          <a:p>
            <a:pPr marL="342900" indent="-342900" algn="just">
              <a:lnSpc>
                <a:spcPct val="107000"/>
              </a:lnSpc>
              <a:spcAft>
                <a:spcPts val="0"/>
              </a:spcAft>
              <a:buFont typeface="Symbol" panose="05050102010706020507" pitchFamily="18" charset="2"/>
              <a:buChar char=""/>
            </a:pPr>
            <a:endParaRPr lang="en-US" sz="1200" dirty="0">
              <a:solidFill>
                <a:schemeClr val="tx1"/>
              </a:solidFill>
              <a:latin typeface="Verdana" panose="020B0604030504040204" pitchFamily="34" charset="0"/>
              <a:ea typeface="Verdana" panose="020B0604030504040204" pitchFamily="34" charset="0"/>
            </a:endParaRPr>
          </a:p>
          <a:p>
            <a:pPr marL="342900" indent="-342900" algn="just">
              <a:lnSpc>
                <a:spcPct val="107000"/>
              </a:lnSpc>
              <a:spcAft>
                <a:spcPts val="0"/>
              </a:spcAft>
              <a:buFont typeface="Symbol" panose="05050102010706020507" pitchFamily="18" charset="2"/>
              <a:buChar char=""/>
            </a:pPr>
            <a:endParaRPr lang="en-IN" sz="1200" dirty="0">
              <a:solidFill>
                <a:schemeClr val="tx1"/>
              </a:solidFill>
              <a:latin typeface="Verdana" panose="020B0604030504040204" pitchFamily="34" charset="0"/>
              <a:ea typeface="Verdana" panose="020B0604030504040204" pitchFamily="34" charset="0"/>
            </a:endParaRPr>
          </a:p>
          <a:p>
            <a:pPr marL="342900" lvl="0" indent="-342900" algn="just">
              <a:lnSpc>
                <a:spcPct val="107000"/>
              </a:lnSpc>
              <a:spcAft>
                <a:spcPts val="0"/>
              </a:spcAft>
              <a:buFont typeface="Symbol" panose="05050102010706020507" pitchFamily="18" charset="2"/>
              <a:buChar char=""/>
            </a:pPr>
            <a:endParaRPr lang="en-IN" sz="1200" dirty="0">
              <a:solidFill>
                <a:schemeClr val="tx1"/>
              </a:solidFill>
              <a:latin typeface="Verdana" panose="020B0604030504040204" pitchFamily="34" charset="0"/>
              <a:ea typeface="Verdana" panose="020B0604030504040204" pitchFamily="34" charset="0"/>
            </a:endParaRPr>
          </a:p>
          <a:p>
            <a:pPr marL="171450" lvl="3" indent="-171450" algn="just">
              <a:spcAft>
                <a:spcPts val="1200"/>
              </a:spcAft>
            </a:pPr>
            <a:endParaRPr lang="en-IN" sz="1200" dirty="0">
              <a:solidFill>
                <a:schemeClr val="tx1"/>
              </a:solidFill>
              <a:ea typeface="Verdana" panose="020B0604030504040204" pitchFamily="34" charset="0"/>
            </a:endParaRPr>
          </a:p>
          <a:p>
            <a:pPr marL="0" lvl="3" indent="0" algn="just">
              <a:spcAft>
                <a:spcPts val="1200"/>
              </a:spcAft>
              <a:buNone/>
            </a:pPr>
            <a:endParaRPr lang="en-US" sz="1200" dirty="0">
              <a:solidFill>
                <a:schemeClr val="tx1"/>
              </a:solidFill>
              <a:ea typeface="Verdana" panose="020B0604030504040204" pitchFamily="34" charset="0"/>
              <a:cs typeface="Verdana" panose="020B0604030504040204" pitchFamily="34" charset="0"/>
            </a:endParaRPr>
          </a:p>
        </p:txBody>
      </p:sp>
      <p:sp>
        <p:nvSpPr>
          <p:cNvPr id="6" name="Text Placeholder 21">
            <a:extLst>
              <a:ext uri="{FF2B5EF4-FFF2-40B4-BE49-F238E27FC236}">
                <a16:creationId xmlns:a16="http://schemas.microsoft.com/office/drawing/2014/main" id="{3577D5ED-9A0C-42F1-AE00-69DC85369D26}"/>
              </a:ext>
            </a:extLst>
          </p:cNvPr>
          <p:cNvSpPr txBox="1">
            <a:spLocks/>
          </p:cNvSpPr>
          <p:nvPr/>
        </p:nvSpPr>
        <p:spPr>
          <a:xfrm>
            <a:off x="467360" y="1692195"/>
            <a:ext cx="4160378" cy="1148534"/>
          </a:xfrm>
          <a:prstGeom prst="rect">
            <a:avLst/>
          </a:prstGeom>
          <a:solidFill>
            <a:schemeClr val="accent3">
              <a:lumMod val="20000"/>
              <a:lumOff val="80000"/>
            </a:schemeClr>
          </a:solidFill>
        </p:spPr>
        <p:txBody>
          <a:bodyPr lIns="72000" rIns="71114"/>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Area of Expertise:</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Power procurement, project monitoring, techno-commercial analysis, Project planning</a:t>
            </a:r>
          </a:p>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Education:</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1100" dirty="0" err="1">
                <a:solidFill>
                  <a:schemeClr val="tx1"/>
                </a:solidFill>
                <a:latin typeface="Verdana" panose="020B0604030504040204" pitchFamily="34" charset="0"/>
                <a:ea typeface="Verdana" panose="020B0604030504040204" pitchFamily="34" charset="0"/>
                <a:cs typeface="Verdana" panose="020B0604030504040204" pitchFamily="34" charset="0"/>
              </a:rPr>
              <a:t>B.Tech</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MBA</a:t>
            </a:r>
          </a:p>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Key Clients:</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JBVNL, JUSNL, IOCL, BCPL, BSPGCL, </a:t>
            </a:r>
          </a:p>
        </p:txBody>
      </p:sp>
      <p:cxnSp>
        <p:nvCxnSpPr>
          <p:cNvPr id="7" name="Straight Connector 6">
            <a:extLst>
              <a:ext uri="{FF2B5EF4-FFF2-40B4-BE49-F238E27FC236}">
                <a16:creationId xmlns:a16="http://schemas.microsoft.com/office/drawing/2014/main" id="{A843ADCF-D4EB-4590-927A-45334BF6DFB3}"/>
              </a:ext>
            </a:extLst>
          </p:cNvPr>
          <p:cNvCxnSpPr>
            <a:cxnSpLocks/>
          </p:cNvCxnSpPr>
          <p:nvPr/>
        </p:nvCxnSpPr>
        <p:spPr>
          <a:xfrm>
            <a:off x="467360" y="1653427"/>
            <a:ext cx="4160378" cy="3765"/>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Title 2">
            <a:extLst>
              <a:ext uri="{FF2B5EF4-FFF2-40B4-BE49-F238E27FC236}">
                <a16:creationId xmlns:a16="http://schemas.microsoft.com/office/drawing/2014/main" id="{5912BD9E-3D39-4CE8-8E73-0CA3B862C9A1}"/>
              </a:ext>
            </a:extLst>
          </p:cNvPr>
          <p:cNvSpPr txBox="1">
            <a:spLocks/>
          </p:cNvSpPr>
          <p:nvPr/>
        </p:nvSpPr>
        <p:spPr bwMode="gray">
          <a:xfrm>
            <a:off x="467360" y="1082486"/>
            <a:ext cx="2576648" cy="431163"/>
          </a:xfrm>
          <a:prstGeom prst="rect">
            <a:avLst/>
          </a:prstGeom>
        </p:spPr>
        <p:txBody>
          <a:bodyPr vert="horz" lIns="0" tIns="0" rIns="0" bIns="0" rtlCol="0" anchor="t" anchorCtr="0">
            <a:noAutofit/>
          </a:bodyPr>
          <a:lstStyle>
            <a:lvl1pPr algn="l" defTabSz="914400" rtl="0" eaLnBrk="1" latinLnBrk="0" hangingPunct="1">
              <a:spcBef>
                <a:spcPct val="0"/>
              </a:spcBef>
              <a:buNone/>
              <a:defRPr sz="2000" kern="1200">
                <a:solidFill>
                  <a:schemeClr val="tx1"/>
                </a:solidFill>
                <a:latin typeface="+mj-lt"/>
                <a:ea typeface="+mj-ea"/>
                <a:cs typeface="+mj-cs"/>
              </a:defRPr>
            </a:lvl1pPr>
          </a:lstStyle>
          <a:p>
            <a:r>
              <a:rPr lang="en-US" sz="1800" dirty="0"/>
              <a:t>Somdeb Banerjee</a:t>
            </a:r>
          </a:p>
        </p:txBody>
      </p:sp>
      <p:cxnSp>
        <p:nvCxnSpPr>
          <p:cNvPr id="9" name="Straight Connector 8">
            <a:extLst>
              <a:ext uri="{FF2B5EF4-FFF2-40B4-BE49-F238E27FC236}">
                <a16:creationId xmlns:a16="http://schemas.microsoft.com/office/drawing/2014/main" id="{CCD247ED-AE2B-47BA-90BE-61F91E895DE8}"/>
              </a:ext>
            </a:extLst>
          </p:cNvPr>
          <p:cNvCxnSpPr>
            <a:cxnSpLocks/>
          </p:cNvCxnSpPr>
          <p:nvPr/>
        </p:nvCxnSpPr>
        <p:spPr>
          <a:xfrm flipV="1">
            <a:off x="467360" y="2861049"/>
            <a:ext cx="4160378" cy="14862"/>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71AD1AD4-50B9-476B-B3EF-AE2F173438B2}"/>
              </a:ext>
            </a:extLst>
          </p:cNvPr>
          <p:cNvSpPr/>
          <p:nvPr/>
        </p:nvSpPr>
        <p:spPr bwMode="gray">
          <a:xfrm>
            <a:off x="280670" y="843279"/>
            <a:ext cx="5720079" cy="5547360"/>
          </a:xfrm>
          <a:prstGeom prst="rect">
            <a:avLst/>
          </a:prstGeom>
          <a:noFill/>
          <a:ln w="12700" algn="ctr">
            <a:solidFill>
              <a:schemeClr val="tx1"/>
            </a:solidFill>
            <a:prstDash val="dashDot"/>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pic>
        <p:nvPicPr>
          <p:cNvPr id="11" name="Picture 2" descr="Anuj Vashistha">
            <a:extLst>
              <a:ext uri="{FF2B5EF4-FFF2-40B4-BE49-F238E27FC236}">
                <a16:creationId xmlns:a16="http://schemas.microsoft.com/office/drawing/2014/main" id="{2FE8E25A-D977-4283-8DF0-E394118C110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060" r="11520"/>
          <a:stretch/>
        </p:blipFill>
        <p:spPr bwMode="auto">
          <a:xfrm>
            <a:off x="4739498" y="1657192"/>
            <a:ext cx="992708" cy="1183537"/>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B18629AA-7640-48C9-9DFA-086D258E2CFC}"/>
              </a:ext>
            </a:extLst>
          </p:cNvPr>
          <p:cNvSpPr/>
          <p:nvPr/>
        </p:nvSpPr>
        <p:spPr bwMode="gray">
          <a:xfrm>
            <a:off x="6170930" y="843279"/>
            <a:ext cx="5791200" cy="5587017"/>
          </a:xfrm>
          <a:prstGeom prst="rect">
            <a:avLst/>
          </a:prstGeom>
          <a:noFill/>
          <a:ln w="12700" algn="ctr">
            <a:solidFill>
              <a:schemeClr val="tx1"/>
            </a:solidFill>
            <a:prstDash val="dashDot"/>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16" name="Text Placeholder 40">
            <a:extLst>
              <a:ext uri="{FF2B5EF4-FFF2-40B4-BE49-F238E27FC236}">
                <a16:creationId xmlns:a16="http://schemas.microsoft.com/office/drawing/2014/main" id="{006146E0-B52B-403E-AE72-818727E70C97}"/>
              </a:ext>
            </a:extLst>
          </p:cNvPr>
          <p:cNvSpPr txBox="1">
            <a:spLocks/>
          </p:cNvSpPr>
          <p:nvPr/>
        </p:nvSpPr>
        <p:spPr>
          <a:xfrm>
            <a:off x="6428740" y="3052989"/>
            <a:ext cx="5421630" cy="3327491"/>
          </a:xfrm>
          <a:prstGeom prst="rect">
            <a:avLst/>
          </a:prstGeom>
        </p:spPr>
        <p:txBody>
          <a:bodyPr lIns="0" tIns="0"/>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pPr marL="0" lvl="3" indent="0" algn="just">
              <a:spcAft>
                <a:spcPts val="1200"/>
              </a:spcAft>
              <a:buNone/>
            </a:pPr>
            <a:r>
              <a:rPr lang="en-US" sz="1100" b="1" dirty="0">
                <a:solidFill>
                  <a:schemeClr val="accent3"/>
                </a:solidFill>
                <a:ea typeface="Verdana" panose="020B0604030504040204" pitchFamily="34" charset="0"/>
                <a:cs typeface="Verdana" panose="020B0604030504040204" pitchFamily="34" charset="0"/>
              </a:rPr>
              <a:t>Select Experience:</a:t>
            </a:r>
          </a:p>
          <a:p>
            <a:pPr marL="342900" indent="-342900" algn="just">
              <a:lnSpc>
                <a:spcPct val="107000"/>
              </a:lnSpc>
              <a:spcAft>
                <a:spcPts val="0"/>
              </a:spcAft>
              <a:buFont typeface="Symbol" panose="05050102010706020507" pitchFamily="18" charset="2"/>
              <a:buChar char=""/>
            </a:pPr>
            <a:r>
              <a:rPr lang="en-US" sz="1100" dirty="0">
                <a:solidFill>
                  <a:schemeClr val="tx1"/>
                </a:solidFill>
                <a:ea typeface="Verdana" panose="020B0604030504040204" pitchFamily="34" charset="0"/>
                <a:cs typeface="Verdana" panose="020B0604030504040204" pitchFamily="34" charset="0"/>
              </a:rPr>
              <a:t>Central Strategic Project Monitoring Unit in JBVNL for organizational transformation, support to top management, Rural Electrification (Central and State funded schemes) – Capital Projects and O&amp;M Schemes, Urban Electrification (Network Strengthening / RAPDRP / IPDS) – Capital Projects and O&amp;M Schemes;</a:t>
            </a:r>
          </a:p>
          <a:p>
            <a:pPr marL="342900" indent="-342900" algn="just">
              <a:lnSpc>
                <a:spcPct val="107000"/>
              </a:lnSpc>
              <a:spcAft>
                <a:spcPts val="0"/>
              </a:spcAft>
              <a:buFont typeface="Symbol" panose="05050102010706020507" pitchFamily="18" charset="2"/>
              <a:buChar char=""/>
            </a:pPr>
            <a:r>
              <a:rPr lang="en-US" sz="1100" dirty="0">
                <a:solidFill>
                  <a:schemeClr val="tx1"/>
                </a:solidFill>
                <a:ea typeface="Verdana" panose="020B0604030504040204" pitchFamily="34" charset="0"/>
                <a:cs typeface="Verdana" panose="020B0604030504040204" pitchFamily="34" charset="0"/>
              </a:rPr>
              <a:t>Preparation of business plan of GRIDCO for FY2020-21 to FY2023-24;</a:t>
            </a:r>
          </a:p>
          <a:p>
            <a:pPr marL="342900" indent="-342900" algn="just">
              <a:lnSpc>
                <a:spcPct val="107000"/>
              </a:lnSpc>
              <a:spcAft>
                <a:spcPts val="0"/>
              </a:spcAft>
              <a:buFont typeface="Symbol" panose="05050102010706020507" pitchFamily="18" charset="2"/>
              <a:buChar char=""/>
            </a:pPr>
            <a:r>
              <a:rPr lang="en-US" sz="1100" dirty="0">
                <a:solidFill>
                  <a:schemeClr val="tx1"/>
                </a:solidFill>
                <a:ea typeface="Verdana" panose="020B0604030504040204" pitchFamily="34" charset="0"/>
                <a:cs typeface="Verdana" panose="020B0604030504040204" pitchFamily="34" charset="0"/>
              </a:rPr>
              <a:t>Operations performance review and audit of PSPCL;</a:t>
            </a:r>
          </a:p>
          <a:p>
            <a:pPr marL="342900" indent="-342900" algn="just">
              <a:lnSpc>
                <a:spcPct val="107000"/>
              </a:lnSpc>
              <a:spcAft>
                <a:spcPts val="0"/>
              </a:spcAft>
              <a:buFont typeface="Symbol" panose="05050102010706020507" pitchFamily="18" charset="2"/>
              <a:buChar char=""/>
            </a:pPr>
            <a:r>
              <a:rPr lang="en-US" sz="1100" dirty="0">
                <a:solidFill>
                  <a:schemeClr val="tx1"/>
                </a:solidFill>
                <a:ea typeface="Verdana" panose="020B0604030504040204" pitchFamily="34" charset="0"/>
                <a:cs typeface="Verdana" panose="020B0604030504040204" pitchFamily="34" charset="0"/>
              </a:rPr>
              <a:t>Assistance to NMDC in planning, coordination and execution of erection activities for 2*40 MW Gas fired power plant at </a:t>
            </a:r>
            <a:r>
              <a:rPr lang="en-US" sz="1100" dirty="0" err="1">
                <a:solidFill>
                  <a:schemeClr val="tx1"/>
                </a:solidFill>
                <a:ea typeface="Verdana" panose="020B0604030504040204" pitchFamily="34" charset="0"/>
                <a:cs typeface="Verdana" panose="020B0604030504040204" pitchFamily="34" charset="0"/>
              </a:rPr>
              <a:t>Jagdalpur</a:t>
            </a:r>
            <a:r>
              <a:rPr lang="en-US" sz="1100" dirty="0">
                <a:solidFill>
                  <a:schemeClr val="tx1"/>
                </a:solidFill>
                <a:ea typeface="Verdana" panose="020B0604030504040204" pitchFamily="34" charset="0"/>
                <a:cs typeface="Verdana" panose="020B0604030504040204" pitchFamily="34" charset="0"/>
              </a:rPr>
              <a:t> in </a:t>
            </a:r>
            <a:r>
              <a:rPr lang="en-US" sz="1100" dirty="0" err="1">
                <a:solidFill>
                  <a:schemeClr val="tx1"/>
                </a:solidFill>
                <a:ea typeface="Verdana" panose="020B0604030504040204" pitchFamily="34" charset="0"/>
                <a:cs typeface="Verdana" panose="020B0604030504040204" pitchFamily="34" charset="0"/>
              </a:rPr>
              <a:t>Chattisgarh</a:t>
            </a:r>
            <a:r>
              <a:rPr lang="en-US" sz="1100" dirty="0">
                <a:solidFill>
                  <a:schemeClr val="tx1"/>
                </a:solidFill>
                <a:ea typeface="Verdana" panose="020B0604030504040204" pitchFamily="34" charset="0"/>
                <a:cs typeface="Verdana" panose="020B0604030504040204" pitchFamily="34" charset="0"/>
              </a:rPr>
              <a:t>;</a:t>
            </a:r>
          </a:p>
          <a:p>
            <a:pPr marL="342900" indent="-342900" algn="just">
              <a:lnSpc>
                <a:spcPct val="107000"/>
              </a:lnSpc>
              <a:spcAft>
                <a:spcPts val="0"/>
              </a:spcAft>
              <a:buFont typeface="Symbol" panose="05050102010706020507" pitchFamily="18" charset="2"/>
              <a:buChar char=""/>
            </a:pPr>
            <a:r>
              <a:rPr lang="en-US" sz="1100" dirty="0">
                <a:solidFill>
                  <a:schemeClr val="tx1"/>
                </a:solidFill>
                <a:ea typeface="Verdana" panose="020B0604030504040204" pitchFamily="34" charset="0"/>
                <a:cs typeface="Verdana" panose="020B0604030504040204" pitchFamily="34" charset="0"/>
              </a:rPr>
              <a:t>Planning, execution &amp; monitoring of EPC and pre-commissioning activities for 1*18 MW waste heat recovery plant for Wonder Cements Limited, </a:t>
            </a:r>
            <a:r>
              <a:rPr lang="en-US" sz="1100" dirty="0" err="1">
                <a:solidFill>
                  <a:schemeClr val="tx1"/>
                </a:solidFill>
                <a:ea typeface="Verdana" panose="020B0604030504040204" pitchFamily="34" charset="0"/>
                <a:cs typeface="Verdana" panose="020B0604030504040204" pitchFamily="34" charset="0"/>
              </a:rPr>
              <a:t>Nimbahera</a:t>
            </a:r>
            <a:r>
              <a:rPr lang="en-US" sz="1100" dirty="0">
                <a:solidFill>
                  <a:schemeClr val="tx1"/>
                </a:solidFill>
                <a:ea typeface="Verdana" panose="020B0604030504040204" pitchFamily="34" charset="0"/>
                <a:cs typeface="Verdana" panose="020B0604030504040204" pitchFamily="34" charset="0"/>
              </a:rPr>
              <a:t>, Rajasthan.</a:t>
            </a:r>
          </a:p>
          <a:p>
            <a:pPr marL="342900" indent="-342900" algn="just">
              <a:lnSpc>
                <a:spcPct val="107000"/>
              </a:lnSpc>
              <a:spcAft>
                <a:spcPts val="0"/>
              </a:spcAft>
              <a:buFont typeface="Symbol" panose="05050102010706020507" pitchFamily="18" charset="2"/>
              <a:buChar char=""/>
            </a:pPr>
            <a:r>
              <a:rPr lang="en-US" sz="1100" dirty="0">
                <a:solidFill>
                  <a:schemeClr val="tx1"/>
                </a:solidFill>
                <a:ea typeface="Verdana" panose="020B0604030504040204" pitchFamily="34" charset="0"/>
                <a:cs typeface="Verdana" panose="020B0604030504040204" pitchFamily="34" charset="0"/>
              </a:rPr>
              <a:t>Development of thought leadership reports, market research &amp; analysis of power sector reforms, macroeconomic trends and technology changes in India for a confidential client.</a:t>
            </a:r>
          </a:p>
        </p:txBody>
      </p:sp>
      <p:sp>
        <p:nvSpPr>
          <p:cNvPr id="17" name="Text Placeholder 21">
            <a:extLst>
              <a:ext uri="{FF2B5EF4-FFF2-40B4-BE49-F238E27FC236}">
                <a16:creationId xmlns:a16="http://schemas.microsoft.com/office/drawing/2014/main" id="{5DDBCE38-608D-4BB3-8FF3-0437431608C1}"/>
              </a:ext>
            </a:extLst>
          </p:cNvPr>
          <p:cNvSpPr txBox="1">
            <a:spLocks/>
          </p:cNvSpPr>
          <p:nvPr/>
        </p:nvSpPr>
        <p:spPr>
          <a:xfrm>
            <a:off x="6428740" y="1622307"/>
            <a:ext cx="4060313" cy="1177584"/>
          </a:xfrm>
          <a:prstGeom prst="rect">
            <a:avLst/>
          </a:prstGeom>
          <a:solidFill>
            <a:schemeClr val="accent3">
              <a:lumMod val="20000"/>
              <a:lumOff val="80000"/>
            </a:schemeClr>
          </a:solidFill>
        </p:spPr>
        <p:txBody>
          <a:bodyPr lIns="72000" rIns="71114"/>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Area of Expertise:</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Market assessment research, sector reforms and policies, business planning</a:t>
            </a:r>
          </a:p>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Education:</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1100" dirty="0" err="1">
                <a:solidFill>
                  <a:schemeClr val="tx1"/>
                </a:solidFill>
                <a:latin typeface="Verdana" panose="020B0604030504040204" pitchFamily="34" charset="0"/>
                <a:ea typeface="Verdana" panose="020B0604030504040204" pitchFamily="34" charset="0"/>
                <a:cs typeface="Verdana" panose="020B0604030504040204" pitchFamily="34" charset="0"/>
              </a:rPr>
              <a:t>B.Tech</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(Power Engineering), MBA (Business Management)</a:t>
            </a:r>
          </a:p>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Key Clients:</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JBVNL, GRDICO, PSPCL, NMDC Ltd., </a:t>
            </a:r>
          </a:p>
        </p:txBody>
      </p:sp>
      <p:cxnSp>
        <p:nvCxnSpPr>
          <p:cNvPr id="18" name="Straight Connector 17">
            <a:extLst>
              <a:ext uri="{FF2B5EF4-FFF2-40B4-BE49-F238E27FC236}">
                <a16:creationId xmlns:a16="http://schemas.microsoft.com/office/drawing/2014/main" id="{1460AB96-6A40-4F59-8709-5E2E7C0B0284}"/>
              </a:ext>
            </a:extLst>
          </p:cNvPr>
          <p:cNvCxnSpPr>
            <a:cxnSpLocks/>
          </p:cNvCxnSpPr>
          <p:nvPr/>
        </p:nvCxnSpPr>
        <p:spPr>
          <a:xfrm>
            <a:off x="6428740" y="1593257"/>
            <a:ext cx="4060313"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9" name="Title 2">
            <a:extLst>
              <a:ext uri="{FF2B5EF4-FFF2-40B4-BE49-F238E27FC236}">
                <a16:creationId xmlns:a16="http://schemas.microsoft.com/office/drawing/2014/main" id="{4FB531C7-740A-4DFD-9130-1D0DE5E9358B}"/>
              </a:ext>
            </a:extLst>
          </p:cNvPr>
          <p:cNvSpPr txBox="1">
            <a:spLocks/>
          </p:cNvSpPr>
          <p:nvPr/>
        </p:nvSpPr>
        <p:spPr bwMode="gray">
          <a:xfrm>
            <a:off x="6428740" y="1096424"/>
            <a:ext cx="2576648" cy="431163"/>
          </a:xfrm>
          <a:prstGeom prst="rect">
            <a:avLst/>
          </a:prstGeom>
        </p:spPr>
        <p:txBody>
          <a:bodyPr vert="horz" lIns="0" tIns="0" rIns="0" bIns="0" rtlCol="0" anchor="t" anchorCtr="0">
            <a:noAutofit/>
          </a:bodyPr>
          <a:lstStyle>
            <a:lvl1pPr algn="l" defTabSz="914400" rtl="0" eaLnBrk="1" latinLnBrk="0" hangingPunct="1">
              <a:spcBef>
                <a:spcPct val="0"/>
              </a:spcBef>
              <a:buNone/>
              <a:defRPr sz="2000" kern="1200">
                <a:solidFill>
                  <a:schemeClr val="tx1"/>
                </a:solidFill>
                <a:latin typeface="+mj-lt"/>
                <a:ea typeface="+mj-ea"/>
                <a:cs typeface="+mj-cs"/>
              </a:defRPr>
            </a:lvl1pPr>
          </a:lstStyle>
          <a:p>
            <a:r>
              <a:rPr lang="en-US" sz="1800" dirty="0"/>
              <a:t>Shouvik Mukherjee</a:t>
            </a:r>
          </a:p>
        </p:txBody>
      </p:sp>
      <p:cxnSp>
        <p:nvCxnSpPr>
          <p:cNvPr id="20" name="Straight Connector 19">
            <a:extLst>
              <a:ext uri="{FF2B5EF4-FFF2-40B4-BE49-F238E27FC236}">
                <a16:creationId xmlns:a16="http://schemas.microsoft.com/office/drawing/2014/main" id="{F05A17DB-8F92-40BA-A060-79769B2F888D}"/>
              </a:ext>
            </a:extLst>
          </p:cNvPr>
          <p:cNvCxnSpPr>
            <a:cxnSpLocks/>
          </p:cNvCxnSpPr>
          <p:nvPr/>
        </p:nvCxnSpPr>
        <p:spPr>
          <a:xfrm>
            <a:off x="6428740" y="2831801"/>
            <a:ext cx="4060313"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2BBFE406-AC1A-4939-B679-E5C2B375F1FF}"/>
              </a:ext>
            </a:extLst>
          </p:cNvPr>
          <p:cNvSpPr/>
          <p:nvPr/>
        </p:nvSpPr>
        <p:spPr bwMode="gray">
          <a:xfrm>
            <a:off x="6170930" y="843279"/>
            <a:ext cx="5791200" cy="5587017"/>
          </a:xfrm>
          <a:prstGeom prst="rect">
            <a:avLst/>
          </a:prstGeom>
          <a:noFill/>
          <a:ln w="12700" algn="ctr">
            <a:solidFill>
              <a:schemeClr val="tx1"/>
            </a:solidFill>
            <a:prstDash val="dashDot"/>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pic>
        <p:nvPicPr>
          <p:cNvPr id="22" name="Picture 21">
            <a:extLst>
              <a:ext uri="{FF2B5EF4-FFF2-40B4-BE49-F238E27FC236}">
                <a16:creationId xmlns:a16="http://schemas.microsoft.com/office/drawing/2014/main" id="{6F0C546E-4C0C-4862-801D-D2A4D838EDFB}"/>
              </a:ext>
            </a:extLst>
          </p:cNvPr>
          <p:cNvPicPr>
            <a:picLocks noChangeAspect="1"/>
          </p:cNvPicPr>
          <p:nvPr/>
        </p:nvPicPr>
        <p:blipFill rotWithShape="1">
          <a:blip r:embed="rId3">
            <a:extLst>
              <a:ext uri="{28A0092B-C50C-407E-A947-70E740481C1C}">
                <a14:useLocalDpi xmlns:a14="http://schemas.microsoft.com/office/drawing/2010/main" val="0"/>
              </a:ext>
            </a:extLst>
          </a:blip>
          <a:srcRect l="35376" t="4629" r="25154" b="38181"/>
          <a:stretch/>
        </p:blipFill>
        <p:spPr>
          <a:xfrm>
            <a:off x="10595591" y="1622307"/>
            <a:ext cx="1126509" cy="1177584"/>
          </a:xfrm>
          <a:prstGeom prst="rect">
            <a:avLst/>
          </a:prstGeom>
        </p:spPr>
      </p:pic>
      <p:sp>
        <p:nvSpPr>
          <p:cNvPr id="23" name="Title 1">
            <a:extLst>
              <a:ext uri="{FF2B5EF4-FFF2-40B4-BE49-F238E27FC236}">
                <a16:creationId xmlns:a16="http://schemas.microsoft.com/office/drawing/2014/main" id="{A3396FD3-E1B9-401B-B0C3-E577DD3EE85E}"/>
              </a:ext>
            </a:extLst>
          </p:cNvPr>
          <p:cNvSpPr txBox="1">
            <a:spLocks/>
          </p:cNvSpPr>
          <p:nvPr/>
        </p:nvSpPr>
        <p:spPr bwMode="gray">
          <a:xfrm>
            <a:off x="469900" y="402586"/>
            <a:ext cx="11252200" cy="698501"/>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pPr lvl="0">
              <a:defRPr/>
            </a:pPr>
            <a:r>
              <a:rPr lang="en-IN" dirty="0"/>
              <a:t>Core Team (BRPL)</a:t>
            </a:r>
            <a:endParaRPr kumimoji="0" lang="en-IN" sz="2000" b="0" i="0" u="none" strike="noStrike" kern="1200" cap="none" spc="0" normalizeH="0" baseline="0" noProof="0" dirty="0">
              <a:ln>
                <a:noFill/>
              </a:ln>
              <a:solidFill>
                <a:srgbClr val="000000"/>
              </a:solidFill>
              <a:effectLst/>
              <a:uLnTx/>
              <a:uFillTx/>
              <a:latin typeface="Verdana"/>
              <a:ea typeface="+mj-ea"/>
              <a:cs typeface="+mj-cs"/>
            </a:endParaRPr>
          </a:p>
        </p:txBody>
      </p:sp>
    </p:spTree>
    <p:extLst>
      <p:ext uri="{BB962C8B-B14F-4D97-AF65-F5344CB8AC3E}">
        <p14:creationId xmlns:p14="http://schemas.microsoft.com/office/powerpoint/2010/main" val="486503915"/>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40"/>
          <p:cNvSpPr txBox="1">
            <a:spLocks/>
          </p:cNvSpPr>
          <p:nvPr/>
        </p:nvSpPr>
        <p:spPr>
          <a:xfrm>
            <a:off x="3742872" y="1490018"/>
            <a:ext cx="7988300" cy="5110807"/>
          </a:xfrm>
          <a:prstGeom prst="rect">
            <a:avLst/>
          </a:prstGeom>
        </p:spPr>
        <p:txBody>
          <a:bodyPr lIns="0" tIns="0"/>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pPr marL="0" lvl="3" indent="0" algn="just">
              <a:spcAft>
                <a:spcPts val="1200"/>
              </a:spcAft>
              <a:buNone/>
            </a:pPr>
            <a:r>
              <a:rPr lang="en-US" sz="1200" b="1" dirty="0">
                <a:solidFill>
                  <a:schemeClr val="accent3"/>
                </a:solidFill>
                <a:ea typeface="Verdana" panose="020B0604030504040204" pitchFamily="34" charset="0"/>
                <a:cs typeface="Verdana" panose="020B0604030504040204" pitchFamily="34" charset="0"/>
              </a:rPr>
              <a:t>Select Experience:</a:t>
            </a:r>
            <a:endParaRPr lang="en-IN" sz="1200" b="1" dirty="0">
              <a:solidFill>
                <a:schemeClr val="accent3"/>
              </a:solidFill>
            </a:endParaRPr>
          </a:p>
          <a:p>
            <a:pPr marL="171450" lvl="3" indent="-171450" algn="just">
              <a:spcAft>
                <a:spcPts val="1200"/>
              </a:spcAft>
            </a:pPr>
            <a:r>
              <a:rPr lang="en-US" sz="1200" dirty="0">
                <a:solidFill>
                  <a:schemeClr val="tx1"/>
                </a:solidFill>
                <a:ea typeface="Verdana" panose="020B0604030504040204" pitchFamily="34" charset="0"/>
                <a:cs typeface="Verdana" panose="020B0604030504040204" pitchFamily="34" charset="0"/>
              </a:rPr>
              <a:t>Preparation of Digital Strategy and Execution Roadmap for one of the largest utilities in India having presence in power generation, transmission, distribution, renewable and PV manufacturing</a:t>
            </a:r>
          </a:p>
          <a:p>
            <a:pPr marL="171450" lvl="3" indent="-171450" algn="just">
              <a:spcAft>
                <a:spcPts val="1200"/>
              </a:spcAft>
            </a:pPr>
            <a:r>
              <a:rPr lang="en-US" sz="1200" dirty="0">
                <a:solidFill>
                  <a:schemeClr val="tx1"/>
                </a:solidFill>
                <a:ea typeface="Verdana" panose="020B0604030504040204" pitchFamily="34" charset="0"/>
                <a:cs typeface="Verdana" panose="020B0604030504040204" pitchFamily="34" charset="0"/>
              </a:rPr>
              <a:t>Preparation of Analytics Roadmap for one of the leading private power distribution utility, identified and prioritized analytics use cases with an objective of becoming data driven organization  </a:t>
            </a:r>
          </a:p>
          <a:p>
            <a:pPr marL="171450" lvl="3" indent="-171450" algn="just">
              <a:spcAft>
                <a:spcPts val="1200"/>
              </a:spcAft>
            </a:pPr>
            <a:r>
              <a:rPr lang="en-US" sz="1200" dirty="0">
                <a:solidFill>
                  <a:schemeClr val="tx1"/>
                </a:solidFill>
                <a:ea typeface="Verdana" panose="020B0604030504040204" pitchFamily="34" charset="0"/>
                <a:cs typeface="Verdana" panose="020B0604030504040204" pitchFamily="34" charset="0"/>
              </a:rPr>
              <a:t>Development of entry strategy for a large private transmission company into Bangladesh market, assess the market for a transmission business – various risks, opportunities, competition, regulations, returns </a:t>
            </a:r>
            <a:r>
              <a:rPr lang="en-US" sz="1200" dirty="0" err="1">
                <a:solidFill>
                  <a:schemeClr val="tx1"/>
                </a:solidFill>
                <a:ea typeface="Verdana" panose="020B0604030504040204" pitchFamily="34" charset="0"/>
                <a:cs typeface="Verdana" panose="020B0604030504040204" pitchFamily="34" charset="0"/>
              </a:rPr>
              <a:t>etc</a:t>
            </a:r>
            <a:r>
              <a:rPr lang="en-US" sz="1200" dirty="0">
                <a:solidFill>
                  <a:schemeClr val="tx1"/>
                </a:solidFill>
                <a:ea typeface="Verdana" panose="020B0604030504040204" pitchFamily="34" charset="0"/>
                <a:cs typeface="Verdana" panose="020B0604030504040204" pitchFamily="34" charset="0"/>
              </a:rPr>
              <a:t>, Created a Public Private Partnership (PPP) model</a:t>
            </a:r>
          </a:p>
          <a:p>
            <a:pPr marL="171450" lvl="3" indent="-171450" algn="just">
              <a:spcAft>
                <a:spcPts val="1200"/>
              </a:spcAft>
            </a:pPr>
            <a:r>
              <a:rPr lang="en-US" sz="1200" dirty="0">
                <a:solidFill>
                  <a:schemeClr val="tx1"/>
                </a:solidFill>
                <a:ea typeface="Verdana" panose="020B0604030504040204" pitchFamily="34" charset="0"/>
                <a:cs typeface="Verdana" panose="020B0604030504040204" pitchFamily="34" charset="0"/>
              </a:rPr>
              <a:t>Designed operating model for Renewable Operating Nerve Centre (RONC) for a Adani Green with a portfolio of more than 5 GW</a:t>
            </a:r>
          </a:p>
          <a:p>
            <a:pPr marL="171450" lvl="3" indent="-171450" algn="just">
              <a:spcAft>
                <a:spcPts val="1200"/>
              </a:spcAft>
            </a:pPr>
            <a:r>
              <a:rPr lang="en-US" sz="1200" dirty="0">
                <a:solidFill>
                  <a:schemeClr val="tx1"/>
                </a:solidFill>
                <a:ea typeface="Verdana" panose="020B0604030504040204" pitchFamily="34" charset="0"/>
                <a:cs typeface="Verdana" panose="020B0604030504040204" pitchFamily="34" charset="0"/>
              </a:rPr>
              <a:t>Reliability improvement of power supply for Andhra Pradesh &amp; Telangana distribution utilities</a:t>
            </a:r>
          </a:p>
          <a:p>
            <a:pPr marL="171450" lvl="3" indent="-171450" algn="just">
              <a:spcAft>
                <a:spcPts val="1200"/>
              </a:spcAft>
            </a:pPr>
            <a:r>
              <a:rPr lang="en-US" sz="1200" dirty="0">
                <a:solidFill>
                  <a:schemeClr val="tx1"/>
                </a:solidFill>
                <a:ea typeface="Verdana" panose="020B0604030504040204" pitchFamily="34" charset="0"/>
                <a:cs typeface="Verdana" panose="020B0604030504040204" pitchFamily="34" charset="0"/>
              </a:rPr>
              <a:t>Project management of two 2X660 MW power plants for a large EPC player, cost and time optimization, Ensure sustainability of solutions through putting up robust governance mechanism</a:t>
            </a:r>
          </a:p>
          <a:p>
            <a:pPr marL="171450" lvl="3" indent="-171450" algn="just">
              <a:spcAft>
                <a:spcPts val="1200"/>
              </a:spcAft>
            </a:pPr>
            <a:r>
              <a:rPr lang="en-US" sz="1200" dirty="0">
                <a:solidFill>
                  <a:schemeClr val="tx1"/>
                </a:solidFill>
                <a:ea typeface="Verdana" panose="020B0604030504040204" pitchFamily="34" charset="0"/>
                <a:cs typeface="Verdana" panose="020B0604030504040204" pitchFamily="34" charset="0"/>
              </a:rPr>
              <a:t>EBITDA Improvement for the Sassan Power (Reliance), Diagnostic of current processes, organization structure, IT systems, people skills </a:t>
            </a:r>
            <a:r>
              <a:rPr lang="en-US" sz="1200" dirty="0" err="1">
                <a:solidFill>
                  <a:schemeClr val="tx1"/>
                </a:solidFill>
                <a:ea typeface="Verdana" panose="020B0604030504040204" pitchFamily="34" charset="0"/>
                <a:cs typeface="Verdana" panose="020B0604030504040204" pitchFamily="34" charset="0"/>
              </a:rPr>
              <a:t>etc</a:t>
            </a:r>
            <a:endParaRPr lang="en-US" sz="1200" dirty="0">
              <a:solidFill>
                <a:schemeClr val="tx1"/>
              </a:solidFill>
              <a:ea typeface="Verdana" panose="020B0604030504040204" pitchFamily="34" charset="0"/>
              <a:cs typeface="Verdana" panose="020B0604030504040204" pitchFamily="34" charset="0"/>
            </a:endParaRPr>
          </a:p>
          <a:p>
            <a:pPr marL="171450" lvl="3" indent="-171450" algn="just">
              <a:spcAft>
                <a:spcPts val="1200"/>
              </a:spcAft>
            </a:pPr>
            <a:r>
              <a:rPr lang="en-US" sz="1200" dirty="0">
                <a:solidFill>
                  <a:schemeClr val="tx1"/>
                </a:solidFill>
                <a:ea typeface="Verdana" panose="020B0604030504040204" pitchFamily="34" charset="0"/>
                <a:cs typeface="Verdana" panose="020B0604030504040204" pitchFamily="34" charset="0"/>
              </a:rPr>
              <a:t>Take over assistance and efficiency improvement support to a large private Power Generation company in Nigeria, Financial feasibility assessment, review of contracts, review of operating parameters, MIS and KPIs, energy scheduling, knowledge management, maintenance, inventory &amp; procurement management, revenue management, commercial management, and regulatory management</a:t>
            </a:r>
          </a:p>
        </p:txBody>
      </p:sp>
      <p:sp>
        <p:nvSpPr>
          <p:cNvPr id="15" name="Text Placeholder 21"/>
          <p:cNvSpPr txBox="1">
            <a:spLocks/>
          </p:cNvSpPr>
          <p:nvPr/>
        </p:nvSpPr>
        <p:spPr>
          <a:xfrm>
            <a:off x="441074" y="3759031"/>
            <a:ext cx="2992730" cy="2350307"/>
          </a:xfrm>
          <a:prstGeom prst="rect">
            <a:avLst/>
          </a:prstGeom>
          <a:solidFill>
            <a:schemeClr val="accent3">
              <a:lumMod val="20000"/>
              <a:lumOff val="80000"/>
            </a:schemeClr>
          </a:solidFill>
        </p:spPr>
        <p:txBody>
          <a:bodyPr lIns="72000" rIns="71114"/>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Area of Expertise:</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strategy implementation, data analytics, Project management, process analysis, framework development</a:t>
            </a:r>
          </a:p>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Education: </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MBA (Power Management)</a:t>
            </a: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B.E. (Electronics)</a:t>
            </a:r>
          </a:p>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Key Clients:</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AP &amp; Telangana Utilities, L&amp;T, Reliance, Adani Green, Sahara Power, GPEL, Sabarmati Gas, Tata Power, DMIC, Welspun</a:t>
            </a:r>
          </a:p>
        </p:txBody>
      </p:sp>
      <p:cxnSp>
        <p:nvCxnSpPr>
          <p:cNvPr id="16" name="Straight Connector 15"/>
          <p:cNvCxnSpPr/>
          <p:nvPr/>
        </p:nvCxnSpPr>
        <p:spPr>
          <a:xfrm>
            <a:off x="441074" y="3715847"/>
            <a:ext cx="3012484"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10190A4D-B6FD-433D-8EFD-084F7AA8A7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4699" y="1258529"/>
            <a:ext cx="1192181" cy="1458229"/>
          </a:xfrm>
          <a:prstGeom prst="rect">
            <a:avLst/>
          </a:prstGeom>
        </p:spPr>
      </p:pic>
      <p:sp>
        <p:nvSpPr>
          <p:cNvPr id="9" name="Rectangle 8">
            <a:extLst>
              <a:ext uri="{FF2B5EF4-FFF2-40B4-BE49-F238E27FC236}">
                <a16:creationId xmlns:a16="http://schemas.microsoft.com/office/drawing/2014/main" id="{5FDB8ABD-E50F-4E71-99C5-5524F6C7397A}"/>
              </a:ext>
            </a:extLst>
          </p:cNvPr>
          <p:cNvSpPr/>
          <p:nvPr/>
        </p:nvSpPr>
        <p:spPr>
          <a:xfrm>
            <a:off x="410028" y="2678660"/>
            <a:ext cx="1347469" cy="430887"/>
          </a:xfrm>
          <a:prstGeom prst="rect">
            <a:avLst/>
          </a:prstGeom>
        </p:spPr>
        <p:txBody>
          <a:bodyPr wrap="square">
            <a:spAutoFit/>
          </a:bodyPr>
          <a:lstStyle/>
          <a:p>
            <a:r>
              <a:rPr lang="en-US" sz="1100" b="1" dirty="0">
                <a:solidFill>
                  <a:srgbClr val="3C8A2E"/>
                </a:solidFill>
                <a:latin typeface="Verdana" panose="020B0604030504040204" pitchFamily="34" charset="0"/>
                <a:ea typeface="Verdana" panose="020B0604030504040204" pitchFamily="34" charset="0"/>
                <a:cs typeface="Verdana" panose="020B0604030504040204" pitchFamily="34" charset="0"/>
              </a:rPr>
              <a:t>Gaurav Angira</a:t>
            </a:r>
          </a:p>
          <a:p>
            <a:pPr marL="0" lvl="1" indent="0">
              <a:buNone/>
            </a:pPr>
            <a:r>
              <a:rPr lang="en-US" sz="1100" b="1" dirty="0">
                <a:solidFill>
                  <a:srgbClr val="00A1DE"/>
                </a:solidFill>
                <a:latin typeface="Verdana" panose="020B0604030504040204" pitchFamily="34" charset="0"/>
                <a:ea typeface="Verdana" panose="020B0604030504040204" pitchFamily="34" charset="0"/>
                <a:cs typeface="Verdana" panose="020B0604030504040204" pitchFamily="34" charset="0"/>
              </a:rPr>
              <a:t>Director</a:t>
            </a:r>
          </a:p>
        </p:txBody>
      </p:sp>
      <p:sp>
        <p:nvSpPr>
          <p:cNvPr id="11" name="Rectangle 10">
            <a:extLst>
              <a:ext uri="{FF2B5EF4-FFF2-40B4-BE49-F238E27FC236}">
                <a16:creationId xmlns:a16="http://schemas.microsoft.com/office/drawing/2014/main" id="{C35ABB22-566D-478C-AB52-C6388B44A18A}"/>
              </a:ext>
            </a:extLst>
          </p:cNvPr>
          <p:cNvSpPr/>
          <p:nvPr/>
        </p:nvSpPr>
        <p:spPr>
          <a:xfrm>
            <a:off x="385804" y="3074897"/>
            <a:ext cx="6096000" cy="600164"/>
          </a:xfrm>
          <a:prstGeom prst="rect">
            <a:avLst/>
          </a:prstGeom>
        </p:spPr>
        <p:txBody>
          <a:bodyPr>
            <a:spAutoFit/>
          </a:bodyPr>
          <a:lstStyle/>
          <a:p>
            <a:pPr marL="0" lvl="1" indent="0">
              <a:buNone/>
              <a:tabLst>
                <a:tab pos="444484" algn="l"/>
              </a:tabLst>
            </a:pPr>
            <a:r>
              <a:rPr lang="en-US" sz="1100" b="1" dirty="0">
                <a:solidFill>
                  <a:srgbClr val="000000"/>
                </a:solidFill>
                <a:latin typeface="Verdana" panose="020B0604030504040204" pitchFamily="34" charset="0"/>
                <a:ea typeface="Verdana" panose="020B0604030504040204" pitchFamily="34" charset="0"/>
                <a:cs typeface="Verdana" panose="020B0604030504040204" pitchFamily="34" charset="0"/>
              </a:rPr>
              <a:t>DID:	 </a:t>
            </a:r>
            <a:r>
              <a:rPr lang="en-US" sz="1100" dirty="0">
                <a:solidFill>
                  <a:srgbClr val="000000"/>
                </a:solidFill>
                <a:latin typeface="Verdana" panose="020B0604030504040204" pitchFamily="34" charset="0"/>
                <a:ea typeface="Verdana" panose="020B0604030504040204" pitchFamily="34" charset="0"/>
                <a:cs typeface="Verdana" panose="020B0604030504040204" pitchFamily="34" charset="0"/>
              </a:rPr>
              <a:t>(91) 124 679 2000	</a:t>
            </a:r>
          </a:p>
          <a:p>
            <a:pPr marL="0" lvl="1" indent="0">
              <a:buNone/>
              <a:tabLst>
                <a:tab pos="444484" algn="l"/>
              </a:tabLst>
            </a:pPr>
            <a:r>
              <a:rPr lang="en-US" sz="1100" b="1" dirty="0">
                <a:solidFill>
                  <a:srgbClr val="000000"/>
                </a:solidFill>
                <a:latin typeface="Verdana" panose="020B0604030504040204" pitchFamily="34" charset="0"/>
                <a:ea typeface="Verdana" panose="020B0604030504040204" pitchFamily="34" charset="0"/>
                <a:cs typeface="Verdana" panose="020B0604030504040204" pitchFamily="34" charset="0"/>
              </a:rPr>
              <a:t>Mobile: </a:t>
            </a:r>
            <a:r>
              <a:rPr lang="en-US" sz="1100" dirty="0">
                <a:solidFill>
                  <a:srgbClr val="000000"/>
                </a:solidFill>
                <a:latin typeface="Verdana" panose="020B0604030504040204" pitchFamily="34" charset="0"/>
                <a:ea typeface="Verdana" panose="020B0604030504040204" pitchFamily="34" charset="0"/>
                <a:cs typeface="Verdana" panose="020B0604030504040204" pitchFamily="34" charset="0"/>
              </a:rPr>
              <a:t>(91) 9717003165	</a:t>
            </a:r>
          </a:p>
          <a:p>
            <a:pPr marL="0" lvl="1" indent="0">
              <a:buNone/>
              <a:tabLst>
                <a:tab pos="444484" algn="l"/>
              </a:tabLst>
            </a:pPr>
            <a:r>
              <a:rPr lang="en-US" sz="1100" b="1" dirty="0">
                <a:solidFill>
                  <a:srgbClr val="000000"/>
                </a:solidFill>
                <a:latin typeface="Verdana" panose="020B0604030504040204" pitchFamily="34" charset="0"/>
                <a:ea typeface="Verdana" panose="020B0604030504040204" pitchFamily="34" charset="0"/>
                <a:cs typeface="Verdana" panose="020B0604030504040204" pitchFamily="34" charset="0"/>
              </a:rPr>
              <a:t>Mail:	</a:t>
            </a:r>
            <a:r>
              <a:rPr lang="en-US" sz="1100" u="sng" dirty="0">
                <a:solidFill>
                  <a:schemeClr val="accent3"/>
                </a:solidFill>
                <a:latin typeface="Verdana" panose="020B0604030504040204" pitchFamily="34" charset="0"/>
                <a:ea typeface="Verdana" panose="020B0604030504040204" pitchFamily="34" charset="0"/>
                <a:cs typeface="Verdana" panose="020B0604030504040204" pitchFamily="34" charset="0"/>
              </a:rPr>
              <a:t>gangira@deloitte.com</a:t>
            </a:r>
            <a:endParaRPr lang="en-US" sz="1100" u="sng" dirty="0">
              <a:solidFill>
                <a:schemeClr val="accent3"/>
              </a:solidFill>
              <a:latin typeface="Verdana" panose="020B0604030504040204" pitchFamily="34" charset="0"/>
              <a:ea typeface="Verdana" panose="020B0604030504040204" pitchFamily="34" charset="0"/>
            </a:endParaRPr>
          </a:p>
        </p:txBody>
      </p:sp>
      <p:sp>
        <p:nvSpPr>
          <p:cNvPr id="10" name="Text Placeholder 2">
            <a:extLst>
              <a:ext uri="{FF2B5EF4-FFF2-40B4-BE49-F238E27FC236}">
                <a16:creationId xmlns:a16="http://schemas.microsoft.com/office/drawing/2014/main" id="{1C998924-02B2-4B74-91E3-5343F39F5054}"/>
              </a:ext>
            </a:extLst>
          </p:cNvPr>
          <p:cNvSpPr txBox="1">
            <a:spLocks/>
          </p:cNvSpPr>
          <p:nvPr/>
        </p:nvSpPr>
        <p:spPr>
          <a:xfrm>
            <a:off x="469900" y="736688"/>
            <a:ext cx="11252200" cy="757255"/>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ClrTx/>
              <a:buSzPct val="100000"/>
              <a:buFont typeface="Arial" panose="020B0604020202020204" pitchFamily="34" charset="0"/>
              <a:buNone/>
              <a:defRPr sz="2000" b="0" kern="1200">
                <a:solidFill>
                  <a:srgbClr val="575757"/>
                </a:solidFill>
                <a:latin typeface="+mn-lt"/>
                <a:ea typeface="+mn-ea"/>
                <a:cs typeface="+mn-cs"/>
              </a:defRPr>
            </a:lvl1pPr>
            <a:lvl2pPr marL="0" indent="0" algn="l" defTabSz="1219170" rtl="0" eaLnBrk="1" latinLnBrk="0" hangingPunct="1">
              <a:spcBef>
                <a:spcPts val="0"/>
              </a:spcBef>
              <a:spcAft>
                <a:spcPts val="1333"/>
              </a:spcAft>
              <a:buClrTx/>
              <a:buSzPct val="100000"/>
              <a:buFont typeface="Arial" panose="020B0604020202020204" pitchFamily="34" charset="0"/>
              <a:buChar char="​"/>
              <a:defRPr lang="en-US" sz="1200" b="1" kern="1200" dirty="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2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9pPr>
          </a:lstStyle>
          <a:p>
            <a:r>
              <a:rPr lang="en-US" sz="2400" dirty="0"/>
              <a:t>Team Leader: Gaurav Angira</a:t>
            </a:r>
            <a:endParaRPr lang="en-IN" sz="2400" dirty="0"/>
          </a:p>
        </p:txBody>
      </p:sp>
      <p:sp>
        <p:nvSpPr>
          <p:cNvPr id="12" name="Title 1">
            <a:extLst>
              <a:ext uri="{FF2B5EF4-FFF2-40B4-BE49-F238E27FC236}">
                <a16:creationId xmlns:a16="http://schemas.microsoft.com/office/drawing/2014/main" id="{0031B1E9-A6E7-4A83-A505-CEDE67B316D3}"/>
              </a:ext>
            </a:extLst>
          </p:cNvPr>
          <p:cNvSpPr txBox="1">
            <a:spLocks/>
          </p:cNvSpPr>
          <p:nvPr/>
        </p:nvSpPr>
        <p:spPr bwMode="gray">
          <a:xfrm>
            <a:off x="469900" y="402586"/>
            <a:ext cx="11252200" cy="698501"/>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pPr lvl="0">
              <a:defRPr/>
            </a:pPr>
            <a:r>
              <a:rPr lang="en-IN" dirty="0"/>
              <a:t>Core Team (BYPL)</a:t>
            </a:r>
            <a:endParaRPr kumimoji="0" lang="en-IN" sz="2000" b="0" i="0" u="none" strike="noStrike" kern="1200" cap="none" spc="0" normalizeH="0" baseline="0" noProof="0" dirty="0">
              <a:ln>
                <a:noFill/>
              </a:ln>
              <a:solidFill>
                <a:srgbClr val="000000"/>
              </a:solidFill>
              <a:effectLst/>
              <a:uLnTx/>
              <a:uFillTx/>
              <a:latin typeface="Verdana"/>
              <a:ea typeface="+mj-ea"/>
              <a:cs typeface="+mj-cs"/>
            </a:endParaRPr>
          </a:p>
        </p:txBody>
      </p:sp>
    </p:spTree>
    <p:extLst>
      <p:ext uri="{BB962C8B-B14F-4D97-AF65-F5344CB8AC3E}">
        <p14:creationId xmlns:p14="http://schemas.microsoft.com/office/powerpoint/2010/main" val="22279898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40"/>
          <p:cNvSpPr txBox="1">
            <a:spLocks/>
          </p:cNvSpPr>
          <p:nvPr/>
        </p:nvSpPr>
        <p:spPr>
          <a:xfrm>
            <a:off x="6458006" y="2884079"/>
            <a:ext cx="5421630" cy="3341503"/>
          </a:xfrm>
          <a:prstGeom prst="rect">
            <a:avLst/>
          </a:prstGeom>
        </p:spPr>
        <p:txBody>
          <a:bodyPr lIns="0" tIns="0"/>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pPr marL="0" lvl="3" indent="0" algn="just">
              <a:spcAft>
                <a:spcPts val="1200"/>
              </a:spcAft>
              <a:buNone/>
            </a:pPr>
            <a:r>
              <a:rPr lang="en-US" sz="1200" b="1" dirty="0">
                <a:solidFill>
                  <a:schemeClr val="accent3"/>
                </a:solidFill>
                <a:ea typeface="Verdana" panose="020B0604030504040204" pitchFamily="34" charset="0"/>
                <a:cs typeface="Verdana" panose="020B0604030504040204" pitchFamily="34" charset="0"/>
              </a:rPr>
              <a:t>Select Experience:</a:t>
            </a:r>
            <a:endParaRPr lang="en-IN" sz="1200" b="1" dirty="0">
              <a:solidFill>
                <a:schemeClr val="accent3"/>
              </a:solidFill>
            </a:endParaRPr>
          </a:p>
          <a:p>
            <a:pPr marL="342900" lvl="3" indent="-342900" algn="just">
              <a:lnSpc>
                <a:spcPct val="107000"/>
              </a:lnSpc>
              <a:spcAft>
                <a:spcPts val="0"/>
              </a:spcAft>
              <a:buFont typeface="Symbol" panose="05050102010706020507" pitchFamily="18" charset="2"/>
              <a:buChar char=""/>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Assistance to HPGCL on regulatory matters including filing of tariff petitions and MIS.</a:t>
            </a:r>
          </a:p>
          <a:p>
            <a:pPr marL="342900" lvl="3" indent="-342900" algn="just">
              <a:lnSpc>
                <a:spcPct val="107000"/>
              </a:lnSpc>
              <a:spcAft>
                <a:spcPts val="0"/>
              </a:spcAft>
              <a:buFont typeface="Symbol" panose="05050102010706020507" pitchFamily="18" charset="2"/>
              <a:buChar char=""/>
            </a:pP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rPr>
              <a:t>Assiting</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 Joint Electricity Regulatory Commission in issuing Tariff Orders for UTs of Chandigarh and Puducherry</a:t>
            </a:r>
          </a:p>
          <a:p>
            <a:pPr marL="342900" lvl="3" indent="-342900" algn="just">
              <a:lnSpc>
                <a:spcPct val="107000"/>
              </a:lnSpc>
              <a:spcAft>
                <a:spcPts val="0"/>
              </a:spcAft>
              <a:buFont typeface="Symbol" panose="05050102010706020507" pitchFamily="18" charset="2"/>
              <a:buChar char=""/>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Assisting Chhattisgarh State Power Generation Company Limited in filing Petition for final true up for FY 2014-15 and determination of ARR and generation tariff for FY 2016-17 to FY 2020-21</a:t>
            </a:r>
          </a:p>
          <a:p>
            <a:pPr marL="342900" lvl="3" indent="-342900" algn="just">
              <a:lnSpc>
                <a:spcPct val="107000"/>
              </a:lnSpc>
              <a:spcAft>
                <a:spcPts val="0"/>
              </a:spcAft>
              <a:buFont typeface="Symbol" panose="05050102010706020507" pitchFamily="18" charset="2"/>
              <a:buChar char=""/>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Assisting Maharashtra Electricity Regulatory Commission in issuing Order for R-Infra (Transmission) regarding  approval of Mid-Term Review Petition for the Second Control Period from FY 2012-13 to FY 2015-16</a:t>
            </a:r>
          </a:p>
          <a:p>
            <a:pPr marL="342900" lvl="3" indent="-342900" algn="just">
              <a:lnSpc>
                <a:spcPct val="107000"/>
              </a:lnSpc>
              <a:spcAft>
                <a:spcPts val="0"/>
              </a:spcAft>
              <a:buFont typeface="Symbol" panose="05050102010706020507" pitchFamily="18" charset="2"/>
              <a:buChar char=""/>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Assisting JBVNL in regulatory matters including filing of review petitions, coordinating with JSERC for compliance of directives and other regulatory issues</a:t>
            </a:r>
          </a:p>
          <a:p>
            <a:pPr marL="342900" lvl="3" indent="-342900" algn="just">
              <a:lnSpc>
                <a:spcPct val="107000"/>
              </a:lnSpc>
              <a:spcAft>
                <a:spcPts val="0"/>
              </a:spcAft>
              <a:buFont typeface="Symbol" panose="05050102010706020507" pitchFamily="18" charset="2"/>
              <a:buChar char=""/>
            </a:pPr>
            <a:endPar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marL="171450" lvl="3" indent="-171450" algn="just">
              <a:spcAft>
                <a:spcPts val="1200"/>
              </a:spcAft>
            </a:pPr>
            <a:endPar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marL="171450" lvl="3" indent="-171450" algn="just">
              <a:spcAft>
                <a:spcPts val="1200"/>
              </a:spcAft>
            </a:pPr>
            <a:endPar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marL="171450" lvl="3" indent="-171450" algn="just">
              <a:spcAft>
                <a:spcPts val="1200"/>
              </a:spcAft>
            </a:pPr>
            <a:endParaRPr lang="en-IN" sz="1200" dirty="0">
              <a:solidFill>
                <a:schemeClr val="tx1"/>
              </a:solidFill>
              <a:ea typeface="Verdana" panose="020B0604030504040204" pitchFamily="34" charset="0"/>
            </a:endParaRPr>
          </a:p>
          <a:p>
            <a:pPr marL="0" lvl="3" indent="0" algn="just">
              <a:spcAft>
                <a:spcPts val="1200"/>
              </a:spcAft>
              <a:buNone/>
            </a:pPr>
            <a:endParaRPr lang="en-US" sz="1200" dirty="0">
              <a:solidFill>
                <a:schemeClr val="tx1"/>
              </a:solidFill>
              <a:ea typeface="Verdana" panose="020B0604030504040204" pitchFamily="34" charset="0"/>
              <a:cs typeface="Verdana" panose="020B0604030504040204" pitchFamily="34" charset="0"/>
            </a:endParaRPr>
          </a:p>
        </p:txBody>
      </p:sp>
      <p:sp>
        <p:nvSpPr>
          <p:cNvPr id="15" name="Text Placeholder 21"/>
          <p:cNvSpPr txBox="1">
            <a:spLocks/>
          </p:cNvSpPr>
          <p:nvPr/>
        </p:nvSpPr>
        <p:spPr>
          <a:xfrm>
            <a:off x="6458006" y="1561847"/>
            <a:ext cx="4124526" cy="1153260"/>
          </a:xfrm>
          <a:prstGeom prst="rect">
            <a:avLst/>
          </a:prstGeom>
          <a:solidFill>
            <a:schemeClr val="accent3">
              <a:lumMod val="20000"/>
              <a:lumOff val="80000"/>
            </a:schemeClr>
          </a:solidFill>
        </p:spPr>
        <p:txBody>
          <a:bodyPr lIns="72000" rIns="71114"/>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Area of Expertise: </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Policy reforms and structure, Regulatory expert, ARR Tariff filling/order</a:t>
            </a:r>
          </a:p>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Education:</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1100" dirty="0" err="1">
                <a:solidFill>
                  <a:schemeClr val="tx1"/>
                </a:solidFill>
                <a:latin typeface="Verdana" panose="020B0604030504040204" pitchFamily="34" charset="0"/>
                <a:ea typeface="Verdana" panose="020B0604030504040204" pitchFamily="34" charset="0"/>
                <a:cs typeface="Verdana" panose="020B0604030504040204" pitchFamily="34" charset="0"/>
              </a:rPr>
              <a:t>B.Tech</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MBA</a:t>
            </a:r>
          </a:p>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Key Clients: </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HPGCL, JERC, CSPGCL, MERC, JBVNL, JKPDD, JSEB, PFC</a:t>
            </a:r>
          </a:p>
        </p:txBody>
      </p:sp>
      <p:cxnSp>
        <p:nvCxnSpPr>
          <p:cNvPr id="16" name="Straight Connector 15"/>
          <p:cNvCxnSpPr>
            <a:cxnSpLocks/>
          </p:cNvCxnSpPr>
          <p:nvPr/>
        </p:nvCxnSpPr>
        <p:spPr>
          <a:xfrm>
            <a:off x="6458006" y="1507734"/>
            <a:ext cx="4124526" cy="37571"/>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Title 2">
            <a:extLst>
              <a:ext uri="{FF2B5EF4-FFF2-40B4-BE49-F238E27FC236}">
                <a16:creationId xmlns:a16="http://schemas.microsoft.com/office/drawing/2014/main" id="{742220EA-F3F2-4BD4-A1EA-8083B96FAE8A}"/>
              </a:ext>
            </a:extLst>
          </p:cNvPr>
          <p:cNvSpPr txBox="1">
            <a:spLocks/>
          </p:cNvSpPr>
          <p:nvPr/>
        </p:nvSpPr>
        <p:spPr bwMode="gray">
          <a:xfrm>
            <a:off x="6458006" y="1100204"/>
            <a:ext cx="2576648" cy="431163"/>
          </a:xfrm>
          <a:prstGeom prst="rect">
            <a:avLst/>
          </a:prstGeom>
        </p:spPr>
        <p:txBody>
          <a:bodyPr vert="horz" lIns="0" tIns="0" rIns="0" bIns="0" rtlCol="0" anchor="t" anchorCtr="0">
            <a:noAutofit/>
          </a:bodyPr>
          <a:lstStyle>
            <a:lvl1pPr algn="l" defTabSz="914400" rtl="0" eaLnBrk="1" latinLnBrk="0" hangingPunct="1">
              <a:spcBef>
                <a:spcPct val="0"/>
              </a:spcBef>
              <a:buNone/>
              <a:defRPr sz="2000" kern="1200">
                <a:solidFill>
                  <a:schemeClr val="tx1"/>
                </a:solidFill>
                <a:latin typeface="+mj-lt"/>
                <a:ea typeface="+mj-ea"/>
                <a:cs typeface="+mj-cs"/>
              </a:defRPr>
            </a:lvl1pPr>
          </a:lstStyle>
          <a:p>
            <a:r>
              <a:rPr lang="en-US" sz="1800" dirty="0"/>
              <a:t>Kaushikeya Jeta</a:t>
            </a:r>
          </a:p>
        </p:txBody>
      </p:sp>
      <p:cxnSp>
        <p:nvCxnSpPr>
          <p:cNvPr id="8" name="Straight Connector 7">
            <a:extLst>
              <a:ext uri="{FF2B5EF4-FFF2-40B4-BE49-F238E27FC236}">
                <a16:creationId xmlns:a16="http://schemas.microsoft.com/office/drawing/2014/main" id="{13DE173A-90B9-42E3-8816-018729DA52A0}"/>
              </a:ext>
            </a:extLst>
          </p:cNvPr>
          <p:cNvCxnSpPr>
            <a:cxnSpLocks/>
          </p:cNvCxnSpPr>
          <p:nvPr/>
        </p:nvCxnSpPr>
        <p:spPr>
          <a:xfrm>
            <a:off x="6458006" y="2736445"/>
            <a:ext cx="4124526"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51029D0A-644A-47B2-B49E-3D895654573A}"/>
              </a:ext>
            </a:extLst>
          </p:cNvPr>
          <p:cNvSpPr/>
          <p:nvPr/>
        </p:nvSpPr>
        <p:spPr bwMode="gray">
          <a:xfrm>
            <a:off x="6200196" y="871157"/>
            <a:ext cx="5791200" cy="5547360"/>
          </a:xfrm>
          <a:prstGeom prst="rect">
            <a:avLst/>
          </a:prstGeom>
          <a:noFill/>
          <a:ln w="12700" algn="ctr">
            <a:solidFill>
              <a:schemeClr val="tx1"/>
            </a:solidFill>
            <a:prstDash val="dashDot"/>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pic>
        <p:nvPicPr>
          <p:cNvPr id="6" name="Picture 5">
            <a:extLst>
              <a:ext uri="{FF2B5EF4-FFF2-40B4-BE49-F238E27FC236}">
                <a16:creationId xmlns:a16="http://schemas.microsoft.com/office/drawing/2014/main" id="{F317993D-30C1-4EA8-9473-154C0EA804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11437" y="1555465"/>
            <a:ext cx="934318" cy="1146488"/>
          </a:xfrm>
          <a:prstGeom prst="rect">
            <a:avLst/>
          </a:prstGeom>
        </p:spPr>
      </p:pic>
      <p:sp>
        <p:nvSpPr>
          <p:cNvPr id="23" name="Text Placeholder 40">
            <a:extLst>
              <a:ext uri="{FF2B5EF4-FFF2-40B4-BE49-F238E27FC236}">
                <a16:creationId xmlns:a16="http://schemas.microsoft.com/office/drawing/2014/main" id="{C9C62ABC-B29B-4E7B-A16A-D82F3347DB34}"/>
              </a:ext>
            </a:extLst>
          </p:cNvPr>
          <p:cNvSpPr txBox="1">
            <a:spLocks/>
          </p:cNvSpPr>
          <p:nvPr/>
        </p:nvSpPr>
        <p:spPr>
          <a:xfrm>
            <a:off x="537901" y="2715107"/>
            <a:ext cx="5421630" cy="3772116"/>
          </a:xfrm>
          <a:prstGeom prst="rect">
            <a:avLst/>
          </a:prstGeom>
        </p:spPr>
        <p:txBody>
          <a:bodyPr lIns="0" tIns="0"/>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pPr marL="0" lvl="3" indent="0" algn="just">
              <a:spcAft>
                <a:spcPts val="1200"/>
              </a:spcAft>
              <a:buNone/>
            </a:pPr>
            <a:r>
              <a:rPr lang="en-US" sz="1100" b="1" dirty="0">
                <a:solidFill>
                  <a:schemeClr val="accent3"/>
                </a:solidFill>
                <a:ea typeface="Verdana" panose="020B0604030504040204" pitchFamily="34" charset="0"/>
                <a:cs typeface="Verdana" panose="020B0604030504040204" pitchFamily="34" charset="0"/>
              </a:rPr>
              <a:t>Select Experience:</a:t>
            </a:r>
          </a:p>
          <a:p>
            <a:pPr marL="342900" indent="-342900" algn="just">
              <a:lnSpc>
                <a:spcPct val="107000"/>
              </a:lnSpc>
              <a:spcAft>
                <a:spcPts val="0"/>
              </a:spcAft>
              <a:buFont typeface="Symbol" panose="05050102010706020507" pitchFamily="18" charset="2"/>
              <a:buChar char=""/>
            </a:pPr>
            <a:r>
              <a:rPr lang="en-US" sz="1100" dirty="0">
                <a:solidFill>
                  <a:schemeClr val="tx1"/>
                </a:solidFill>
                <a:ea typeface="Verdana" panose="020B0604030504040204" pitchFamily="34" charset="0"/>
                <a:cs typeface="Verdana" panose="020B0604030504040204" pitchFamily="34" charset="0"/>
              </a:rPr>
              <a:t>Assistance to OERC in selection of investor(s) for transfer of ownership and/or management of NESCO power distribution utility;</a:t>
            </a:r>
          </a:p>
          <a:p>
            <a:pPr marL="342900" indent="-342900" algn="just">
              <a:lnSpc>
                <a:spcPct val="107000"/>
              </a:lnSpc>
              <a:spcAft>
                <a:spcPts val="0"/>
              </a:spcAft>
              <a:buFont typeface="Symbol" panose="05050102010706020507" pitchFamily="18" charset="2"/>
              <a:buChar char=""/>
            </a:pPr>
            <a:r>
              <a:rPr lang="en-US" sz="1100" dirty="0">
                <a:solidFill>
                  <a:schemeClr val="tx1"/>
                </a:solidFill>
                <a:ea typeface="Verdana" panose="020B0604030504040204" pitchFamily="34" charset="0"/>
                <a:cs typeface="Verdana" panose="020B0604030504040204" pitchFamily="34" charset="0"/>
              </a:rPr>
              <a:t>Assistance to World Bank and </a:t>
            </a:r>
            <a:r>
              <a:rPr lang="en-US" sz="1100" dirty="0" err="1">
                <a:solidFill>
                  <a:schemeClr val="tx1"/>
                </a:solidFill>
                <a:ea typeface="Verdana" panose="020B0604030504040204" pitchFamily="34" charset="0"/>
                <a:cs typeface="Verdana" panose="020B0604030504040204" pitchFamily="34" charset="0"/>
              </a:rPr>
              <a:t>MoP</a:t>
            </a:r>
            <a:r>
              <a:rPr lang="en-US" sz="1100" dirty="0">
                <a:solidFill>
                  <a:schemeClr val="tx1"/>
                </a:solidFill>
                <a:ea typeface="Verdana" panose="020B0604030504040204" pitchFamily="34" charset="0"/>
                <a:cs typeface="Verdana" panose="020B0604030504040204" pitchFamily="34" charset="0"/>
              </a:rPr>
              <a:t> in development of new business models for enabling private sector participation in power distribution;</a:t>
            </a:r>
          </a:p>
          <a:p>
            <a:pPr marL="342900" indent="-342900" algn="just">
              <a:lnSpc>
                <a:spcPct val="107000"/>
              </a:lnSpc>
              <a:spcAft>
                <a:spcPts val="0"/>
              </a:spcAft>
              <a:buFont typeface="Symbol" panose="05050102010706020507" pitchFamily="18" charset="2"/>
              <a:buChar char=""/>
            </a:pPr>
            <a:r>
              <a:rPr lang="en-US" sz="1100" dirty="0">
                <a:solidFill>
                  <a:schemeClr val="tx1"/>
                </a:solidFill>
                <a:ea typeface="Verdana" panose="020B0604030504040204" pitchFamily="34" charset="0"/>
                <a:cs typeface="Verdana" panose="020B0604030504040204" pitchFamily="34" charset="0"/>
              </a:rPr>
              <a:t>Support to Govt. of UTs on privatization of electricity distribution;</a:t>
            </a:r>
          </a:p>
          <a:p>
            <a:pPr marL="342900" indent="-342900" algn="just">
              <a:lnSpc>
                <a:spcPct val="107000"/>
              </a:lnSpc>
              <a:spcAft>
                <a:spcPts val="0"/>
              </a:spcAft>
              <a:buFont typeface="Symbol" panose="05050102010706020507" pitchFamily="18" charset="2"/>
              <a:buChar char=""/>
            </a:pPr>
            <a:r>
              <a:rPr lang="en-US" sz="1100" dirty="0">
                <a:solidFill>
                  <a:schemeClr val="tx1"/>
                </a:solidFill>
                <a:ea typeface="Verdana" panose="020B0604030504040204" pitchFamily="34" charset="0"/>
                <a:cs typeface="Verdana" panose="020B0604030504040204" pitchFamily="34" charset="0"/>
              </a:rPr>
              <a:t>Financial viability analysis and action plan for Nepal Power Sector;</a:t>
            </a:r>
          </a:p>
          <a:p>
            <a:pPr marL="342900" indent="-342900" algn="just">
              <a:lnSpc>
                <a:spcPct val="107000"/>
              </a:lnSpc>
              <a:spcAft>
                <a:spcPts val="0"/>
              </a:spcAft>
              <a:buFont typeface="Symbol" panose="05050102010706020507" pitchFamily="18" charset="2"/>
              <a:buChar char=""/>
            </a:pPr>
            <a:r>
              <a:rPr lang="en-US" sz="1100" dirty="0">
                <a:solidFill>
                  <a:schemeClr val="tx1"/>
                </a:solidFill>
                <a:ea typeface="Verdana" panose="020B0604030504040204" pitchFamily="34" charset="0"/>
                <a:cs typeface="Verdana" panose="020B0604030504040204" pitchFamily="34" charset="0"/>
              </a:rPr>
              <a:t>Technical, Regulatory, Commercial and Financial Due Diligence of Delhi Electricity Distribution System;</a:t>
            </a:r>
          </a:p>
          <a:p>
            <a:pPr marL="342900" indent="-342900" algn="just">
              <a:lnSpc>
                <a:spcPct val="107000"/>
              </a:lnSpc>
              <a:spcAft>
                <a:spcPts val="0"/>
              </a:spcAft>
              <a:buFont typeface="Symbol" panose="05050102010706020507" pitchFamily="18" charset="2"/>
              <a:buChar char=""/>
            </a:pPr>
            <a:r>
              <a:rPr lang="en-US" sz="1100" dirty="0">
                <a:solidFill>
                  <a:schemeClr val="tx1"/>
                </a:solidFill>
                <a:ea typeface="Verdana" panose="020B0604030504040204" pitchFamily="34" charset="0"/>
                <a:cs typeface="Verdana" panose="020B0604030504040204" pitchFamily="34" charset="0"/>
              </a:rPr>
              <a:t>Preparation of long-term growth strategy in power transmission and distribution business for a leading power sector conglomerate;</a:t>
            </a:r>
          </a:p>
          <a:p>
            <a:pPr marL="342900" indent="-342900" algn="just">
              <a:lnSpc>
                <a:spcPct val="107000"/>
              </a:lnSpc>
              <a:spcAft>
                <a:spcPts val="0"/>
              </a:spcAft>
              <a:buFont typeface="Symbol" panose="05050102010706020507" pitchFamily="18" charset="2"/>
              <a:buChar char=""/>
            </a:pPr>
            <a:r>
              <a:rPr lang="en-US" sz="1100" dirty="0">
                <a:solidFill>
                  <a:schemeClr val="tx1"/>
                </a:solidFill>
                <a:ea typeface="Verdana" panose="020B0604030504040204" pitchFamily="34" charset="0"/>
                <a:cs typeface="Verdana" panose="020B0604030504040204" pitchFamily="34" charset="0"/>
              </a:rPr>
              <a:t>Pre-takeover stage strategy development for Jamshedpur Distribution Franchisee for Tata Power Company Ltd.;</a:t>
            </a:r>
          </a:p>
          <a:p>
            <a:pPr marL="342900" indent="-342900" algn="just">
              <a:lnSpc>
                <a:spcPct val="107000"/>
              </a:lnSpc>
              <a:spcAft>
                <a:spcPts val="0"/>
              </a:spcAft>
              <a:buFont typeface="Symbol" panose="05050102010706020507" pitchFamily="18" charset="2"/>
              <a:buChar char=""/>
            </a:pPr>
            <a:r>
              <a:rPr lang="en-US" sz="1100" dirty="0">
                <a:solidFill>
                  <a:schemeClr val="tx1"/>
                </a:solidFill>
                <a:ea typeface="Verdana" panose="020B0604030504040204" pitchFamily="34" charset="0"/>
                <a:cs typeface="Verdana" panose="020B0604030504040204" pitchFamily="34" charset="0"/>
              </a:rPr>
              <a:t>Transaction advisory support to CESU for selection of Distribution Franchisee for it’s 14 distribution divisions;</a:t>
            </a:r>
          </a:p>
          <a:p>
            <a:pPr marL="342900" indent="-342900" algn="just">
              <a:lnSpc>
                <a:spcPct val="107000"/>
              </a:lnSpc>
              <a:spcAft>
                <a:spcPts val="0"/>
              </a:spcAft>
              <a:buFont typeface="Symbol" panose="05050102010706020507" pitchFamily="18" charset="2"/>
              <a:buChar char=""/>
            </a:pPr>
            <a:r>
              <a:rPr lang="en-US" sz="1100" dirty="0">
                <a:solidFill>
                  <a:schemeClr val="tx1"/>
                </a:solidFill>
                <a:ea typeface="Verdana" panose="020B0604030504040204" pitchFamily="34" charset="0"/>
                <a:cs typeface="Verdana" panose="020B0604030504040204" pitchFamily="34" charset="0"/>
              </a:rPr>
              <a:t>Support to CESU in review of existing and preparation of revised DFA;</a:t>
            </a:r>
          </a:p>
          <a:p>
            <a:pPr marL="342900" indent="-342900" algn="just">
              <a:lnSpc>
                <a:spcPct val="107000"/>
              </a:lnSpc>
              <a:spcAft>
                <a:spcPts val="0"/>
              </a:spcAft>
              <a:buFont typeface="Symbol" panose="05050102010706020507" pitchFamily="18" charset="2"/>
              <a:buChar char=""/>
            </a:pPr>
            <a:r>
              <a:rPr lang="en-US" sz="1100" dirty="0">
                <a:solidFill>
                  <a:schemeClr val="tx1"/>
                </a:solidFill>
                <a:ea typeface="Verdana" panose="020B0604030504040204" pitchFamily="34" charset="0"/>
                <a:cs typeface="Verdana" panose="020B0604030504040204" pitchFamily="34" charset="0"/>
              </a:rPr>
              <a:t>Bid Advisory Support to CESC for CESU Power Distribution Utility;</a:t>
            </a:r>
          </a:p>
          <a:p>
            <a:pPr marL="342900" indent="-342900" algn="just">
              <a:lnSpc>
                <a:spcPct val="107000"/>
              </a:lnSpc>
              <a:spcAft>
                <a:spcPts val="0"/>
              </a:spcAft>
              <a:buFont typeface="Symbol" panose="05050102010706020507" pitchFamily="18" charset="2"/>
              <a:buChar char=""/>
            </a:pPr>
            <a:r>
              <a:rPr lang="en-US" sz="1100" dirty="0">
                <a:solidFill>
                  <a:schemeClr val="tx1"/>
                </a:solidFill>
                <a:ea typeface="Verdana" panose="020B0604030504040204" pitchFamily="34" charset="0"/>
                <a:cs typeface="Verdana" panose="020B0604030504040204" pitchFamily="34" charset="0"/>
              </a:rPr>
              <a:t>Bid Advisory Support to Tata Power for PESU Distribution Franchisee;</a:t>
            </a:r>
          </a:p>
          <a:p>
            <a:pPr marL="342900" indent="-342900" algn="just">
              <a:lnSpc>
                <a:spcPct val="107000"/>
              </a:lnSpc>
              <a:spcAft>
                <a:spcPts val="0"/>
              </a:spcAft>
              <a:buFont typeface="Symbol" panose="05050102010706020507" pitchFamily="18" charset="2"/>
              <a:buChar char=""/>
            </a:pPr>
            <a:r>
              <a:rPr lang="en-US" sz="1100" dirty="0">
                <a:solidFill>
                  <a:schemeClr val="tx1"/>
                </a:solidFill>
                <a:ea typeface="Verdana" panose="020B0604030504040204" pitchFamily="34" charset="0"/>
                <a:cs typeface="Verdana" panose="020B0604030504040204" pitchFamily="34" charset="0"/>
              </a:rPr>
              <a:t>Assistance to SIPS on First Year RPU Analysis for 4 DF areas (AED, CED, SED and NED) under CESU</a:t>
            </a:r>
          </a:p>
        </p:txBody>
      </p:sp>
      <p:sp>
        <p:nvSpPr>
          <p:cNvPr id="24" name="Text Placeholder 21">
            <a:extLst>
              <a:ext uri="{FF2B5EF4-FFF2-40B4-BE49-F238E27FC236}">
                <a16:creationId xmlns:a16="http://schemas.microsoft.com/office/drawing/2014/main" id="{2D061D00-682A-4DBE-A43F-382EA6E92B34}"/>
              </a:ext>
            </a:extLst>
          </p:cNvPr>
          <p:cNvSpPr txBox="1">
            <a:spLocks/>
          </p:cNvSpPr>
          <p:nvPr/>
        </p:nvSpPr>
        <p:spPr>
          <a:xfrm>
            <a:off x="537902" y="1458457"/>
            <a:ext cx="4168467" cy="1207564"/>
          </a:xfrm>
          <a:prstGeom prst="rect">
            <a:avLst/>
          </a:prstGeom>
          <a:solidFill>
            <a:schemeClr val="accent3">
              <a:lumMod val="20000"/>
              <a:lumOff val="80000"/>
            </a:schemeClr>
          </a:solidFill>
        </p:spPr>
        <p:txBody>
          <a:bodyPr lIns="72000" rIns="71114"/>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pPr marL="171453" indent="-171453">
              <a:spcAft>
                <a:spcPts val="600"/>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Area of Expertise:</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Financial Analysis &amp; Modelling, Strategy, business analytics business plans</a:t>
            </a:r>
          </a:p>
          <a:p>
            <a:pPr marL="171453" indent="-171453">
              <a:spcAft>
                <a:spcPts val="600"/>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Education:</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1100" dirty="0" err="1">
                <a:solidFill>
                  <a:schemeClr val="tx1"/>
                </a:solidFill>
                <a:latin typeface="Verdana" panose="020B0604030504040204" pitchFamily="34" charset="0"/>
                <a:ea typeface="Verdana" panose="020B0604030504040204" pitchFamily="34" charset="0"/>
                <a:cs typeface="Verdana" panose="020B0604030504040204" pitchFamily="34" charset="0"/>
              </a:rPr>
              <a:t>B.Tech</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(E&amp;C), MBA (Finance) and CFA (Level III)</a:t>
            </a:r>
          </a:p>
          <a:p>
            <a:pPr marL="171453" indent="-171453">
              <a:spcAft>
                <a:spcPts val="600"/>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Key Clients:</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Adani, Jindal, World Bank, Torrent Power, CESU, ADB, GMR, Tata Power, PFC, NTPC, DVC</a:t>
            </a:r>
          </a:p>
          <a:p>
            <a:pPr marL="171453" indent="-171453">
              <a:spcAft>
                <a:spcPts val="600"/>
              </a:spcAft>
              <a:buFont typeface="Arial" panose="020B0604020202020204" pitchFamily="34" charset="0"/>
              <a:buChar char="•"/>
              <a:defRPr/>
            </a:pPr>
            <a:endPar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cxnSp>
        <p:nvCxnSpPr>
          <p:cNvPr id="25" name="Straight Connector 24">
            <a:extLst>
              <a:ext uri="{FF2B5EF4-FFF2-40B4-BE49-F238E27FC236}">
                <a16:creationId xmlns:a16="http://schemas.microsoft.com/office/drawing/2014/main" id="{83C0E500-97A6-4D20-8CA2-DCE4D62893FA}"/>
              </a:ext>
            </a:extLst>
          </p:cNvPr>
          <p:cNvCxnSpPr>
            <a:cxnSpLocks/>
          </p:cNvCxnSpPr>
          <p:nvPr/>
        </p:nvCxnSpPr>
        <p:spPr>
          <a:xfrm>
            <a:off x="537901" y="1419575"/>
            <a:ext cx="4168468"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6" name="Title 2">
            <a:extLst>
              <a:ext uri="{FF2B5EF4-FFF2-40B4-BE49-F238E27FC236}">
                <a16:creationId xmlns:a16="http://schemas.microsoft.com/office/drawing/2014/main" id="{C51BAD4B-2238-454A-B962-0343CF2BCF1B}"/>
              </a:ext>
            </a:extLst>
          </p:cNvPr>
          <p:cNvSpPr txBox="1">
            <a:spLocks/>
          </p:cNvSpPr>
          <p:nvPr/>
        </p:nvSpPr>
        <p:spPr bwMode="gray">
          <a:xfrm>
            <a:off x="537901" y="1124302"/>
            <a:ext cx="2576648" cy="431163"/>
          </a:xfrm>
          <a:prstGeom prst="rect">
            <a:avLst/>
          </a:prstGeom>
        </p:spPr>
        <p:txBody>
          <a:bodyPr vert="horz" lIns="0" tIns="0" rIns="0" bIns="0" rtlCol="0" anchor="t" anchorCtr="0">
            <a:noAutofit/>
          </a:bodyPr>
          <a:lstStyle>
            <a:lvl1pPr algn="l" defTabSz="914400" rtl="0" eaLnBrk="1" latinLnBrk="0" hangingPunct="1">
              <a:spcBef>
                <a:spcPct val="0"/>
              </a:spcBef>
              <a:buNone/>
              <a:defRPr sz="2000" kern="1200">
                <a:solidFill>
                  <a:schemeClr val="tx1"/>
                </a:solidFill>
                <a:latin typeface="+mj-lt"/>
                <a:ea typeface="+mj-ea"/>
                <a:cs typeface="+mj-cs"/>
              </a:defRPr>
            </a:lvl1pPr>
          </a:lstStyle>
          <a:p>
            <a:r>
              <a:rPr lang="en-US" sz="1800" dirty="0"/>
              <a:t>Pankaj Goinka</a:t>
            </a:r>
          </a:p>
        </p:txBody>
      </p:sp>
      <p:cxnSp>
        <p:nvCxnSpPr>
          <p:cNvPr id="27" name="Straight Connector 26">
            <a:extLst>
              <a:ext uri="{FF2B5EF4-FFF2-40B4-BE49-F238E27FC236}">
                <a16:creationId xmlns:a16="http://schemas.microsoft.com/office/drawing/2014/main" id="{4B7163F4-343C-46AC-BC6F-EF6841B19000}"/>
              </a:ext>
            </a:extLst>
          </p:cNvPr>
          <p:cNvCxnSpPr>
            <a:cxnSpLocks/>
          </p:cNvCxnSpPr>
          <p:nvPr/>
        </p:nvCxnSpPr>
        <p:spPr>
          <a:xfrm>
            <a:off x="537901" y="2685647"/>
            <a:ext cx="4168468"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CFEA011E-8872-407D-899F-17B6DA8DD2CA}"/>
              </a:ext>
            </a:extLst>
          </p:cNvPr>
          <p:cNvSpPr/>
          <p:nvPr/>
        </p:nvSpPr>
        <p:spPr bwMode="gray">
          <a:xfrm>
            <a:off x="280091" y="871157"/>
            <a:ext cx="5791200" cy="5587017"/>
          </a:xfrm>
          <a:prstGeom prst="rect">
            <a:avLst/>
          </a:prstGeom>
          <a:noFill/>
          <a:ln w="12700" algn="ctr">
            <a:solidFill>
              <a:schemeClr val="tx1"/>
            </a:solidFill>
            <a:prstDash val="dashDot"/>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pic>
        <p:nvPicPr>
          <p:cNvPr id="29" name="Picture 28">
            <a:extLst>
              <a:ext uri="{FF2B5EF4-FFF2-40B4-BE49-F238E27FC236}">
                <a16:creationId xmlns:a16="http://schemas.microsoft.com/office/drawing/2014/main" id="{79FFB868-85E8-472D-B7AD-C6511934646A}"/>
              </a:ext>
              <a:ext uri="{C183D7F6-B498-43B3-948B-1728B52AA6E4}">
                <adec:decorative xmlns:adec="http://schemas.microsoft.com/office/drawing/2017/decorative" val="0"/>
              </a:ext>
            </a:extLst>
          </p:cNvPr>
          <p:cNvPicPr/>
          <p:nvPr/>
        </p:nvPicPr>
        <p:blipFill>
          <a:blip r:embed="rId4" cstate="print"/>
          <a:stretch>
            <a:fillRect/>
          </a:stretch>
        </p:blipFill>
        <p:spPr>
          <a:xfrm>
            <a:off x="4764447" y="1419575"/>
            <a:ext cx="1195084" cy="1266071"/>
          </a:xfrm>
          <a:prstGeom prst="rect">
            <a:avLst/>
          </a:prstGeom>
        </p:spPr>
      </p:pic>
      <p:sp>
        <p:nvSpPr>
          <p:cNvPr id="19" name="Title 1">
            <a:extLst>
              <a:ext uri="{FF2B5EF4-FFF2-40B4-BE49-F238E27FC236}">
                <a16:creationId xmlns:a16="http://schemas.microsoft.com/office/drawing/2014/main" id="{C2224DBF-8472-461E-BD68-53FB56632C76}"/>
              </a:ext>
            </a:extLst>
          </p:cNvPr>
          <p:cNvSpPr txBox="1">
            <a:spLocks/>
          </p:cNvSpPr>
          <p:nvPr/>
        </p:nvSpPr>
        <p:spPr bwMode="gray">
          <a:xfrm>
            <a:off x="469900" y="402586"/>
            <a:ext cx="11252200" cy="698501"/>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pPr lvl="0">
              <a:defRPr/>
            </a:pPr>
            <a:r>
              <a:rPr lang="en-IN" dirty="0"/>
              <a:t>Core Team (BYPL)</a:t>
            </a:r>
            <a:endParaRPr kumimoji="0" lang="en-IN" sz="2000" b="0" i="0" u="none" strike="noStrike" kern="1200" cap="none" spc="0" normalizeH="0" baseline="0" noProof="0" dirty="0">
              <a:ln>
                <a:noFill/>
              </a:ln>
              <a:solidFill>
                <a:srgbClr val="000000"/>
              </a:solidFill>
              <a:effectLst/>
              <a:uLnTx/>
              <a:uFillTx/>
              <a:latin typeface="Verdana"/>
              <a:ea typeface="+mj-ea"/>
              <a:cs typeface="+mj-cs"/>
            </a:endParaRPr>
          </a:p>
        </p:txBody>
      </p:sp>
    </p:spTree>
    <p:extLst>
      <p:ext uri="{BB962C8B-B14F-4D97-AF65-F5344CB8AC3E}">
        <p14:creationId xmlns:p14="http://schemas.microsoft.com/office/powerpoint/2010/main" val="1547743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0">
            <a:extLst>
              <a:ext uri="{FF2B5EF4-FFF2-40B4-BE49-F238E27FC236}">
                <a16:creationId xmlns:a16="http://schemas.microsoft.com/office/drawing/2014/main" id="{6EA388BE-DD91-454B-B7C3-44B297E67B02}"/>
              </a:ext>
            </a:extLst>
          </p:cNvPr>
          <p:cNvSpPr txBox="1">
            <a:spLocks/>
          </p:cNvSpPr>
          <p:nvPr/>
        </p:nvSpPr>
        <p:spPr>
          <a:xfrm>
            <a:off x="562610" y="2768509"/>
            <a:ext cx="5421630" cy="3601809"/>
          </a:xfrm>
          <a:prstGeom prst="rect">
            <a:avLst/>
          </a:prstGeom>
        </p:spPr>
        <p:txBody>
          <a:bodyPr lIns="0" tIns="0"/>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pPr marL="0" lvl="3" indent="0" algn="just">
              <a:spcAft>
                <a:spcPts val="1200"/>
              </a:spcAft>
              <a:buNone/>
            </a:pPr>
            <a:r>
              <a:rPr lang="en-US" sz="1100" b="1" dirty="0">
                <a:solidFill>
                  <a:schemeClr val="accent3"/>
                </a:solidFill>
                <a:ea typeface="Verdana" panose="020B0604030504040204" pitchFamily="34" charset="0"/>
                <a:cs typeface="Verdana" panose="020B0604030504040204" pitchFamily="34" charset="0"/>
              </a:rPr>
              <a:t>Select Experience:</a:t>
            </a:r>
            <a:endParaRPr lang="en-IN" sz="1100" b="1" dirty="0">
              <a:solidFill>
                <a:schemeClr val="accent3"/>
              </a:solidFill>
            </a:endParaRPr>
          </a:p>
          <a:p>
            <a:pPr marL="342900" indent="-342900" algn="just">
              <a:lnSpc>
                <a:spcPct val="107000"/>
              </a:lnSpc>
              <a:spcAft>
                <a:spcPts val="0"/>
              </a:spcAft>
              <a:buFont typeface="Symbol" panose="05050102010706020507" pitchFamily="18" charset="2"/>
              <a:buChar char=""/>
            </a:pPr>
            <a:r>
              <a:rPr lang="en-US" sz="1100" dirty="0">
                <a:solidFill>
                  <a:schemeClr val="tx1"/>
                </a:solidFill>
                <a:ea typeface="Verdana" panose="020B0604030504040204" pitchFamily="34" charset="0"/>
              </a:rPr>
              <a:t>Continuous assistance to MSEDCL in procurement of Solar (3500 MW) &amp; Wind (750 MW) power on long-term &amp; medium-term basis along with management of regulatory matters (power procurement);</a:t>
            </a:r>
          </a:p>
          <a:p>
            <a:pPr marL="342900" indent="-342900" algn="just">
              <a:lnSpc>
                <a:spcPct val="107000"/>
              </a:lnSpc>
              <a:spcAft>
                <a:spcPts val="0"/>
              </a:spcAft>
              <a:buFont typeface="Symbol" panose="05050102010706020507" pitchFamily="18" charset="2"/>
              <a:buChar char=""/>
            </a:pPr>
            <a:r>
              <a:rPr lang="en-US" sz="1100" dirty="0">
                <a:solidFill>
                  <a:schemeClr val="tx1"/>
                </a:solidFill>
                <a:ea typeface="Verdana" panose="020B0604030504040204" pitchFamily="34" charset="0"/>
              </a:rPr>
              <a:t>Assistance to JBVNL for diagnostic analysis &amp; monitoring of MBC of LT &amp; HT consumers and support in selection of new billing agencies;</a:t>
            </a:r>
          </a:p>
          <a:p>
            <a:pPr marL="342900" indent="-342900" algn="just">
              <a:lnSpc>
                <a:spcPct val="107000"/>
              </a:lnSpc>
              <a:spcAft>
                <a:spcPts val="0"/>
              </a:spcAft>
              <a:buFont typeface="Symbol" panose="05050102010706020507" pitchFamily="18" charset="2"/>
              <a:buChar char=""/>
            </a:pPr>
            <a:r>
              <a:rPr lang="en-US" sz="1100" dirty="0">
                <a:solidFill>
                  <a:schemeClr val="tx1"/>
                </a:solidFill>
                <a:ea typeface="Verdana" panose="020B0604030504040204" pitchFamily="34" charset="0"/>
              </a:rPr>
              <a:t>Power Cost optimization through adoption of renewable energy across all units of Godrej &amp; Boyce Mfg. Pvt. Ltd. India;</a:t>
            </a:r>
          </a:p>
          <a:p>
            <a:pPr marL="342900" indent="-342900" algn="just">
              <a:lnSpc>
                <a:spcPct val="107000"/>
              </a:lnSpc>
              <a:spcAft>
                <a:spcPts val="0"/>
              </a:spcAft>
              <a:buFont typeface="Symbol" panose="05050102010706020507" pitchFamily="18" charset="2"/>
              <a:buChar char=""/>
            </a:pPr>
            <a:r>
              <a:rPr lang="en-US" sz="1100" dirty="0">
                <a:solidFill>
                  <a:schemeClr val="tx1"/>
                </a:solidFill>
                <a:ea typeface="Verdana" panose="020B0604030504040204" pitchFamily="34" charset="0"/>
              </a:rPr>
              <a:t>Transaction Advisory for 3097 MW </a:t>
            </a:r>
            <a:r>
              <a:rPr lang="en-US" sz="1100" dirty="0" err="1">
                <a:solidFill>
                  <a:schemeClr val="tx1"/>
                </a:solidFill>
                <a:ea typeface="Verdana" panose="020B0604030504040204" pitchFamily="34" charset="0"/>
              </a:rPr>
              <a:t>Etalin</a:t>
            </a:r>
            <a:r>
              <a:rPr lang="en-US" sz="1100" dirty="0">
                <a:solidFill>
                  <a:schemeClr val="tx1"/>
                </a:solidFill>
                <a:ea typeface="Verdana" panose="020B0604030504040204" pitchFamily="34" charset="0"/>
              </a:rPr>
              <a:t> Hydro plant in Arunachal Pradesh for Jindal Power Limited;</a:t>
            </a:r>
          </a:p>
          <a:p>
            <a:pPr marL="342900" indent="-342900" algn="just">
              <a:lnSpc>
                <a:spcPct val="107000"/>
              </a:lnSpc>
              <a:spcAft>
                <a:spcPts val="0"/>
              </a:spcAft>
              <a:buFont typeface="Symbol" panose="05050102010706020507" pitchFamily="18" charset="2"/>
              <a:buChar char=""/>
            </a:pPr>
            <a:r>
              <a:rPr lang="en-US" sz="1100" dirty="0">
                <a:solidFill>
                  <a:schemeClr val="tx1"/>
                </a:solidFill>
                <a:ea typeface="Verdana" panose="020B0604030504040204" pitchFamily="34" charset="0"/>
              </a:rPr>
              <a:t>Support to JREDA in development of Small Hydro Power Projects in Jharkhand;</a:t>
            </a:r>
          </a:p>
          <a:p>
            <a:pPr marL="342900" indent="-342900" algn="just">
              <a:lnSpc>
                <a:spcPct val="107000"/>
              </a:lnSpc>
              <a:spcAft>
                <a:spcPts val="0"/>
              </a:spcAft>
              <a:buFont typeface="Symbol" panose="05050102010706020507" pitchFamily="18" charset="2"/>
              <a:buChar char=""/>
            </a:pPr>
            <a:r>
              <a:rPr lang="en-US" sz="1100" dirty="0">
                <a:solidFill>
                  <a:schemeClr val="tx1"/>
                </a:solidFill>
                <a:ea typeface="Verdana" panose="020B0604030504040204" pitchFamily="34" charset="0"/>
              </a:rPr>
              <a:t>Management &amp; Operations Performance Audit of ESCOM, Malawi for two consecutive years on behalf of Millennium Challenge Corporation;</a:t>
            </a:r>
          </a:p>
          <a:p>
            <a:pPr marL="342900" indent="-342900" algn="just">
              <a:lnSpc>
                <a:spcPct val="107000"/>
              </a:lnSpc>
              <a:spcAft>
                <a:spcPts val="0"/>
              </a:spcAft>
              <a:buFont typeface="Symbol" panose="05050102010706020507" pitchFamily="18" charset="2"/>
              <a:buChar char=""/>
            </a:pPr>
            <a:r>
              <a:rPr lang="en-US" sz="1100" dirty="0">
                <a:solidFill>
                  <a:schemeClr val="tx1"/>
                </a:solidFill>
                <a:ea typeface="Verdana" panose="020B0604030504040204" pitchFamily="34" charset="0"/>
              </a:rPr>
              <a:t>Support to ICICI Bank in Project Monitoring and Cash Flow Tracking of </a:t>
            </a:r>
            <a:r>
              <a:rPr lang="en-US" sz="1100" dirty="0" err="1">
                <a:solidFill>
                  <a:schemeClr val="tx1"/>
                </a:solidFill>
                <a:ea typeface="Verdana" panose="020B0604030504040204" pitchFamily="34" charset="0"/>
              </a:rPr>
              <a:t>Lanco</a:t>
            </a:r>
            <a:r>
              <a:rPr lang="en-US" sz="1100" dirty="0">
                <a:solidFill>
                  <a:schemeClr val="tx1"/>
                </a:solidFill>
                <a:ea typeface="Verdana" panose="020B0604030504040204" pitchFamily="34" charset="0"/>
              </a:rPr>
              <a:t> </a:t>
            </a:r>
            <a:r>
              <a:rPr lang="en-US" sz="1100" dirty="0" err="1">
                <a:solidFill>
                  <a:schemeClr val="tx1"/>
                </a:solidFill>
                <a:ea typeface="Verdana" panose="020B0604030504040204" pitchFamily="34" charset="0"/>
              </a:rPr>
              <a:t>Babandh’s</a:t>
            </a:r>
            <a:r>
              <a:rPr lang="en-US" sz="1100" dirty="0">
                <a:solidFill>
                  <a:schemeClr val="tx1"/>
                </a:solidFill>
                <a:ea typeface="Verdana" panose="020B0604030504040204" pitchFamily="34" charset="0"/>
              </a:rPr>
              <a:t> 2x660MW thermal power project in Orissa;</a:t>
            </a:r>
          </a:p>
          <a:p>
            <a:pPr marL="342900" indent="-342900" algn="just">
              <a:lnSpc>
                <a:spcPct val="107000"/>
              </a:lnSpc>
              <a:spcAft>
                <a:spcPts val="0"/>
              </a:spcAft>
              <a:buFont typeface="Symbol" panose="05050102010706020507" pitchFamily="18" charset="2"/>
              <a:buChar char=""/>
            </a:pPr>
            <a:r>
              <a:rPr lang="en-US" sz="1100" dirty="0">
                <a:solidFill>
                  <a:schemeClr val="tx1"/>
                </a:solidFill>
                <a:ea typeface="Verdana" panose="020B0604030504040204" pitchFamily="34" charset="0"/>
              </a:rPr>
              <a:t>Development of Power &amp; Fuel procurement strategy for Lafarge India;</a:t>
            </a:r>
          </a:p>
          <a:p>
            <a:pPr marL="342900" indent="-342900" algn="just">
              <a:lnSpc>
                <a:spcPct val="107000"/>
              </a:lnSpc>
              <a:spcAft>
                <a:spcPts val="0"/>
              </a:spcAft>
              <a:buFont typeface="Symbol" panose="05050102010706020507" pitchFamily="18" charset="2"/>
              <a:buChar char=""/>
            </a:pPr>
            <a:r>
              <a:rPr lang="en-US" sz="1100" dirty="0">
                <a:solidFill>
                  <a:schemeClr val="tx1"/>
                </a:solidFill>
                <a:ea typeface="Verdana" panose="020B0604030504040204" pitchFamily="34" charset="0"/>
              </a:rPr>
              <a:t>Comprehensive TEV study of </a:t>
            </a:r>
            <a:r>
              <a:rPr lang="en-US" sz="1100" dirty="0" err="1">
                <a:solidFill>
                  <a:schemeClr val="tx1"/>
                </a:solidFill>
                <a:ea typeface="Verdana" panose="020B0604030504040204" pitchFamily="34" charset="0"/>
              </a:rPr>
              <a:t>Punj</a:t>
            </a:r>
            <a:r>
              <a:rPr lang="en-US" sz="1100" dirty="0">
                <a:solidFill>
                  <a:schemeClr val="tx1"/>
                </a:solidFill>
                <a:ea typeface="Verdana" panose="020B0604030504040204" pitchFamily="34" charset="0"/>
              </a:rPr>
              <a:t> </a:t>
            </a:r>
            <a:r>
              <a:rPr lang="en-US" sz="1100" dirty="0" err="1">
                <a:solidFill>
                  <a:schemeClr val="tx1"/>
                </a:solidFill>
                <a:ea typeface="Verdana" panose="020B0604030504040204" pitchFamily="34" charset="0"/>
              </a:rPr>
              <a:t>Llyod</a:t>
            </a:r>
            <a:r>
              <a:rPr lang="en-US" sz="1100" dirty="0">
                <a:solidFill>
                  <a:schemeClr val="tx1"/>
                </a:solidFill>
                <a:ea typeface="Verdana" panose="020B0604030504040204" pitchFamily="34" charset="0"/>
              </a:rPr>
              <a:t> group on behalf of SBI;</a:t>
            </a:r>
          </a:p>
          <a:p>
            <a:pPr marL="342900" indent="-342900" algn="just">
              <a:lnSpc>
                <a:spcPct val="107000"/>
              </a:lnSpc>
              <a:spcAft>
                <a:spcPts val="0"/>
              </a:spcAft>
              <a:buFont typeface="Symbol" panose="05050102010706020507" pitchFamily="18" charset="2"/>
              <a:buChar char=""/>
            </a:pPr>
            <a:r>
              <a:rPr lang="en-US" sz="1100" dirty="0">
                <a:solidFill>
                  <a:schemeClr val="tx1"/>
                </a:solidFill>
                <a:ea typeface="Verdana" panose="020B0604030504040204" pitchFamily="34" charset="0"/>
              </a:rPr>
              <a:t>Support to TVNL (2x210MW) in filing its True-up petitions for 2 years;</a:t>
            </a:r>
          </a:p>
        </p:txBody>
      </p:sp>
      <p:sp>
        <p:nvSpPr>
          <p:cNvPr id="6" name="Text Placeholder 21">
            <a:extLst>
              <a:ext uri="{FF2B5EF4-FFF2-40B4-BE49-F238E27FC236}">
                <a16:creationId xmlns:a16="http://schemas.microsoft.com/office/drawing/2014/main" id="{9B9BBFB9-E6C4-4658-8DA4-053AF0B33296}"/>
              </a:ext>
            </a:extLst>
          </p:cNvPr>
          <p:cNvSpPr txBox="1">
            <a:spLocks/>
          </p:cNvSpPr>
          <p:nvPr/>
        </p:nvSpPr>
        <p:spPr>
          <a:xfrm>
            <a:off x="562610" y="1388626"/>
            <a:ext cx="4119306" cy="1322929"/>
          </a:xfrm>
          <a:prstGeom prst="rect">
            <a:avLst/>
          </a:prstGeom>
          <a:solidFill>
            <a:schemeClr val="accent3">
              <a:lumMod val="20000"/>
              <a:lumOff val="80000"/>
            </a:schemeClr>
          </a:solidFill>
        </p:spPr>
        <p:txBody>
          <a:bodyPr lIns="72000" rIns="71114"/>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Area of Expertise: </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Renewable energy, due diligence, performance review and </a:t>
            </a:r>
            <a:r>
              <a:rPr lang="en-US" sz="1100" dirty="0" err="1">
                <a:solidFill>
                  <a:schemeClr val="tx1"/>
                </a:solidFill>
                <a:latin typeface="Verdana" panose="020B0604030504040204" pitchFamily="34" charset="0"/>
                <a:ea typeface="Verdana" panose="020B0604030504040204" pitchFamily="34" charset="0"/>
                <a:cs typeface="Verdana" panose="020B0604030504040204" pitchFamily="34" charset="0"/>
              </a:rPr>
              <a:t>montioring</a:t>
            </a:r>
            <a:endPar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Education:</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B.E. (Electrical), MBA (Power Management)</a:t>
            </a:r>
          </a:p>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Key Clients: </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MSEDCL, JBVNL, HPSEBL, MCC, Godrej &amp; Boyce, Lafarge, Jindal Power, ICICI Bank, SBI.</a:t>
            </a:r>
          </a:p>
        </p:txBody>
      </p:sp>
      <p:cxnSp>
        <p:nvCxnSpPr>
          <p:cNvPr id="7" name="Straight Connector 6">
            <a:extLst>
              <a:ext uri="{FF2B5EF4-FFF2-40B4-BE49-F238E27FC236}">
                <a16:creationId xmlns:a16="http://schemas.microsoft.com/office/drawing/2014/main" id="{281357B4-98A6-4C2E-9233-A98C4F316EAE}"/>
              </a:ext>
            </a:extLst>
          </p:cNvPr>
          <p:cNvCxnSpPr>
            <a:cxnSpLocks/>
          </p:cNvCxnSpPr>
          <p:nvPr/>
        </p:nvCxnSpPr>
        <p:spPr>
          <a:xfrm>
            <a:off x="562610" y="1390057"/>
            <a:ext cx="4119306"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Title 2">
            <a:extLst>
              <a:ext uri="{FF2B5EF4-FFF2-40B4-BE49-F238E27FC236}">
                <a16:creationId xmlns:a16="http://schemas.microsoft.com/office/drawing/2014/main" id="{8864CEE6-3DBD-4D12-AD46-EBBDC3D29449}"/>
              </a:ext>
            </a:extLst>
          </p:cNvPr>
          <p:cNvSpPr txBox="1">
            <a:spLocks/>
          </p:cNvSpPr>
          <p:nvPr/>
        </p:nvSpPr>
        <p:spPr bwMode="gray">
          <a:xfrm>
            <a:off x="562610" y="1045624"/>
            <a:ext cx="2576648" cy="431163"/>
          </a:xfrm>
          <a:prstGeom prst="rect">
            <a:avLst/>
          </a:prstGeom>
        </p:spPr>
        <p:txBody>
          <a:bodyPr vert="horz" lIns="0" tIns="0" rIns="0" bIns="0" rtlCol="0" anchor="t" anchorCtr="0">
            <a:noAutofit/>
          </a:bodyPr>
          <a:lstStyle>
            <a:lvl1pPr algn="l" defTabSz="914400" rtl="0" eaLnBrk="1" latinLnBrk="0" hangingPunct="1">
              <a:spcBef>
                <a:spcPct val="0"/>
              </a:spcBef>
              <a:buNone/>
              <a:defRPr sz="2000" kern="1200">
                <a:solidFill>
                  <a:schemeClr val="tx1"/>
                </a:solidFill>
                <a:latin typeface="+mj-lt"/>
                <a:ea typeface="+mj-ea"/>
                <a:cs typeface="+mj-cs"/>
              </a:defRPr>
            </a:lvl1pPr>
          </a:lstStyle>
          <a:p>
            <a:r>
              <a:rPr lang="en-US" sz="1800" dirty="0"/>
              <a:t>Anurag Singh Sirola</a:t>
            </a:r>
          </a:p>
        </p:txBody>
      </p:sp>
      <p:cxnSp>
        <p:nvCxnSpPr>
          <p:cNvPr id="9" name="Straight Connector 8">
            <a:extLst>
              <a:ext uri="{FF2B5EF4-FFF2-40B4-BE49-F238E27FC236}">
                <a16:creationId xmlns:a16="http://schemas.microsoft.com/office/drawing/2014/main" id="{D0D83743-EEFA-4498-B64F-CFD21C7E8FCB}"/>
              </a:ext>
            </a:extLst>
          </p:cNvPr>
          <p:cNvCxnSpPr>
            <a:cxnSpLocks/>
          </p:cNvCxnSpPr>
          <p:nvPr/>
        </p:nvCxnSpPr>
        <p:spPr>
          <a:xfrm>
            <a:off x="562610" y="2740033"/>
            <a:ext cx="4119306"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CE0222A1-FFB6-440A-8C93-F9413D457B68}"/>
              </a:ext>
            </a:extLst>
          </p:cNvPr>
          <p:cNvSpPr/>
          <p:nvPr/>
        </p:nvSpPr>
        <p:spPr bwMode="gray">
          <a:xfrm>
            <a:off x="304800" y="792479"/>
            <a:ext cx="5791200" cy="5587017"/>
          </a:xfrm>
          <a:prstGeom prst="rect">
            <a:avLst/>
          </a:prstGeom>
          <a:noFill/>
          <a:ln w="12700" algn="ctr">
            <a:solidFill>
              <a:schemeClr val="tx1"/>
            </a:solidFill>
            <a:prstDash val="dashDot"/>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pic>
        <p:nvPicPr>
          <p:cNvPr id="11" name="Picture 10">
            <a:extLst>
              <a:ext uri="{FF2B5EF4-FFF2-40B4-BE49-F238E27FC236}">
                <a16:creationId xmlns:a16="http://schemas.microsoft.com/office/drawing/2014/main" id="{D779D8C6-D74C-4F73-A11C-72467044AB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38393" y="1390057"/>
            <a:ext cx="1180599" cy="1321498"/>
          </a:xfrm>
          <a:prstGeom prst="rect">
            <a:avLst/>
          </a:prstGeom>
        </p:spPr>
      </p:pic>
      <p:sp>
        <p:nvSpPr>
          <p:cNvPr id="13" name="Text Placeholder 40">
            <a:extLst>
              <a:ext uri="{FF2B5EF4-FFF2-40B4-BE49-F238E27FC236}">
                <a16:creationId xmlns:a16="http://schemas.microsoft.com/office/drawing/2014/main" id="{2872C88C-4E05-425A-9188-DB1818B6DC6A}"/>
              </a:ext>
            </a:extLst>
          </p:cNvPr>
          <p:cNvSpPr txBox="1">
            <a:spLocks/>
          </p:cNvSpPr>
          <p:nvPr/>
        </p:nvSpPr>
        <p:spPr>
          <a:xfrm>
            <a:off x="6489700" y="2900589"/>
            <a:ext cx="5421630" cy="3449411"/>
          </a:xfrm>
          <a:prstGeom prst="rect">
            <a:avLst/>
          </a:prstGeom>
        </p:spPr>
        <p:txBody>
          <a:bodyPr lIns="0" tIns="0"/>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pPr marL="0" lvl="3" indent="0" algn="just">
              <a:spcAft>
                <a:spcPts val="1200"/>
              </a:spcAft>
              <a:buNone/>
            </a:pPr>
            <a:r>
              <a:rPr lang="en-US" sz="1100" b="1" dirty="0">
                <a:solidFill>
                  <a:schemeClr val="accent3"/>
                </a:solidFill>
                <a:ea typeface="Verdana" panose="020B0604030504040204" pitchFamily="34" charset="0"/>
                <a:cs typeface="Verdana" panose="020B0604030504040204" pitchFamily="34" charset="0"/>
              </a:rPr>
              <a:t>Select Experience:</a:t>
            </a:r>
            <a:endParaRPr lang="en-IN" sz="1100" b="1" dirty="0">
              <a:solidFill>
                <a:schemeClr val="accent3"/>
              </a:solidFill>
            </a:endParaRPr>
          </a:p>
          <a:p>
            <a:pPr marL="342900" indent="-342900" algn="just">
              <a:lnSpc>
                <a:spcPct val="107000"/>
              </a:lnSpc>
              <a:spcAft>
                <a:spcPts val="0"/>
              </a:spcAft>
              <a:buFont typeface="Symbol" panose="05050102010706020507" pitchFamily="18" charset="2"/>
              <a:buChar char=""/>
            </a:pPr>
            <a:r>
              <a:rPr lang="en-US" sz="1100" dirty="0">
                <a:solidFill>
                  <a:schemeClr val="tx1"/>
                </a:solidFill>
                <a:ea typeface="Verdana" panose="020B0604030504040204" pitchFamily="34" charset="0"/>
              </a:rPr>
              <a:t>Assistance to JBVNL for diagnostic analysis &amp; monitoring of MBC of LT &amp; HT consumers and support in selection of new billing agencies;</a:t>
            </a:r>
          </a:p>
          <a:p>
            <a:pPr marL="342900" indent="-342900" algn="just">
              <a:lnSpc>
                <a:spcPct val="107000"/>
              </a:lnSpc>
              <a:spcAft>
                <a:spcPts val="0"/>
              </a:spcAft>
              <a:buFont typeface="Symbol" panose="05050102010706020507" pitchFamily="18" charset="2"/>
              <a:buChar char=""/>
            </a:pPr>
            <a:r>
              <a:rPr lang="en-US" sz="1100" dirty="0">
                <a:solidFill>
                  <a:schemeClr val="tx1"/>
                </a:solidFill>
                <a:ea typeface="Verdana" panose="020B0604030504040204" pitchFamily="34" charset="0"/>
                <a:cs typeface="Verdana" panose="020B0604030504040204" pitchFamily="34" charset="0"/>
              </a:rPr>
              <a:t>Support to JBVNL for implementation of Self-Help Groups for engaging Cluster Level Federation for billing &amp; collection in rural areas;</a:t>
            </a:r>
          </a:p>
          <a:p>
            <a:pPr marL="342900" indent="-342900" algn="just">
              <a:lnSpc>
                <a:spcPct val="107000"/>
              </a:lnSpc>
              <a:spcAft>
                <a:spcPts val="0"/>
              </a:spcAft>
              <a:buFont typeface="Symbol" panose="05050102010706020507" pitchFamily="18" charset="2"/>
              <a:buChar char=""/>
            </a:pPr>
            <a:r>
              <a:rPr lang="en-US" sz="1100" dirty="0">
                <a:solidFill>
                  <a:schemeClr val="tx1"/>
                </a:solidFill>
                <a:ea typeface="Verdana" panose="020B0604030504040204" pitchFamily="34" charset="0"/>
                <a:cs typeface="Verdana" panose="020B0604030504040204" pitchFamily="34" charset="0"/>
              </a:rPr>
              <a:t>Support to REC under National Quality Monitoring scheme in monitoring the quality, quantity and progress of 33/11kV rural electrification projects in Uttar Pradesh &amp; Jharkhand;</a:t>
            </a:r>
          </a:p>
          <a:p>
            <a:pPr marL="342900" indent="-342900" algn="just">
              <a:lnSpc>
                <a:spcPct val="107000"/>
              </a:lnSpc>
              <a:spcAft>
                <a:spcPts val="0"/>
              </a:spcAft>
              <a:buFont typeface="Symbol" panose="05050102010706020507" pitchFamily="18" charset="2"/>
              <a:buChar char=""/>
            </a:pPr>
            <a:r>
              <a:rPr lang="en-US" sz="1100" dirty="0">
                <a:solidFill>
                  <a:schemeClr val="tx1"/>
                </a:solidFill>
                <a:ea typeface="Verdana" panose="020B0604030504040204" pitchFamily="34" charset="0"/>
                <a:cs typeface="Verdana" panose="020B0604030504040204" pitchFamily="34" charset="0"/>
              </a:rPr>
              <a:t>Planning, procurement &amp; coordination for construction of 33kV, 11kV &amp; LT Lines, 33/11kV substations, BPL Connections under DDUGJY scheme for rural electrification in UP, MP and HP;</a:t>
            </a:r>
          </a:p>
          <a:p>
            <a:pPr marL="342900" indent="-342900" algn="just">
              <a:lnSpc>
                <a:spcPct val="107000"/>
              </a:lnSpc>
              <a:spcAft>
                <a:spcPts val="0"/>
              </a:spcAft>
              <a:buFont typeface="Symbol" panose="05050102010706020507" pitchFamily="18" charset="2"/>
              <a:buChar char=""/>
            </a:pPr>
            <a:r>
              <a:rPr lang="en-US" sz="1100" dirty="0">
                <a:solidFill>
                  <a:schemeClr val="tx1"/>
                </a:solidFill>
                <a:ea typeface="Verdana" panose="020B0604030504040204" pitchFamily="34" charset="0"/>
                <a:cs typeface="Verdana" panose="020B0604030504040204" pitchFamily="34" charset="0"/>
              </a:rPr>
              <a:t>Bid Process Management support for a 5-year O&amp;M contract for BHEL’s 10MW Solar power plant in West Bengal;</a:t>
            </a:r>
          </a:p>
          <a:p>
            <a:pPr marL="342900" indent="-342900" algn="just">
              <a:lnSpc>
                <a:spcPct val="107000"/>
              </a:lnSpc>
              <a:spcAft>
                <a:spcPts val="0"/>
              </a:spcAft>
              <a:buFont typeface="Symbol" panose="05050102010706020507" pitchFamily="18" charset="2"/>
              <a:buChar char=""/>
            </a:pPr>
            <a:r>
              <a:rPr lang="en-US" sz="1100" dirty="0">
                <a:solidFill>
                  <a:schemeClr val="tx1"/>
                </a:solidFill>
                <a:ea typeface="Verdana" panose="020B0604030504040204" pitchFamily="34" charset="0"/>
                <a:cs typeface="Verdana" panose="020B0604030504040204" pitchFamily="34" charset="0"/>
              </a:rPr>
              <a:t>Preparation of feasibility report for installation of grid connected rooftop solar systems by SECI at government buildings in Delhi;</a:t>
            </a:r>
          </a:p>
          <a:p>
            <a:pPr marL="342900" indent="-342900" algn="just">
              <a:lnSpc>
                <a:spcPct val="107000"/>
              </a:lnSpc>
              <a:spcAft>
                <a:spcPts val="0"/>
              </a:spcAft>
              <a:buFont typeface="Symbol" panose="05050102010706020507" pitchFamily="18" charset="2"/>
              <a:buChar char=""/>
            </a:pPr>
            <a:r>
              <a:rPr lang="en-US" sz="1100" dirty="0">
                <a:solidFill>
                  <a:schemeClr val="tx1"/>
                </a:solidFill>
                <a:ea typeface="Verdana" panose="020B0604030504040204" pitchFamily="34" charset="0"/>
                <a:cs typeface="Verdana" panose="020B0604030504040204" pitchFamily="34" charset="0"/>
              </a:rPr>
              <a:t>Planning, procurement, coordination &amp; monitoring of Power Transmission Corporation of Uttarakhand </a:t>
            </a:r>
            <a:r>
              <a:rPr lang="en-US" sz="1100" dirty="0" err="1">
                <a:solidFill>
                  <a:schemeClr val="tx1"/>
                </a:solidFill>
                <a:ea typeface="Verdana" panose="020B0604030504040204" pitchFamily="34" charset="0"/>
                <a:cs typeface="Verdana" panose="020B0604030504040204" pitchFamily="34" charset="0"/>
              </a:rPr>
              <a:t>Ltd’s</a:t>
            </a:r>
            <a:r>
              <a:rPr lang="en-US" sz="1100" dirty="0">
                <a:solidFill>
                  <a:schemeClr val="tx1"/>
                </a:solidFill>
                <a:ea typeface="Verdana" panose="020B0604030504040204" pitchFamily="34" charset="0"/>
                <a:cs typeface="Verdana" panose="020B0604030504040204" pitchFamily="34" charset="0"/>
              </a:rPr>
              <a:t> LILO 220 KV D/C Line for Roorkee substation Project.</a:t>
            </a:r>
          </a:p>
        </p:txBody>
      </p:sp>
      <p:sp>
        <p:nvSpPr>
          <p:cNvPr id="14" name="Text Placeholder 21">
            <a:extLst>
              <a:ext uri="{FF2B5EF4-FFF2-40B4-BE49-F238E27FC236}">
                <a16:creationId xmlns:a16="http://schemas.microsoft.com/office/drawing/2014/main" id="{55DC9453-F123-44D4-A565-2C7E167CB063}"/>
              </a:ext>
            </a:extLst>
          </p:cNvPr>
          <p:cNvSpPr txBox="1">
            <a:spLocks/>
          </p:cNvSpPr>
          <p:nvPr/>
        </p:nvSpPr>
        <p:spPr>
          <a:xfrm>
            <a:off x="6353810" y="1398786"/>
            <a:ext cx="4206035" cy="1361895"/>
          </a:xfrm>
          <a:prstGeom prst="rect">
            <a:avLst/>
          </a:prstGeom>
          <a:solidFill>
            <a:schemeClr val="accent3">
              <a:lumMod val="20000"/>
              <a:lumOff val="80000"/>
            </a:schemeClr>
          </a:solidFill>
        </p:spPr>
        <p:txBody>
          <a:bodyPr lIns="72000" rIns="71114"/>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Area of Expertise:</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Bid process management, Project Management &amp; monitoring, Power distribution</a:t>
            </a:r>
          </a:p>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Education:</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B.E. (Electrical), MBA (Power Management)</a:t>
            </a:r>
          </a:p>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Key Clients:</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JBVNL, </a:t>
            </a:r>
            <a:r>
              <a:rPr lang="en-US" sz="1100" dirty="0" err="1">
                <a:solidFill>
                  <a:schemeClr val="tx1"/>
                </a:solidFill>
                <a:latin typeface="Verdana" panose="020B0604030504040204" pitchFamily="34" charset="0"/>
                <a:ea typeface="Verdana" panose="020B0604030504040204" pitchFamily="34" charset="0"/>
                <a:cs typeface="Verdana" panose="020B0604030504040204" pitchFamily="34" charset="0"/>
              </a:rPr>
              <a:t>PsVVNL</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MPMKVVCL, HPSEBL, SECI, PGCIL, REC, BHEL, PTCUL.</a:t>
            </a:r>
          </a:p>
        </p:txBody>
      </p:sp>
      <p:cxnSp>
        <p:nvCxnSpPr>
          <p:cNvPr id="15" name="Straight Connector 14">
            <a:extLst>
              <a:ext uri="{FF2B5EF4-FFF2-40B4-BE49-F238E27FC236}">
                <a16:creationId xmlns:a16="http://schemas.microsoft.com/office/drawing/2014/main" id="{88B2AFF5-AC02-45C0-B912-1ADF41FCF8E5}"/>
              </a:ext>
            </a:extLst>
          </p:cNvPr>
          <p:cNvCxnSpPr>
            <a:cxnSpLocks/>
          </p:cNvCxnSpPr>
          <p:nvPr/>
        </p:nvCxnSpPr>
        <p:spPr>
          <a:xfrm>
            <a:off x="6367780" y="1349417"/>
            <a:ext cx="4060313"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6" name="Title 2">
            <a:extLst>
              <a:ext uri="{FF2B5EF4-FFF2-40B4-BE49-F238E27FC236}">
                <a16:creationId xmlns:a16="http://schemas.microsoft.com/office/drawing/2014/main" id="{555EF53C-85E8-455E-B5AE-94911DC11C40}"/>
              </a:ext>
            </a:extLst>
          </p:cNvPr>
          <p:cNvSpPr txBox="1">
            <a:spLocks/>
          </p:cNvSpPr>
          <p:nvPr/>
        </p:nvSpPr>
        <p:spPr bwMode="gray">
          <a:xfrm>
            <a:off x="6489700" y="974504"/>
            <a:ext cx="2576648" cy="431163"/>
          </a:xfrm>
          <a:prstGeom prst="rect">
            <a:avLst/>
          </a:prstGeom>
        </p:spPr>
        <p:txBody>
          <a:bodyPr vert="horz" lIns="0" tIns="0" rIns="0" bIns="0" rtlCol="0" anchor="t" anchorCtr="0">
            <a:noAutofit/>
          </a:bodyPr>
          <a:lstStyle>
            <a:lvl1pPr algn="l" defTabSz="914400" rtl="0" eaLnBrk="1" latinLnBrk="0" hangingPunct="1">
              <a:spcBef>
                <a:spcPct val="0"/>
              </a:spcBef>
              <a:buNone/>
              <a:defRPr sz="2000" kern="1200">
                <a:solidFill>
                  <a:schemeClr val="tx1"/>
                </a:solidFill>
                <a:latin typeface="+mj-lt"/>
                <a:ea typeface="+mj-ea"/>
                <a:cs typeface="+mj-cs"/>
              </a:defRPr>
            </a:lvl1pPr>
          </a:lstStyle>
          <a:p>
            <a:r>
              <a:rPr lang="en-US" sz="1800" dirty="0"/>
              <a:t>Shehroz </a:t>
            </a:r>
            <a:r>
              <a:rPr lang="en-US" sz="1800" dirty="0" err="1"/>
              <a:t>Arfeen</a:t>
            </a:r>
            <a:r>
              <a:rPr lang="en-US" sz="1800" dirty="0"/>
              <a:t> Khan</a:t>
            </a:r>
          </a:p>
        </p:txBody>
      </p:sp>
      <p:cxnSp>
        <p:nvCxnSpPr>
          <p:cNvPr id="17" name="Straight Connector 16">
            <a:extLst>
              <a:ext uri="{FF2B5EF4-FFF2-40B4-BE49-F238E27FC236}">
                <a16:creationId xmlns:a16="http://schemas.microsoft.com/office/drawing/2014/main" id="{939AA816-9805-4420-BD51-8BD5D0FA6167}"/>
              </a:ext>
            </a:extLst>
          </p:cNvPr>
          <p:cNvCxnSpPr>
            <a:cxnSpLocks/>
          </p:cNvCxnSpPr>
          <p:nvPr/>
        </p:nvCxnSpPr>
        <p:spPr>
          <a:xfrm>
            <a:off x="6418580" y="2781001"/>
            <a:ext cx="4060313"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7AB600C9-F98D-4F01-84AD-B21DCE70229D}"/>
              </a:ext>
            </a:extLst>
          </p:cNvPr>
          <p:cNvSpPr/>
          <p:nvPr/>
        </p:nvSpPr>
        <p:spPr bwMode="gray">
          <a:xfrm>
            <a:off x="6231890" y="792479"/>
            <a:ext cx="5791200" cy="5587017"/>
          </a:xfrm>
          <a:prstGeom prst="rect">
            <a:avLst/>
          </a:prstGeom>
          <a:noFill/>
          <a:ln w="12700" algn="ctr">
            <a:solidFill>
              <a:schemeClr val="tx1"/>
            </a:solidFill>
            <a:prstDash val="dashDot"/>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pic>
        <p:nvPicPr>
          <p:cNvPr id="19" name="Picture 18">
            <a:extLst>
              <a:ext uri="{FF2B5EF4-FFF2-40B4-BE49-F238E27FC236}">
                <a16:creationId xmlns:a16="http://schemas.microsoft.com/office/drawing/2014/main" id="{E33B6145-C76C-41C9-82EF-7BE067FD05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90860" y="1440856"/>
            <a:ext cx="1088185" cy="1340145"/>
          </a:xfrm>
          <a:prstGeom prst="rect">
            <a:avLst/>
          </a:prstGeom>
        </p:spPr>
      </p:pic>
      <p:sp>
        <p:nvSpPr>
          <p:cNvPr id="20" name="Title 1">
            <a:extLst>
              <a:ext uri="{FF2B5EF4-FFF2-40B4-BE49-F238E27FC236}">
                <a16:creationId xmlns:a16="http://schemas.microsoft.com/office/drawing/2014/main" id="{C6318B52-19D6-4280-81D1-B178722421F1}"/>
              </a:ext>
            </a:extLst>
          </p:cNvPr>
          <p:cNvSpPr txBox="1">
            <a:spLocks/>
          </p:cNvSpPr>
          <p:nvPr/>
        </p:nvSpPr>
        <p:spPr bwMode="gray">
          <a:xfrm>
            <a:off x="469900" y="402586"/>
            <a:ext cx="11252200" cy="698501"/>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pPr lvl="0">
              <a:defRPr/>
            </a:pPr>
            <a:r>
              <a:rPr lang="en-IN" dirty="0"/>
              <a:t>Core Team (BYPL)</a:t>
            </a:r>
            <a:endParaRPr kumimoji="0" lang="en-IN" sz="2000" b="0" i="0" u="none" strike="noStrike" kern="1200" cap="none" spc="0" normalizeH="0" baseline="0" noProof="0" dirty="0">
              <a:ln>
                <a:noFill/>
              </a:ln>
              <a:solidFill>
                <a:srgbClr val="000000"/>
              </a:solidFill>
              <a:effectLst/>
              <a:uLnTx/>
              <a:uFillTx/>
              <a:latin typeface="Verdana"/>
              <a:ea typeface="+mj-ea"/>
              <a:cs typeface="+mj-cs"/>
            </a:endParaRPr>
          </a:p>
        </p:txBody>
      </p:sp>
    </p:spTree>
    <p:extLst>
      <p:ext uri="{BB962C8B-B14F-4D97-AF65-F5344CB8AC3E}">
        <p14:creationId xmlns:p14="http://schemas.microsoft.com/office/powerpoint/2010/main" val="784649069"/>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40"/>
          <p:cNvSpPr txBox="1">
            <a:spLocks/>
          </p:cNvSpPr>
          <p:nvPr/>
        </p:nvSpPr>
        <p:spPr>
          <a:xfrm>
            <a:off x="3742872" y="1490018"/>
            <a:ext cx="7988300" cy="5110807"/>
          </a:xfrm>
          <a:prstGeom prst="rect">
            <a:avLst/>
          </a:prstGeom>
        </p:spPr>
        <p:txBody>
          <a:bodyPr lIns="0" tIns="0"/>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pPr marL="0" lvl="3" indent="0" algn="just">
              <a:spcAft>
                <a:spcPts val="1200"/>
              </a:spcAft>
              <a:buNone/>
            </a:pPr>
            <a:r>
              <a:rPr lang="en-US" sz="1200" b="1" dirty="0">
                <a:solidFill>
                  <a:schemeClr val="accent3"/>
                </a:solidFill>
                <a:ea typeface="Verdana" panose="020B0604030504040204" pitchFamily="34" charset="0"/>
                <a:cs typeface="Verdana" panose="020B0604030504040204" pitchFamily="34" charset="0"/>
              </a:rPr>
              <a:t>Select Experience:</a:t>
            </a:r>
            <a:endParaRPr lang="en-IN" sz="1200" b="1" dirty="0">
              <a:solidFill>
                <a:schemeClr val="accent3"/>
              </a:solidFill>
            </a:endParaRPr>
          </a:p>
          <a:p>
            <a:pPr marL="342900" lvl="0" indent="-342900">
              <a:lnSpc>
                <a:spcPct val="107000"/>
              </a:lnSpc>
              <a:spcAft>
                <a:spcPts val="0"/>
              </a:spcAft>
              <a:buFont typeface="Symbol" panose="05050102010706020507" pitchFamily="18" charset="2"/>
              <a:buChar char=""/>
            </a:pPr>
            <a:r>
              <a:rPr lang="en-US" sz="1200" dirty="0">
                <a:solidFill>
                  <a:schemeClr val="tx1"/>
                </a:solidFill>
                <a:ea typeface="Verdana" panose="020B0604030504040204" pitchFamily="34" charset="0"/>
              </a:rPr>
              <a:t>USAID/India’s Renewable Integration and Sustainable Energy Initiative (RISE) will assist the Government of India (</a:t>
            </a:r>
            <a:r>
              <a:rPr lang="en-US" sz="1200" dirty="0" err="1">
                <a:solidFill>
                  <a:schemeClr val="tx1"/>
                </a:solidFill>
                <a:ea typeface="Verdana" panose="020B0604030504040204" pitchFamily="34" charset="0"/>
              </a:rPr>
              <a:t>GoI</a:t>
            </a:r>
            <a:r>
              <a:rPr lang="en-US" sz="1200" dirty="0">
                <a:solidFill>
                  <a:schemeClr val="tx1"/>
                </a:solidFill>
                <a:ea typeface="Verdana" panose="020B0604030504040204" pitchFamily="34" charset="0"/>
              </a:rPr>
              <a:t>) to pilot innovative solutions for enhanced transmission grid capacity to support high penetration rates of RE generation</a:t>
            </a:r>
          </a:p>
          <a:p>
            <a:pPr marL="342900" lvl="0" indent="-342900">
              <a:lnSpc>
                <a:spcPct val="107000"/>
              </a:lnSpc>
              <a:spcAft>
                <a:spcPts val="0"/>
              </a:spcAft>
              <a:buFont typeface="Symbol" panose="05050102010706020507" pitchFamily="18" charset="2"/>
              <a:buChar char=""/>
            </a:pPr>
            <a:r>
              <a:rPr lang="en-US" sz="1200" dirty="0">
                <a:solidFill>
                  <a:schemeClr val="tx1"/>
                </a:solidFill>
                <a:ea typeface="Verdana" panose="020B0604030504040204" pitchFamily="34" charset="0"/>
              </a:rPr>
              <a:t>Advising one of the largest Power Generation Company in Indonesia, owning assets across gas, geothermal, mini hydro power plants and O&amp;M services, in rationalizing their complex financial models and develop a new simplified financial model for the purposes of preparing a consolidated business plan, as well as debt financing and capital injection at Holdco and SPV</a:t>
            </a:r>
          </a:p>
          <a:p>
            <a:pPr marL="342900" lvl="0" indent="-342900">
              <a:lnSpc>
                <a:spcPct val="107000"/>
              </a:lnSpc>
              <a:spcAft>
                <a:spcPts val="0"/>
              </a:spcAft>
              <a:buFont typeface="Symbol" panose="05050102010706020507" pitchFamily="18" charset="2"/>
              <a:buChar char=""/>
            </a:pPr>
            <a:r>
              <a:rPr lang="en-US" sz="1200" dirty="0">
                <a:solidFill>
                  <a:schemeClr val="tx1"/>
                </a:solidFill>
                <a:ea typeface="Verdana" panose="020B0604030504040204" pitchFamily="34" charset="0"/>
              </a:rPr>
              <a:t>Advising Electric Power Generation Enterprise (EPGE) and MOEE in development of a least cost power generation plan for near to medium term</a:t>
            </a:r>
          </a:p>
          <a:p>
            <a:pPr marL="342900" indent="-342900">
              <a:lnSpc>
                <a:spcPct val="107000"/>
              </a:lnSpc>
              <a:spcAft>
                <a:spcPts val="0"/>
              </a:spcAft>
              <a:buFont typeface="Symbol" panose="05050102010706020507" pitchFamily="18" charset="2"/>
              <a:buChar char=""/>
            </a:pPr>
            <a:r>
              <a:rPr lang="en-IN" sz="1200" dirty="0">
                <a:solidFill>
                  <a:schemeClr val="tx1"/>
                </a:solidFill>
                <a:ea typeface="Verdana" panose="020B0604030504040204" pitchFamily="34" charset="0"/>
              </a:rPr>
              <a:t>Development of a Financial Viability Action Plan for Nepal Power Sector, Financial analysis and Corporate strategy</a:t>
            </a:r>
          </a:p>
          <a:p>
            <a:pPr marL="342900" indent="-342900">
              <a:lnSpc>
                <a:spcPct val="107000"/>
              </a:lnSpc>
              <a:spcAft>
                <a:spcPts val="0"/>
              </a:spcAft>
              <a:buFont typeface="Symbol" panose="05050102010706020507" pitchFamily="18" charset="2"/>
              <a:buChar char=""/>
            </a:pPr>
            <a:r>
              <a:rPr lang="en-US" sz="1200" dirty="0">
                <a:solidFill>
                  <a:schemeClr val="tx1"/>
                </a:solidFill>
                <a:ea typeface="Verdana" panose="020B0604030504040204" pitchFamily="34" charset="0"/>
              </a:rPr>
              <a:t>Development of Corporate Strategy and Business Plan for promoting e-mobility in India</a:t>
            </a:r>
          </a:p>
          <a:p>
            <a:pPr marL="342900" indent="-342900">
              <a:lnSpc>
                <a:spcPct val="107000"/>
              </a:lnSpc>
              <a:spcAft>
                <a:spcPts val="0"/>
              </a:spcAft>
              <a:buFont typeface="Symbol" panose="05050102010706020507" pitchFamily="18" charset="2"/>
              <a:buChar char=""/>
            </a:pPr>
            <a:r>
              <a:rPr lang="en-US" sz="1200" dirty="0">
                <a:solidFill>
                  <a:schemeClr val="tx1"/>
                </a:solidFill>
                <a:ea typeface="Verdana" panose="020B0604030504040204" pitchFamily="34" charset="0"/>
              </a:rPr>
              <a:t>Support the Government of the Republic of the Union of Myanmar (Government) to develop policies, processes and institutional management structures for public-private partnerships (PPP). </a:t>
            </a:r>
          </a:p>
          <a:p>
            <a:pPr marL="342900" indent="-342900">
              <a:lnSpc>
                <a:spcPct val="107000"/>
              </a:lnSpc>
              <a:spcAft>
                <a:spcPts val="0"/>
              </a:spcAft>
              <a:buFont typeface="Symbol" panose="05050102010706020507" pitchFamily="18" charset="2"/>
              <a:buChar char=""/>
            </a:pPr>
            <a:r>
              <a:rPr lang="en-US" sz="1200" dirty="0">
                <a:solidFill>
                  <a:schemeClr val="tx1"/>
                </a:solidFill>
                <a:ea typeface="Verdana" panose="020B0604030504040204" pitchFamily="34" charset="0"/>
              </a:rPr>
              <a:t>Myanmar Power Sector Financial Analysis and Viability Action Plan, Inform stakeholders on the financial status and outlook of the power sector, including revenue requirements and any subsidy requirements for generation, transmission and distribution subsectors</a:t>
            </a:r>
          </a:p>
          <a:p>
            <a:pPr marL="342900" indent="-342900">
              <a:lnSpc>
                <a:spcPct val="107000"/>
              </a:lnSpc>
              <a:spcAft>
                <a:spcPts val="0"/>
              </a:spcAft>
              <a:buFont typeface="Symbol" panose="05050102010706020507" pitchFamily="18" charset="2"/>
              <a:buChar char=""/>
            </a:pPr>
            <a:r>
              <a:rPr lang="en-US" sz="1200" dirty="0">
                <a:solidFill>
                  <a:schemeClr val="tx1"/>
                </a:solidFill>
                <a:ea typeface="Verdana" panose="020B0604030504040204" pitchFamily="34" charset="0"/>
              </a:rPr>
              <a:t>Consultancy support to IFC on corporatization of Yangon City Electricity Supply Board (YESB), Yangon, </a:t>
            </a:r>
            <a:r>
              <a:rPr lang="en-IN" sz="1200" dirty="0">
                <a:solidFill>
                  <a:schemeClr val="tx1"/>
                </a:solidFill>
                <a:ea typeface="Verdana" panose="020B0604030504040204" pitchFamily="34" charset="0"/>
              </a:rPr>
              <a:t>Financial Due Diligence, Economic Valuation of YESB</a:t>
            </a:r>
          </a:p>
          <a:p>
            <a:pPr marL="342900" indent="-342900">
              <a:lnSpc>
                <a:spcPct val="107000"/>
              </a:lnSpc>
              <a:spcAft>
                <a:spcPts val="0"/>
              </a:spcAft>
              <a:buFont typeface="Symbol" panose="05050102010706020507" pitchFamily="18" charset="2"/>
              <a:buChar char=""/>
            </a:pPr>
            <a:r>
              <a:rPr lang="en-US" sz="1200" dirty="0">
                <a:solidFill>
                  <a:schemeClr val="tx1"/>
                </a:solidFill>
                <a:ea typeface="Verdana" panose="020B0604030504040204" pitchFamily="34" charset="0"/>
              </a:rPr>
              <a:t>Financial and Economic analysis of Upper Indravati Pump Storage Project (PSP) in Odisha</a:t>
            </a:r>
          </a:p>
          <a:p>
            <a:pPr marL="342900" indent="-342900">
              <a:lnSpc>
                <a:spcPct val="107000"/>
              </a:lnSpc>
              <a:spcAft>
                <a:spcPts val="0"/>
              </a:spcAft>
              <a:buFont typeface="Symbol" panose="05050102010706020507" pitchFamily="18" charset="2"/>
              <a:buChar char=""/>
            </a:pPr>
            <a:r>
              <a:rPr lang="en-US" sz="1200" dirty="0">
                <a:solidFill>
                  <a:schemeClr val="tx1"/>
                </a:solidFill>
                <a:ea typeface="Verdana" panose="020B0604030504040204" pitchFamily="34" charset="0"/>
              </a:rPr>
              <a:t>Commercial Feasibility Study of a 650 MW export oriented hydro power project in Lower Arun Valley Area of Nepal, 2013-14</a:t>
            </a:r>
            <a:endParaRPr lang="en-IN" sz="1200" dirty="0">
              <a:solidFill>
                <a:schemeClr val="tx1"/>
              </a:solidFill>
              <a:ea typeface="Verdana" panose="020B0604030504040204" pitchFamily="34" charset="0"/>
            </a:endParaRPr>
          </a:p>
          <a:p>
            <a:pPr marL="342900" indent="-342900">
              <a:lnSpc>
                <a:spcPct val="107000"/>
              </a:lnSpc>
              <a:spcAft>
                <a:spcPts val="0"/>
              </a:spcAft>
              <a:buFont typeface="Symbol" panose="05050102010706020507" pitchFamily="18" charset="2"/>
              <a:buChar char=""/>
            </a:pPr>
            <a:endParaRPr lang="en-IN" sz="1200" dirty="0">
              <a:solidFill>
                <a:schemeClr val="tx1"/>
              </a:solidFill>
              <a:ea typeface="Verdana" panose="020B0604030504040204" pitchFamily="34" charset="0"/>
            </a:endParaRPr>
          </a:p>
          <a:p>
            <a:pPr marL="0" lvl="3" indent="0" algn="just">
              <a:spcAft>
                <a:spcPts val="1200"/>
              </a:spcAft>
              <a:buNone/>
            </a:pPr>
            <a:endParaRPr lang="en-US" sz="1200" dirty="0">
              <a:solidFill>
                <a:schemeClr val="tx1"/>
              </a:solidFill>
              <a:ea typeface="Verdana" panose="020B0604030504040204" pitchFamily="34" charset="0"/>
              <a:cs typeface="Verdana" panose="020B0604030504040204" pitchFamily="34" charset="0"/>
            </a:endParaRPr>
          </a:p>
        </p:txBody>
      </p:sp>
      <p:sp>
        <p:nvSpPr>
          <p:cNvPr id="15" name="Text Placeholder 21"/>
          <p:cNvSpPr txBox="1">
            <a:spLocks/>
          </p:cNvSpPr>
          <p:nvPr/>
        </p:nvSpPr>
        <p:spPr>
          <a:xfrm>
            <a:off x="441074" y="3759031"/>
            <a:ext cx="2992730" cy="2350307"/>
          </a:xfrm>
          <a:prstGeom prst="rect">
            <a:avLst/>
          </a:prstGeom>
          <a:solidFill>
            <a:schemeClr val="accent3">
              <a:lumMod val="20000"/>
              <a:lumOff val="80000"/>
            </a:schemeClr>
          </a:solidFill>
        </p:spPr>
        <p:txBody>
          <a:bodyPr lIns="72000" rIns="71114"/>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Area of Expertise:</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Financial modeling, corporate strategy, Renewable energy integration, cost optimization</a:t>
            </a:r>
          </a:p>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Education:</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PGDM (Finance), </a:t>
            </a:r>
            <a:r>
              <a:rPr lang="en-US" sz="1100" dirty="0" err="1">
                <a:solidFill>
                  <a:schemeClr val="tx1"/>
                </a:solidFill>
                <a:latin typeface="Verdana" panose="020B0604030504040204" pitchFamily="34" charset="0"/>
                <a:ea typeface="Verdana" panose="020B0604030504040204" pitchFamily="34" charset="0"/>
                <a:cs typeface="Verdana" panose="020B0604030504040204" pitchFamily="34" charset="0"/>
              </a:rPr>
              <a:t>B.tech</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(Industrial </a:t>
            </a:r>
            <a:r>
              <a:rPr lang="en-US" sz="1100" dirty="0" err="1">
                <a:solidFill>
                  <a:schemeClr val="tx1"/>
                </a:solidFill>
                <a:latin typeface="Verdana" panose="020B0604030504040204" pitchFamily="34" charset="0"/>
                <a:ea typeface="Verdana" panose="020B0604030504040204" pitchFamily="34" charset="0"/>
                <a:cs typeface="Verdana" panose="020B0604030504040204" pitchFamily="34" charset="0"/>
              </a:rPr>
              <a:t>Engg</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a:t>
            </a:r>
          </a:p>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Key Clients:</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JBVNL, BEE, </a:t>
            </a:r>
            <a:r>
              <a:rPr lang="en-US" sz="1100" dirty="0" err="1">
                <a:solidFill>
                  <a:schemeClr val="tx1"/>
                </a:solidFill>
                <a:latin typeface="Verdana" panose="020B0604030504040204" pitchFamily="34" charset="0"/>
                <a:ea typeface="Verdana" panose="020B0604030504040204" pitchFamily="34" charset="0"/>
                <a:cs typeface="Verdana" panose="020B0604030504040204" pitchFamily="34" charset="0"/>
              </a:rPr>
              <a:t>MoP</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HVPNL, HPGCL, HPERC, WBPDCL, PFCCL, IFC, </a:t>
            </a:r>
            <a:r>
              <a:rPr lang="en-US" sz="1100" dirty="0" err="1">
                <a:solidFill>
                  <a:schemeClr val="tx1"/>
                </a:solidFill>
                <a:latin typeface="Verdana" panose="020B0604030504040204" pitchFamily="34" charset="0"/>
                <a:ea typeface="Verdana" panose="020B0604030504040204" pitchFamily="34" charset="0"/>
                <a:cs typeface="Verdana" panose="020B0604030504040204" pitchFamily="34" charset="0"/>
              </a:rPr>
              <a:t>Lanco</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World Bank</a:t>
            </a:r>
          </a:p>
        </p:txBody>
      </p:sp>
      <p:cxnSp>
        <p:nvCxnSpPr>
          <p:cNvPr id="16" name="Straight Connector 15"/>
          <p:cNvCxnSpPr/>
          <p:nvPr/>
        </p:nvCxnSpPr>
        <p:spPr>
          <a:xfrm>
            <a:off x="441074" y="3634567"/>
            <a:ext cx="3012484"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8" name="Picture 6" descr="Anuj Vashistha">
            <a:extLst>
              <a:ext uri="{FF2B5EF4-FFF2-40B4-BE49-F238E27FC236}">
                <a16:creationId xmlns:a16="http://schemas.microsoft.com/office/drawing/2014/main" id="{EEFCB93D-8125-4D9A-B452-F11BF601B14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052" b="10891"/>
          <a:stretch/>
        </p:blipFill>
        <p:spPr bwMode="auto">
          <a:xfrm>
            <a:off x="568960" y="1505179"/>
            <a:ext cx="1503680" cy="152354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A0CFA3F3-8F5E-44E1-BF12-0071F2E684B2}"/>
              </a:ext>
            </a:extLst>
          </p:cNvPr>
          <p:cNvSpPr/>
          <p:nvPr/>
        </p:nvSpPr>
        <p:spPr>
          <a:xfrm>
            <a:off x="514699" y="3046963"/>
            <a:ext cx="6096000" cy="430887"/>
          </a:xfrm>
          <a:prstGeom prst="rect">
            <a:avLst/>
          </a:prstGeom>
        </p:spPr>
        <p:txBody>
          <a:bodyPr>
            <a:spAutoFit/>
          </a:bodyPr>
          <a:lstStyle/>
          <a:p>
            <a:r>
              <a:rPr lang="en-US" sz="1100" b="1" dirty="0">
                <a:solidFill>
                  <a:srgbClr val="3C8A2E"/>
                </a:solidFill>
                <a:latin typeface="Verdana" panose="020B0604030504040204" pitchFamily="34" charset="0"/>
                <a:ea typeface="Verdana" panose="020B0604030504040204" pitchFamily="34" charset="0"/>
                <a:cs typeface="Verdana" panose="020B0604030504040204" pitchFamily="34" charset="0"/>
              </a:rPr>
              <a:t>Anish Mandal</a:t>
            </a:r>
          </a:p>
          <a:p>
            <a:pPr marL="0" lvl="1" indent="0">
              <a:buNone/>
            </a:pPr>
            <a:r>
              <a:rPr lang="en-US" sz="1100" b="1" dirty="0">
                <a:solidFill>
                  <a:srgbClr val="00A1DE"/>
                </a:solidFill>
                <a:latin typeface="Verdana" panose="020B0604030504040204" pitchFamily="34" charset="0"/>
                <a:ea typeface="Verdana" panose="020B0604030504040204" pitchFamily="34" charset="0"/>
                <a:cs typeface="Verdana" panose="020B0604030504040204" pitchFamily="34" charset="0"/>
              </a:rPr>
              <a:t>Director</a:t>
            </a:r>
          </a:p>
        </p:txBody>
      </p:sp>
      <p:sp>
        <p:nvSpPr>
          <p:cNvPr id="11" name="Text Placeholder 2">
            <a:extLst>
              <a:ext uri="{FF2B5EF4-FFF2-40B4-BE49-F238E27FC236}">
                <a16:creationId xmlns:a16="http://schemas.microsoft.com/office/drawing/2014/main" id="{59E1AD94-12A0-4D77-9C4A-D215B72B0270}"/>
              </a:ext>
            </a:extLst>
          </p:cNvPr>
          <p:cNvSpPr txBox="1">
            <a:spLocks/>
          </p:cNvSpPr>
          <p:nvPr/>
        </p:nvSpPr>
        <p:spPr>
          <a:xfrm>
            <a:off x="469900" y="736688"/>
            <a:ext cx="11252200" cy="757255"/>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ClrTx/>
              <a:buSzPct val="100000"/>
              <a:buFont typeface="Arial" panose="020B0604020202020204" pitchFamily="34" charset="0"/>
              <a:buNone/>
              <a:defRPr sz="2000" b="0" kern="1200">
                <a:solidFill>
                  <a:srgbClr val="575757"/>
                </a:solidFill>
                <a:latin typeface="+mn-lt"/>
                <a:ea typeface="+mn-ea"/>
                <a:cs typeface="+mn-cs"/>
              </a:defRPr>
            </a:lvl1pPr>
            <a:lvl2pPr marL="0" indent="0" algn="l" defTabSz="1219170" rtl="0" eaLnBrk="1" latinLnBrk="0" hangingPunct="1">
              <a:spcBef>
                <a:spcPts val="0"/>
              </a:spcBef>
              <a:spcAft>
                <a:spcPts val="1333"/>
              </a:spcAft>
              <a:buClrTx/>
              <a:buSzPct val="100000"/>
              <a:buFont typeface="Arial" panose="020B0604020202020204" pitchFamily="34" charset="0"/>
              <a:buChar char="​"/>
              <a:defRPr lang="en-US" sz="1200" b="1" kern="1200" dirty="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2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9pPr>
          </a:lstStyle>
          <a:p>
            <a:r>
              <a:rPr lang="en-US" sz="2400" dirty="0"/>
              <a:t>Anish Mandal</a:t>
            </a:r>
            <a:endParaRPr lang="en-IN" sz="2400" dirty="0"/>
          </a:p>
        </p:txBody>
      </p:sp>
      <p:sp>
        <p:nvSpPr>
          <p:cNvPr id="12" name="Title 1">
            <a:extLst>
              <a:ext uri="{FF2B5EF4-FFF2-40B4-BE49-F238E27FC236}">
                <a16:creationId xmlns:a16="http://schemas.microsoft.com/office/drawing/2014/main" id="{BC5C2EAD-6CCD-462A-A66F-F23A7D22888A}"/>
              </a:ext>
            </a:extLst>
          </p:cNvPr>
          <p:cNvSpPr txBox="1">
            <a:spLocks/>
          </p:cNvSpPr>
          <p:nvPr/>
        </p:nvSpPr>
        <p:spPr bwMode="gray">
          <a:xfrm>
            <a:off x="469900" y="402586"/>
            <a:ext cx="11252200" cy="698501"/>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pPr lvl="0">
              <a:defRPr/>
            </a:pPr>
            <a:r>
              <a:rPr lang="en-IN" dirty="0"/>
              <a:t>Meet the Team: Expert Pool</a:t>
            </a:r>
            <a:endParaRPr kumimoji="0" lang="en-IN" sz="2000" b="0" i="0" u="none" strike="noStrike" kern="1200" cap="none" spc="0" normalizeH="0" baseline="0" noProof="0" dirty="0">
              <a:ln>
                <a:noFill/>
              </a:ln>
              <a:solidFill>
                <a:srgbClr val="000000"/>
              </a:solidFill>
              <a:effectLst/>
              <a:uLnTx/>
              <a:uFillTx/>
              <a:latin typeface="Verdana"/>
              <a:ea typeface="+mj-ea"/>
              <a:cs typeface="+mj-cs"/>
            </a:endParaRPr>
          </a:p>
        </p:txBody>
      </p:sp>
    </p:spTree>
    <p:extLst>
      <p:ext uri="{BB962C8B-B14F-4D97-AF65-F5344CB8AC3E}">
        <p14:creationId xmlns:p14="http://schemas.microsoft.com/office/powerpoint/2010/main" val="32776945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40"/>
          <p:cNvSpPr txBox="1">
            <a:spLocks/>
          </p:cNvSpPr>
          <p:nvPr/>
        </p:nvSpPr>
        <p:spPr>
          <a:xfrm>
            <a:off x="3733800" y="1435189"/>
            <a:ext cx="7988300" cy="5241820"/>
          </a:xfrm>
          <a:prstGeom prst="rect">
            <a:avLst/>
          </a:prstGeom>
        </p:spPr>
        <p:txBody>
          <a:bodyPr lIns="0" tIns="0"/>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pPr marL="0" lvl="3" indent="0" algn="just">
              <a:spcAft>
                <a:spcPts val="1200"/>
              </a:spcAft>
              <a:buNone/>
            </a:pPr>
            <a:r>
              <a:rPr lang="en-US" sz="1200" b="1" dirty="0">
                <a:solidFill>
                  <a:schemeClr val="accent3"/>
                </a:solidFill>
                <a:ea typeface="Verdana" panose="020B0604030504040204" pitchFamily="34" charset="0"/>
                <a:cs typeface="Verdana" panose="020B0604030504040204" pitchFamily="34" charset="0"/>
              </a:rPr>
              <a:t>Select Experience:</a:t>
            </a:r>
            <a:endParaRPr lang="en-IN" sz="1200" b="1" dirty="0">
              <a:solidFill>
                <a:schemeClr val="accent3"/>
              </a:solidFill>
            </a:endParaRPr>
          </a:p>
          <a:p>
            <a:pPr marL="177804" indent="-177804">
              <a:spcAft>
                <a:spcPts val="600"/>
              </a:spcAft>
              <a:buFont typeface="Arial" charset="0"/>
              <a:buChar char="•"/>
              <a:tabLst>
                <a:tab pos="177804" algn="l"/>
                <a:tab pos="2241592" algn="l"/>
              </a:tabLst>
            </a:pPr>
            <a:r>
              <a:rPr lang="en-US" sz="1200" dirty="0">
                <a:solidFill>
                  <a:schemeClr val="tx1"/>
                </a:solidFill>
                <a:ea typeface="Verdana" panose="020B0604030504040204" pitchFamily="34" charset="0"/>
                <a:cs typeface="Verdana" panose="020B0604030504040204" pitchFamily="34" charset="0"/>
              </a:rPr>
              <a:t>Delhi Electricity distribution System Improvement - Technical, Regulatory and </a:t>
            </a:r>
            <a:r>
              <a:rPr lang="en-US" sz="1200" b="1" dirty="0">
                <a:solidFill>
                  <a:schemeClr val="tx1"/>
                </a:solidFill>
                <a:ea typeface="Verdana" panose="020B0604030504040204" pitchFamily="34" charset="0"/>
                <a:cs typeface="Verdana" panose="020B0604030504040204" pitchFamily="34" charset="0"/>
              </a:rPr>
              <a:t>Financial Due Diligence</a:t>
            </a:r>
            <a:r>
              <a:rPr lang="en-US" sz="1200" dirty="0">
                <a:solidFill>
                  <a:schemeClr val="tx1"/>
                </a:solidFill>
                <a:ea typeface="Verdana" panose="020B0604030504040204" pitchFamily="34" charset="0"/>
                <a:cs typeface="Verdana" panose="020B0604030504040204" pitchFamily="34" charset="0"/>
              </a:rPr>
              <a:t> of BSES </a:t>
            </a:r>
            <a:r>
              <a:rPr lang="en-US" sz="1200" dirty="0" err="1">
                <a:solidFill>
                  <a:schemeClr val="tx1"/>
                </a:solidFill>
                <a:ea typeface="Verdana" panose="020B0604030504040204" pitchFamily="34" charset="0"/>
                <a:cs typeface="Verdana" panose="020B0604030504040204" pitchFamily="34" charset="0"/>
              </a:rPr>
              <a:t>Rajdhani</a:t>
            </a:r>
            <a:r>
              <a:rPr lang="en-US" sz="1200" dirty="0">
                <a:solidFill>
                  <a:schemeClr val="tx1"/>
                </a:solidFill>
                <a:ea typeface="Verdana" panose="020B0604030504040204" pitchFamily="34" charset="0"/>
                <a:cs typeface="Verdana" panose="020B0604030504040204" pitchFamily="34" charset="0"/>
              </a:rPr>
              <a:t> Power Limited, ADB (2014)</a:t>
            </a:r>
          </a:p>
          <a:p>
            <a:pPr marL="177804" indent="-177804">
              <a:spcAft>
                <a:spcPts val="600"/>
              </a:spcAft>
              <a:buFont typeface="Arial" charset="0"/>
              <a:buChar char="•"/>
              <a:tabLst>
                <a:tab pos="177804" algn="l"/>
                <a:tab pos="2241592" algn="l"/>
              </a:tabLst>
            </a:pPr>
            <a:r>
              <a:rPr lang="en-US" sz="1200" dirty="0">
                <a:solidFill>
                  <a:schemeClr val="tx1"/>
                </a:solidFill>
                <a:ea typeface="Verdana" panose="020B0604030504040204" pitchFamily="34" charset="0"/>
                <a:cs typeface="Verdana" panose="020B0604030504040204" pitchFamily="34" charset="0"/>
              </a:rPr>
              <a:t>Working as the Grants Specialist in </a:t>
            </a:r>
            <a:r>
              <a:rPr lang="en-US" sz="1200" b="1" dirty="0">
                <a:solidFill>
                  <a:schemeClr val="tx1"/>
                </a:solidFill>
                <a:ea typeface="Verdana" panose="020B0604030504040204" pitchFamily="34" charset="0"/>
                <a:cs typeface="Verdana" panose="020B0604030504040204" pitchFamily="34" charset="0"/>
              </a:rPr>
              <a:t>Renewable Integration and Sustainable Energy Initiative (RISE)</a:t>
            </a:r>
            <a:r>
              <a:rPr lang="en-US" sz="1200" dirty="0">
                <a:solidFill>
                  <a:schemeClr val="tx1"/>
                </a:solidFill>
                <a:ea typeface="Verdana" panose="020B0604030504040204" pitchFamily="34" charset="0"/>
                <a:cs typeface="Verdana" panose="020B0604030504040204" pitchFamily="34" charset="0"/>
              </a:rPr>
              <a:t> under USAID Greening the Grid (GTG) program (2017-Ongoing)</a:t>
            </a:r>
          </a:p>
          <a:p>
            <a:pPr marL="177804" indent="-177804">
              <a:spcAft>
                <a:spcPts val="600"/>
              </a:spcAft>
              <a:buFont typeface="Arial" charset="0"/>
              <a:buChar char="•"/>
              <a:tabLst>
                <a:tab pos="177804" algn="l"/>
                <a:tab pos="2241592" algn="l"/>
              </a:tabLst>
            </a:pPr>
            <a:r>
              <a:rPr lang="en-US" sz="1200" b="1" dirty="0">
                <a:solidFill>
                  <a:schemeClr val="tx1"/>
                </a:solidFill>
                <a:ea typeface="Verdana" panose="020B0604030504040204" pitchFamily="34" charset="0"/>
                <a:cs typeface="Verdana" panose="020B0604030504040204" pitchFamily="34" charset="0"/>
              </a:rPr>
              <a:t>Impact study of agriculture HVDS scheme</a:t>
            </a:r>
            <a:r>
              <a:rPr lang="en-US" sz="1200" dirty="0">
                <a:solidFill>
                  <a:schemeClr val="tx1"/>
                </a:solidFill>
                <a:ea typeface="Verdana" panose="020B0604030504040204" pitchFamily="34" charset="0"/>
                <a:cs typeface="Verdana" panose="020B0604030504040204" pitchFamily="34" charset="0"/>
              </a:rPr>
              <a:t> implemented Uttar Haryana </a:t>
            </a:r>
            <a:r>
              <a:rPr lang="en-US" sz="1200" dirty="0" err="1">
                <a:solidFill>
                  <a:schemeClr val="tx1"/>
                </a:solidFill>
                <a:ea typeface="Verdana" panose="020B0604030504040204" pitchFamily="34" charset="0"/>
                <a:cs typeface="Verdana" panose="020B0604030504040204" pitchFamily="34" charset="0"/>
              </a:rPr>
              <a:t>Bijli</a:t>
            </a:r>
            <a:r>
              <a:rPr lang="en-US" sz="1200" dirty="0">
                <a:solidFill>
                  <a:schemeClr val="tx1"/>
                </a:solidFill>
                <a:ea typeface="Verdana" panose="020B0604030504040204" pitchFamily="34" charset="0"/>
                <a:cs typeface="Verdana" panose="020B0604030504040204" pitchFamily="34" charset="0"/>
              </a:rPr>
              <a:t> </a:t>
            </a:r>
            <a:r>
              <a:rPr lang="en-US" sz="1200" dirty="0" err="1">
                <a:solidFill>
                  <a:schemeClr val="tx1"/>
                </a:solidFill>
                <a:ea typeface="Verdana" panose="020B0604030504040204" pitchFamily="34" charset="0"/>
                <a:cs typeface="Verdana" panose="020B0604030504040204" pitchFamily="34" charset="0"/>
              </a:rPr>
              <a:t>Vitran</a:t>
            </a:r>
            <a:r>
              <a:rPr lang="en-US" sz="1200" dirty="0">
                <a:solidFill>
                  <a:schemeClr val="tx1"/>
                </a:solidFill>
                <a:ea typeface="Verdana" panose="020B0604030504040204" pitchFamily="34" charset="0"/>
                <a:cs typeface="Verdana" panose="020B0604030504040204" pitchFamily="34" charset="0"/>
              </a:rPr>
              <a:t> Nigam (UHBVN), Haryana (FY 12-13)</a:t>
            </a:r>
          </a:p>
          <a:p>
            <a:pPr marL="177804" indent="-177804">
              <a:spcAft>
                <a:spcPts val="600"/>
              </a:spcAft>
              <a:buFont typeface="Arial" charset="0"/>
              <a:buChar char="•"/>
              <a:tabLst>
                <a:tab pos="177804" algn="l"/>
                <a:tab pos="2241592" algn="l"/>
              </a:tabLst>
            </a:pPr>
            <a:r>
              <a:rPr lang="en-US" sz="1200" b="1" dirty="0">
                <a:solidFill>
                  <a:schemeClr val="tx1"/>
                </a:solidFill>
                <a:ea typeface="Verdana" panose="020B0604030504040204" pitchFamily="34" charset="0"/>
                <a:cs typeface="Verdana" panose="020B0604030504040204" pitchFamily="34" charset="0"/>
              </a:rPr>
              <a:t>HVDS design</a:t>
            </a:r>
            <a:r>
              <a:rPr lang="en-US" sz="1200" dirty="0">
                <a:solidFill>
                  <a:schemeClr val="tx1"/>
                </a:solidFill>
                <a:ea typeface="Verdana" panose="020B0604030504040204" pitchFamily="34" charset="0"/>
                <a:cs typeface="Verdana" panose="020B0604030504040204" pitchFamily="34" charset="0"/>
              </a:rPr>
              <a:t> for Uttaranchal Power Corporation Limited</a:t>
            </a:r>
          </a:p>
          <a:p>
            <a:pPr marL="177804" indent="-177804">
              <a:spcAft>
                <a:spcPts val="600"/>
              </a:spcAft>
              <a:buFont typeface="Arial" charset="0"/>
              <a:buChar char="•"/>
              <a:tabLst>
                <a:tab pos="177804" algn="l"/>
                <a:tab pos="2241592" algn="l"/>
              </a:tabLst>
            </a:pPr>
            <a:r>
              <a:rPr lang="en-US" sz="1200" dirty="0">
                <a:solidFill>
                  <a:schemeClr val="tx1"/>
                </a:solidFill>
                <a:ea typeface="Verdana" panose="020B0604030504040204" pitchFamily="34" charset="0"/>
                <a:cs typeface="Verdana" panose="020B0604030504040204" pitchFamily="34" charset="0"/>
              </a:rPr>
              <a:t>Consultancy Support to Distribution Utilities of Haryana (UHBVN &amp; DHBVN) for various operational matters, including </a:t>
            </a:r>
            <a:r>
              <a:rPr lang="en-US" sz="1200" b="1" dirty="0">
                <a:solidFill>
                  <a:schemeClr val="tx1"/>
                </a:solidFill>
                <a:ea typeface="Verdana" panose="020B0604030504040204" pitchFamily="34" charset="0"/>
                <a:cs typeface="Verdana" panose="020B0604030504040204" pitchFamily="34" charset="0"/>
              </a:rPr>
              <a:t>review of capital expenditure programs</a:t>
            </a:r>
            <a:r>
              <a:rPr lang="en-US" sz="1200" dirty="0">
                <a:solidFill>
                  <a:schemeClr val="tx1"/>
                </a:solidFill>
                <a:ea typeface="Verdana" panose="020B0604030504040204" pitchFamily="34" charset="0"/>
                <a:cs typeface="Verdana" panose="020B0604030504040204" pitchFamily="34" charset="0"/>
              </a:rPr>
              <a:t> being implemented in the utilities along with their detailed impact assessment</a:t>
            </a:r>
          </a:p>
          <a:p>
            <a:pPr marL="177804" indent="-177804">
              <a:spcAft>
                <a:spcPts val="600"/>
              </a:spcAft>
              <a:buFont typeface="Arial" charset="0"/>
              <a:buChar char="•"/>
              <a:tabLst>
                <a:tab pos="177804" algn="l"/>
                <a:tab pos="2241592" algn="l"/>
              </a:tabLst>
            </a:pPr>
            <a:r>
              <a:rPr lang="en-US" sz="1200" b="1" dirty="0">
                <a:solidFill>
                  <a:schemeClr val="tx1"/>
                </a:solidFill>
                <a:ea typeface="Verdana" panose="020B0604030504040204" pitchFamily="34" charset="0"/>
                <a:cs typeface="Verdana" panose="020B0604030504040204" pitchFamily="34" charset="0"/>
              </a:rPr>
              <a:t>Diagnostic Review &amp; Reform Roadmap</a:t>
            </a:r>
            <a:r>
              <a:rPr lang="en-US" sz="1200" dirty="0">
                <a:solidFill>
                  <a:schemeClr val="tx1"/>
                </a:solidFill>
                <a:ea typeface="Verdana" panose="020B0604030504040204" pitchFamily="34" charset="0"/>
                <a:cs typeface="Verdana" panose="020B0604030504040204" pitchFamily="34" charset="0"/>
              </a:rPr>
              <a:t> Support to Rajasthan Distribution Utilities</a:t>
            </a:r>
          </a:p>
          <a:p>
            <a:pPr marL="177804" indent="-177804">
              <a:spcAft>
                <a:spcPts val="600"/>
              </a:spcAft>
              <a:buFont typeface="Arial" charset="0"/>
              <a:buChar char="•"/>
              <a:tabLst>
                <a:tab pos="177804" algn="l"/>
                <a:tab pos="2241592" algn="l"/>
              </a:tabLst>
            </a:pPr>
            <a:r>
              <a:rPr lang="en-US" sz="1200" b="1" dirty="0">
                <a:solidFill>
                  <a:schemeClr val="tx1"/>
                </a:solidFill>
                <a:ea typeface="Verdana" panose="020B0604030504040204" pitchFamily="34" charset="0"/>
                <a:cs typeface="Verdana" panose="020B0604030504040204" pitchFamily="34" charset="0"/>
              </a:rPr>
              <a:t>Transmission network planning</a:t>
            </a:r>
            <a:r>
              <a:rPr lang="en-US" sz="1200" dirty="0">
                <a:solidFill>
                  <a:schemeClr val="tx1"/>
                </a:solidFill>
                <a:ea typeface="Verdana" panose="020B0604030504040204" pitchFamily="34" charset="0"/>
                <a:cs typeface="Verdana" panose="020B0604030504040204" pitchFamily="34" charset="0"/>
              </a:rPr>
              <a:t> and system study for PTCUL</a:t>
            </a:r>
          </a:p>
          <a:p>
            <a:pPr marL="177804" indent="-177804">
              <a:spcAft>
                <a:spcPts val="600"/>
              </a:spcAft>
              <a:buFont typeface="Arial" charset="0"/>
              <a:buChar char="•"/>
              <a:tabLst>
                <a:tab pos="177804" algn="l"/>
                <a:tab pos="2241592" algn="l"/>
              </a:tabLst>
            </a:pPr>
            <a:r>
              <a:rPr lang="en-US" sz="1200" dirty="0">
                <a:solidFill>
                  <a:schemeClr val="tx1"/>
                </a:solidFill>
                <a:ea typeface="Verdana" panose="020B0604030504040204" pitchFamily="34" charset="0"/>
                <a:cs typeface="Verdana" panose="020B0604030504040204" pitchFamily="34" charset="0"/>
              </a:rPr>
              <a:t>Review and finalization of </a:t>
            </a:r>
            <a:r>
              <a:rPr lang="en-US" sz="1200" b="1" dirty="0">
                <a:solidFill>
                  <a:schemeClr val="tx1"/>
                </a:solidFill>
                <a:ea typeface="Verdana" panose="020B0604030504040204" pitchFamily="34" charset="0"/>
                <a:cs typeface="Verdana" panose="020B0604030504040204" pitchFamily="34" charset="0"/>
              </a:rPr>
              <a:t>Transmission and Distribution investment plans</a:t>
            </a:r>
            <a:r>
              <a:rPr lang="en-US" sz="1200" dirty="0">
                <a:solidFill>
                  <a:schemeClr val="tx1"/>
                </a:solidFill>
                <a:ea typeface="Verdana" panose="020B0604030504040204" pitchFamily="34" charset="0"/>
                <a:cs typeface="Verdana" panose="020B0604030504040204" pitchFamily="34" charset="0"/>
              </a:rPr>
              <a:t> for the state of West Bengal and Andhra Pradesh/ Bihar including Load Flow Analysis, Validation of proposed investments, revision of proposed investments, implementation routes, financing arrangements etc.</a:t>
            </a:r>
          </a:p>
          <a:p>
            <a:pPr marL="177804" indent="-177804">
              <a:spcAft>
                <a:spcPts val="600"/>
              </a:spcAft>
              <a:buFont typeface="Arial" charset="0"/>
              <a:buChar char="•"/>
              <a:tabLst>
                <a:tab pos="177804" algn="l"/>
                <a:tab pos="2241592" algn="l"/>
              </a:tabLst>
            </a:pPr>
            <a:r>
              <a:rPr lang="en-US" sz="1200" dirty="0">
                <a:solidFill>
                  <a:schemeClr val="tx1"/>
                </a:solidFill>
              </a:rPr>
              <a:t>Development of </a:t>
            </a:r>
            <a:r>
              <a:rPr lang="en-US" sz="1200" b="1" dirty="0">
                <a:solidFill>
                  <a:schemeClr val="tx1"/>
                </a:solidFill>
              </a:rPr>
              <a:t>network roll-out plan</a:t>
            </a:r>
            <a:r>
              <a:rPr lang="en-US" sz="1200" dirty="0">
                <a:solidFill>
                  <a:schemeClr val="tx1"/>
                </a:solidFill>
              </a:rPr>
              <a:t> for DPSC under assistance in filing parallel license application in the State of West Bengal</a:t>
            </a:r>
          </a:p>
          <a:p>
            <a:pPr marL="177804" indent="-177804">
              <a:spcAft>
                <a:spcPts val="600"/>
              </a:spcAft>
              <a:buFont typeface="Arial" charset="0"/>
              <a:buChar char="•"/>
              <a:tabLst>
                <a:tab pos="177804" algn="l"/>
                <a:tab pos="2241592" algn="l"/>
              </a:tabLst>
            </a:pPr>
            <a:r>
              <a:rPr lang="en-US" sz="1200" b="1" dirty="0">
                <a:solidFill>
                  <a:schemeClr val="tx1"/>
                </a:solidFill>
                <a:ea typeface="Verdana" panose="020B0604030504040204" pitchFamily="34" charset="0"/>
                <a:cs typeface="Verdana" panose="020B0604030504040204" pitchFamily="34" charset="0"/>
              </a:rPr>
              <a:t>Detailed study of the as-is infrastructure</a:t>
            </a:r>
            <a:r>
              <a:rPr lang="en-US" sz="1200" dirty="0">
                <a:solidFill>
                  <a:schemeClr val="tx1"/>
                </a:solidFill>
                <a:ea typeface="Verdana" panose="020B0604030504040204" pitchFamily="34" charset="0"/>
                <a:cs typeface="Verdana" panose="020B0604030504040204" pitchFamily="34" charset="0"/>
              </a:rPr>
              <a:t> in three north eastern states of India namely Nagaland, Mizoram and Tripura</a:t>
            </a:r>
          </a:p>
          <a:p>
            <a:pPr marL="177804" indent="-177804">
              <a:spcAft>
                <a:spcPts val="600"/>
              </a:spcAft>
              <a:buFont typeface="Arial" charset="0"/>
              <a:buChar char="•"/>
              <a:tabLst>
                <a:tab pos="177804" algn="l"/>
                <a:tab pos="2241592" algn="l"/>
              </a:tabLst>
            </a:pPr>
            <a:r>
              <a:rPr lang="en-US" sz="1200" b="1" dirty="0">
                <a:solidFill>
                  <a:schemeClr val="tx1"/>
                </a:solidFill>
                <a:ea typeface="Verdana" panose="020B0604030504040204" pitchFamily="34" charset="0"/>
                <a:cs typeface="Verdana" panose="020B0604030504040204" pitchFamily="34" charset="0"/>
              </a:rPr>
              <a:t>Cable network study</a:t>
            </a:r>
            <a:r>
              <a:rPr lang="en-US" sz="1200" dirty="0">
                <a:solidFill>
                  <a:schemeClr val="tx1"/>
                </a:solidFill>
                <a:ea typeface="Verdana" panose="020B0604030504040204" pitchFamily="34" charset="0"/>
                <a:cs typeface="Verdana" panose="020B0604030504040204" pitchFamily="34" charset="0"/>
              </a:rPr>
              <a:t> for </a:t>
            </a:r>
            <a:r>
              <a:rPr lang="en-US" sz="1200" dirty="0" err="1">
                <a:solidFill>
                  <a:schemeClr val="tx1"/>
                </a:solidFill>
                <a:ea typeface="Verdana" panose="020B0604030504040204" pitchFamily="34" charset="0"/>
                <a:cs typeface="Verdana" panose="020B0604030504040204" pitchFamily="34" charset="0"/>
              </a:rPr>
              <a:t>Hubli</a:t>
            </a:r>
            <a:r>
              <a:rPr lang="en-US" sz="1200" dirty="0">
                <a:solidFill>
                  <a:schemeClr val="tx1"/>
                </a:solidFill>
                <a:ea typeface="Verdana" panose="020B0604030504040204" pitchFamily="34" charset="0"/>
                <a:cs typeface="Verdana" panose="020B0604030504040204" pitchFamily="34" charset="0"/>
              </a:rPr>
              <a:t> city for Karnataka </a:t>
            </a:r>
            <a:r>
              <a:rPr lang="en-US" sz="1200" dirty="0" err="1">
                <a:solidFill>
                  <a:schemeClr val="tx1"/>
                </a:solidFill>
                <a:ea typeface="Verdana" panose="020B0604030504040204" pitchFamily="34" charset="0"/>
                <a:cs typeface="Verdana" panose="020B0604030504040204" pitchFamily="34" charset="0"/>
              </a:rPr>
              <a:t>Discom</a:t>
            </a:r>
            <a:r>
              <a:rPr lang="en-US" sz="1200" dirty="0">
                <a:solidFill>
                  <a:schemeClr val="tx1"/>
                </a:solidFill>
                <a:ea typeface="Verdana" panose="020B0604030504040204" pitchFamily="34" charset="0"/>
                <a:cs typeface="Verdana" panose="020B0604030504040204" pitchFamily="34" charset="0"/>
              </a:rPr>
              <a:t>, HESCOM, 2005</a:t>
            </a:r>
          </a:p>
          <a:p>
            <a:pPr marL="177804" indent="-177804">
              <a:spcAft>
                <a:spcPts val="600"/>
              </a:spcAft>
              <a:buFont typeface="Arial" charset="0"/>
              <a:buChar char="•"/>
              <a:tabLst>
                <a:tab pos="177804" algn="l"/>
                <a:tab pos="2241592" algn="l"/>
              </a:tabLst>
            </a:pPr>
            <a:r>
              <a:rPr lang="en-US" sz="1200" dirty="0">
                <a:solidFill>
                  <a:schemeClr val="tx1"/>
                </a:solidFill>
                <a:ea typeface="Verdana" panose="020B0604030504040204" pitchFamily="34" charset="0"/>
                <a:cs typeface="Verdana" panose="020B0604030504040204" pitchFamily="34" charset="0"/>
              </a:rPr>
              <a:t>Assistance to Tata Power in </a:t>
            </a:r>
            <a:r>
              <a:rPr lang="en-US" sz="1200" b="1" dirty="0">
                <a:solidFill>
                  <a:schemeClr val="tx1"/>
                </a:solidFill>
                <a:ea typeface="Verdana" panose="020B0604030504040204" pitchFamily="34" charset="0"/>
                <a:cs typeface="Verdana" panose="020B0604030504040204" pitchFamily="34" charset="0"/>
              </a:rPr>
              <a:t>capex rollout and strategy formulation</a:t>
            </a:r>
            <a:r>
              <a:rPr lang="en-US" sz="1200" dirty="0">
                <a:solidFill>
                  <a:schemeClr val="tx1"/>
                </a:solidFill>
                <a:ea typeface="Verdana" panose="020B0604030504040204" pitchFamily="34" charset="0"/>
                <a:cs typeface="Verdana" panose="020B0604030504040204" pitchFamily="34" charset="0"/>
              </a:rPr>
              <a:t> for franchisee area takeover</a:t>
            </a:r>
          </a:p>
        </p:txBody>
      </p:sp>
      <p:sp>
        <p:nvSpPr>
          <p:cNvPr id="15" name="Text Placeholder 21"/>
          <p:cNvSpPr txBox="1">
            <a:spLocks/>
          </p:cNvSpPr>
          <p:nvPr/>
        </p:nvSpPr>
        <p:spPr>
          <a:xfrm>
            <a:off x="365399" y="3677528"/>
            <a:ext cx="2992730" cy="2243211"/>
          </a:xfrm>
          <a:prstGeom prst="rect">
            <a:avLst/>
          </a:prstGeom>
          <a:solidFill>
            <a:schemeClr val="accent3">
              <a:lumMod val="20000"/>
              <a:lumOff val="80000"/>
            </a:schemeClr>
          </a:solidFill>
        </p:spPr>
        <p:txBody>
          <a:bodyPr lIns="72000" rIns="71114"/>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Area of Expertise:</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Power distribution network studies and planning, Renewable integration, Technical and commercial due diligence</a:t>
            </a:r>
          </a:p>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Education:</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BE, </a:t>
            </a:r>
            <a:r>
              <a:rPr lang="en-US" sz="1100" dirty="0" err="1">
                <a:solidFill>
                  <a:schemeClr val="tx1"/>
                </a:solidFill>
                <a:latin typeface="Verdana" panose="020B0604030504040204" pitchFamily="34" charset="0"/>
                <a:ea typeface="Verdana" panose="020B0604030504040204" pitchFamily="34" charset="0"/>
                <a:cs typeface="Verdana" panose="020B0604030504040204" pitchFamily="34" charset="0"/>
              </a:rPr>
              <a:t>M.Tech</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from IIT </a:t>
            </a:r>
            <a:r>
              <a:rPr lang="en-US" sz="1100" dirty="0" err="1">
                <a:solidFill>
                  <a:schemeClr val="tx1"/>
                </a:solidFill>
                <a:latin typeface="Verdana" panose="020B0604030504040204" pitchFamily="34" charset="0"/>
                <a:ea typeface="Verdana" panose="020B0604030504040204" pitchFamily="34" charset="0"/>
                <a:cs typeface="Verdana" panose="020B0604030504040204" pitchFamily="34" charset="0"/>
              </a:rPr>
              <a:t>Roorkee</a:t>
            </a:r>
            <a:endPar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Key Clients: </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USAID, POSOCO, BSES </a:t>
            </a:r>
            <a:r>
              <a:rPr lang="en-US" sz="1100" dirty="0" err="1">
                <a:solidFill>
                  <a:schemeClr val="tx1"/>
                </a:solidFill>
                <a:latin typeface="Verdana" panose="020B0604030504040204" pitchFamily="34" charset="0"/>
                <a:ea typeface="Verdana" panose="020B0604030504040204" pitchFamily="34" charset="0"/>
                <a:cs typeface="Verdana" panose="020B0604030504040204" pitchFamily="34" charset="0"/>
              </a:rPr>
              <a:t>Rajdhani</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Power Limited, </a:t>
            </a:r>
            <a:r>
              <a:rPr lang="en-US" sz="1100" dirty="0" err="1">
                <a:solidFill>
                  <a:schemeClr val="tx1"/>
                </a:solidFill>
                <a:latin typeface="Verdana" panose="020B0604030504040204" pitchFamily="34" charset="0"/>
                <a:ea typeface="Verdana" panose="020B0604030504040204" pitchFamily="34" charset="0"/>
                <a:cs typeface="Verdana" panose="020B0604030504040204" pitchFamily="34" charset="0"/>
              </a:rPr>
              <a:t>PowerGrid</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PFC, CESC, Haryana </a:t>
            </a:r>
            <a:r>
              <a:rPr lang="en-US" sz="1100" dirty="0" err="1">
                <a:solidFill>
                  <a:schemeClr val="tx1"/>
                </a:solidFill>
                <a:latin typeface="Verdana" panose="020B0604030504040204" pitchFamily="34" charset="0"/>
                <a:ea typeface="Verdana" panose="020B0604030504040204" pitchFamily="34" charset="0"/>
                <a:cs typeface="Verdana" panose="020B0604030504040204" pitchFamily="34" charset="0"/>
              </a:rPr>
              <a:t>Discoms</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JBVNL, Tata Power etc.</a:t>
            </a:r>
          </a:p>
          <a:p>
            <a:pPr marL="171453" indent="-171453">
              <a:spcAft>
                <a:spcPts val="1088"/>
              </a:spcAft>
              <a:buFont typeface="Arial" panose="020B0604020202020204" pitchFamily="34" charset="0"/>
              <a:buChar char="•"/>
              <a:defRPr/>
            </a:pPr>
            <a:endPar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cxnSp>
        <p:nvCxnSpPr>
          <p:cNvPr id="16" name="Straight Connector 15"/>
          <p:cNvCxnSpPr/>
          <p:nvPr/>
        </p:nvCxnSpPr>
        <p:spPr>
          <a:xfrm>
            <a:off x="365399" y="3677528"/>
            <a:ext cx="3012484"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7" name="Text Placeholder 7"/>
          <p:cNvSpPr txBox="1">
            <a:spLocks/>
          </p:cNvSpPr>
          <p:nvPr/>
        </p:nvSpPr>
        <p:spPr>
          <a:xfrm>
            <a:off x="478252" y="3009371"/>
            <a:ext cx="3113486" cy="1084889"/>
          </a:xfrm>
          <a:prstGeom prst="rect">
            <a:avLst/>
          </a:prstGeom>
        </p:spPr>
        <p:txBody>
          <a:bodyPr lIns="0"/>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r>
              <a:rPr lang="en-US" sz="1100" b="1" dirty="0">
                <a:solidFill>
                  <a:srgbClr val="3C8A2E"/>
                </a:solidFill>
                <a:latin typeface="Verdana" panose="020B0604030504040204" pitchFamily="34" charset="0"/>
                <a:ea typeface="Verdana" panose="020B0604030504040204" pitchFamily="34" charset="0"/>
                <a:cs typeface="Verdana" panose="020B0604030504040204" pitchFamily="34" charset="0"/>
              </a:rPr>
              <a:t>Satish Kumar Singh</a:t>
            </a:r>
            <a:endParaRPr sz="1100" b="1" dirty="0">
              <a:solidFill>
                <a:srgbClr val="3C8A2E"/>
              </a:solidFill>
              <a:latin typeface="Verdana" panose="020B0604030504040204" pitchFamily="34" charset="0"/>
              <a:ea typeface="Verdana" panose="020B0604030504040204" pitchFamily="34" charset="0"/>
              <a:cs typeface="Verdana" panose="020B0604030504040204" pitchFamily="34" charset="0"/>
            </a:endParaRPr>
          </a:p>
          <a:p>
            <a:pPr marL="0" lvl="1" indent="0">
              <a:buNone/>
            </a:pPr>
            <a:r>
              <a:rPr sz="1100" b="1" dirty="0">
                <a:solidFill>
                  <a:srgbClr val="00A1DE"/>
                </a:solidFill>
                <a:latin typeface="Verdana" panose="020B0604030504040204" pitchFamily="34" charset="0"/>
                <a:ea typeface="Verdana" panose="020B0604030504040204" pitchFamily="34" charset="0"/>
                <a:cs typeface="Verdana" panose="020B0604030504040204" pitchFamily="34" charset="0"/>
              </a:rPr>
              <a:t>Director</a:t>
            </a:r>
          </a:p>
        </p:txBody>
      </p:sp>
      <p:pic>
        <p:nvPicPr>
          <p:cNvPr id="9" name="Picture 8"/>
          <p:cNvPicPr>
            <a:picLocks noChangeAspect="1"/>
          </p:cNvPicPr>
          <p:nvPr/>
        </p:nvPicPr>
        <p:blipFill rotWithShape="1">
          <a:blip r:embed="rId3">
            <a:extLst>
              <a:ext uri="{28A0092B-C50C-407E-A947-70E740481C1C}">
                <a14:useLocalDpi xmlns:a14="http://schemas.microsoft.com/office/drawing/2010/main" val="0"/>
              </a:ext>
            </a:extLst>
          </a:blip>
          <a:srcRect l="27004" t="8172" r="14424" b="27316"/>
          <a:stretch/>
        </p:blipFill>
        <p:spPr>
          <a:xfrm>
            <a:off x="481802" y="1595119"/>
            <a:ext cx="1286038" cy="1416478"/>
          </a:xfrm>
          <a:prstGeom prst="rect">
            <a:avLst/>
          </a:prstGeom>
        </p:spPr>
      </p:pic>
      <p:sp>
        <p:nvSpPr>
          <p:cNvPr id="13" name="Text Placeholder 2">
            <a:extLst>
              <a:ext uri="{FF2B5EF4-FFF2-40B4-BE49-F238E27FC236}">
                <a16:creationId xmlns:a16="http://schemas.microsoft.com/office/drawing/2014/main" id="{6BB2DD18-A864-4C0F-8E6C-95AD259BB934}"/>
              </a:ext>
            </a:extLst>
          </p:cNvPr>
          <p:cNvSpPr txBox="1">
            <a:spLocks/>
          </p:cNvSpPr>
          <p:nvPr/>
        </p:nvSpPr>
        <p:spPr>
          <a:xfrm>
            <a:off x="469900" y="736688"/>
            <a:ext cx="11252200" cy="757255"/>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ClrTx/>
              <a:buSzPct val="100000"/>
              <a:buFont typeface="Arial" panose="020B0604020202020204" pitchFamily="34" charset="0"/>
              <a:buNone/>
              <a:defRPr sz="2000" b="0" kern="1200">
                <a:solidFill>
                  <a:srgbClr val="575757"/>
                </a:solidFill>
                <a:latin typeface="+mn-lt"/>
                <a:ea typeface="+mn-ea"/>
                <a:cs typeface="+mn-cs"/>
              </a:defRPr>
            </a:lvl1pPr>
            <a:lvl2pPr marL="0" indent="0" algn="l" defTabSz="1219170" rtl="0" eaLnBrk="1" latinLnBrk="0" hangingPunct="1">
              <a:spcBef>
                <a:spcPts val="0"/>
              </a:spcBef>
              <a:spcAft>
                <a:spcPts val="1333"/>
              </a:spcAft>
              <a:buClrTx/>
              <a:buSzPct val="100000"/>
              <a:buFont typeface="Arial" panose="020B0604020202020204" pitchFamily="34" charset="0"/>
              <a:buChar char="​"/>
              <a:defRPr lang="en-US" sz="1200" b="1" kern="1200" dirty="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2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9pPr>
          </a:lstStyle>
          <a:p>
            <a:r>
              <a:rPr lang="en-US" sz="2400" dirty="0"/>
              <a:t>Satish Kumar Singh</a:t>
            </a:r>
            <a:endParaRPr lang="en-IN" sz="2400" dirty="0"/>
          </a:p>
        </p:txBody>
      </p:sp>
      <p:sp>
        <p:nvSpPr>
          <p:cNvPr id="18" name="Title 1">
            <a:extLst>
              <a:ext uri="{FF2B5EF4-FFF2-40B4-BE49-F238E27FC236}">
                <a16:creationId xmlns:a16="http://schemas.microsoft.com/office/drawing/2014/main" id="{E9476191-A3F6-4C3F-BDE9-DC4DE37CBDCB}"/>
              </a:ext>
            </a:extLst>
          </p:cNvPr>
          <p:cNvSpPr txBox="1">
            <a:spLocks/>
          </p:cNvSpPr>
          <p:nvPr/>
        </p:nvSpPr>
        <p:spPr bwMode="gray">
          <a:xfrm>
            <a:off x="469900" y="402586"/>
            <a:ext cx="11252200" cy="698501"/>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pPr lvl="0">
              <a:defRPr/>
            </a:pPr>
            <a:r>
              <a:rPr lang="en-IN" dirty="0"/>
              <a:t>Meet the Team: Expert Pool</a:t>
            </a:r>
            <a:endParaRPr kumimoji="0" lang="en-IN" sz="2000" b="0" i="0" u="none" strike="noStrike" kern="1200" cap="none" spc="0" normalizeH="0" baseline="0" noProof="0" dirty="0">
              <a:ln>
                <a:noFill/>
              </a:ln>
              <a:solidFill>
                <a:srgbClr val="000000"/>
              </a:solidFill>
              <a:effectLst/>
              <a:uLnTx/>
              <a:uFillTx/>
              <a:latin typeface="Verdana"/>
              <a:ea typeface="+mj-ea"/>
              <a:cs typeface="+mj-cs"/>
            </a:endParaRPr>
          </a:p>
        </p:txBody>
      </p:sp>
    </p:spTree>
    <p:extLst>
      <p:ext uri="{BB962C8B-B14F-4D97-AF65-F5344CB8AC3E}">
        <p14:creationId xmlns:p14="http://schemas.microsoft.com/office/powerpoint/2010/main" val="20402182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40"/>
          <p:cNvSpPr txBox="1">
            <a:spLocks/>
          </p:cNvSpPr>
          <p:nvPr/>
        </p:nvSpPr>
        <p:spPr>
          <a:xfrm>
            <a:off x="3733800" y="1435189"/>
            <a:ext cx="7988300" cy="5241820"/>
          </a:xfrm>
          <a:prstGeom prst="rect">
            <a:avLst/>
          </a:prstGeom>
        </p:spPr>
        <p:txBody>
          <a:bodyPr lIns="0" tIns="0"/>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pPr marL="0" lvl="3" indent="0" algn="just">
              <a:spcAft>
                <a:spcPts val="1200"/>
              </a:spcAft>
              <a:buNone/>
            </a:pPr>
            <a:r>
              <a:rPr lang="en-US" sz="1200" b="1" dirty="0">
                <a:solidFill>
                  <a:schemeClr val="accent3"/>
                </a:solidFill>
                <a:ea typeface="Verdana" panose="020B0604030504040204" pitchFamily="34" charset="0"/>
                <a:cs typeface="Verdana" panose="020B0604030504040204" pitchFamily="34" charset="0"/>
              </a:rPr>
              <a:t>Select Experience:</a:t>
            </a:r>
            <a:endParaRPr lang="en-IN" sz="1200" b="1" dirty="0">
              <a:solidFill>
                <a:schemeClr val="accent3"/>
              </a:solidFill>
            </a:endParaRPr>
          </a:p>
          <a:p>
            <a:pPr marL="177804" indent="-177804">
              <a:spcAft>
                <a:spcPts val="600"/>
              </a:spcAft>
              <a:buFont typeface="Arial" charset="0"/>
              <a:buChar char="•"/>
              <a:tabLst>
                <a:tab pos="177804" algn="l"/>
                <a:tab pos="2241592" algn="l"/>
              </a:tabLst>
            </a:pPr>
            <a:r>
              <a:rPr lang="en-US" sz="1200" dirty="0">
                <a:solidFill>
                  <a:schemeClr val="tx1"/>
                </a:solidFill>
                <a:ea typeface="Verdana" panose="020B0604030504040204" pitchFamily="34" charset="0"/>
                <a:cs typeface="Verdana" panose="020B0604030504040204" pitchFamily="34" charset="0"/>
              </a:rPr>
              <a:t>Assisting MPPPCL and </a:t>
            </a:r>
            <a:r>
              <a:rPr lang="en-US" sz="1200" dirty="0" err="1">
                <a:solidFill>
                  <a:schemeClr val="tx1"/>
                </a:solidFill>
                <a:ea typeface="Verdana" panose="020B0604030504040204" pitchFamily="34" charset="0"/>
                <a:cs typeface="Verdana" panose="020B0604030504040204" pitchFamily="34" charset="0"/>
              </a:rPr>
              <a:t>KfW</a:t>
            </a:r>
            <a:r>
              <a:rPr lang="en-US" sz="1200" dirty="0">
                <a:solidFill>
                  <a:schemeClr val="tx1"/>
                </a:solidFill>
                <a:ea typeface="Verdana" panose="020B0604030504040204" pitchFamily="34" charset="0"/>
                <a:cs typeface="Verdana" panose="020B0604030504040204" pitchFamily="34" charset="0"/>
              </a:rPr>
              <a:t> in completing the selection of vendor for Smart Metering as per </a:t>
            </a:r>
            <a:r>
              <a:rPr lang="en-US" sz="1200" dirty="0" err="1">
                <a:solidFill>
                  <a:schemeClr val="tx1"/>
                </a:solidFill>
                <a:ea typeface="Verdana" panose="020B0604030504040204" pitchFamily="34" charset="0"/>
                <a:cs typeface="Verdana" panose="020B0604030504040204" pitchFamily="34" charset="0"/>
              </a:rPr>
              <a:t>KfW</a:t>
            </a:r>
            <a:r>
              <a:rPr lang="en-US" sz="1200" dirty="0">
                <a:solidFill>
                  <a:schemeClr val="tx1"/>
                </a:solidFill>
                <a:ea typeface="Verdana" panose="020B0604030504040204" pitchFamily="34" charset="0"/>
                <a:cs typeface="Verdana" panose="020B0604030504040204" pitchFamily="34" charset="0"/>
              </a:rPr>
              <a:t> guidelines and preparation of DPR for SCADA deployment, preliminary design including technical specification, smart metering architecture, PQ and bid documents, SCADA DPR</a:t>
            </a:r>
          </a:p>
          <a:p>
            <a:pPr marL="177804" indent="-177804">
              <a:spcAft>
                <a:spcPts val="600"/>
              </a:spcAft>
              <a:buFont typeface="Arial" charset="0"/>
              <a:buChar char="•"/>
              <a:tabLst>
                <a:tab pos="177804" algn="l"/>
                <a:tab pos="2241592" algn="l"/>
              </a:tabLst>
            </a:pPr>
            <a:r>
              <a:rPr lang="en-US" sz="1200" dirty="0">
                <a:solidFill>
                  <a:schemeClr val="tx1"/>
                </a:solidFill>
                <a:ea typeface="Verdana" panose="020B0604030504040204" pitchFamily="34" charset="0"/>
                <a:cs typeface="Verdana" panose="020B0604030504040204" pitchFamily="34" charset="0"/>
              </a:rPr>
              <a:t>Transaction Advisory Services to OERC for selection of investor sale of NESCO utility, design transaction structure, preparation of comprehensive information memorandum, Formulation of eligibility and qualification criteria and bid documents</a:t>
            </a:r>
          </a:p>
          <a:p>
            <a:pPr marL="177804" indent="-177804">
              <a:spcAft>
                <a:spcPts val="600"/>
              </a:spcAft>
              <a:buFont typeface="Arial" charset="0"/>
              <a:buChar char="•"/>
              <a:tabLst>
                <a:tab pos="177804" algn="l"/>
                <a:tab pos="2241592" algn="l"/>
              </a:tabLst>
            </a:pPr>
            <a:r>
              <a:rPr lang="en-US" sz="1200" dirty="0">
                <a:solidFill>
                  <a:schemeClr val="tx1"/>
                </a:solidFill>
                <a:ea typeface="Verdana" panose="020B0604030504040204" pitchFamily="34" charset="0"/>
                <a:cs typeface="Verdana" panose="020B0604030504040204" pitchFamily="34" charset="0"/>
              </a:rPr>
              <a:t>Enabling Private Sector Participation in Electricity Distribution, Stock-taking of existing models in electricity distribution and other infrastructure sectors, Enabling carriage and content separation</a:t>
            </a:r>
          </a:p>
          <a:p>
            <a:pPr marL="177804" indent="-177804">
              <a:spcAft>
                <a:spcPts val="600"/>
              </a:spcAft>
              <a:buFont typeface="Arial" charset="0"/>
              <a:buChar char="•"/>
              <a:tabLst>
                <a:tab pos="177804" algn="l"/>
                <a:tab pos="2241592" algn="l"/>
              </a:tabLst>
            </a:pPr>
            <a:r>
              <a:rPr lang="en-US" sz="1200" dirty="0">
                <a:solidFill>
                  <a:schemeClr val="tx1"/>
                </a:solidFill>
                <a:ea typeface="Verdana" panose="020B0604030504040204" pitchFamily="34" charset="0"/>
                <a:cs typeface="Verdana" panose="020B0604030504040204" pitchFamily="34" charset="0"/>
              </a:rPr>
              <a:t>Support for innovative contracting frameworks for Smart Metering in India, Study Meter Asset Provider (MAP) and Meter Operations Provider (</a:t>
            </a:r>
            <a:r>
              <a:rPr lang="en-US" sz="1200" dirty="0" err="1">
                <a:solidFill>
                  <a:schemeClr val="tx1"/>
                </a:solidFill>
                <a:ea typeface="Verdana" panose="020B0604030504040204" pitchFamily="34" charset="0"/>
                <a:cs typeface="Verdana" panose="020B0604030504040204" pitchFamily="34" charset="0"/>
              </a:rPr>
              <a:t>MoP</a:t>
            </a:r>
            <a:r>
              <a:rPr lang="en-US" sz="1200" dirty="0">
                <a:solidFill>
                  <a:schemeClr val="tx1"/>
                </a:solidFill>
                <a:ea typeface="Verdana" panose="020B0604030504040204" pitchFamily="34" charset="0"/>
                <a:cs typeface="Verdana" panose="020B0604030504040204" pitchFamily="34" charset="0"/>
              </a:rPr>
              <a:t>) contracting framework functional in UK and draw learnings for creating an approach to outsourcing of metering under a service approach</a:t>
            </a:r>
          </a:p>
          <a:p>
            <a:pPr marL="177804" indent="-177804">
              <a:spcAft>
                <a:spcPts val="600"/>
              </a:spcAft>
              <a:buFont typeface="Arial" charset="0"/>
              <a:buChar char="•"/>
              <a:tabLst>
                <a:tab pos="177804" algn="l"/>
                <a:tab pos="2241592" algn="l"/>
              </a:tabLst>
            </a:pPr>
            <a:r>
              <a:rPr lang="en-US" sz="1200" dirty="0">
                <a:solidFill>
                  <a:schemeClr val="tx1"/>
                </a:solidFill>
                <a:ea typeface="Verdana" panose="020B0604030504040204" pitchFamily="34" charset="0"/>
                <a:cs typeface="Verdana" panose="020B0604030504040204" pitchFamily="34" charset="0"/>
              </a:rPr>
              <a:t>Renewable Integration and Sustainable Energy Initiative (RISE) under USAID Greening the Grid (GTG) program</a:t>
            </a:r>
          </a:p>
          <a:p>
            <a:pPr marL="177804" indent="-177804">
              <a:spcAft>
                <a:spcPts val="600"/>
              </a:spcAft>
              <a:buFont typeface="Arial" charset="0"/>
              <a:buChar char="•"/>
              <a:tabLst>
                <a:tab pos="177804" algn="l"/>
                <a:tab pos="2241592" algn="l"/>
              </a:tabLst>
            </a:pPr>
            <a:r>
              <a:rPr lang="en-US" sz="1200" dirty="0">
                <a:solidFill>
                  <a:schemeClr val="tx1"/>
                </a:solidFill>
                <a:ea typeface="Verdana" panose="020B0604030504040204" pitchFamily="34" charset="0"/>
                <a:cs typeface="Verdana" panose="020B0604030504040204" pitchFamily="34" charset="0"/>
              </a:rPr>
              <a:t>Feasibility Assessment for Debt Financing of 200MN USD  of Underground Cabling, SCADA implementation, Smart Metering and Ring Mains System for Distribution Utilities</a:t>
            </a:r>
          </a:p>
          <a:p>
            <a:pPr marL="177804" indent="-177804">
              <a:spcAft>
                <a:spcPts val="600"/>
              </a:spcAft>
              <a:buFont typeface="Arial" charset="0"/>
              <a:buChar char="•"/>
              <a:tabLst>
                <a:tab pos="177804" algn="l"/>
                <a:tab pos="2241592" algn="l"/>
              </a:tabLst>
            </a:pPr>
            <a:r>
              <a:rPr lang="en-US" sz="1200" dirty="0">
                <a:solidFill>
                  <a:schemeClr val="tx1"/>
                </a:solidFill>
                <a:ea typeface="Verdana" panose="020B0604030504040204" pitchFamily="34" charset="0"/>
                <a:cs typeface="Verdana" panose="020B0604030504040204" pitchFamily="34" charset="0"/>
              </a:rPr>
              <a:t>Institutional Strengthening of DISCOMs in Rajasthan under 24x7 Power for All (PFA) program</a:t>
            </a:r>
          </a:p>
          <a:p>
            <a:pPr marL="177804" indent="-177804">
              <a:spcAft>
                <a:spcPts val="600"/>
              </a:spcAft>
              <a:buFont typeface="Arial" charset="0"/>
              <a:buChar char="•"/>
              <a:tabLst>
                <a:tab pos="177804" algn="l"/>
                <a:tab pos="2241592" algn="l"/>
              </a:tabLst>
            </a:pPr>
            <a:r>
              <a:rPr lang="en-US" sz="1200" dirty="0">
                <a:solidFill>
                  <a:schemeClr val="tx1"/>
                </a:solidFill>
                <a:ea typeface="Verdana" panose="020B0604030504040204" pitchFamily="34" charset="0"/>
                <a:cs typeface="Verdana" panose="020B0604030504040204" pitchFamily="34" charset="0"/>
              </a:rPr>
              <a:t>Bid Process Management for advising Ministry of Electric Energy, Govt. of Myanmar in 300 MW rental power project</a:t>
            </a:r>
          </a:p>
          <a:p>
            <a:pPr marL="177804" indent="-177804">
              <a:spcAft>
                <a:spcPts val="600"/>
              </a:spcAft>
              <a:buFont typeface="Arial" charset="0"/>
              <a:buChar char="•"/>
              <a:tabLst>
                <a:tab pos="177804" algn="l"/>
                <a:tab pos="2241592" algn="l"/>
              </a:tabLst>
            </a:pPr>
            <a:r>
              <a:rPr lang="en-US" sz="1200" dirty="0">
                <a:solidFill>
                  <a:schemeClr val="tx1"/>
                </a:solidFill>
                <a:ea typeface="Verdana" panose="020B0604030504040204" pitchFamily="34" charset="0"/>
                <a:cs typeface="Verdana" panose="020B0604030504040204" pitchFamily="34" charset="0"/>
              </a:rPr>
              <a:t>Development of Solar Mini Grid in Uttar Pradesh on PPP Mode</a:t>
            </a:r>
          </a:p>
          <a:p>
            <a:pPr marL="177804" indent="-177804">
              <a:spcAft>
                <a:spcPts val="600"/>
              </a:spcAft>
              <a:buFont typeface="Arial" charset="0"/>
              <a:buChar char="•"/>
              <a:tabLst>
                <a:tab pos="177804" algn="l"/>
                <a:tab pos="2241592" algn="l"/>
              </a:tabLst>
            </a:pPr>
            <a:r>
              <a:rPr lang="en-US" sz="1200" dirty="0">
                <a:solidFill>
                  <a:schemeClr val="tx1"/>
                </a:solidFill>
                <a:ea typeface="Verdana" panose="020B0604030504040204" pitchFamily="34" charset="0"/>
                <a:cs typeface="Verdana" panose="020B0604030504040204" pitchFamily="34" charset="0"/>
              </a:rPr>
              <a:t>Development of PPP framework for ESCO based Street Lighting in Odisha and implementation</a:t>
            </a:r>
          </a:p>
          <a:p>
            <a:pPr marL="177804" indent="-177804">
              <a:spcAft>
                <a:spcPts val="600"/>
              </a:spcAft>
              <a:buFont typeface="Arial" charset="0"/>
              <a:buChar char="•"/>
              <a:tabLst>
                <a:tab pos="177804" algn="l"/>
                <a:tab pos="2241592" algn="l"/>
              </a:tabLst>
            </a:pPr>
            <a:endParaRPr lang="en-US" sz="1200" dirty="0">
              <a:solidFill>
                <a:schemeClr val="tx1"/>
              </a:solidFill>
              <a:ea typeface="Verdana" panose="020B0604030504040204" pitchFamily="34" charset="0"/>
              <a:cs typeface="Verdana" panose="020B0604030504040204" pitchFamily="34" charset="0"/>
            </a:endParaRPr>
          </a:p>
        </p:txBody>
      </p:sp>
      <p:sp>
        <p:nvSpPr>
          <p:cNvPr id="15" name="Text Placeholder 21"/>
          <p:cNvSpPr txBox="1">
            <a:spLocks/>
          </p:cNvSpPr>
          <p:nvPr/>
        </p:nvSpPr>
        <p:spPr>
          <a:xfrm>
            <a:off x="365399" y="3677528"/>
            <a:ext cx="2992730" cy="2243211"/>
          </a:xfrm>
          <a:prstGeom prst="rect">
            <a:avLst/>
          </a:prstGeom>
          <a:solidFill>
            <a:schemeClr val="accent3">
              <a:lumMod val="20000"/>
              <a:lumOff val="80000"/>
            </a:schemeClr>
          </a:solidFill>
        </p:spPr>
        <p:txBody>
          <a:bodyPr lIns="72000" rIns="71114"/>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Area of Expertise: </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Smart grid, bid process management, Renewable energy, institutional capacity building, PPP, procurement</a:t>
            </a:r>
          </a:p>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Education:</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BE (Electrical), MBA Power Management</a:t>
            </a:r>
          </a:p>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Key Clients: </a:t>
            </a:r>
            <a:r>
              <a:rPr lang="en-US" sz="1100" dirty="0" err="1">
                <a:solidFill>
                  <a:schemeClr val="tx1"/>
                </a:solidFill>
                <a:latin typeface="Verdana" panose="020B0604030504040204" pitchFamily="34" charset="0"/>
                <a:ea typeface="Verdana" panose="020B0604030504040204" pitchFamily="34" charset="0"/>
                <a:cs typeface="Verdana" panose="020B0604030504040204" pitchFamily="34" charset="0"/>
              </a:rPr>
              <a:t>MoP</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UPPCL, IFC, World Bank, RGPL, RECTPCL, BSPTCL</a:t>
            </a:r>
          </a:p>
        </p:txBody>
      </p:sp>
      <p:cxnSp>
        <p:nvCxnSpPr>
          <p:cNvPr id="16" name="Straight Connector 15"/>
          <p:cNvCxnSpPr/>
          <p:nvPr/>
        </p:nvCxnSpPr>
        <p:spPr>
          <a:xfrm>
            <a:off x="365399" y="3677528"/>
            <a:ext cx="3012484"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7" name="Text Placeholder 7"/>
          <p:cNvSpPr txBox="1">
            <a:spLocks/>
          </p:cNvSpPr>
          <p:nvPr/>
        </p:nvSpPr>
        <p:spPr>
          <a:xfrm>
            <a:off x="478252" y="3009371"/>
            <a:ext cx="3113486" cy="1084889"/>
          </a:xfrm>
          <a:prstGeom prst="rect">
            <a:avLst/>
          </a:prstGeom>
        </p:spPr>
        <p:txBody>
          <a:bodyPr lIns="0"/>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r>
              <a:rPr lang="en-US" sz="1100" b="1" dirty="0">
                <a:solidFill>
                  <a:srgbClr val="3C8A2E"/>
                </a:solidFill>
                <a:latin typeface="Verdana" panose="020B0604030504040204" pitchFamily="34" charset="0"/>
                <a:ea typeface="Verdana" panose="020B0604030504040204" pitchFamily="34" charset="0"/>
                <a:cs typeface="Verdana" panose="020B0604030504040204" pitchFamily="34" charset="0"/>
              </a:rPr>
              <a:t>Anuj Vashistha</a:t>
            </a:r>
            <a:endParaRPr sz="1100" b="1" dirty="0">
              <a:solidFill>
                <a:srgbClr val="3C8A2E"/>
              </a:solidFill>
              <a:latin typeface="Verdana" panose="020B0604030504040204" pitchFamily="34" charset="0"/>
              <a:ea typeface="Verdana" panose="020B0604030504040204" pitchFamily="34" charset="0"/>
              <a:cs typeface="Verdana" panose="020B0604030504040204" pitchFamily="34" charset="0"/>
            </a:endParaRPr>
          </a:p>
          <a:p>
            <a:pPr marL="0" lvl="1" indent="0">
              <a:buNone/>
            </a:pPr>
            <a:r>
              <a:rPr sz="1100" b="1" dirty="0">
                <a:solidFill>
                  <a:srgbClr val="00A1DE"/>
                </a:solidFill>
                <a:latin typeface="Verdana" panose="020B0604030504040204" pitchFamily="34" charset="0"/>
                <a:ea typeface="Verdana" panose="020B0604030504040204" pitchFamily="34" charset="0"/>
                <a:cs typeface="Verdana" panose="020B0604030504040204" pitchFamily="34" charset="0"/>
              </a:rPr>
              <a:t>Director</a:t>
            </a:r>
          </a:p>
        </p:txBody>
      </p:sp>
      <p:pic>
        <p:nvPicPr>
          <p:cNvPr id="2050" name="Picture 2" descr="Profile photo of Anuj Vashistha">
            <a:extLst>
              <a:ext uri="{FF2B5EF4-FFF2-40B4-BE49-F238E27FC236}">
                <a16:creationId xmlns:a16="http://schemas.microsoft.com/office/drawing/2014/main" id="{28FA97D1-BABD-44DB-A0BB-4782E04B11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9900" y="1209871"/>
            <a:ext cx="1653946" cy="1653946"/>
          </a:xfrm>
          <a:prstGeom prst="rect">
            <a:avLst/>
          </a:prstGeom>
          <a:noFill/>
          <a:extLst>
            <a:ext uri="{909E8E84-426E-40DD-AFC4-6F175D3DCCD1}">
              <a14:hiddenFill xmlns:a14="http://schemas.microsoft.com/office/drawing/2010/main">
                <a:solidFill>
                  <a:srgbClr val="FFFFFF"/>
                </a:solidFill>
              </a14:hiddenFill>
            </a:ext>
          </a:extLst>
        </p:spPr>
      </p:pic>
      <p:sp>
        <p:nvSpPr>
          <p:cNvPr id="13" name="Text Placeholder 2">
            <a:extLst>
              <a:ext uri="{FF2B5EF4-FFF2-40B4-BE49-F238E27FC236}">
                <a16:creationId xmlns:a16="http://schemas.microsoft.com/office/drawing/2014/main" id="{62A454B6-65CF-45EC-B568-91DFD7581770}"/>
              </a:ext>
            </a:extLst>
          </p:cNvPr>
          <p:cNvSpPr txBox="1">
            <a:spLocks/>
          </p:cNvSpPr>
          <p:nvPr/>
        </p:nvSpPr>
        <p:spPr>
          <a:xfrm>
            <a:off x="469900" y="736688"/>
            <a:ext cx="11252200" cy="757255"/>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ClrTx/>
              <a:buSzPct val="100000"/>
              <a:buFont typeface="Arial" panose="020B0604020202020204" pitchFamily="34" charset="0"/>
              <a:buNone/>
              <a:defRPr sz="2000" b="0" kern="1200">
                <a:solidFill>
                  <a:srgbClr val="575757"/>
                </a:solidFill>
                <a:latin typeface="+mn-lt"/>
                <a:ea typeface="+mn-ea"/>
                <a:cs typeface="+mn-cs"/>
              </a:defRPr>
            </a:lvl1pPr>
            <a:lvl2pPr marL="0" indent="0" algn="l" defTabSz="1219170" rtl="0" eaLnBrk="1" latinLnBrk="0" hangingPunct="1">
              <a:spcBef>
                <a:spcPts val="0"/>
              </a:spcBef>
              <a:spcAft>
                <a:spcPts val="1333"/>
              </a:spcAft>
              <a:buClrTx/>
              <a:buSzPct val="100000"/>
              <a:buFont typeface="Arial" panose="020B0604020202020204" pitchFamily="34" charset="0"/>
              <a:buChar char="​"/>
              <a:defRPr lang="en-US" sz="1200" b="1" kern="1200" dirty="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2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9pPr>
          </a:lstStyle>
          <a:p>
            <a:r>
              <a:rPr lang="en-US" sz="2400" dirty="0"/>
              <a:t>Anuj Vashistha</a:t>
            </a:r>
            <a:endParaRPr lang="en-IN" sz="2400" dirty="0"/>
          </a:p>
        </p:txBody>
      </p:sp>
      <p:sp>
        <p:nvSpPr>
          <p:cNvPr id="18" name="Title 1">
            <a:extLst>
              <a:ext uri="{FF2B5EF4-FFF2-40B4-BE49-F238E27FC236}">
                <a16:creationId xmlns:a16="http://schemas.microsoft.com/office/drawing/2014/main" id="{1F84DBE4-873F-4DDE-AC1B-999AD01ECF4E}"/>
              </a:ext>
            </a:extLst>
          </p:cNvPr>
          <p:cNvSpPr txBox="1">
            <a:spLocks/>
          </p:cNvSpPr>
          <p:nvPr/>
        </p:nvSpPr>
        <p:spPr bwMode="gray">
          <a:xfrm>
            <a:off x="469900" y="402586"/>
            <a:ext cx="11252200" cy="698501"/>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pPr lvl="0">
              <a:defRPr/>
            </a:pPr>
            <a:r>
              <a:rPr lang="en-IN" dirty="0"/>
              <a:t>Meet the Team: Expert Pool</a:t>
            </a:r>
            <a:endParaRPr kumimoji="0" lang="en-IN" sz="2000" b="0" i="0" u="none" strike="noStrike" kern="1200" cap="none" spc="0" normalizeH="0" baseline="0" noProof="0" dirty="0">
              <a:ln>
                <a:noFill/>
              </a:ln>
              <a:solidFill>
                <a:srgbClr val="000000"/>
              </a:solidFill>
              <a:effectLst/>
              <a:uLnTx/>
              <a:uFillTx/>
              <a:latin typeface="Verdana"/>
              <a:ea typeface="+mj-ea"/>
              <a:cs typeface="+mj-cs"/>
            </a:endParaRPr>
          </a:p>
        </p:txBody>
      </p:sp>
    </p:spTree>
    <p:extLst>
      <p:ext uri="{BB962C8B-B14F-4D97-AF65-F5344CB8AC3E}">
        <p14:creationId xmlns:p14="http://schemas.microsoft.com/office/powerpoint/2010/main" val="15199923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40"/>
          <p:cNvSpPr txBox="1">
            <a:spLocks/>
          </p:cNvSpPr>
          <p:nvPr/>
        </p:nvSpPr>
        <p:spPr>
          <a:xfrm>
            <a:off x="3733800" y="1435189"/>
            <a:ext cx="7988300" cy="5241820"/>
          </a:xfrm>
          <a:prstGeom prst="rect">
            <a:avLst/>
          </a:prstGeom>
        </p:spPr>
        <p:txBody>
          <a:bodyPr lIns="0" tIns="0"/>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pPr marL="0" lvl="3" indent="0" algn="just">
              <a:spcAft>
                <a:spcPts val="1200"/>
              </a:spcAft>
              <a:buNone/>
            </a:pPr>
            <a:r>
              <a:rPr lang="en-US" sz="1200" b="1" dirty="0">
                <a:solidFill>
                  <a:schemeClr val="accent3"/>
                </a:solidFill>
                <a:ea typeface="Verdana" panose="020B0604030504040204" pitchFamily="34" charset="0"/>
                <a:cs typeface="Verdana" panose="020B0604030504040204" pitchFamily="34" charset="0"/>
              </a:rPr>
              <a:t>Select Experience:</a:t>
            </a:r>
          </a:p>
          <a:p>
            <a:pPr marL="177804" indent="-177804">
              <a:spcAft>
                <a:spcPts val="600"/>
              </a:spcAft>
              <a:buFont typeface="Arial" charset="0"/>
              <a:buChar char="•"/>
              <a:tabLst>
                <a:tab pos="177804" algn="l"/>
                <a:tab pos="2241592" algn="l"/>
              </a:tabLst>
            </a:pPr>
            <a:r>
              <a:rPr lang="en-US" sz="1200" dirty="0">
                <a:solidFill>
                  <a:schemeClr val="tx1"/>
                </a:solidFill>
                <a:ea typeface="Verdana" panose="020B0604030504040204" pitchFamily="34" charset="0"/>
                <a:cs typeface="Verdana" panose="020B0604030504040204" pitchFamily="34" charset="0"/>
              </a:rPr>
              <a:t>Strengthening of </a:t>
            </a:r>
            <a:r>
              <a:rPr lang="en-US" sz="1200" b="1" dirty="0">
                <a:solidFill>
                  <a:schemeClr val="tx1"/>
                </a:solidFill>
                <a:ea typeface="Verdana" panose="020B0604030504040204" pitchFamily="34" charset="0"/>
                <a:cs typeface="Verdana" panose="020B0604030504040204" pitchFamily="34" charset="0"/>
              </a:rPr>
              <a:t>Financial Management System</a:t>
            </a:r>
            <a:r>
              <a:rPr lang="en-US" sz="1200" dirty="0">
                <a:solidFill>
                  <a:schemeClr val="tx1"/>
                </a:solidFill>
                <a:ea typeface="Verdana" panose="020B0604030504040204" pitchFamily="34" charset="0"/>
                <a:cs typeface="Verdana" panose="020B0604030504040204" pitchFamily="34" charset="0"/>
              </a:rPr>
              <a:t> in APSPDCL and in JBVNL;</a:t>
            </a:r>
          </a:p>
          <a:p>
            <a:pPr marL="177804" indent="-177804">
              <a:spcAft>
                <a:spcPts val="600"/>
              </a:spcAft>
              <a:buFont typeface="Arial" charset="0"/>
              <a:buChar char="•"/>
              <a:tabLst>
                <a:tab pos="177804" algn="l"/>
                <a:tab pos="2241592" algn="l"/>
              </a:tabLst>
            </a:pPr>
            <a:r>
              <a:rPr lang="en-US" sz="1200" dirty="0">
                <a:solidFill>
                  <a:schemeClr val="tx1"/>
                </a:solidFill>
                <a:ea typeface="Verdana" panose="020B0604030504040204" pitchFamily="34" charset="0"/>
                <a:cs typeface="Verdana" panose="020B0604030504040204" pitchFamily="34" charset="0"/>
              </a:rPr>
              <a:t>Strengthening Governance, Financial Management and Capacity Building at HPSEBL (Phase I &amp; II);</a:t>
            </a:r>
          </a:p>
          <a:p>
            <a:pPr marL="177804" indent="-177804">
              <a:spcAft>
                <a:spcPts val="600"/>
              </a:spcAft>
              <a:buFont typeface="Arial" charset="0"/>
              <a:buChar char="•"/>
              <a:tabLst>
                <a:tab pos="177804" algn="l"/>
                <a:tab pos="2241592" algn="l"/>
              </a:tabLst>
            </a:pPr>
            <a:r>
              <a:rPr lang="en-US" sz="1200" dirty="0">
                <a:solidFill>
                  <a:schemeClr val="tx1"/>
                </a:solidFill>
                <a:ea typeface="Verdana" panose="020B0604030504040204" pitchFamily="34" charset="0"/>
                <a:cs typeface="Verdana" panose="020B0604030504040204" pitchFamily="34" charset="0"/>
              </a:rPr>
              <a:t>Supported Asian Development Bank in preparing outer islands of Maldives for </a:t>
            </a:r>
            <a:r>
              <a:rPr lang="en-US" sz="1200" b="1" dirty="0">
                <a:solidFill>
                  <a:schemeClr val="tx1"/>
                </a:solidFill>
                <a:ea typeface="Verdana" panose="020B0604030504040204" pitchFamily="34" charset="0"/>
                <a:cs typeface="Verdana" panose="020B0604030504040204" pitchFamily="34" charset="0"/>
              </a:rPr>
              <a:t>Sustainable Energy Development Projects</a:t>
            </a:r>
            <a:r>
              <a:rPr lang="en-US" sz="1200" dirty="0">
                <a:solidFill>
                  <a:schemeClr val="tx1"/>
                </a:solidFill>
                <a:ea typeface="Verdana" panose="020B0604030504040204" pitchFamily="34" charset="0"/>
                <a:cs typeface="Verdana" panose="020B0604030504040204" pitchFamily="34" charset="0"/>
              </a:rPr>
              <a:t>;</a:t>
            </a:r>
          </a:p>
          <a:p>
            <a:pPr marL="177804" indent="-177804">
              <a:spcAft>
                <a:spcPts val="600"/>
              </a:spcAft>
              <a:buFont typeface="Arial" charset="0"/>
              <a:buChar char="•"/>
              <a:tabLst>
                <a:tab pos="177804" algn="l"/>
                <a:tab pos="2241592" algn="l"/>
              </a:tabLst>
            </a:pPr>
            <a:r>
              <a:rPr lang="en-US" sz="1200" dirty="0">
                <a:solidFill>
                  <a:schemeClr val="tx1"/>
                </a:solidFill>
                <a:ea typeface="Verdana" panose="020B0604030504040204" pitchFamily="34" charset="0"/>
                <a:cs typeface="Verdana" panose="020B0604030504040204" pitchFamily="34" charset="0"/>
              </a:rPr>
              <a:t>Review of existing accounting issues and design and </a:t>
            </a:r>
            <a:r>
              <a:rPr lang="en-US" sz="1200" b="1" dirty="0">
                <a:solidFill>
                  <a:schemeClr val="tx1"/>
                </a:solidFill>
                <a:ea typeface="Verdana" panose="020B0604030504040204" pitchFamily="34" charset="0"/>
                <a:cs typeface="Verdana" panose="020B0604030504040204" pitchFamily="34" charset="0"/>
              </a:rPr>
              <a:t>development of financial accounting manuals</a:t>
            </a:r>
            <a:r>
              <a:rPr lang="en-US" sz="1200" dirty="0">
                <a:solidFill>
                  <a:schemeClr val="tx1"/>
                </a:solidFill>
                <a:ea typeface="Verdana" panose="020B0604030504040204" pitchFamily="34" charset="0"/>
                <a:cs typeface="Verdana" panose="020B0604030504040204" pitchFamily="34" charset="0"/>
              </a:rPr>
              <a:t> of JVVNL, AVVNL and JDVVNL in Rajasthan ;</a:t>
            </a:r>
          </a:p>
          <a:p>
            <a:pPr marL="177804" indent="-177804">
              <a:spcAft>
                <a:spcPts val="600"/>
              </a:spcAft>
              <a:buFont typeface="Arial" charset="0"/>
              <a:buChar char="•"/>
              <a:tabLst>
                <a:tab pos="177804" algn="l"/>
                <a:tab pos="2241592" algn="l"/>
              </a:tabLst>
            </a:pPr>
            <a:r>
              <a:rPr lang="en-US" sz="1200" b="1" dirty="0">
                <a:solidFill>
                  <a:schemeClr val="tx1"/>
                </a:solidFill>
                <a:ea typeface="Verdana" panose="020B0604030504040204" pitchFamily="34" charset="0"/>
                <a:cs typeface="Verdana" panose="020B0604030504040204" pitchFamily="34" charset="0"/>
              </a:rPr>
              <a:t>Transformation of the Accounting Function </a:t>
            </a:r>
            <a:r>
              <a:rPr lang="en-US" sz="1200" dirty="0">
                <a:solidFill>
                  <a:schemeClr val="tx1"/>
                </a:solidFill>
                <a:ea typeface="Verdana" panose="020B0604030504040204" pitchFamily="34" charset="0"/>
                <a:cs typeface="Verdana" panose="020B0604030504040204" pitchFamily="34" charset="0"/>
              </a:rPr>
              <a:t>of Gujarat Electricity Board;</a:t>
            </a:r>
          </a:p>
          <a:p>
            <a:pPr marL="177804" indent="-177804">
              <a:spcAft>
                <a:spcPts val="600"/>
              </a:spcAft>
              <a:buFont typeface="Arial" charset="0"/>
              <a:buChar char="•"/>
              <a:tabLst>
                <a:tab pos="177804" algn="l"/>
                <a:tab pos="2241592" algn="l"/>
              </a:tabLst>
            </a:pPr>
            <a:r>
              <a:rPr lang="en-US" sz="1200" dirty="0">
                <a:solidFill>
                  <a:schemeClr val="tx1"/>
                </a:solidFill>
                <a:ea typeface="Verdana" panose="020B0604030504040204" pitchFamily="34" charset="0"/>
                <a:cs typeface="Verdana" panose="020B0604030504040204" pitchFamily="34" charset="0"/>
              </a:rPr>
              <a:t>Support to the Electricity Department, Pondicherry in conversion of Government Accounting Statements to Commercial accounting and capacity building of the Accounts Department;</a:t>
            </a:r>
          </a:p>
          <a:p>
            <a:pPr marL="177804" indent="-177804">
              <a:spcAft>
                <a:spcPts val="600"/>
              </a:spcAft>
              <a:buFont typeface="Arial" charset="0"/>
              <a:buChar char="•"/>
              <a:tabLst>
                <a:tab pos="177804" algn="l"/>
                <a:tab pos="2241592" algn="l"/>
              </a:tabLst>
            </a:pPr>
            <a:r>
              <a:rPr lang="en-US" sz="1200" dirty="0">
                <a:solidFill>
                  <a:schemeClr val="tx1"/>
                </a:solidFill>
                <a:ea typeface="Verdana" panose="020B0604030504040204" pitchFamily="34" charset="0"/>
                <a:cs typeface="Verdana" panose="020B0604030504040204" pitchFamily="34" charset="0"/>
              </a:rPr>
              <a:t>Conversion of Government Accounts to IFRS compliant Accounting Statements for Saudi Railway Organization, Saudi Arabia;</a:t>
            </a:r>
          </a:p>
          <a:p>
            <a:pPr marL="177804" indent="-177804">
              <a:spcAft>
                <a:spcPts val="600"/>
              </a:spcAft>
              <a:buFont typeface="Arial" charset="0"/>
              <a:buChar char="•"/>
              <a:tabLst>
                <a:tab pos="177804" algn="l"/>
                <a:tab pos="2241592" algn="l"/>
              </a:tabLst>
            </a:pPr>
            <a:r>
              <a:rPr lang="en-US" sz="1200" b="1" dirty="0">
                <a:solidFill>
                  <a:schemeClr val="tx1"/>
                </a:solidFill>
                <a:ea typeface="Verdana" panose="020B0604030504040204" pitchFamily="34" charset="0"/>
                <a:cs typeface="Verdana" panose="020B0604030504040204" pitchFamily="34" charset="0"/>
              </a:rPr>
              <a:t>Development of Finance &amp; Accounts Processes</a:t>
            </a:r>
            <a:r>
              <a:rPr lang="en-US" sz="1200" dirty="0">
                <a:solidFill>
                  <a:schemeClr val="tx1"/>
                </a:solidFill>
                <a:ea typeface="Verdana" panose="020B0604030504040204" pitchFamily="34" charset="0"/>
                <a:cs typeface="Verdana" panose="020B0604030504040204" pitchFamily="34" charset="0"/>
              </a:rPr>
              <a:t>, Corporate Plan, Capacity Building for North West Power generation Company Limited, Dhaka, Bangladesh;</a:t>
            </a:r>
          </a:p>
          <a:p>
            <a:pPr marL="177804" indent="-177804">
              <a:spcAft>
                <a:spcPts val="600"/>
              </a:spcAft>
              <a:buFont typeface="Arial" charset="0"/>
              <a:buChar char="•"/>
              <a:tabLst>
                <a:tab pos="177804" algn="l"/>
                <a:tab pos="2241592" algn="l"/>
              </a:tabLst>
            </a:pPr>
            <a:r>
              <a:rPr lang="en-US" sz="1200" dirty="0">
                <a:solidFill>
                  <a:schemeClr val="tx1"/>
                </a:solidFill>
                <a:ea typeface="Verdana" panose="020B0604030504040204" pitchFamily="34" charset="0"/>
                <a:cs typeface="Verdana" panose="020B0604030504040204" pitchFamily="34" charset="0"/>
              </a:rPr>
              <a:t>Implementation of </a:t>
            </a:r>
            <a:r>
              <a:rPr lang="en-US" sz="1200" b="1" dirty="0">
                <a:solidFill>
                  <a:schemeClr val="tx1"/>
                </a:solidFill>
                <a:ea typeface="Verdana" panose="020B0604030504040204" pitchFamily="34" charset="0"/>
                <a:cs typeface="Verdana" panose="020B0604030504040204" pitchFamily="34" charset="0"/>
              </a:rPr>
              <a:t>ERP for financial management</a:t>
            </a:r>
            <a:r>
              <a:rPr lang="en-US" sz="1200" dirty="0">
                <a:solidFill>
                  <a:schemeClr val="tx1"/>
                </a:solidFill>
                <a:ea typeface="Verdana" panose="020B0604030504040204" pitchFamily="34" charset="0"/>
                <a:cs typeface="Verdana" panose="020B0604030504040204" pitchFamily="34" charset="0"/>
              </a:rPr>
              <a:t>, revamping of existing billing system, roadmap for Data Center and Disaster Recovery Site and PMO for implementation at MSEDCL;</a:t>
            </a:r>
          </a:p>
          <a:p>
            <a:pPr marL="177804" indent="-177804">
              <a:spcAft>
                <a:spcPts val="600"/>
              </a:spcAft>
              <a:buFont typeface="Arial" charset="0"/>
              <a:buChar char="•"/>
              <a:tabLst>
                <a:tab pos="177804" algn="l"/>
                <a:tab pos="2241592" algn="l"/>
              </a:tabLst>
            </a:pPr>
            <a:r>
              <a:rPr lang="en-US" sz="1200" dirty="0">
                <a:solidFill>
                  <a:schemeClr val="tx1"/>
                </a:solidFill>
                <a:ea typeface="Verdana" panose="020B0604030504040204" pitchFamily="34" charset="0"/>
                <a:cs typeface="Verdana" panose="020B0604030504040204" pitchFamily="34" charset="0"/>
              </a:rPr>
              <a:t>Development of Functional Requirement Specifications (FRS) &amp; RFP for implementing an integrated ERP solution for TANTRANSCO;</a:t>
            </a:r>
          </a:p>
          <a:p>
            <a:pPr marL="177804" indent="-177804">
              <a:spcAft>
                <a:spcPts val="600"/>
              </a:spcAft>
              <a:buFont typeface="Arial" charset="0"/>
              <a:buChar char="•"/>
              <a:tabLst>
                <a:tab pos="177804" algn="l"/>
                <a:tab pos="2241592" algn="l"/>
              </a:tabLst>
            </a:pPr>
            <a:r>
              <a:rPr lang="en-US" sz="1200" dirty="0">
                <a:solidFill>
                  <a:schemeClr val="tx1"/>
                </a:solidFill>
                <a:ea typeface="Verdana" panose="020B0604030504040204" pitchFamily="34" charset="0"/>
                <a:cs typeface="Verdana" panose="020B0604030504040204" pitchFamily="34" charset="0"/>
              </a:rPr>
              <a:t>Support to Transmission Corporation of Andhra Pradesh in </a:t>
            </a:r>
            <a:r>
              <a:rPr lang="en-US" sz="1200" b="1" dirty="0">
                <a:solidFill>
                  <a:schemeClr val="tx1"/>
                </a:solidFill>
                <a:ea typeface="Verdana" panose="020B0604030504040204" pitchFamily="34" charset="0"/>
                <a:cs typeface="Verdana" panose="020B0604030504040204" pitchFamily="34" charset="0"/>
              </a:rPr>
              <a:t>Business Process re-alignment to ERP </a:t>
            </a:r>
            <a:r>
              <a:rPr lang="en-US" sz="1200" dirty="0">
                <a:solidFill>
                  <a:schemeClr val="tx1"/>
                </a:solidFill>
                <a:ea typeface="Verdana" panose="020B0604030504040204" pitchFamily="34" charset="0"/>
                <a:cs typeface="Verdana" panose="020B0604030504040204" pitchFamily="34" charset="0"/>
              </a:rPr>
              <a:t>and bid process management for selection of ERP agency;</a:t>
            </a:r>
          </a:p>
          <a:p>
            <a:pPr marL="177804" indent="-177804">
              <a:spcAft>
                <a:spcPts val="600"/>
              </a:spcAft>
              <a:buFont typeface="Arial" charset="0"/>
              <a:buChar char="•"/>
              <a:tabLst>
                <a:tab pos="177804" algn="l"/>
                <a:tab pos="2241592" algn="l"/>
              </a:tabLst>
            </a:pPr>
            <a:r>
              <a:rPr lang="en-US" sz="1200" dirty="0">
                <a:solidFill>
                  <a:schemeClr val="tx1"/>
                </a:solidFill>
                <a:ea typeface="Verdana" panose="020B0604030504040204" pitchFamily="34" charset="0"/>
                <a:cs typeface="Verdana" panose="020B0604030504040204" pitchFamily="34" charset="0"/>
              </a:rPr>
              <a:t>Support to Dubai Aviation City Corporation in development of policy and process framework under IFRS for Capital Projects Accounting, and Fixed Asset Register Maintenance;</a:t>
            </a:r>
          </a:p>
          <a:p>
            <a:pPr marL="177804" indent="-177804">
              <a:spcAft>
                <a:spcPts val="600"/>
              </a:spcAft>
              <a:buFont typeface="Arial" charset="0"/>
              <a:buChar char="•"/>
              <a:tabLst>
                <a:tab pos="177804" algn="l"/>
                <a:tab pos="2241592" algn="l"/>
              </a:tabLst>
            </a:pPr>
            <a:endParaRPr lang="en-US" sz="1200" dirty="0">
              <a:solidFill>
                <a:schemeClr val="tx1"/>
              </a:solidFill>
              <a:ea typeface="Verdana" panose="020B0604030504040204" pitchFamily="34" charset="0"/>
              <a:cs typeface="Verdana" panose="020B0604030504040204" pitchFamily="34" charset="0"/>
            </a:endParaRPr>
          </a:p>
        </p:txBody>
      </p:sp>
      <p:sp>
        <p:nvSpPr>
          <p:cNvPr id="15" name="Text Placeholder 21"/>
          <p:cNvSpPr txBox="1">
            <a:spLocks/>
          </p:cNvSpPr>
          <p:nvPr/>
        </p:nvSpPr>
        <p:spPr>
          <a:xfrm>
            <a:off x="365399" y="3677528"/>
            <a:ext cx="2992730" cy="2183572"/>
          </a:xfrm>
          <a:prstGeom prst="rect">
            <a:avLst/>
          </a:prstGeom>
          <a:solidFill>
            <a:schemeClr val="accent3">
              <a:lumMod val="20000"/>
              <a:lumOff val="80000"/>
            </a:schemeClr>
          </a:solidFill>
        </p:spPr>
        <p:txBody>
          <a:bodyPr lIns="72000" rIns="71114"/>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Area of Expertise:</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Financial Analysis, Finance &amp; Accounting Transformation, Bid Process Management, Business Process Re-engineering</a:t>
            </a:r>
          </a:p>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Education:</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Chartered Accountant (ICAI), </a:t>
            </a:r>
            <a:r>
              <a:rPr lang="en-US" sz="1100" dirty="0" err="1">
                <a:solidFill>
                  <a:schemeClr val="tx1"/>
                </a:solidFill>
                <a:latin typeface="Verdana" panose="020B0604030504040204" pitchFamily="34" charset="0"/>
                <a:ea typeface="Verdana" panose="020B0604030504040204" pitchFamily="34" charset="0"/>
                <a:cs typeface="Verdana" panose="020B0604030504040204" pitchFamily="34" charset="0"/>
              </a:rPr>
              <a:t>B.Com</a:t>
            </a:r>
            <a:endPar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marL="171453" indent="-171453">
              <a:spcAft>
                <a:spcPts val="1088"/>
              </a:spcAft>
              <a:buFont typeface="Arial" panose="020B0604020202020204" pitchFamily="34" charset="0"/>
              <a:buChar char="•"/>
              <a:defRPr/>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Key Clients:</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World Bank, Asian Development Bank, APSPDCL, JBVNL, HPSEBL, TANTRANSCO, </a:t>
            </a:r>
            <a:r>
              <a:rPr lang="en-US" sz="1100" dirty="0">
                <a:solidFill>
                  <a:schemeClr val="tx1"/>
                </a:solidFill>
                <a:ea typeface="Verdana" panose="020B0604030504040204" pitchFamily="34" charset="0"/>
                <a:cs typeface="Verdana" panose="020B0604030504040204" pitchFamily="34" charset="0"/>
              </a:rPr>
              <a:t>JVVNL, AVVNL, JDVVNL, </a:t>
            </a:r>
            <a:endPar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marL="171453" indent="-171453">
              <a:spcAft>
                <a:spcPts val="1088"/>
              </a:spcAft>
              <a:buFont typeface="Arial" panose="020B0604020202020204" pitchFamily="34" charset="0"/>
              <a:buChar char="•"/>
              <a:defRPr/>
            </a:pPr>
            <a:endPar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cxnSp>
        <p:nvCxnSpPr>
          <p:cNvPr id="16" name="Straight Connector 15"/>
          <p:cNvCxnSpPr/>
          <p:nvPr/>
        </p:nvCxnSpPr>
        <p:spPr>
          <a:xfrm>
            <a:off x="404682" y="3677528"/>
            <a:ext cx="3012484"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7" name="Text Placeholder 7"/>
          <p:cNvSpPr txBox="1">
            <a:spLocks/>
          </p:cNvSpPr>
          <p:nvPr/>
        </p:nvSpPr>
        <p:spPr>
          <a:xfrm>
            <a:off x="478252" y="3009371"/>
            <a:ext cx="3113486" cy="1084889"/>
          </a:xfrm>
          <a:prstGeom prst="rect">
            <a:avLst/>
          </a:prstGeom>
        </p:spPr>
        <p:txBody>
          <a:bodyPr lIns="0"/>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r>
              <a:rPr lang="en-US" sz="1100" b="1" dirty="0">
                <a:solidFill>
                  <a:srgbClr val="3C8A2E"/>
                </a:solidFill>
                <a:latin typeface="Verdana" panose="020B0604030504040204" pitchFamily="34" charset="0"/>
                <a:ea typeface="Verdana" panose="020B0604030504040204" pitchFamily="34" charset="0"/>
                <a:cs typeface="Verdana" panose="020B0604030504040204" pitchFamily="34" charset="0"/>
              </a:rPr>
              <a:t>Hariharan </a:t>
            </a:r>
            <a:r>
              <a:rPr lang="en-US" sz="1100" b="1" dirty="0" err="1">
                <a:solidFill>
                  <a:srgbClr val="3C8A2E"/>
                </a:solidFill>
                <a:latin typeface="Verdana" panose="020B0604030504040204" pitchFamily="34" charset="0"/>
                <a:ea typeface="Verdana" panose="020B0604030504040204" pitchFamily="34" charset="0"/>
                <a:cs typeface="Verdana" panose="020B0604030504040204" pitchFamily="34" charset="0"/>
              </a:rPr>
              <a:t>Pallavoor</a:t>
            </a:r>
            <a:endParaRPr sz="1100" b="1" dirty="0">
              <a:solidFill>
                <a:srgbClr val="3C8A2E"/>
              </a:solidFill>
              <a:latin typeface="Verdana" panose="020B0604030504040204" pitchFamily="34" charset="0"/>
              <a:ea typeface="Verdana" panose="020B0604030504040204" pitchFamily="34" charset="0"/>
              <a:cs typeface="Verdana" panose="020B0604030504040204" pitchFamily="34" charset="0"/>
            </a:endParaRPr>
          </a:p>
          <a:p>
            <a:pPr marL="0" lvl="1" indent="0">
              <a:buNone/>
            </a:pPr>
            <a:r>
              <a:rPr sz="1100" b="1" dirty="0">
                <a:solidFill>
                  <a:srgbClr val="00A1DE"/>
                </a:solidFill>
                <a:latin typeface="Verdana" panose="020B0604030504040204" pitchFamily="34" charset="0"/>
                <a:ea typeface="Verdana" panose="020B0604030504040204" pitchFamily="34" charset="0"/>
                <a:cs typeface="Verdana" panose="020B0604030504040204" pitchFamily="34" charset="0"/>
              </a:rPr>
              <a:t>Director</a:t>
            </a:r>
          </a:p>
        </p:txBody>
      </p:sp>
      <p:sp>
        <p:nvSpPr>
          <p:cNvPr id="13" name="Text Placeholder 2">
            <a:extLst>
              <a:ext uri="{FF2B5EF4-FFF2-40B4-BE49-F238E27FC236}">
                <a16:creationId xmlns:a16="http://schemas.microsoft.com/office/drawing/2014/main" id="{6BB2DD18-A864-4C0F-8E6C-95AD259BB934}"/>
              </a:ext>
            </a:extLst>
          </p:cNvPr>
          <p:cNvSpPr txBox="1">
            <a:spLocks/>
          </p:cNvSpPr>
          <p:nvPr/>
        </p:nvSpPr>
        <p:spPr>
          <a:xfrm>
            <a:off x="469900" y="736688"/>
            <a:ext cx="11252200" cy="757255"/>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ClrTx/>
              <a:buSzPct val="100000"/>
              <a:buFont typeface="Arial" panose="020B0604020202020204" pitchFamily="34" charset="0"/>
              <a:buNone/>
              <a:defRPr sz="2000" b="0" kern="1200">
                <a:solidFill>
                  <a:srgbClr val="575757"/>
                </a:solidFill>
                <a:latin typeface="+mn-lt"/>
                <a:ea typeface="+mn-ea"/>
                <a:cs typeface="+mn-cs"/>
              </a:defRPr>
            </a:lvl1pPr>
            <a:lvl2pPr marL="0" indent="0" algn="l" defTabSz="1219170" rtl="0" eaLnBrk="1" latinLnBrk="0" hangingPunct="1">
              <a:spcBef>
                <a:spcPts val="0"/>
              </a:spcBef>
              <a:spcAft>
                <a:spcPts val="1333"/>
              </a:spcAft>
              <a:buClrTx/>
              <a:buSzPct val="100000"/>
              <a:buFont typeface="Arial" panose="020B0604020202020204" pitchFamily="34" charset="0"/>
              <a:buChar char="​"/>
              <a:defRPr lang="en-US" sz="1200" b="1" kern="1200" dirty="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2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9pPr>
          </a:lstStyle>
          <a:p>
            <a:r>
              <a:rPr lang="en-US" sz="2400" dirty="0"/>
              <a:t>Hariharan </a:t>
            </a:r>
            <a:r>
              <a:rPr lang="en-US" sz="2400" dirty="0" err="1"/>
              <a:t>Pallavoor</a:t>
            </a:r>
            <a:endParaRPr lang="en-IN" sz="2400" dirty="0"/>
          </a:p>
        </p:txBody>
      </p:sp>
      <p:sp>
        <p:nvSpPr>
          <p:cNvPr id="18" name="Title 1">
            <a:extLst>
              <a:ext uri="{FF2B5EF4-FFF2-40B4-BE49-F238E27FC236}">
                <a16:creationId xmlns:a16="http://schemas.microsoft.com/office/drawing/2014/main" id="{E9476191-A3F6-4C3F-BDE9-DC4DE37CBDCB}"/>
              </a:ext>
            </a:extLst>
          </p:cNvPr>
          <p:cNvSpPr txBox="1">
            <a:spLocks/>
          </p:cNvSpPr>
          <p:nvPr/>
        </p:nvSpPr>
        <p:spPr bwMode="gray">
          <a:xfrm>
            <a:off x="469900" y="402586"/>
            <a:ext cx="11252200" cy="698501"/>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pPr lvl="0">
              <a:defRPr/>
            </a:pPr>
            <a:r>
              <a:rPr lang="en-IN" dirty="0"/>
              <a:t>Meet the Team: Expert Pool</a:t>
            </a:r>
            <a:endParaRPr kumimoji="0" lang="en-IN" sz="2000" b="0" i="0" u="none" strike="noStrike" kern="1200" cap="none" spc="0" normalizeH="0" baseline="0" noProof="0" dirty="0">
              <a:ln>
                <a:noFill/>
              </a:ln>
              <a:solidFill>
                <a:srgbClr val="000000"/>
              </a:solidFill>
              <a:effectLst/>
              <a:uLnTx/>
              <a:uFillTx/>
              <a:latin typeface="Verdana"/>
              <a:ea typeface="+mj-ea"/>
              <a:cs typeface="+mj-cs"/>
            </a:endParaRPr>
          </a:p>
        </p:txBody>
      </p:sp>
      <p:pic>
        <p:nvPicPr>
          <p:cNvPr id="175106" name="Picture 8" descr="Profile photo of Hariharan Pallavoor">
            <a:extLst>
              <a:ext uri="{FF2B5EF4-FFF2-40B4-BE49-F238E27FC236}">
                <a16:creationId xmlns:a16="http://schemas.microsoft.com/office/drawing/2014/main" id="{B3D49B03-8294-419C-98B6-C8F1CC2952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524" y="1536872"/>
            <a:ext cx="1418400" cy="141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929802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Budgetary Fees</a:t>
            </a:r>
          </a:p>
        </p:txBody>
      </p:sp>
      <p:sp>
        <p:nvSpPr>
          <p:cNvPr id="3" name="Text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3427222852"/>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Commercials</a:t>
            </a:r>
          </a:p>
        </p:txBody>
      </p:sp>
      <p:sp>
        <p:nvSpPr>
          <p:cNvPr id="3" name="Text Placeholder 2"/>
          <p:cNvSpPr>
            <a:spLocks noGrp="1"/>
          </p:cNvSpPr>
          <p:nvPr>
            <p:ph type="body" sz="quarter" idx="13"/>
          </p:nvPr>
        </p:nvSpPr>
        <p:spPr>
          <a:xfrm>
            <a:off x="469900" y="736688"/>
            <a:ext cx="3746500" cy="757255"/>
          </a:xfrm>
        </p:spPr>
        <p:txBody>
          <a:bodyPr/>
          <a:lstStyle/>
          <a:p>
            <a:r>
              <a:rPr lang="en-US" sz="2400" dirty="0"/>
              <a:t>Fees Proposal</a:t>
            </a:r>
            <a:endParaRPr lang="en-IN" sz="2400" dirty="0"/>
          </a:p>
        </p:txBody>
      </p:sp>
      <p:sp>
        <p:nvSpPr>
          <p:cNvPr id="5" name="Content Placeholder 3"/>
          <p:cNvSpPr txBox="1">
            <a:spLocks/>
          </p:cNvSpPr>
          <p:nvPr/>
        </p:nvSpPr>
        <p:spPr>
          <a:xfrm>
            <a:off x="439795" y="1435189"/>
            <a:ext cx="11282305" cy="458713"/>
          </a:xfrm>
          <a:prstGeom prst="rect">
            <a:avLst/>
          </a:prstGeom>
        </p:spPr>
        <p:txBody>
          <a:bodyPr>
            <a:noAutofit/>
          </a:bodyPr>
          <a:lstStyle>
            <a:lvl1pPr marL="0" indent="0" algn="l" defTabSz="1219170" rtl="0" eaLnBrk="1" latinLnBrk="0" hangingPunct="1">
              <a:spcBef>
                <a:spcPts val="0"/>
              </a:spcBef>
              <a:spcAft>
                <a:spcPts val="1333"/>
              </a:spcAft>
              <a:buClrTx/>
              <a:buSzPct val="100000"/>
              <a:buFont typeface="Arial" panose="020B0604020202020204" pitchFamily="34" charset="0"/>
              <a:buChar char="​"/>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panose="020B0604020202020204" pitchFamily="34" charset="0"/>
              <a:buChar char="​"/>
              <a:defRPr lang="en-US" sz="1200" b="1" kern="1200" dirty="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2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9pPr>
          </a:lstStyle>
          <a:p>
            <a:pPr marL="1499" fontAlgn="base">
              <a:spcAft>
                <a:spcPts val="0"/>
              </a:spcAft>
              <a:buClr>
                <a:srgbClr val="000000"/>
              </a:buClr>
            </a:pPr>
            <a:r>
              <a:rPr lang="en-US" sz="1400" b="1" dirty="0">
                <a:solidFill>
                  <a:schemeClr val="accent3"/>
                </a:solidFill>
                <a:latin typeface="+mj-lt"/>
                <a:cs typeface="Arial" charset="0"/>
              </a:rPr>
              <a:t>1. Timeline and </a:t>
            </a:r>
            <a:r>
              <a:rPr lang="en-US" sz="1400" b="1" dirty="0">
                <a:solidFill>
                  <a:srgbClr val="00A1DE"/>
                </a:solidFill>
                <a:latin typeface="+mj-lt"/>
                <a:cs typeface="Arial" charset="0"/>
              </a:rPr>
              <a:t>Fees: </a:t>
            </a:r>
            <a:r>
              <a:rPr lang="en-IN" sz="1400" dirty="0">
                <a:solidFill>
                  <a:srgbClr val="000000"/>
                </a:solidFill>
                <a:latin typeface="+mj-lt"/>
                <a:cs typeface="Arial" charset="0"/>
              </a:rPr>
              <a:t>Our fees are determined based on the level of effort that we would have to spend on this work and the specialty of the experts who would be part of this engagement. </a:t>
            </a:r>
            <a:endParaRPr lang="en-US" sz="1400" dirty="0">
              <a:solidFill>
                <a:srgbClr val="000000"/>
              </a:solidFill>
              <a:latin typeface="+mj-lt"/>
              <a:cs typeface="Arial" charset="0"/>
            </a:endParaRPr>
          </a:p>
          <a:p>
            <a:pPr marL="253599" indent="-252100" fontAlgn="base">
              <a:spcAft>
                <a:spcPts val="0"/>
              </a:spcAft>
              <a:buClr>
                <a:srgbClr val="000000"/>
              </a:buClr>
              <a:buFont typeface="Arial" panose="020B0604020202020204" pitchFamily="34" charset="0"/>
              <a:buAutoNum type="arabicPeriod"/>
            </a:pPr>
            <a:endParaRPr lang="en-US" sz="1400" dirty="0">
              <a:solidFill>
                <a:srgbClr val="000000"/>
              </a:solidFill>
              <a:latin typeface="+mj-lt"/>
              <a:cs typeface="Arial" charset="0"/>
            </a:endParaRPr>
          </a:p>
          <a:p>
            <a:pPr marL="253599" indent="-252100" fontAlgn="base">
              <a:spcAft>
                <a:spcPts val="0"/>
              </a:spcAft>
              <a:buClr>
                <a:srgbClr val="000000"/>
              </a:buClr>
              <a:buFont typeface="Arial" panose="020B0604020202020204" pitchFamily="34" charset="0"/>
              <a:buAutoNum type="arabicPeriod"/>
            </a:pPr>
            <a:endParaRPr lang="en-US" sz="1400" dirty="0">
              <a:solidFill>
                <a:srgbClr val="000000"/>
              </a:solidFill>
              <a:latin typeface="+mj-lt"/>
              <a:cs typeface="Arial" charset="0"/>
            </a:endParaRPr>
          </a:p>
          <a:p>
            <a:pPr marL="253599" indent="-252100" fontAlgn="base">
              <a:spcAft>
                <a:spcPts val="0"/>
              </a:spcAft>
              <a:buClr>
                <a:srgbClr val="000000"/>
              </a:buClr>
              <a:buFont typeface="Arial" panose="020B0604020202020204" pitchFamily="34" charset="0"/>
              <a:buAutoNum type="arabicPeriod"/>
            </a:pPr>
            <a:endParaRPr lang="en-US" sz="1400" dirty="0">
              <a:solidFill>
                <a:srgbClr val="000000"/>
              </a:solidFill>
              <a:latin typeface="+mj-lt"/>
              <a:cs typeface="Arial" charset="0"/>
            </a:endParaRPr>
          </a:p>
          <a:p>
            <a:pPr marL="253599" indent="-252100" fontAlgn="base">
              <a:spcAft>
                <a:spcPts val="0"/>
              </a:spcAft>
              <a:buClr>
                <a:srgbClr val="000000"/>
              </a:buClr>
              <a:buFont typeface="Arial" panose="020B0604020202020204" pitchFamily="34" charset="0"/>
              <a:buAutoNum type="arabicPeriod"/>
            </a:pPr>
            <a:endParaRPr lang="en-US" sz="1400" dirty="0">
              <a:solidFill>
                <a:srgbClr val="000000"/>
              </a:solidFill>
              <a:latin typeface="+mj-lt"/>
              <a:cs typeface="Arial" charset="0"/>
            </a:endParaRPr>
          </a:p>
          <a:p>
            <a:pPr marL="253599" indent="-252100" fontAlgn="base">
              <a:spcAft>
                <a:spcPts val="0"/>
              </a:spcAft>
              <a:buClr>
                <a:srgbClr val="000000"/>
              </a:buClr>
              <a:buFont typeface="Arial" panose="020B0604020202020204" pitchFamily="34" charset="0"/>
              <a:buAutoNum type="arabicPeriod"/>
            </a:pPr>
            <a:endParaRPr lang="en-US" sz="1400" dirty="0">
              <a:solidFill>
                <a:srgbClr val="000000"/>
              </a:solidFill>
              <a:latin typeface="+mj-lt"/>
              <a:cs typeface="Arial" charset="0"/>
            </a:endParaRPr>
          </a:p>
        </p:txBody>
      </p:sp>
      <p:sp>
        <p:nvSpPr>
          <p:cNvPr id="7" name="Content Placeholder 3"/>
          <p:cNvSpPr txBox="1">
            <a:spLocks/>
          </p:cNvSpPr>
          <p:nvPr/>
        </p:nvSpPr>
        <p:spPr>
          <a:xfrm>
            <a:off x="454848" y="4867019"/>
            <a:ext cx="11282304" cy="1111584"/>
          </a:xfrm>
          <a:prstGeom prst="rect">
            <a:avLst/>
          </a:prstGeom>
        </p:spPr>
        <p:txBody>
          <a:bodyPr vert="horz" lIns="0" tIns="0" rIns="0" bIns="0" rtlCol="0">
            <a:noAutofit/>
          </a:bodyPr>
          <a:lstStyle>
            <a:lvl1pPr marL="0" indent="0" algn="l" defTabSz="1008400" rtl="0" eaLnBrk="1" latinLnBrk="0" hangingPunct="1">
              <a:spcBef>
                <a:spcPts val="0"/>
              </a:spcBef>
              <a:spcAft>
                <a:spcPts val="1103"/>
              </a:spcAft>
              <a:buSzPct val="100000"/>
              <a:buFont typeface="Arial" panose="020B0604020202020204" pitchFamily="34" charset="0"/>
              <a:buNone/>
              <a:defRPr sz="1213" b="0" kern="1200">
                <a:solidFill>
                  <a:schemeClr val="tx1"/>
                </a:solidFill>
                <a:latin typeface="+mn-lt"/>
                <a:ea typeface="+mn-ea"/>
                <a:cs typeface="+mn-cs"/>
              </a:defRPr>
            </a:lvl1pPr>
            <a:lvl2pPr marL="0" indent="0" algn="l" defTabSz="1008400" rtl="0" eaLnBrk="1" latinLnBrk="0" hangingPunct="1">
              <a:spcBef>
                <a:spcPts val="0"/>
              </a:spcBef>
              <a:spcAft>
                <a:spcPts val="1103"/>
              </a:spcAft>
              <a:buClrTx/>
              <a:buSzPct val="100000"/>
              <a:buFont typeface="Arial"/>
              <a:buNone/>
              <a:defRPr lang="en-US" sz="1213" b="1" kern="1200" dirty="0" smtClean="0">
                <a:solidFill>
                  <a:schemeClr val="tx1"/>
                </a:solidFill>
                <a:latin typeface="+mn-lt"/>
                <a:ea typeface="+mn-ea"/>
                <a:cs typeface="+mn-cs"/>
              </a:defRPr>
            </a:lvl2pPr>
            <a:lvl3pPr marL="194534" indent="-194534" algn="l" defTabSz="1008400" rtl="0" eaLnBrk="1" latinLnBrk="0" hangingPunct="1">
              <a:spcBef>
                <a:spcPts val="0"/>
              </a:spcBef>
              <a:spcAft>
                <a:spcPts val="1103"/>
              </a:spcAft>
              <a:buClrTx/>
              <a:buSzPct val="100000"/>
              <a:buFont typeface="Arial" panose="020B0604020202020204" pitchFamily="34" charset="0"/>
              <a:buChar char="•"/>
              <a:defRPr lang="en-US" sz="1213" kern="1200" dirty="0" smtClean="0">
                <a:solidFill>
                  <a:schemeClr val="tx1"/>
                </a:solidFill>
                <a:latin typeface="+mn-lt"/>
                <a:ea typeface="+mn-ea"/>
                <a:cs typeface="+mn-cs"/>
              </a:defRPr>
            </a:lvl3pPr>
            <a:lvl4pPr marL="393038" indent="-194534" algn="l" defTabSz="1008400" rtl="0" eaLnBrk="1" latinLnBrk="0" hangingPunct="1">
              <a:spcBef>
                <a:spcPts val="0"/>
              </a:spcBef>
              <a:spcAft>
                <a:spcPts val="1103"/>
              </a:spcAft>
              <a:buClrTx/>
              <a:buSzPct val="100000"/>
              <a:buFont typeface="Verdana" panose="020B0604030504040204" pitchFamily="34" charset="0"/>
              <a:buChar char="−"/>
              <a:defRPr lang="en-US" sz="1213" kern="1200" baseline="0" dirty="0" smtClean="0">
                <a:solidFill>
                  <a:schemeClr val="tx1"/>
                </a:solidFill>
                <a:latin typeface="+mn-lt"/>
                <a:ea typeface="+mn-ea"/>
                <a:cs typeface="+mn-cs"/>
              </a:defRPr>
            </a:lvl4pPr>
            <a:lvl5pPr marL="587572" indent="-194534" algn="l" defTabSz="880600" rtl="0" eaLnBrk="1" latinLnBrk="0" hangingPunct="1">
              <a:spcBef>
                <a:spcPts val="0"/>
              </a:spcBef>
              <a:spcAft>
                <a:spcPts val="1103"/>
              </a:spcAft>
              <a:buClrTx/>
              <a:buSzPct val="100000"/>
              <a:buFont typeface="Verdana" panose="020B0604030504040204" pitchFamily="34" charset="0"/>
              <a:buChar char="−"/>
              <a:tabLst/>
              <a:defRPr lang="en-US" sz="1213" kern="1200" baseline="0" dirty="0" smtClean="0">
                <a:solidFill>
                  <a:schemeClr val="tx1"/>
                </a:solidFill>
                <a:latin typeface="+mn-lt"/>
                <a:ea typeface="+mn-ea"/>
                <a:cs typeface="+mn-cs"/>
              </a:defRPr>
            </a:lvl5pPr>
            <a:lvl6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6pPr>
            <a:lvl7pPr marL="587572" indent="-194534" algn="l" defTabSz="1008400" rtl="0" eaLnBrk="1" latinLnBrk="0" hangingPunct="1">
              <a:spcBef>
                <a:spcPts val="0"/>
              </a:spcBef>
              <a:spcAft>
                <a:spcPts val="1103"/>
              </a:spcAft>
              <a:buFont typeface="Verdana" panose="020B0604030504040204" pitchFamily="34" charset="0"/>
              <a:buChar char="−"/>
              <a:defRPr sz="1323" kern="1200">
                <a:solidFill>
                  <a:schemeClr val="tx1"/>
                </a:solidFill>
                <a:latin typeface="+mn-lt"/>
                <a:ea typeface="+mn-ea"/>
                <a:cs typeface="+mn-cs"/>
              </a:defRPr>
            </a:lvl7pPr>
            <a:lvl8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8pPr>
            <a:lvl9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9pPr>
          </a:lstStyle>
          <a:p>
            <a:pPr marL="107836" lvl="1" indent="-107836" algn="just">
              <a:spcAft>
                <a:spcPts val="566"/>
              </a:spcAft>
              <a:buSzPct val="90000"/>
              <a:defRPr/>
            </a:pPr>
            <a:r>
              <a:rPr lang="en-US" sz="1400" dirty="0">
                <a:solidFill>
                  <a:srgbClr val="00A1DE"/>
                </a:solidFill>
                <a:latin typeface="+mj-lt"/>
                <a:cs typeface="Arial" charset="0"/>
              </a:rPr>
              <a:t>2. Tax: </a:t>
            </a:r>
            <a:r>
              <a:rPr lang="en-US" sz="1400" b="0" dirty="0">
                <a:solidFill>
                  <a:srgbClr val="313131"/>
                </a:solidFill>
                <a:latin typeface="Verdana" panose="020B0604030504040204" pitchFamily="34" charset="0"/>
                <a:ea typeface="Verdana" panose="020B0604030504040204" pitchFamily="34" charset="0"/>
                <a:cs typeface="Verdana" panose="020B0604030504040204" pitchFamily="34" charset="0"/>
              </a:rPr>
              <a:t>Our fee excludes applicable taxes such as GST, which would be charged at rates applicable at the time of invoicing on an actual basis</a:t>
            </a:r>
            <a:r>
              <a:rPr lang="en-US" sz="1400" dirty="0">
                <a:solidFill>
                  <a:srgbClr val="313131"/>
                </a:solidFill>
                <a:latin typeface="Verdana" panose="020B0604030504040204" pitchFamily="34" charset="0"/>
                <a:ea typeface="Verdana" panose="020B0604030504040204" pitchFamily="34" charset="0"/>
                <a:cs typeface="Verdana" panose="020B0604030504040204" pitchFamily="34" charset="0"/>
              </a:rPr>
              <a:t>.</a:t>
            </a:r>
          </a:p>
          <a:p>
            <a:pPr marL="107836" lvl="1" indent="-107836" algn="just">
              <a:spcAft>
                <a:spcPts val="566"/>
              </a:spcAft>
              <a:buSzPct val="90000"/>
              <a:defRPr/>
            </a:pPr>
            <a:r>
              <a:rPr lang="en-US" sz="1400" dirty="0">
                <a:solidFill>
                  <a:srgbClr val="00A1DE"/>
                </a:solidFill>
                <a:latin typeface="+mj-lt"/>
                <a:cs typeface="Arial" charset="0"/>
              </a:rPr>
              <a:t>3. Out of pocket expenses: </a:t>
            </a:r>
            <a:r>
              <a:rPr lang="en-US" sz="1400" b="0" dirty="0">
                <a:solidFill>
                  <a:srgbClr val="313131"/>
                </a:solidFill>
                <a:latin typeface="Verdana" panose="020B0604030504040204" pitchFamily="34" charset="0"/>
                <a:ea typeface="Verdana" panose="020B0604030504040204" pitchFamily="34" charset="0"/>
                <a:cs typeface="Verdana" panose="020B0604030504040204" pitchFamily="34" charset="0"/>
              </a:rPr>
              <a:t>Our fee excludes out of pocket expenses for any travel incurred outside of Delhi. All travel will be planned only when approved by Client. Out-of-pocket expenses would be charged as actuals. Out-of-pocket expenses represent travel, outstation stay, communication, document procurement, duplication and delivery and related matters.</a:t>
            </a:r>
          </a:p>
        </p:txBody>
      </p:sp>
      <p:graphicFrame>
        <p:nvGraphicFramePr>
          <p:cNvPr id="8" name="Table 7">
            <a:extLst>
              <a:ext uri="{FF2B5EF4-FFF2-40B4-BE49-F238E27FC236}">
                <a16:creationId xmlns:a16="http://schemas.microsoft.com/office/drawing/2014/main" id="{9016BEFB-546C-478E-B49A-E77853D79798}"/>
              </a:ext>
            </a:extLst>
          </p:cNvPr>
          <p:cNvGraphicFramePr>
            <a:graphicFrameLocks noGrp="1"/>
          </p:cNvGraphicFramePr>
          <p:nvPr>
            <p:extLst>
              <p:ext uri="{D42A27DB-BD31-4B8C-83A1-F6EECF244321}">
                <p14:modId xmlns:p14="http://schemas.microsoft.com/office/powerpoint/2010/main" val="3884082740"/>
              </p:ext>
            </p:extLst>
          </p:nvPr>
        </p:nvGraphicFramePr>
        <p:xfrm>
          <a:off x="499485" y="2228004"/>
          <a:ext cx="11222614" cy="2442319"/>
        </p:xfrm>
        <a:graphic>
          <a:graphicData uri="http://schemas.openxmlformats.org/drawingml/2006/table">
            <a:tbl>
              <a:tblPr firstRow="1" bandRow="1">
                <a:tableStyleId>{073A0DAA-6AF3-43AB-8588-CEC1D06C72B9}</a:tableStyleId>
              </a:tblPr>
              <a:tblGrid>
                <a:gridCol w="943315">
                  <a:extLst>
                    <a:ext uri="{9D8B030D-6E8A-4147-A177-3AD203B41FA5}">
                      <a16:colId xmlns:a16="http://schemas.microsoft.com/office/drawing/2014/main" val="20000"/>
                    </a:ext>
                  </a:extLst>
                </a:gridCol>
                <a:gridCol w="3914496">
                  <a:extLst>
                    <a:ext uri="{9D8B030D-6E8A-4147-A177-3AD203B41FA5}">
                      <a16:colId xmlns:a16="http://schemas.microsoft.com/office/drawing/2014/main" val="20001"/>
                    </a:ext>
                  </a:extLst>
                </a:gridCol>
                <a:gridCol w="2129664">
                  <a:extLst>
                    <a:ext uri="{9D8B030D-6E8A-4147-A177-3AD203B41FA5}">
                      <a16:colId xmlns:a16="http://schemas.microsoft.com/office/drawing/2014/main" val="589805107"/>
                    </a:ext>
                  </a:extLst>
                </a:gridCol>
                <a:gridCol w="1524000">
                  <a:extLst>
                    <a:ext uri="{9D8B030D-6E8A-4147-A177-3AD203B41FA5}">
                      <a16:colId xmlns:a16="http://schemas.microsoft.com/office/drawing/2014/main" val="20002"/>
                    </a:ext>
                  </a:extLst>
                </a:gridCol>
                <a:gridCol w="1550681">
                  <a:extLst>
                    <a:ext uri="{9D8B030D-6E8A-4147-A177-3AD203B41FA5}">
                      <a16:colId xmlns:a16="http://schemas.microsoft.com/office/drawing/2014/main" val="2000544432"/>
                    </a:ext>
                  </a:extLst>
                </a:gridCol>
                <a:gridCol w="1160458">
                  <a:extLst>
                    <a:ext uri="{9D8B030D-6E8A-4147-A177-3AD203B41FA5}">
                      <a16:colId xmlns:a16="http://schemas.microsoft.com/office/drawing/2014/main" val="20005"/>
                    </a:ext>
                  </a:extLst>
                </a:gridCol>
              </a:tblGrid>
              <a:tr h="457134">
                <a:tc>
                  <a:txBody>
                    <a:bodyPr/>
                    <a:lstStyle/>
                    <a:p>
                      <a:pPr algn="l" fontAlgn="b"/>
                      <a:r>
                        <a:rPr lang="en-US" sz="1100" u="none" strike="noStrike" dirty="0">
                          <a:effectLst/>
                          <a:latin typeface="+mj-lt"/>
                        </a:rPr>
                        <a:t>Milestone</a:t>
                      </a:r>
                      <a:endParaRPr lang="en-US" sz="1100" b="1" i="0" u="none" strike="noStrike" dirty="0">
                        <a:solidFill>
                          <a:schemeClr val="bg1"/>
                        </a:solidFill>
                        <a:effectLst/>
                        <a:latin typeface="+mj-lt"/>
                      </a:endParaRPr>
                    </a:p>
                  </a:txBody>
                  <a:tcPr marL="36000" marR="3600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fontAlgn="b"/>
                      <a:r>
                        <a:rPr lang="en-US" sz="1100" u="none" strike="noStrike" dirty="0">
                          <a:effectLst/>
                          <a:latin typeface="+mj-lt"/>
                        </a:rPr>
                        <a:t>Description</a:t>
                      </a:r>
                      <a:r>
                        <a:rPr lang="en-US" sz="1100" u="none" strike="noStrike" baseline="0" dirty="0">
                          <a:effectLst/>
                          <a:latin typeface="+mj-lt"/>
                        </a:rPr>
                        <a:t> of Tasks/ Activities Covered</a:t>
                      </a:r>
                      <a:endParaRPr lang="en-US" sz="1100" b="1" i="0" u="none" strike="noStrike" dirty="0">
                        <a:solidFill>
                          <a:schemeClr val="bg1"/>
                        </a:solidFill>
                        <a:effectLst/>
                        <a:latin typeface="+mj-lt"/>
                      </a:endParaRPr>
                    </a:p>
                  </a:txBody>
                  <a:tcPr marL="36000" marR="3600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fontAlgn="b"/>
                      <a:r>
                        <a:rPr lang="en-US" sz="1100" u="none" strike="noStrike" dirty="0">
                          <a:effectLst/>
                          <a:latin typeface="+mj-lt"/>
                        </a:rPr>
                        <a:t>Due Date</a:t>
                      </a:r>
                      <a:endParaRPr lang="en-US" sz="1100" b="1" i="0" u="none" strike="noStrike" dirty="0">
                        <a:solidFill>
                          <a:schemeClr val="bg1"/>
                        </a:solidFill>
                        <a:effectLst/>
                        <a:latin typeface="+mj-lt"/>
                      </a:endParaRPr>
                    </a:p>
                  </a:txBody>
                  <a:tcPr marL="36000" marR="3600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fontAlgn="b"/>
                      <a:r>
                        <a:rPr lang="en-US" sz="1100" u="none" strike="noStrike" dirty="0">
                          <a:effectLst/>
                          <a:latin typeface="+mj-lt"/>
                        </a:rPr>
                        <a:t>Amount</a:t>
                      </a:r>
                      <a:r>
                        <a:rPr lang="en-US" sz="1100" u="none" strike="noStrike" baseline="0" dirty="0">
                          <a:effectLst/>
                          <a:latin typeface="+mj-lt"/>
                        </a:rPr>
                        <a:t> - BRPL</a:t>
                      </a:r>
                    </a:p>
                    <a:p>
                      <a:pPr algn="ctr" fontAlgn="b"/>
                      <a:r>
                        <a:rPr lang="en-US" sz="1100" u="none" strike="noStrike" baseline="0" dirty="0">
                          <a:effectLst/>
                          <a:latin typeface="+mj-lt"/>
                        </a:rPr>
                        <a:t>(INR Lakhs)</a:t>
                      </a:r>
                      <a:endParaRPr lang="en-US" sz="1100" b="1" i="0" u="none" strike="noStrike" dirty="0">
                        <a:solidFill>
                          <a:schemeClr val="bg1"/>
                        </a:solidFill>
                        <a:effectLst/>
                        <a:latin typeface="+mj-lt"/>
                      </a:endParaRPr>
                    </a:p>
                  </a:txBody>
                  <a:tcPr marL="36000" marR="3600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fontAlgn="b"/>
                      <a:r>
                        <a:rPr lang="en-US" sz="1100" b="1" u="none" strike="noStrike" kern="1200">
                          <a:solidFill>
                            <a:schemeClr val="lt1"/>
                          </a:solidFill>
                          <a:effectLst/>
                          <a:latin typeface="+mj-lt"/>
                          <a:ea typeface="+mn-ea"/>
                          <a:cs typeface="+mn-cs"/>
                        </a:rPr>
                        <a:t>Amount</a:t>
                      </a:r>
                      <a:r>
                        <a:rPr lang="en-US" sz="1100" b="1" u="none" strike="noStrike" kern="1200" baseline="0">
                          <a:solidFill>
                            <a:schemeClr val="lt1"/>
                          </a:solidFill>
                          <a:effectLst/>
                          <a:latin typeface="+mj-lt"/>
                          <a:ea typeface="+mn-ea"/>
                          <a:cs typeface="+mn-cs"/>
                        </a:rPr>
                        <a:t> - BYPL</a:t>
                      </a:r>
                    </a:p>
                    <a:p>
                      <a:pPr algn="ctr" fontAlgn="b"/>
                      <a:r>
                        <a:rPr lang="en-US" sz="1100" b="1" u="none" strike="noStrike" kern="1200" baseline="0">
                          <a:solidFill>
                            <a:schemeClr val="lt1"/>
                          </a:solidFill>
                          <a:effectLst/>
                          <a:latin typeface="+mj-lt"/>
                          <a:ea typeface="+mn-ea"/>
                          <a:cs typeface="+mn-cs"/>
                        </a:rPr>
                        <a:t>(INR Lakhs)</a:t>
                      </a:r>
                      <a:endParaRPr lang="en-US" sz="1100" b="1" i="0" u="none" strike="noStrike" dirty="0">
                        <a:solidFill>
                          <a:schemeClr val="bg1"/>
                        </a:solidFill>
                        <a:effectLst/>
                        <a:latin typeface="+mj-lt"/>
                      </a:endParaRPr>
                    </a:p>
                  </a:txBody>
                  <a:tcPr marL="36000" marR="3600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fontAlgn="b"/>
                      <a:r>
                        <a:rPr lang="en-US" sz="1100" u="none" strike="noStrike" dirty="0">
                          <a:effectLst/>
                          <a:latin typeface="+mj-lt"/>
                        </a:rPr>
                        <a:t>Total Amount</a:t>
                      </a:r>
                      <a:r>
                        <a:rPr lang="en-US" sz="1100" u="none" strike="noStrike" baseline="0" dirty="0">
                          <a:effectLst/>
                          <a:latin typeface="+mj-lt"/>
                        </a:rPr>
                        <a:t> (INR Lakhs)</a:t>
                      </a:r>
                      <a:endParaRPr lang="en-US" sz="1100" b="1" i="0" u="none" strike="noStrike" dirty="0">
                        <a:solidFill>
                          <a:schemeClr val="bg1"/>
                        </a:solidFill>
                        <a:effectLst/>
                        <a:latin typeface="+mj-lt"/>
                      </a:endParaRPr>
                    </a:p>
                  </a:txBody>
                  <a:tcPr marL="36000" marR="3600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0"/>
                  </a:ext>
                </a:extLst>
              </a:tr>
              <a:tr h="1070917">
                <a:tc>
                  <a:txBody>
                    <a:bodyPr/>
                    <a:lstStyle/>
                    <a:p>
                      <a:pPr algn="l"/>
                      <a:r>
                        <a:rPr lang="en-US" sz="1100" dirty="0">
                          <a:latin typeface="+mj-lt"/>
                        </a:rPr>
                        <a:t>Monthly Fees</a:t>
                      </a:r>
                      <a:endParaRPr lang="en-IN" sz="1100" dirty="0">
                        <a:latin typeface="+mj-lt"/>
                      </a:endParaRPr>
                    </a:p>
                  </a:txBody>
                  <a:tcPr marL="36000" marR="3600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marL="0" indent="0" algn="l" fontAlgn="b">
                        <a:buFont typeface="Arial" panose="020B0604020202020204" pitchFamily="34" charset="0"/>
                        <a:buNone/>
                      </a:pPr>
                      <a:r>
                        <a:rPr lang="en-US" sz="1100" u="none" strike="noStrike" dirty="0">
                          <a:effectLst/>
                          <a:latin typeface="+mj-lt"/>
                        </a:rPr>
                        <a:t>Monthly Review Reports includes:</a:t>
                      </a:r>
                    </a:p>
                    <a:p>
                      <a:pPr marL="171450" indent="-171450" algn="l" fontAlgn="b">
                        <a:buFont typeface="Arial" panose="020B0604020202020204" pitchFamily="34" charset="0"/>
                        <a:buChar char="•"/>
                      </a:pPr>
                      <a:r>
                        <a:rPr lang="en-US" sz="1100" u="none" strike="noStrike" dirty="0">
                          <a:effectLst/>
                          <a:latin typeface="+mj-lt"/>
                        </a:rPr>
                        <a:t>Implementation Monitoring - Data Collection, Analysis and Reporting</a:t>
                      </a:r>
                    </a:p>
                    <a:p>
                      <a:pPr marL="171450" indent="-171450" algn="l" fontAlgn="b">
                        <a:buFont typeface="Arial" panose="020B0604020202020204" pitchFamily="34" charset="0"/>
                        <a:buChar char="•"/>
                      </a:pPr>
                      <a:r>
                        <a:rPr lang="en-US" sz="1100" u="none" strike="noStrike" dirty="0">
                          <a:effectLst/>
                          <a:latin typeface="+mj-lt"/>
                        </a:rPr>
                        <a:t>Risk review &amp; Mitigation</a:t>
                      </a:r>
                    </a:p>
                    <a:p>
                      <a:pPr marL="171450" indent="-171450" algn="l" fontAlgn="b">
                        <a:buFont typeface="Arial" panose="020B0604020202020204" pitchFamily="34" charset="0"/>
                        <a:buChar char="•"/>
                      </a:pPr>
                      <a:r>
                        <a:rPr lang="en-US" sz="1100" u="none" strike="noStrike" dirty="0">
                          <a:effectLst/>
                          <a:latin typeface="+mj-lt"/>
                        </a:rPr>
                        <a:t>Validation &amp; review</a:t>
                      </a:r>
                      <a:endParaRPr lang="en-US" sz="1100" b="0" i="0" u="none" strike="noStrike" dirty="0">
                        <a:solidFill>
                          <a:srgbClr val="000000"/>
                        </a:solidFill>
                        <a:effectLst/>
                        <a:latin typeface="+mj-lt"/>
                      </a:endParaRPr>
                    </a:p>
                  </a:txBody>
                  <a:tcPr marL="36000" marR="3600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marL="0" indent="0" algn="ctr" fontAlgn="b">
                        <a:buFont typeface="Arial" panose="020B0604020202020204" pitchFamily="34" charset="0"/>
                        <a:buNone/>
                      </a:pPr>
                      <a:r>
                        <a:rPr lang="en-US" sz="1100" u="none" strike="noStrike" dirty="0">
                          <a:effectLst/>
                          <a:latin typeface="+mj-lt"/>
                        </a:rPr>
                        <a:t>From 1</a:t>
                      </a:r>
                      <a:r>
                        <a:rPr lang="en-US" sz="1100" u="none" strike="noStrike" baseline="30000" dirty="0">
                          <a:effectLst/>
                          <a:latin typeface="+mj-lt"/>
                        </a:rPr>
                        <a:t>st</a:t>
                      </a:r>
                      <a:r>
                        <a:rPr lang="en-US" sz="1100" u="none" strike="noStrike" dirty="0">
                          <a:effectLst/>
                          <a:latin typeface="+mj-lt"/>
                        </a:rPr>
                        <a:t> Month onwards,</a:t>
                      </a:r>
                      <a:r>
                        <a:rPr lang="en-US" sz="1100" u="none" strike="noStrike" baseline="0" dirty="0">
                          <a:effectLst/>
                          <a:latin typeface="+mj-lt"/>
                        </a:rPr>
                        <a:t> payable equally </a:t>
                      </a:r>
                      <a:r>
                        <a:rPr lang="en-US" sz="1100" u="none" strike="noStrike" dirty="0">
                          <a:effectLst/>
                          <a:latin typeface="+mj-lt"/>
                        </a:rPr>
                        <a:t>at the end of every month (Total Fee for 12 months)</a:t>
                      </a:r>
                      <a:endParaRPr lang="en-US" sz="1100" b="0" i="0" u="none" strike="noStrike" dirty="0">
                        <a:solidFill>
                          <a:srgbClr val="000000"/>
                        </a:solidFill>
                        <a:effectLst/>
                        <a:latin typeface="+mj-lt"/>
                      </a:endParaRPr>
                    </a:p>
                  </a:txBody>
                  <a:tcPr marL="36000" marR="3600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mj-lt"/>
                        </a:rPr>
                        <a:t>100</a:t>
                      </a:r>
                    </a:p>
                  </a:txBody>
                  <a:tcPr marL="36000" marR="3600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mj-lt"/>
                        </a:rPr>
                        <a:t>100</a:t>
                      </a:r>
                    </a:p>
                  </a:txBody>
                  <a:tcPr marL="36000" marR="3600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mj-lt"/>
                        </a:rPr>
                        <a:t>200</a:t>
                      </a:r>
                    </a:p>
                  </a:txBody>
                  <a:tcPr marL="36000" marR="3600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3"/>
                  </a:ext>
                </a:extLst>
              </a:tr>
              <a:tr h="457134">
                <a:tc>
                  <a:txBody>
                    <a:bodyPr/>
                    <a:lstStyle/>
                    <a:p>
                      <a:pPr algn="l" fontAlgn="b"/>
                      <a:r>
                        <a:rPr lang="en-US" sz="1100" b="1" i="0" u="none" strike="noStrike" dirty="0">
                          <a:solidFill>
                            <a:srgbClr val="000000"/>
                          </a:solidFill>
                          <a:effectLst/>
                          <a:latin typeface="+mj-lt"/>
                        </a:rPr>
                        <a:t>Success Fees</a:t>
                      </a:r>
                    </a:p>
                  </a:txBody>
                  <a:tcPr marL="36000" marR="3600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gridSpan="2">
                  <a:txBody>
                    <a:bodyPr/>
                    <a:lstStyle/>
                    <a:p>
                      <a:r>
                        <a:rPr lang="en-US" sz="1100" dirty="0">
                          <a:latin typeface="+mj-lt"/>
                        </a:rPr>
                        <a:t>Based on percentage success against each milestone, identified for each module – payable on quarterly basis </a:t>
                      </a:r>
                      <a:endParaRPr lang="en-IN" sz="3200" dirty="0">
                        <a:latin typeface="+mj-lt"/>
                      </a:endParaRPr>
                    </a:p>
                  </a:txBody>
                  <a:tcPr marL="36000" marR="3600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hMerge="1">
                  <a:txBody>
                    <a:bodyPr/>
                    <a:lstStyle/>
                    <a:p>
                      <a:pPr algn="l" fontAlgn="b"/>
                      <a:endParaRPr lang="en-US" sz="1000" b="1" i="0" u="none" strike="noStrike" dirty="0">
                        <a:solidFill>
                          <a:srgbClr val="000000"/>
                        </a:solidFill>
                        <a:effectLst/>
                        <a:latin typeface="+mj-lt"/>
                      </a:endParaRPr>
                    </a:p>
                  </a:txBody>
                  <a:tcPr marL="36000" marR="3600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100" dirty="0">
                          <a:latin typeface="+mj-lt"/>
                        </a:rPr>
                        <a:t>50</a:t>
                      </a:r>
                      <a:endParaRPr lang="en-IN" sz="1100" dirty="0">
                        <a:latin typeface="+mj-lt"/>
                      </a:endParaRPr>
                    </a:p>
                  </a:txBody>
                  <a:tcPr marL="36000" marR="3600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100" dirty="0">
                          <a:latin typeface="+mj-lt"/>
                        </a:rPr>
                        <a:t>50</a:t>
                      </a:r>
                      <a:endParaRPr lang="en-IN" sz="1100" dirty="0">
                        <a:latin typeface="+mj-lt"/>
                      </a:endParaRPr>
                    </a:p>
                  </a:txBody>
                  <a:tcPr marL="36000" marR="3600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fontAlgn="b"/>
                      <a:r>
                        <a:rPr lang="en-US" sz="1100" b="1" i="0" u="none" strike="noStrike" dirty="0">
                          <a:solidFill>
                            <a:srgbClr val="000000"/>
                          </a:solidFill>
                          <a:effectLst/>
                          <a:latin typeface="+mj-lt"/>
                        </a:rPr>
                        <a:t>100</a:t>
                      </a:r>
                    </a:p>
                  </a:txBody>
                  <a:tcPr marL="36000" marR="3600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31813083"/>
                  </a:ext>
                </a:extLst>
              </a:tr>
              <a:tr h="457134">
                <a:tc gridSpan="3">
                  <a:txBody>
                    <a:bodyPr/>
                    <a:lstStyle/>
                    <a:p>
                      <a:pPr algn="l" fontAlgn="b"/>
                      <a:r>
                        <a:rPr lang="en-US" sz="1100" b="1" i="0" u="none" strike="noStrike" dirty="0">
                          <a:solidFill>
                            <a:srgbClr val="000000"/>
                          </a:solidFill>
                          <a:effectLst/>
                          <a:latin typeface="+mj-lt"/>
                        </a:rPr>
                        <a:t>Total Fees</a:t>
                      </a:r>
                    </a:p>
                  </a:txBody>
                  <a:tcPr marL="36000" marR="3600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hMerge="1">
                  <a:txBody>
                    <a:bodyPr/>
                    <a:lstStyle/>
                    <a:p>
                      <a:endParaRPr lang="en-IN" dirty="0"/>
                    </a:p>
                  </a:txBody>
                  <a:tcPr marL="36000" marR="3600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hMerge="1">
                  <a:txBody>
                    <a:bodyPr/>
                    <a:lstStyle/>
                    <a:p>
                      <a:endParaRPr lang="en-IN"/>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100" b="1" dirty="0">
                          <a:latin typeface="+mj-lt"/>
                        </a:rPr>
                        <a:t>150</a:t>
                      </a:r>
                      <a:endParaRPr lang="en-IN" sz="1100" b="1" dirty="0">
                        <a:latin typeface="+mj-lt"/>
                      </a:endParaRPr>
                    </a:p>
                  </a:txBody>
                  <a:tcPr marL="36000" marR="3600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100" b="1" dirty="0">
                          <a:latin typeface="+mj-lt"/>
                        </a:rPr>
                        <a:t>150</a:t>
                      </a:r>
                      <a:endParaRPr lang="en-IN" sz="1100" b="1" dirty="0">
                        <a:latin typeface="+mj-lt"/>
                      </a:endParaRPr>
                    </a:p>
                  </a:txBody>
                  <a:tcPr marL="36000" marR="3600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fontAlgn="b"/>
                      <a:r>
                        <a:rPr lang="en-US" sz="1100" b="1" i="0" u="none" strike="noStrike" dirty="0">
                          <a:solidFill>
                            <a:srgbClr val="000000"/>
                          </a:solidFill>
                          <a:effectLst/>
                          <a:latin typeface="+mj-lt"/>
                        </a:rPr>
                        <a:t>300</a:t>
                      </a:r>
                    </a:p>
                  </a:txBody>
                  <a:tcPr marL="36000" marR="3600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23743832"/>
                  </a:ext>
                </a:extLst>
              </a:tr>
            </a:tbl>
          </a:graphicData>
        </a:graphic>
      </p:graphicFrame>
    </p:spTree>
    <p:extLst>
      <p:ext uri="{BB962C8B-B14F-4D97-AF65-F5344CB8AC3E}">
        <p14:creationId xmlns:p14="http://schemas.microsoft.com/office/powerpoint/2010/main" val="2779106877"/>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Relevant Credentials</a:t>
            </a:r>
          </a:p>
        </p:txBody>
      </p:sp>
      <p:sp>
        <p:nvSpPr>
          <p:cNvPr id="3" name="Text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2171185429"/>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Our selected credentials</a:t>
            </a:r>
          </a:p>
        </p:txBody>
      </p:sp>
      <p:sp>
        <p:nvSpPr>
          <p:cNvPr id="3" name="Text Placeholder 2"/>
          <p:cNvSpPr>
            <a:spLocks noGrp="1"/>
          </p:cNvSpPr>
          <p:nvPr>
            <p:ph type="body" sz="quarter" idx="13"/>
          </p:nvPr>
        </p:nvSpPr>
        <p:spPr/>
        <p:txBody>
          <a:bodyPr/>
          <a:lstStyle/>
          <a:p>
            <a:r>
              <a:rPr lang="en-IN" dirty="0"/>
              <a:t>Related to Project Management Office &amp; strategy implementation</a:t>
            </a:r>
          </a:p>
        </p:txBody>
      </p:sp>
      <p:sp>
        <p:nvSpPr>
          <p:cNvPr id="5" name="Rectangle 4"/>
          <p:cNvSpPr/>
          <p:nvPr/>
        </p:nvSpPr>
        <p:spPr bwMode="gray">
          <a:xfrm>
            <a:off x="360571"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6" name="Rectangle 5"/>
          <p:cNvSpPr/>
          <p:nvPr/>
        </p:nvSpPr>
        <p:spPr bwMode="gray">
          <a:xfrm>
            <a:off x="2019459"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7" name="TextBox 6"/>
          <p:cNvSpPr txBox="1"/>
          <p:nvPr/>
        </p:nvSpPr>
        <p:spPr>
          <a:xfrm>
            <a:off x="360571" y="1707236"/>
            <a:ext cx="1488108" cy="1107996"/>
          </a:xfrm>
          <a:prstGeom prst="rect">
            <a:avLst/>
          </a:prstGeom>
          <a:noFill/>
        </p:spPr>
        <p:txBody>
          <a:bodyPr wrap="square" lIns="0" tIns="0" rIns="0" bIns="0" rtlCol="0">
            <a:spAutoFit/>
          </a:bodyPr>
          <a:lstStyle/>
          <a:p>
            <a:pPr algn="ctr">
              <a:spcBef>
                <a:spcPts val="0"/>
              </a:spcBef>
              <a:spcAft>
                <a:spcPts val="1333"/>
              </a:spcAft>
              <a:buSzPct val="100000"/>
            </a:pPr>
            <a:r>
              <a:rPr lang="en-US" sz="1200" dirty="0"/>
              <a:t>Strategic Central Project Management Unit to Evaluate and Monitor Project Implementation</a:t>
            </a:r>
          </a:p>
        </p:txBody>
      </p:sp>
      <p:sp>
        <p:nvSpPr>
          <p:cNvPr id="8" name="TextBox 7"/>
          <p:cNvSpPr txBox="1"/>
          <p:nvPr/>
        </p:nvSpPr>
        <p:spPr>
          <a:xfrm>
            <a:off x="2187552" y="1661069"/>
            <a:ext cx="1170056" cy="1292662"/>
          </a:xfrm>
          <a:prstGeom prst="rect">
            <a:avLst/>
          </a:prstGeom>
          <a:noFill/>
        </p:spPr>
        <p:txBody>
          <a:bodyPr wrap="square" lIns="0" tIns="0" rIns="0" bIns="0" rtlCol="0">
            <a:spAutoFit/>
          </a:bodyPr>
          <a:lstStyle/>
          <a:p>
            <a:pPr algn="ctr">
              <a:spcBef>
                <a:spcPts val="0"/>
              </a:spcBef>
              <a:spcAft>
                <a:spcPts val="1333"/>
              </a:spcAft>
              <a:buSzPct val="100000"/>
            </a:pPr>
            <a:r>
              <a:rPr lang="en-US" sz="1200" dirty="0"/>
              <a:t>Project Management office for Revenue Improvement and Regulatory filings</a:t>
            </a:r>
          </a:p>
        </p:txBody>
      </p:sp>
      <p:sp>
        <p:nvSpPr>
          <p:cNvPr id="9" name="Rectangle 8"/>
          <p:cNvSpPr/>
          <p:nvPr/>
        </p:nvSpPr>
        <p:spPr bwMode="gray">
          <a:xfrm>
            <a:off x="360571" y="3028525"/>
            <a:ext cx="1488108" cy="675861"/>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noProof="0" dirty="0">
                <a:solidFill>
                  <a:schemeClr val="bg1"/>
                </a:solidFill>
              </a:rPr>
              <a:t>JBVNL</a:t>
            </a:r>
            <a:endParaRPr lang="en-IN" sz="1100" noProof="0" dirty="0" err="1">
              <a:solidFill>
                <a:schemeClr val="bg1"/>
              </a:solidFill>
            </a:endParaRPr>
          </a:p>
        </p:txBody>
      </p:sp>
      <p:sp>
        <p:nvSpPr>
          <p:cNvPr id="10" name="Rectangle 9"/>
          <p:cNvSpPr/>
          <p:nvPr/>
        </p:nvSpPr>
        <p:spPr bwMode="gray">
          <a:xfrm>
            <a:off x="2019459" y="3028525"/>
            <a:ext cx="1488108" cy="675861"/>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dirty="0">
                <a:solidFill>
                  <a:schemeClr val="bg1"/>
                </a:solidFill>
              </a:rPr>
              <a:t>JBVNL</a:t>
            </a:r>
            <a:endParaRPr lang="en-IN" sz="1100" noProof="0" dirty="0" err="1">
              <a:solidFill>
                <a:schemeClr val="bg1"/>
              </a:solidFill>
            </a:endParaRPr>
          </a:p>
        </p:txBody>
      </p:sp>
      <p:sp>
        <p:nvSpPr>
          <p:cNvPr id="11" name="Rectangle 10"/>
          <p:cNvSpPr/>
          <p:nvPr/>
        </p:nvSpPr>
        <p:spPr bwMode="gray">
          <a:xfrm>
            <a:off x="3674796"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12" name="Rectangle 11"/>
          <p:cNvSpPr/>
          <p:nvPr/>
        </p:nvSpPr>
        <p:spPr bwMode="gray">
          <a:xfrm>
            <a:off x="5344570"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13" name="Rectangle 12"/>
          <p:cNvSpPr/>
          <p:nvPr/>
        </p:nvSpPr>
        <p:spPr bwMode="gray">
          <a:xfrm>
            <a:off x="7014344"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17" name="Rectangle 16"/>
          <p:cNvSpPr/>
          <p:nvPr/>
        </p:nvSpPr>
        <p:spPr bwMode="gray">
          <a:xfrm>
            <a:off x="3674796" y="3028525"/>
            <a:ext cx="1488108" cy="675861"/>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noProof="0" dirty="0">
                <a:solidFill>
                  <a:schemeClr val="bg1"/>
                </a:solidFill>
              </a:rPr>
              <a:t>JVVNL</a:t>
            </a:r>
            <a:endParaRPr lang="en-IN" sz="1100" noProof="0" dirty="0" err="1">
              <a:solidFill>
                <a:schemeClr val="bg1"/>
              </a:solidFill>
            </a:endParaRPr>
          </a:p>
        </p:txBody>
      </p:sp>
      <p:sp>
        <p:nvSpPr>
          <p:cNvPr id="18" name="Rectangle 17"/>
          <p:cNvSpPr/>
          <p:nvPr/>
        </p:nvSpPr>
        <p:spPr bwMode="gray">
          <a:xfrm>
            <a:off x="5344570" y="3028525"/>
            <a:ext cx="1488108" cy="675861"/>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IN" sz="1100" dirty="0">
                <a:solidFill>
                  <a:schemeClr val="bg1"/>
                </a:solidFill>
              </a:rPr>
              <a:t>RECPDL</a:t>
            </a:r>
          </a:p>
        </p:txBody>
      </p:sp>
      <p:sp>
        <p:nvSpPr>
          <p:cNvPr id="19" name="Rectangle 18"/>
          <p:cNvSpPr/>
          <p:nvPr/>
        </p:nvSpPr>
        <p:spPr bwMode="gray">
          <a:xfrm>
            <a:off x="7014344" y="3028525"/>
            <a:ext cx="1488108" cy="675861"/>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IN" sz="1100" dirty="0">
                <a:solidFill>
                  <a:schemeClr val="bg1"/>
                </a:solidFill>
              </a:rPr>
              <a:t>JVVNL, </a:t>
            </a:r>
            <a:r>
              <a:rPr lang="en-IN" sz="1100" dirty="0" err="1">
                <a:solidFill>
                  <a:schemeClr val="bg1"/>
                </a:solidFill>
              </a:rPr>
              <a:t>JdVVNL</a:t>
            </a:r>
            <a:r>
              <a:rPr lang="en-IN" sz="1100" dirty="0">
                <a:solidFill>
                  <a:schemeClr val="bg1"/>
                </a:solidFill>
              </a:rPr>
              <a:t> &amp; AVVNL</a:t>
            </a:r>
            <a:endParaRPr lang="en-IN" sz="1100" noProof="0" dirty="0" err="1">
              <a:solidFill>
                <a:schemeClr val="bg1"/>
              </a:solidFill>
            </a:endParaRPr>
          </a:p>
        </p:txBody>
      </p:sp>
      <p:sp>
        <p:nvSpPr>
          <p:cNvPr id="20" name="Rectangle 19"/>
          <p:cNvSpPr/>
          <p:nvPr/>
        </p:nvSpPr>
        <p:spPr bwMode="gray">
          <a:xfrm>
            <a:off x="8661478"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21" name="Rectangle 20"/>
          <p:cNvSpPr/>
          <p:nvPr/>
        </p:nvSpPr>
        <p:spPr bwMode="gray">
          <a:xfrm>
            <a:off x="10331252"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24" name="Rectangle 23"/>
          <p:cNvSpPr/>
          <p:nvPr/>
        </p:nvSpPr>
        <p:spPr bwMode="gray">
          <a:xfrm>
            <a:off x="8661478" y="3028525"/>
            <a:ext cx="1488108" cy="675861"/>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IN" sz="1100" dirty="0">
                <a:solidFill>
                  <a:schemeClr val="bg1"/>
                </a:solidFill>
              </a:rPr>
              <a:t>PSPCL</a:t>
            </a:r>
          </a:p>
        </p:txBody>
      </p:sp>
      <p:sp>
        <p:nvSpPr>
          <p:cNvPr id="25" name="Rectangle 24"/>
          <p:cNvSpPr/>
          <p:nvPr/>
        </p:nvSpPr>
        <p:spPr bwMode="gray">
          <a:xfrm>
            <a:off x="10331252" y="3028525"/>
            <a:ext cx="1488108" cy="675861"/>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IN" sz="1100" dirty="0">
                <a:solidFill>
                  <a:schemeClr val="bg1"/>
                </a:solidFill>
              </a:rPr>
              <a:t>World Bank</a:t>
            </a:r>
            <a:endParaRPr lang="en-IN" sz="1100" noProof="0" dirty="0" err="1">
              <a:solidFill>
                <a:schemeClr val="bg1"/>
              </a:solidFill>
            </a:endParaRPr>
          </a:p>
        </p:txBody>
      </p:sp>
      <p:sp>
        <p:nvSpPr>
          <p:cNvPr id="26" name="Rectangle 25"/>
          <p:cNvSpPr/>
          <p:nvPr/>
        </p:nvSpPr>
        <p:spPr bwMode="gray">
          <a:xfrm>
            <a:off x="360571" y="3927980"/>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27" name="Rectangle 26"/>
          <p:cNvSpPr/>
          <p:nvPr/>
        </p:nvSpPr>
        <p:spPr bwMode="gray">
          <a:xfrm>
            <a:off x="2019459" y="3927980"/>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30" name="Rectangle 29"/>
          <p:cNvSpPr/>
          <p:nvPr/>
        </p:nvSpPr>
        <p:spPr bwMode="gray">
          <a:xfrm>
            <a:off x="360571" y="5462562"/>
            <a:ext cx="1488108" cy="675861"/>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dirty="0">
                <a:solidFill>
                  <a:schemeClr val="bg1"/>
                </a:solidFill>
              </a:rPr>
              <a:t>JBVNL</a:t>
            </a:r>
            <a:endParaRPr lang="en-IN" sz="1100" noProof="0" dirty="0" err="1">
              <a:solidFill>
                <a:schemeClr val="bg1"/>
              </a:solidFill>
            </a:endParaRPr>
          </a:p>
        </p:txBody>
      </p:sp>
      <p:sp>
        <p:nvSpPr>
          <p:cNvPr id="31" name="Rectangle 30"/>
          <p:cNvSpPr/>
          <p:nvPr/>
        </p:nvSpPr>
        <p:spPr bwMode="gray">
          <a:xfrm>
            <a:off x="2019459" y="5462562"/>
            <a:ext cx="1488108" cy="675861"/>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dirty="0">
                <a:solidFill>
                  <a:schemeClr val="bg1"/>
                </a:solidFill>
              </a:rPr>
              <a:t>DVC</a:t>
            </a:r>
            <a:endParaRPr lang="en-IN" sz="1100" noProof="0" dirty="0" err="1">
              <a:solidFill>
                <a:schemeClr val="bg1"/>
              </a:solidFill>
            </a:endParaRPr>
          </a:p>
        </p:txBody>
      </p:sp>
      <p:sp>
        <p:nvSpPr>
          <p:cNvPr id="32" name="Rectangle 31"/>
          <p:cNvSpPr/>
          <p:nvPr/>
        </p:nvSpPr>
        <p:spPr bwMode="gray">
          <a:xfrm>
            <a:off x="3674796" y="39081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34" name="Rectangle 33"/>
          <p:cNvSpPr/>
          <p:nvPr/>
        </p:nvSpPr>
        <p:spPr bwMode="gray">
          <a:xfrm>
            <a:off x="7014344" y="3927980"/>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38" name="Rectangle 37"/>
          <p:cNvSpPr/>
          <p:nvPr/>
        </p:nvSpPr>
        <p:spPr bwMode="gray">
          <a:xfrm>
            <a:off x="3674796" y="5462562"/>
            <a:ext cx="1488108" cy="675861"/>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noProof="0" dirty="0">
                <a:solidFill>
                  <a:schemeClr val="bg1"/>
                </a:solidFill>
              </a:rPr>
              <a:t>JBVNL</a:t>
            </a:r>
            <a:endParaRPr lang="en-IN" sz="1100" noProof="0" dirty="0" err="1">
              <a:solidFill>
                <a:schemeClr val="bg1"/>
              </a:solidFill>
            </a:endParaRPr>
          </a:p>
        </p:txBody>
      </p:sp>
      <p:sp>
        <p:nvSpPr>
          <p:cNvPr id="39" name="Rectangle 38"/>
          <p:cNvSpPr/>
          <p:nvPr/>
        </p:nvSpPr>
        <p:spPr bwMode="gray">
          <a:xfrm>
            <a:off x="5344570" y="5462562"/>
            <a:ext cx="1488108" cy="675861"/>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IN" sz="1100" dirty="0">
                <a:solidFill>
                  <a:schemeClr val="bg1"/>
                </a:solidFill>
              </a:rPr>
              <a:t>HPSEBL</a:t>
            </a:r>
          </a:p>
        </p:txBody>
      </p:sp>
      <p:sp>
        <p:nvSpPr>
          <p:cNvPr id="40" name="Rectangle 39"/>
          <p:cNvSpPr/>
          <p:nvPr/>
        </p:nvSpPr>
        <p:spPr bwMode="gray">
          <a:xfrm>
            <a:off x="7014344" y="5462562"/>
            <a:ext cx="1488108" cy="675861"/>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IN" sz="1100" dirty="0">
                <a:solidFill>
                  <a:schemeClr val="bg1"/>
                </a:solidFill>
              </a:rPr>
              <a:t>MSPDCL</a:t>
            </a:r>
            <a:endParaRPr lang="en-IN" sz="1100" noProof="0" dirty="0" err="1">
              <a:solidFill>
                <a:schemeClr val="bg1"/>
              </a:solidFill>
            </a:endParaRPr>
          </a:p>
        </p:txBody>
      </p:sp>
      <p:sp>
        <p:nvSpPr>
          <p:cNvPr id="41" name="Rectangle 40"/>
          <p:cNvSpPr/>
          <p:nvPr/>
        </p:nvSpPr>
        <p:spPr bwMode="gray">
          <a:xfrm>
            <a:off x="8661478" y="3927980"/>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42" name="Rectangle 41"/>
          <p:cNvSpPr/>
          <p:nvPr/>
        </p:nvSpPr>
        <p:spPr bwMode="gray">
          <a:xfrm>
            <a:off x="10331252" y="3927980"/>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45" name="Rectangle 44"/>
          <p:cNvSpPr/>
          <p:nvPr/>
        </p:nvSpPr>
        <p:spPr bwMode="gray">
          <a:xfrm>
            <a:off x="8661478" y="5462562"/>
            <a:ext cx="1488108" cy="675861"/>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IN" sz="1100" dirty="0">
                <a:solidFill>
                  <a:schemeClr val="bg1"/>
                </a:solidFill>
              </a:rPr>
              <a:t>World Bank</a:t>
            </a:r>
          </a:p>
        </p:txBody>
      </p:sp>
      <p:sp>
        <p:nvSpPr>
          <p:cNvPr id="46" name="Rectangle 45"/>
          <p:cNvSpPr/>
          <p:nvPr/>
        </p:nvSpPr>
        <p:spPr bwMode="gray">
          <a:xfrm>
            <a:off x="10331252" y="5462562"/>
            <a:ext cx="1488108" cy="675861"/>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IN" sz="1100" dirty="0">
                <a:solidFill>
                  <a:schemeClr val="bg1"/>
                </a:solidFill>
              </a:rPr>
              <a:t>World Bank</a:t>
            </a:r>
            <a:endParaRPr lang="en-IN" sz="1100" noProof="0" dirty="0" err="1">
              <a:solidFill>
                <a:schemeClr val="bg1"/>
              </a:solidFill>
            </a:endParaRPr>
          </a:p>
        </p:txBody>
      </p:sp>
      <p:sp>
        <p:nvSpPr>
          <p:cNvPr id="47" name="Rectangle 46"/>
          <p:cNvSpPr/>
          <p:nvPr/>
        </p:nvSpPr>
        <p:spPr bwMode="gray">
          <a:xfrm>
            <a:off x="5359007" y="3927980"/>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4" name="Rectangle 3"/>
          <p:cNvSpPr/>
          <p:nvPr/>
        </p:nvSpPr>
        <p:spPr>
          <a:xfrm>
            <a:off x="3692785" y="1671446"/>
            <a:ext cx="1473670" cy="830997"/>
          </a:xfrm>
          <a:prstGeom prst="rect">
            <a:avLst/>
          </a:prstGeom>
        </p:spPr>
        <p:txBody>
          <a:bodyPr wrap="square">
            <a:spAutoFit/>
          </a:bodyPr>
          <a:lstStyle/>
          <a:p>
            <a:pPr algn="ctr"/>
            <a:r>
              <a:rPr lang="en-US" sz="1200" dirty="0">
                <a:solidFill>
                  <a:srgbClr val="000000"/>
                </a:solidFill>
                <a:latin typeface="Verdana" panose="020B0604030504040204" pitchFamily="34" charset="0"/>
              </a:rPr>
              <a:t>PMO for Smart Metering implementation in Jaipur City</a:t>
            </a:r>
            <a:endParaRPr lang="en-IN" sz="1200" dirty="0"/>
          </a:p>
        </p:txBody>
      </p:sp>
      <p:sp>
        <p:nvSpPr>
          <p:cNvPr id="36" name="Rectangle 35"/>
          <p:cNvSpPr/>
          <p:nvPr/>
        </p:nvSpPr>
        <p:spPr>
          <a:xfrm>
            <a:off x="5341019" y="1716399"/>
            <a:ext cx="1473671" cy="1200329"/>
          </a:xfrm>
          <a:prstGeom prst="rect">
            <a:avLst/>
          </a:prstGeom>
        </p:spPr>
        <p:txBody>
          <a:bodyPr wrap="square">
            <a:spAutoFit/>
          </a:bodyPr>
          <a:lstStyle/>
          <a:p>
            <a:pPr algn="ctr">
              <a:spcBef>
                <a:spcPts val="0"/>
              </a:spcBef>
              <a:spcAft>
                <a:spcPts val="1333"/>
              </a:spcAft>
              <a:buSzPct val="100000"/>
            </a:pPr>
            <a:r>
              <a:rPr lang="en-US" sz="1200" dirty="0"/>
              <a:t>DPR preparation and PMO for smart metering implementation in Jammu and Srinagar City</a:t>
            </a:r>
          </a:p>
        </p:txBody>
      </p:sp>
      <p:sp>
        <p:nvSpPr>
          <p:cNvPr id="48" name="Rectangle 47"/>
          <p:cNvSpPr/>
          <p:nvPr/>
        </p:nvSpPr>
        <p:spPr>
          <a:xfrm>
            <a:off x="6923511" y="1532731"/>
            <a:ext cx="1556302" cy="1495794"/>
          </a:xfrm>
          <a:prstGeom prst="rect">
            <a:avLst/>
          </a:prstGeom>
        </p:spPr>
        <p:txBody>
          <a:bodyPr wrap="square">
            <a:spAutoFit/>
          </a:bodyPr>
          <a:lstStyle/>
          <a:p>
            <a:pPr algn="ctr">
              <a:lnSpc>
                <a:spcPct val="95000"/>
              </a:lnSpc>
              <a:buFontTx/>
              <a:buNone/>
            </a:pPr>
            <a:r>
              <a:rPr lang="en-US" sz="1200" dirty="0">
                <a:latin typeface="Verdana" panose="020B0604030504040204" pitchFamily="34" charset="0"/>
                <a:ea typeface="Verdana" panose="020B0604030504040204" pitchFamily="34" charset="0"/>
                <a:cs typeface="Verdana" panose="020B0604030504040204" pitchFamily="34" charset="0"/>
              </a:rPr>
              <a:t>Project Management agency for implementation of DDUGJY and IPDS for DISCOMs in Rajasthan</a:t>
            </a:r>
            <a:endParaRPr lang="en-GB" sz="1200" dirty="0">
              <a:cs typeface="Arial" pitchFamily="34" charset="0"/>
            </a:endParaRPr>
          </a:p>
        </p:txBody>
      </p:sp>
      <p:sp>
        <p:nvSpPr>
          <p:cNvPr id="49" name="Rectangle 48"/>
          <p:cNvSpPr/>
          <p:nvPr/>
        </p:nvSpPr>
        <p:spPr>
          <a:xfrm>
            <a:off x="8694746" y="1537767"/>
            <a:ext cx="1421571" cy="1495794"/>
          </a:xfrm>
          <a:prstGeom prst="rect">
            <a:avLst/>
          </a:prstGeom>
        </p:spPr>
        <p:txBody>
          <a:bodyPr wrap="square">
            <a:spAutoFit/>
          </a:bodyPr>
          <a:lstStyle/>
          <a:p>
            <a:pPr algn="ctr">
              <a:lnSpc>
                <a:spcPct val="95000"/>
              </a:lnSpc>
              <a:buFontTx/>
              <a:buNone/>
            </a:pPr>
            <a:r>
              <a:rPr lang="en-US" sz="1200" dirty="0"/>
              <a:t>Audit and performance review for Five years (2013-14 to 2016-17) of generation and distribution business</a:t>
            </a:r>
          </a:p>
        </p:txBody>
      </p:sp>
      <p:sp>
        <p:nvSpPr>
          <p:cNvPr id="50" name="Rectangle 49"/>
          <p:cNvSpPr/>
          <p:nvPr/>
        </p:nvSpPr>
        <p:spPr>
          <a:xfrm>
            <a:off x="10331253" y="1707236"/>
            <a:ext cx="1488108" cy="1015663"/>
          </a:xfrm>
          <a:prstGeom prst="rect">
            <a:avLst/>
          </a:prstGeom>
        </p:spPr>
        <p:txBody>
          <a:bodyPr wrap="square">
            <a:spAutoFit/>
          </a:bodyPr>
          <a:lstStyle/>
          <a:p>
            <a:pPr algn="ctr"/>
            <a:r>
              <a:rPr lang="en-GB" sz="1200" dirty="0">
                <a:solidFill>
                  <a:srgbClr val="000000"/>
                </a:solidFill>
                <a:latin typeface="Verdana" panose="020B0604030504040204" pitchFamily="34" charset="0"/>
                <a:ea typeface="Times" panose="02020603050405020304" pitchFamily="18" charset="0"/>
                <a:cs typeface="Times New Roman" panose="02020603050405020304" pitchFamily="18" charset="0"/>
              </a:rPr>
              <a:t>Preparation of IT strategy and roadmap for AP DISCOM </a:t>
            </a:r>
            <a:r>
              <a:rPr lang="en-GB" sz="1200" dirty="0" err="1">
                <a:solidFill>
                  <a:srgbClr val="000000"/>
                </a:solidFill>
                <a:latin typeface="Verdana" panose="020B0604030504040204" pitchFamily="34" charset="0"/>
                <a:ea typeface="Times" panose="02020603050405020304" pitchFamily="18" charset="0"/>
                <a:cs typeface="Times New Roman" panose="02020603050405020304" pitchFamily="18" charset="0"/>
              </a:rPr>
              <a:t>inc.</a:t>
            </a:r>
            <a:r>
              <a:rPr lang="en-GB" sz="1200" dirty="0">
                <a:solidFill>
                  <a:srgbClr val="000000"/>
                </a:solidFill>
                <a:latin typeface="Verdana" panose="020B0604030504040204" pitchFamily="34" charset="0"/>
                <a:ea typeface="Times" panose="02020603050405020304" pitchFamily="18" charset="0"/>
                <a:cs typeface="Times New Roman" panose="02020603050405020304" pitchFamily="18" charset="0"/>
              </a:rPr>
              <a:t> smart grid</a:t>
            </a:r>
            <a:endParaRPr lang="en-IN" sz="1200" dirty="0"/>
          </a:p>
        </p:txBody>
      </p:sp>
      <p:sp>
        <p:nvSpPr>
          <p:cNvPr id="51" name="Rectangle 50"/>
          <p:cNvSpPr/>
          <p:nvPr/>
        </p:nvSpPr>
        <p:spPr>
          <a:xfrm>
            <a:off x="360571" y="4042769"/>
            <a:ext cx="1499862" cy="1200329"/>
          </a:xfrm>
          <a:prstGeom prst="rect">
            <a:avLst/>
          </a:prstGeom>
        </p:spPr>
        <p:txBody>
          <a:bodyPr wrap="square">
            <a:spAutoFit/>
          </a:bodyPr>
          <a:lstStyle/>
          <a:p>
            <a:pPr algn="ctr"/>
            <a:r>
              <a:rPr lang="en-GB" sz="1200" dirty="0">
                <a:solidFill>
                  <a:srgbClr val="000000"/>
                </a:solidFill>
                <a:latin typeface="Verdana" panose="020B0604030504040204" pitchFamily="34" charset="0"/>
                <a:ea typeface="Arial" panose="020B0604020202020204" pitchFamily="34" charset="0"/>
                <a:cs typeface="Arial" panose="020B0604020202020204" pitchFamily="34" charset="0"/>
              </a:rPr>
              <a:t>Strengthening of Financial Management including implementation of FM Manual</a:t>
            </a:r>
            <a:endParaRPr lang="en-IN" sz="1200" dirty="0"/>
          </a:p>
        </p:txBody>
      </p:sp>
      <p:sp>
        <p:nvSpPr>
          <p:cNvPr id="52" name="Rectangle 51"/>
          <p:cNvSpPr/>
          <p:nvPr/>
        </p:nvSpPr>
        <p:spPr>
          <a:xfrm>
            <a:off x="2016932" y="4048156"/>
            <a:ext cx="1511297" cy="276999"/>
          </a:xfrm>
          <a:prstGeom prst="rect">
            <a:avLst/>
          </a:prstGeom>
        </p:spPr>
        <p:txBody>
          <a:bodyPr wrap="square">
            <a:spAutoFit/>
          </a:bodyPr>
          <a:lstStyle/>
          <a:p>
            <a:pPr algn="ctr"/>
            <a:endParaRPr lang="en-IN" sz="1200" dirty="0"/>
          </a:p>
        </p:txBody>
      </p:sp>
      <p:sp>
        <p:nvSpPr>
          <p:cNvPr id="53" name="Rectangle 52"/>
          <p:cNvSpPr/>
          <p:nvPr/>
        </p:nvSpPr>
        <p:spPr>
          <a:xfrm>
            <a:off x="3662331" y="3966449"/>
            <a:ext cx="1513274" cy="1384995"/>
          </a:xfrm>
          <a:prstGeom prst="rect">
            <a:avLst/>
          </a:prstGeom>
        </p:spPr>
        <p:txBody>
          <a:bodyPr wrap="square">
            <a:spAutoFit/>
          </a:bodyPr>
          <a:lstStyle/>
          <a:p>
            <a:pPr algn="ctr"/>
            <a:r>
              <a:rPr lang="en-US" sz="1200" dirty="0"/>
              <a:t>Implementation strategy for Power Procurement cost optimization from CGS</a:t>
            </a:r>
          </a:p>
          <a:p>
            <a:pPr algn="ctr"/>
            <a:endParaRPr lang="en-IN" sz="1200" dirty="0"/>
          </a:p>
        </p:txBody>
      </p:sp>
      <p:sp>
        <p:nvSpPr>
          <p:cNvPr id="54" name="Rectangle 53"/>
          <p:cNvSpPr/>
          <p:nvPr/>
        </p:nvSpPr>
        <p:spPr>
          <a:xfrm>
            <a:off x="5370836" y="4016144"/>
            <a:ext cx="1473671" cy="1384995"/>
          </a:xfrm>
          <a:prstGeom prst="rect">
            <a:avLst/>
          </a:prstGeom>
        </p:spPr>
        <p:txBody>
          <a:bodyPr wrap="square">
            <a:spAutoFit/>
          </a:bodyPr>
          <a:lstStyle/>
          <a:p>
            <a:pPr algn="ctr"/>
            <a:r>
              <a:rPr lang="en-GB" sz="1200" dirty="0">
                <a:solidFill>
                  <a:srgbClr val="000000"/>
                </a:solidFill>
                <a:latin typeface="Verdana" panose="020B0604030504040204" pitchFamily="34" charset="0"/>
                <a:ea typeface="Arial" panose="020B0604020202020204" pitchFamily="34" charset="0"/>
                <a:cs typeface="Arial" panose="020B0604020202020204" pitchFamily="34" charset="0"/>
              </a:rPr>
              <a:t>Strengthening of Financial Management including implementation of accounting manual</a:t>
            </a:r>
            <a:endParaRPr lang="en-IN" sz="1200" dirty="0"/>
          </a:p>
        </p:txBody>
      </p:sp>
      <p:sp>
        <p:nvSpPr>
          <p:cNvPr id="55" name="Rectangle 54"/>
          <p:cNvSpPr/>
          <p:nvPr/>
        </p:nvSpPr>
        <p:spPr>
          <a:xfrm>
            <a:off x="7152784" y="4048156"/>
            <a:ext cx="1349668" cy="1015663"/>
          </a:xfrm>
          <a:prstGeom prst="rect">
            <a:avLst/>
          </a:prstGeom>
        </p:spPr>
        <p:txBody>
          <a:bodyPr wrap="square">
            <a:spAutoFit/>
          </a:bodyPr>
          <a:lstStyle/>
          <a:p>
            <a:pPr algn="ctr"/>
            <a:r>
              <a:rPr lang="en-US" sz="1200" dirty="0">
                <a:solidFill>
                  <a:srgbClr val="000000"/>
                </a:solidFill>
              </a:rPr>
              <a:t>Institutional strengthening and capacity building of MSPDCL</a:t>
            </a:r>
            <a:endParaRPr lang="en-IN" sz="1200" dirty="0"/>
          </a:p>
        </p:txBody>
      </p:sp>
      <p:sp>
        <p:nvSpPr>
          <p:cNvPr id="56" name="Rectangle 55"/>
          <p:cNvSpPr/>
          <p:nvPr/>
        </p:nvSpPr>
        <p:spPr>
          <a:xfrm>
            <a:off x="8640892" y="3966449"/>
            <a:ext cx="1690360" cy="1384995"/>
          </a:xfrm>
          <a:prstGeom prst="rect">
            <a:avLst/>
          </a:prstGeom>
        </p:spPr>
        <p:txBody>
          <a:bodyPr wrap="square">
            <a:spAutoFit/>
          </a:bodyPr>
          <a:lstStyle/>
          <a:p>
            <a:r>
              <a:rPr lang="en-US" sz="1200" dirty="0">
                <a:solidFill>
                  <a:srgbClr val="000000"/>
                </a:solidFill>
              </a:rPr>
              <a:t>Institutional strengthening of successor entities of erstwhile JSEB, </a:t>
            </a:r>
            <a:r>
              <a:rPr lang="en-US" sz="1200" dirty="0" err="1">
                <a:solidFill>
                  <a:srgbClr val="000000"/>
                </a:solidFill>
              </a:rPr>
              <a:t>inc.</a:t>
            </a:r>
            <a:r>
              <a:rPr lang="en-US" sz="1200" dirty="0">
                <a:solidFill>
                  <a:srgbClr val="000000"/>
                </a:solidFill>
              </a:rPr>
              <a:t> support for  strategy implementation</a:t>
            </a:r>
            <a:endParaRPr lang="en-IN" sz="1200" dirty="0"/>
          </a:p>
        </p:txBody>
      </p:sp>
      <p:sp>
        <p:nvSpPr>
          <p:cNvPr id="57" name="Rectangle 56"/>
          <p:cNvSpPr/>
          <p:nvPr/>
        </p:nvSpPr>
        <p:spPr>
          <a:xfrm>
            <a:off x="10331252" y="3982858"/>
            <a:ext cx="1444566" cy="830997"/>
          </a:xfrm>
          <a:prstGeom prst="rect">
            <a:avLst/>
          </a:prstGeom>
        </p:spPr>
        <p:txBody>
          <a:bodyPr wrap="square">
            <a:spAutoFit/>
          </a:bodyPr>
          <a:lstStyle/>
          <a:p>
            <a:pPr algn="ctr"/>
            <a:r>
              <a:rPr lang="en-GB" sz="1200" dirty="0">
                <a:solidFill>
                  <a:srgbClr val="000000"/>
                </a:solidFill>
                <a:latin typeface="Verdana" panose="020B0604030504040204" pitchFamily="34" charset="0"/>
                <a:ea typeface="Times" panose="02020603050405020304" pitchFamily="18" charset="0"/>
                <a:cs typeface="Times New Roman" panose="02020603050405020304" pitchFamily="18" charset="0"/>
              </a:rPr>
              <a:t>Institutional strengthening of DISCOMs in Rajasthan </a:t>
            </a:r>
            <a:endParaRPr lang="en-IN" sz="1200" dirty="0"/>
          </a:p>
        </p:txBody>
      </p:sp>
      <p:sp>
        <p:nvSpPr>
          <p:cNvPr id="58" name="Rectangle 57">
            <a:extLst>
              <a:ext uri="{FF2B5EF4-FFF2-40B4-BE49-F238E27FC236}">
                <a16:creationId xmlns:a16="http://schemas.microsoft.com/office/drawing/2014/main" id="{5E680A82-6466-4016-A910-4E368FED6758}"/>
              </a:ext>
            </a:extLst>
          </p:cNvPr>
          <p:cNvSpPr/>
          <p:nvPr/>
        </p:nvSpPr>
        <p:spPr>
          <a:xfrm>
            <a:off x="2005178" y="4036108"/>
            <a:ext cx="1499862" cy="1200329"/>
          </a:xfrm>
          <a:prstGeom prst="rect">
            <a:avLst/>
          </a:prstGeom>
        </p:spPr>
        <p:txBody>
          <a:bodyPr wrap="square">
            <a:spAutoFit/>
          </a:bodyPr>
          <a:lstStyle/>
          <a:p>
            <a:pPr algn="ctr"/>
            <a:r>
              <a:rPr lang="en-GB" sz="1200" dirty="0">
                <a:solidFill>
                  <a:srgbClr val="000000"/>
                </a:solidFill>
                <a:latin typeface="Verdana" panose="020B0604030504040204" pitchFamily="34" charset="0"/>
                <a:ea typeface="Arial" panose="020B0604020202020204" pitchFamily="34" charset="0"/>
                <a:cs typeface="Arial" panose="020B0604020202020204" pitchFamily="34" charset="0"/>
              </a:rPr>
              <a:t>PMO for Regulatory support for both generation and distribution business</a:t>
            </a:r>
            <a:endParaRPr lang="en-IN" sz="1200" dirty="0"/>
          </a:p>
        </p:txBody>
      </p:sp>
    </p:spTree>
    <p:extLst>
      <p:ext uri="{BB962C8B-B14F-4D97-AF65-F5344CB8AC3E}">
        <p14:creationId xmlns:p14="http://schemas.microsoft.com/office/powerpoint/2010/main" val="3443864966"/>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Our selected credentials</a:t>
            </a:r>
          </a:p>
        </p:txBody>
      </p:sp>
      <p:sp>
        <p:nvSpPr>
          <p:cNvPr id="3" name="Text Placeholder 2"/>
          <p:cNvSpPr>
            <a:spLocks noGrp="1"/>
          </p:cNvSpPr>
          <p:nvPr>
            <p:ph type="body" sz="quarter" idx="13"/>
          </p:nvPr>
        </p:nvSpPr>
        <p:spPr/>
        <p:txBody>
          <a:bodyPr/>
          <a:lstStyle/>
          <a:p>
            <a:r>
              <a:rPr lang="en-IN" dirty="0"/>
              <a:t>Related to growth strategy and corporate plan </a:t>
            </a:r>
          </a:p>
        </p:txBody>
      </p:sp>
      <p:sp>
        <p:nvSpPr>
          <p:cNvPr id="5" name="Rectangle 4"/>
          <p:cNvSpPr/>
          <p:nvPr/>
        </p:nvSpPr>
        <p:spPr bwMode="gray">
          <a:xfrm>
            <a:off x="360571"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6" name="Rectangle 5"/>
          <p:cNvSpPr/>
          <p:nvPr/>
        </p:nvSpPr>
        <p:spPr bwMode="gray">
          <a:xfrm>
            <a:off x="2019459"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7" name="TextBox 6"/>
          <p:cNvSpPr txBox="1"/>
          <p:nvPr/>
        </p:nvSpPr>
        <p:spPr>
          <a:xfrm>
            <a:off x="360571" y="1717526"/>
            <a:ext cx="1488108" cy="923330"/>
          </a:xfrm>
          <a:prstGeom prst="rect">
            <a:avLst/>
          </a:prstGeom>
          <a:noFill/>
        </p:spPr>
        <p:txBody>
          <a:bodyPr wrap="square" lIns="0" tIns="0" rIns="0" bIns="0" rtlCol="0">
            <a:spAutoFit/>
          </a:bodyPr>
          <a:lstStyle/>
          <a:p>
            <a:pPr algn="ctr">
              <a:spcBef>
                <a:spcPts val="0"/>
              </a:spcBef>
              <a:spcAft>
                <a:spcPts val="1333"/>
              </a:spcAft>
              <a:buSzPct val="100000"/>
            </a:pPr>
            <a:r>
              <a:rPr lang="en-US" sz="1200" dirty="0"/>
              <a:t>Corporate Strategy Plan for Infrastructure Development Company Limited</a:t>
            </a:r>
          </a:p>
        </p:txBody>
      </p:sp>
      <p:sp>
        <p:nvSpPr>
          <p:cNvPr id="8" name="TextBox 7"/>
          <p:cNvSpPr txBox="1"/>
          <p:nvPr/>
        </p:nvSpPr>
        <p:spPr>
          <a:xfrm>
            <a:off x="2178485" y="1809859"/>
            <a:ext cx="1170056" cy="738664"/>
          </a:xfrm>
          <a:prstGeom prst="rect">
            <a:avLst/>
          </a:prstGeom>
          <a:noFill/>
        </p:spPr>
        <p:txBody>
          <a:bodyPr wrap="square" lIns="0" tIns="0" rIns="0" bIns="0" rtlCol="0">
            <a:spAutoFit/>
          </a:bodyPr>
          <a:lstStyle/>
          <a:p>
            <a:pPr algn="ctr">
              <a:spcBef>
                <a:spcPts val="0"/>
              </a:spcBef>
              <a:spcAft>
                <a:spcPts val="1333"/>
              </a:spcAft>
              <a:buSzPct val="100000"/>
            </a:pPr>
            <a:r>
              <a:rPr lang="en-US" sz="1200" dirty="0"/>
              <a:t>Long Term growth strategy for T&amp;D business</a:t>
            </a:r>
          </a:p>
        </p:txBody>
      </p:sp>
      <p:sp>
        <p:nvSpPr>
          <p:cNvPr id="9" name="Rectangle 8"/>
          <p:cNvSpPr/>
          <p:nvPr/>
        </p:nvSpPr>
        <p:spPr bwMode="gray">
          <a:xfrm>
            <a:off x="360571" y="3028525"/>
            <a:ext cx="1488108" cy="675861"/>
          </a:xfrm>
          <a:prstGeom prst="rect">
            <a:avLst/>
          </a:prstGeom>
          <a:solidFill>
            <a:schemeClr val="accent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noProof="0" dirty="0">
                <a:solidFill>
                  <a:schemeClr val="bg1"/>
                </a:solidFill>
              </a:rPr>
              <a:t>IDCOL</a:t>
            </a:r>
            <a:endParaRPr lang="en-IN" sz="1100" noProof="0" dirty="0" err="1">
              <a:solidFill>
                <a:schemeClr val="bg1"/>
              </a:solidFill>
            </a:endParaRPr>
          </a:p>
        </p:txBody>
      </p:sp>
      <p:sp>
        <p:nvSpPr>
          <p:cNvPr id="10" name="Rectangle 9"/>
          <p:cNvSpPr/>
          <p:nvPr/>
        </p:nvSpPr>
        <p:spPr bwMode="gray">
          <a:xfrm>
            <a:off x="2019459" y="3028525"/>
            <a:ext cx="1488108" cy="675861"/>
          </a:xfrm>
          <a:prstGeom prst="rect">
            <a:avLst/>
          </a:prstGeom>
          <a:solidFill>
            <a:schemeClr val="accent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dirty="0">
                <a:solidFill>
                  <a:schemeClr val="bg1"/>
                </a:solidFill>
              </a:rPr>
              <a:t>Leading power sector conglomerate</a:t>
            </a:r>
            <a:endParaRPr lang="en-IN" sz="1100" noProof="0" dirty="0" err="1">
              <a:solidFill>
                <a:schemeClr val="bg1"/>
              </a:solidFill>
            </a:endParaRPr>
          </a:p>
        </p:txBody>
      </p:sp>
      <p:sp>
        <p:nvSpPr>
          <p:cNvPr id="11" name="Rectangle 10"/>
          <p:cNvSpPr/>
          <p:nvPr/>
        </p:nvSpPr>
        <p:spPr bwMode="gray">
          <a:xfrm>
            <a:off x="3674796"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12" name="Rectangle 11"/>
          <p:cNvSpPr/>
          <p:nvPr/>
        </p:nvSpPr>
        <p:spPr bwMode="gray">
          <a:xfrm>
            <a:off x="5344570"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13" name="Rectangle 12"/>
          <p:cNvSpPr/>
          <p:nvPr/>
        </p:nvSpPr>
        <p:spPr bwMode="gray">
          <a:xfrm>
            <a:off x="7014344"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14" name="TextBox 13"/>
          <p:cNvSpPr txBox="1"/>
          <p:nvPr/>
        </p:nvSpPr>
        <p:spPr>
          <a:xfrm>
            <a:off x="3833822" y="1994525"/>
            <a:ext cx="1170056" cy="369332"/>
          </a:xfrm>
          <a:prstGeom prst="rect">
            <a:avLst/>
          </a:prstGeom>
          <a:noFill/>
        </p:spPr>
        <p:txBody>
          <a:bodyPr wrap="square" lIns="0" tIns="0" rIns="0" bIns="0" rtlCol="0">
            <a:spAutoFit/>
          </a:bodyPr>
          <a:lstStyle/>
          <a:p>
            <a:pPr algn="ctr">
              <a:spcBef>
                <a:spcPts val="0"/>
              </a:spcBef>
              <a:spcAft>
                <a:spcPts val="1333"/>
              </a:spcAft>
              <a:buSzPct val="100000"/>
            </a:pPr>
            <a:r>
              <a:rPr lang="en-US" sz="1200" dirty="0"/>
              <a:t>Designing a Business Plan</a:t>
            </a:r>
          </a:p>
        </p:txBody>
      </p:sp>
      <p:sp>
        <p:nvSpPr>
          <p:cNvPr id="15" name="TextBox 14"/>
          <p:cNvSpPr txBox="1"/>
          <p:nvPr/>
        </p:nvSpPr>
        <p:spPr>
          <a:xfrm>
            <a:off x="5351946" y="1717526"/>
            <a:ext cx="1321706" cy="923330"/>
          </a:xfrm>
          <a:prstGeom prst="rect">
            <a:avLst/>
          </a:prstGeom>
          <a:noFill/>
        </p:spPr>
        <p:txBody>
          <a:bodyPr wrap="square" lIns="0" tIns="0" rIns="0" bIns="0" rtlCol="0">
            <a:spAutoFit/>
          </a:bodyPr>
          <a:lstStyle/>
          <a:p>
            <a:pPr algn="ctr">
              <a:spcBef>
                <a:spcPts val="0"/>
              </a:spcBef>
              <a:spcAft>
                <a:spcPts val="1333"/>
              </a:spcAft>
              <a:buSzPct val="100000"/>
            </a:pPr>
            <a:r>
              <a:rPr lang="en-US" sz="1200" dirty="0"/>
              <a:t>Preparation of Corporate Plan 2012-2022 with perspective Plan up to 2027 </a:t>
            </a:r>
          </a:p>
        </p:txBody>
      </p:sp>
      <p:sp>
        <p:nvSpPr>
          <p:cNvPr id="16" name="TextBox 15"/>
          <p:cNvSpPr txBox="1"/>
          <p:nvPr/>
        </p:nvSpPr>
        <p:spPr>
          <a:xfrm>
            <a:off x="7173370" y="1994525"/>
            <a:ext cx="1170056" cy="369332"/>
          </a:xfrm>
          <a:prstGeom prst="rect">
            <a:avLst/>
          </a:prstGeom>
          <a:noFill/>
        </p:spPr>
        <p:txBody>
          <a:bodyPr wrap="square" lIns="0" tIns="0" rIns="0" bIns="0" rtlCol="0">
            <a:spAutoFit/>
          </a:bodyPr>
          <a:lstStyle/>
          <a:p>
            <a:pPr algn="ctr">
              <a:spcBef>
                <a:spcPts val="0"/>
              </a:spcBef>
              <a:spcAft>
                <a:spcPts val="1333"/>
              </a:spcAft>
              <a:buSzPct val="100000"/>
            </a:pPr>
            <a:r>
              <a:rPr lang="en-US" sz="1200" dirty="0"/>
              <a:t>Preparation of corporate plan </a:t>
            </a:r>
          </a:p>
        </p:txBody>
      </p:sp>
      <p:sp>
        <p:nvSpPr>
          <p:cNvPr id="17" name="Rectangle 16"/>
          <p:cNvSpPr/>
          <p:nvPr/>
        </p:nvSpPr>
        <p:spPr bwMode="gray">
          <a:xfrm>
            <a:off x="3674796" y="3028525"/>
            <a:ext cx="1488108" cy="675861"/>
          </a:xfrm>
          <a:prstGeom prst="rect">
            <a:avLst/>
          </a:prstGeom>
          <a:solidFill>
            <a:schemeClr val="accent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noProof="0" dirty="0">
                <a:solidFill>
                  <a:schemeClr val="bg1"/>
                </a:solidFill>
              </a:rPr>
              <a:t>GEDA</a:t>
            </a:r>
            <a:endParaRPr lang="en-IN" sz="1100" noProof="0" dirty="0" err="1">
              <a:solidFill>
                <a:schemeClr val="bg1"/>
              </a:solidFill>
            </a:endParaRPr>
          </a:p>
        </p:txBody>
      </p:sp>
      <p:sp>
        <p:nvSpPr>
          <p:cNvPr id="18" name="Rectangle 17"/>
          <p:cNvSpPr/>
          <p:nvPr/>
        </p:nvSpPr>
        <p:spPr bwMode="gray">
          <a:xfrm>
            <a:off x="5344570" y="3028525"/>
            <a:ext cx="1488108" cy="675861"/>
          </a:xfrm>
          <a:prstGeom prst="rect">
            <a:avLst/>
          </a:prstGeom>
          <a:solidFill>
            <a:schemeClr val="accent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IN" sz="1100" dirty="0">
                <a:solidFill>
                  <a:schemeClr val="bg1"/>
                </a:solidFill>
              </a:rPr>
              <a:t>DVC</a:t>
            </a:r>
          </a:p>
        </p:txBody>
      </p:sp>
      <p:sp>
        <p:nvSpPr>
          <p:cNvPr id="19" name="Rectangle 18"/>
          <p:cNvSpPr/>
          <p:nvPr/>
        </p:nvSpPr>
        <p:spPr bwMode="gray">
          <a:xfrm>
            <a:off x="7014344" y="3028525"/>
            <a:ext cx="1488108" cy="675861"/>
          </a:xfrm>
          <a:prstGeom prst="rect">
            <a:avLst/>
          </a:prstGeom>
          <a:solidFill>
            <a:schemeClr val="accent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IN" sz="1100" dirty="0">
                <a:solidFill>
                  <a:schemeClr val="bg1"/>
                </a:solidFill>
              </a:rPr>
              <a:t>PFC</a:t>
            </a:r>
            <a:endParaRPr lang="en-IN" sz="1100" noProof="0" dirty="0" err="1">
              <a:solidFill>
                <a:schemeClr val="bg1"/>
              </a:solidFill>
            </a:endParaRPr>
          </a:p>
        </p:txBody>
      </p:sp>
      <p:sp>
        <p:nvSpPr>
          <p:cNvPr id="20" name="Rectangle 19"/>
          <p:cNvSpPr/>
          <p:nvPr/>
        </p:nvSpPr>
        <p:spPr bwMode="gray">
          <a:xfrm>
            <a:off x="8661478"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21" name="Rectangle 20"/>
          <p:cNvSpPr/>
          <p:nvPr/>
        </p:nvSpPr>
        <p:spPr bwMode="gray">
          <a:xfrm>
            <a:off x="10331252"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22" name="TextBox 21"/>
          <p:cNvSpPr txBox="1"/>
          <p:nvPr/>
        </p:nvSpPr>
        <p:spPr>
          <a:xfrm>
            <a:off x="8820504" y="1902192"/>
            <a:ext cx="1170056" cy="553998"/>
          </a:xfrm>
          <a:prstGeom prst="rect">
            <a:avLst/>
          </a:prstGeom>
          <a:noFill/>
        </p:spPr>
        <p:txBody>
          <a:bodyPr wrap="square" lIns="0" tIns="0" rIns="0" bIns="0" rtlCol="0">
            <a:spAutoFit/>
          </a:bodyPr>
          <a:lstStyle/>
          <a:p>
            <a:pPr algn="ctr">
              <a:spcBef>
                <a:spcPts val="0"/>
              </a:spcBef>
              <a:spcAft>
                <a:spcPts val="1333"/>
              </a:spcAft>
              <a:buSzPct val="100000"/>
            </a:pPr>
            <a:r>
              <a:rPr lang="en-US" sz="1200" dirty="0"/>
              <a:t>Digital Transformation Roadmap</a:t>
            </a:r>
          </a:p>
        </p:txBody>
      </p:sp>
      <p:sp>
        <p:nvSpPr>
          <p:cNvPr id="23" name="TextBox 22"/>
          <p:cNvSpPr txBox="1"/>
          <p:nvPr/>
        </p:nvSpPr>
        <p:spPr>
          <a:xfrm>
            <a:off x="10490278" y="1994525"/>
            <a:ext cx="1170056" cy="369332"/>
          </a:xfrm>
          <a:prstGeom prst="rect">
            <a:avLst/>
          </a:prstGeom>
          <a:noFill/>
        </p:spPr>
        <p:txBody>
          <a:bodyPr wrap="square" lIns="0" tIns="0" rIns="0" bIns="0" rtlCol="0">
            <a:spAutoFit/>
          </a:bodyPr>
          <a:lstStyle/>
          <a:p>
            <a:pPr algn="ctr">
              <a:spcBef>
                <a:spcPts val="0"/>
              </a:spcBef>
              <a:spcAft>
                <a:spcPts val="1333"/>
              </a:spcAft>
              <a:buSzPct val="100000"/>
            </a:pPr>
            <a:r>
              <a:rPr lang="en-US" sz="1200" dirty="0"/>
              <a:t>Preparation of corporate plan </a:t>
            </a:r>
          </a:p>
        </p:txBody>
      </p:sp>
      <p:sp>
        <p:nvSpPr>
          <p:cNvPr id="24" name="Rectangle 23"/>
          <p:cNvSpPr/>
          <p:nvPr/>
        </p:nvSpPr>
        <p:spPr bwMode="gray">
          <a:xfrm>
            <a:off x="8661478" y="3028525"/>
            <a:ext cx="1488108" cy="675861"/>
          </a:xfrm>
          <a:prstGeom prst="rect">
            <a:avLst/>
          </a:prstGeom>
          <a:solidFill>
            <a:schemeClr val="accent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IN" sz="1100" dirty="0">
                <a:solidFill>
                  <a:schemeClr val="bg1"/>
                </a:solidFill>
              </a:rPr>
              <a:t>Adani</a:t>
            </a:r>
          </a:p>
        </p:txBody>
      </p:sp>
      <p:sp>
        <p:nvSpPr>
          <p:cNvPr id="25" name="Rectangle 24"/>
          <p:cNvSpPr/>
          <p:nvPr/>
        </p:nvSpPr>
        <p:spPr bwMode="gray">
          <a:xfrm>
            <a:off x="10331252" y="3028525"/>
            <a:ext cx="1488108" cy="675861"/>
          </a:xfrm>
          <a:prstGeom prst="rect">
            <a:avLst/>
          </a:prstGeom>
          <a:solidFill>
            <a:schemeClr val="accent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IN" sz="1100" dirty="0">
                <a:solidFill>
                  <a:schemeClr val="bg1"/>
                </a:solidFill>
              </a:rPr>
              <a:t>PFCCL</a:t>
            </a:r>
            <a:endParaRPr lang="en-IN" sz="1100" noProof="0" dirty="0" err="1">
              <a:solidFill>
                <a:schemeClr val="bg1"/>
              </a:solidFill>
            </a:endParaRPr>
          </a:p>
        </p:txBody>
      </p:sp>
      <p:sp>
        <p:nvSpPr>
          <p:cNvPr id="26" name="Rectangle 25"/>
          <p:cNvSpPr/>
          <p:nvPr/>
        </p:nvSpPr>
        <p:spPr bwMode="gray">
          <a:xfrm>
            <a:off x="360571" y="3927980"/>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27" name="Rectangle 26"/>
          <p:cNvSpPr/>
          <p:nvPr/>
        </p:nvSpPr>
        <p:spPr bwMode="gray">
          <a:xfrm>
            <a:off x="2019459" y="3927980"/>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28" name="TextBox 27"/>
          <p:cNvSpPr txBox="1"/>
          <p:nvPr/>
        </p:nvSpPr>
        <p:spPr>
          <a:xfrm>
            <a:off x="360571" y="4159738"/>
            <a:ext cx="1488108" cy="1107996"/>
          </a:xfrm>
          <a:prstGeom prst="rect">
            <a:avLst/>
          </a:prstGeom>
          <a:noFill/>
        </p:spPr>
        <p:txBody>
          <a:bodyPr wrap="square" lIns="0" tIns="0" rIns="0" bIns="0" rtlCol="0">
            <a:spAutoFit/>
          </a:bodyPr>
          <a:lstStyle/>
          <a:p>
            <a:pPr algn="ctr">
              <a:spcBef>
                <a:spcPts val="0"/>
              </a:spcBef>
              <a:spcAft>
                <a:spcPts val="1333"/>
              </a:spcAft>
              <a:buSzPct val="100000"/>
            </a:pPr>
            <a:r>
              <a:rPr lang="en-US" sz="1200" dirty="0"/>
              <a:t>Preparation of Strategy Paper, Standard Business Model for Renewable Energy Projects</a:t>
            </a:r>
          </a:p>
        </p:txBody>
      </p:sp>
      <p:sp>
        <p:nvSpPr>
          <p:cNvPr id="30" name="Rectangle 29"/>
          <p:cNvSpPr/>
          <p:nvPr/>
        </p:nvSpPr>
        <p:spPr bwMode="gray">
          <a:xfrm>
            <a:off x="360571" y="5462562"/>
            <a:ext cx="1488108" cy="675861"/>
          </a:xfrm>
          <a:prstGeom prst="rect">
            <a:avLst/>
          </a:prstGeom>
          <a:solidFill>
            <a:schemeClr val="accent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dirty="0">
                <a:solidFill>
                  <a:schemeClr val="bg1"/>
                </a:solidFill>
              </a:rPr>
              <a:t>NHPC</a:t>
            </a:r>
            <a:endParaRPr lang="en-IN" sz="1100" noProof="0" dirty="0" err="1">
              <a:solidFill>
                <a:schemeClr val="bg1"/>
              </a:solidFill>
            </a:endParaRPr>
          </a:p>
        </p:txBody>
      </p:sp>
      <p:sp>
        <p:nvSpPr>
          <p:cNvPr id="31" name="Rectangle 30"/>
          <p:cNvSpPr/>
          <p:nvPr/>
        </p:nvSpPr>
        <p:spPr bwMode="gray">
          <a:xfrm>
            <a:off x="2019459" y="5462562"/>
            <a:ext cx="1488108" cy="675861"/>
          </a:xfrm>
          <a:prstGeom prst="rect">
            <a:avLst/>
          </a:prstGeom>
          <a:solidFill>
            <a:schemeClr val="accent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dirty="0">
                <a:solidFill>
                  <a:schemeClr val="bg1"/>
                </a:solidFill>
              </a:rPr>
              <a:t>Jindal Power</a:t>
            </a:r>
            <a:endParaRPr lang="en-IN" sz="1100" noProof="0" dirty="0" err="1">
              <a:solidFill>
                <a:schemeClr val="bg1"/>
              </a:solidFill>
            </a:endParaRPr>
          </a:p>
        </p:txBody>
      </p:sp>
      <p:sp>
        <p:nvSpPr>
          <p:cNvPr id="32" name="Rectangle 31"/>
          <p:cNvSpPr/>
          <p:nvPr/>
        </p:nvSpPr>
        <p:spPr bwMode="gray">
          <a:xfrm>
            <a:off x="3674796" y="3927980"/>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34" name="Rectangle 33"/>
          <p:cNvSpPr/>
          <p:nvPr/>
        </p:nvSpPr>
        <p:spPr bwMode="gray">
          <a:xfrm>
            <a:off x="7014344" y="3927980"/>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38" name="Rectangle 37"/>
          <p:cNvSpPr/>
          <p:nvPr/>
        </p:nvSpPr>
        <p:spPr bwMode="gray">
          <a:xfrm>
            <a:off x="3674796" y="5462562"/>
            <a:ext cx="1488108" cy="675861"/>
          </a:xfrm>
          <a:prstGeom prst="rect">
            <a:avLst/>
          </a:prstGeom>
          <a:solidFill>
            <a:schemeClr val="accent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noProof="0" dirty="0">
                <a:solidFill>
                  <a:schemeClr val="bg1"/>
                </a:solidFill>
              </a:rPr>
              <a:t>Tata Power</a:t>
            </a:r>
            <a:endParaRPr lang="en-IN" sz="1100" noProof="0" dirty="0" err="1">
              <a:solidFill>
                <a:schemeClr val="bg1"/>
              </a:solidFill>
            </a:endParaRPr>
          </a:p>
        </p:txBody>
      </p:sp>
      <p:sp>
        <p:nvSpPr>
          <p:cNvPr id="39" name="Rectangle 38"/>
          <p:cNvSpPr/>
          <p:nvPr/>
        </p:nvSpPr>
        <p:spPr bwMode="gray">
          <a:xfrm>
            <a:off x="5344570" y="5462562"/>
            <a:ext cx="1488108" cy="675861"/>
          </a:xfrm>
          <a:prstGeom prst="rect">
            <a:avLst/>
          </a:prstGeom>
          <a:solidFill>
            <a:schemeClr val="accent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IN" sz="1100" dirty="0">
                <a:solidFill>
                  <a:schemeClr val="bg1"/>
                </a:solidFill>
              </a:rPr>
              <a:t>WEC/ NTPC</a:t>
            </a:r>
          </a:p>
        </p:txBody>
      </p:sp>
      <p:sp>
        <p:nvSpPr>
          <p:cNvPr id="40" name="Rectangle 39"/>
          <p:cNvSpPr/>
          <p:nvPr/>
        </p:nvSpPr>
        <p:spPr bwMode="gray">
          <a:xfrm>
            <a:off x="7014344" y="5462562"/>
            <a:ext cx="1488108" cy="675861"/>
          </a:xfrm>
          <a:prstGeom prst="rect">
            <a:avLst/>
          </a:prstGeom>
          <a:solidFill>
            <a:schemeClr val="accent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IN" sz="1100" dirty="0">
                <a:solidFill>
                  <a:schemeClr val="bg1"/>
                </a:solidFill>
              </a:rPr>
              <a:t>BYPL</a:t>
            </a:r>
            <a:endParaRPr lang="en-IN" sz="1100" noProof="0" dirty="0" err="1">
              <a:solidFill>
                <a:schemeClr val="bg1"/>
              </a:solidFill>
            </a:endParaRPr>
          </a:p>
        </p:txBody>
      </p:sp>
      <p:sp>
        <p:nvSpPr>
          <p:cNvPr id="41" name="Rectangle 40"/>
          <p:cNvSpPr/>
          <p:nvPr/>
        </p:nvSpPr>
        <p:spPr bwMode="gray">
          <a:xfrm>
            <a:off x="8661478" y="3927980"/>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42" name="Rectangle 41"/>
          <p:cNvSpPr/>
          <p:nvPr/>
        </p:nvSpPr>
        <p:spPr bwMode="gray">
          <a:xfrm>
            <a:off x="10331252" y="3927980"/>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45" name="Rectangle 44"/>
          <p:cNvSpPr/>
          <p:nvPr/>
        </p:nvSpPr>
        <p:spPr bwMode="gray">
          <a:xfrm>
            <a:off x="8661478" y="5462562"/>
            <a:ext cx="1488108" cy="675861"/>
          </a:xfrm>
          <a:prstGeom prst="rect">
            <a:avLst/>
          </a:prstGeom>
          <a:solidFill>
            <a:schemeClr val="accent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IN" sz="1100" dirty="0">
                <a:solidFill>
                  <a:schemeClr val="bg1"/>
                </a:solidFill>
              </a:rPr>
              <a:t>IEX</a:t>
            </a:r>
          </a:p>
        </p:txBody>
      </p:sp>
      <p:sp>
        <p:nvSpPr>
          <p:cNvPr id="46" name="Rectangle 45"/>
          <p:cNvSpPr/>
          <p:nvPr/>
        </p:nvSpPr>
        <p:spPr bwMode="gray">
          <a:xfrm>
            <a:off x="10331252" y="5462562"/>
            <a:ext cx="1488108" cy="675861"/>
          </a:xfrm>
          <a:prstGeom prst="rect">
            <a:avLst/>
          </a:prstGeom>
          <a:solidFill>
            <a:schemeClr val="accent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IN" sz="1100" dirty="0">
                <a:solidFill>
                  <a:schemeClr val="bg1"/>
                </a:solidFill>
              </a:rPr>
              <a:t>JSW Energy</a:t>
            </a:r>
            <a:endParaRPr lang="en-IN" sz="1100" noProof="0" dirty="0" err="1">
              <a:solidFill>
                <a:schemeClr val="bg1"/>
              </a:solidFill>
            </a:endParaRPr>
          </a:p>
        </p:txBody>
      </p:sp>
      <p:sp>
        <p:nvSpPr>
          <p:cNvPr id="47" name="Rectangle 46"/>
          <p:cNvSpPr/>
          <p:nvPr/>
        </p:nvSpPr>
        <p:spPr bwMode="gray">
          <a:xfrm>
            <a:off x="5351946" y="3930419"/>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4" name="Rectangle 3"/>
          <p:cNvSpPr/>
          <p:nvPr/>
        </p:nvSpPr>
        <p:spPr>
          <a:xfrm>
            <a:off x="1963254" y="4141272"/>
            <a:ext cx="1537252" cy="1144929"/>
          </a:xfrm>
          <a:prstGeom prst="rect">
            <a:avLst/>
          </a:prstGeom>
        </p:spPr>
        <p:txBody>
          <a:bodyPr wrap="square">
            <a:spAutoFit/>
          </a:bodyPr>
          <a:lstStyle/>
          <a:p>
            <a:pPr algn="ctr">
              <a:lnSpc>
                <a:spcPct val="95000"/>
              </a:lnSpc>
              <a:buFontTx/>
              <a:buNone/>
            </a:pPr>
            <a:r>
              <a:rPr lang="en-US" sz="1200" dirty="0"/>
              <a:t>Strategy development for JPL’s entry into Distribution and transmission Business</a:t>
            </a:r>
          </a:p>
        </p:txBody>
      </p:sp>
      <p:sp>
        <p:nvSpPr>
          <p:cNvPr id="36" name="Rectangle 35"/>
          <p:cNvSpPr/>
          <p:nvPr/>
        </p:nvSpPr>
        <p:spPr>
          <a:xfrm>
            <a:off x="3614767" y="4053556"/>
            <a:ext cx="1608167" cy="1320361"/>
          </a:xfrm>
          <a:prstGeom prst="rect">
            <a:avLst/>
          </a:prstGeom>
        </p:spPr>
        <p:txBody>
          <a:bodyPr wrap="square">
            <a:spAutoFit/>
          </a:bodyPr>
          <a:lstStyle/>
          <a:p>
            <a:pPr algn="ctr">
              <a:lnSpc>
                <a:spcPct val="95000"/>
              </a:lnSpc>
              <a:buFontTx/>
              <a:buNone/>
            </a:pPr>
            <a:r>
              <a:rPr lang="en-US" sz="1200" dirty="0"/>
              <a:t>Strategy Formulation of Jamshedpur circle prior to taking over of Tata Power Distribution Franchisee</a:t>
            </a:r>
          </a:p>
        </p:txBody>
      </p:sp>
      <p:sp>
        <p:nvSpPr>
          <p:cNvPr id="48" name="Rectangle 47"/>
          <p:cNvSpPr/>
          <p:nvPr/>
        </p:nvSpPr>
        <p:spPr>
          <a:xfrm>
            <a:off x="5283045" y="4141272"/>
            <a:ext cx="1608167" cy="1144929"/>
          </a:xfrm>
          <a:prstGeom prst="rect">
            <a:avLst/>
          </a:prstGeom>
        </p:spPr>
        <p:txBody>
          <a:bodyPr wrap="square">
            <a:spAutoFit/>
          </a:bodyPr>
          <a:lstStyle/>
          <a:p>
            <a:pPr algn="ctr">
              <a:lnSpc>
                <a:spcPct val="95000"/>
              </a:lnSpc>
              <a:buFontTx/>
              <a:buNone/>
            </a:pPr>
            <a:r>
              <a:rPr lang="en-US" sz="1200" dirty="0"/>
              <a:t>Assessment of Business Opportunities in Electricity Distribution Sector in India</a:t>
            </a:r>
          </a:p>
        </p:txBody>
      </p:sp>
      <p:sp>
        <p:nvSpPr>
          <p:cNvPr id="49" name="Rectangle 48"/>
          <p:cNvSpPr/>
          <p:nvPr/>
        </p:nvSpPr>
        <p:spPr>
          <a:xfrm>
            <a:off x="7173370" y="4390571"/>
            <a:ext cx="969144" cy="646331"/>
          </a:xfrm>
          <a:prstGeom prst="rect">
            <a:avLst/>
          </a:prstGeom>
        </p:spPr>
        <p:txBody>
          <a:bodyPr wrap="square">
            <a:spAutoFit/>
          </a:bodyPr>
          <a:lstStyle/>
          <a:p>
            <a:pPr algn="ctr"/>
            <a:r>
              <a:rPr lang="en-GB" sz="1200" dirty="0">
                <a:solidFill>
                  <a:srgbClr val="000000"/>
                </a:solidFill>
                <a:latin typeface="Verdana" panose="020B0604030504040204" pitchFamily="34" charset="0"/>
                <a:ea typeface="Times" panose="02020603050405020304" pitchFamily="18" charset="0"/>
                <a:cs typeface="Times New Roman" panose="02020603050405020304" pitchFamily="18" charset="0"/>
              </a:rPr>
              <a:t>Data Analytics Roadmap</a:t>
            </a:r>
            <a:endParaRPr lang="en-IN" sz="1200" dirty="0"/>
          </a:p>
        </p:txBody>
      </p:sp>
      <p:sp>
        <p:nvSpPr>
          <p:cNvPr id="50" name="Rectangle 49"/>
          <p:cNvSpPr/>
          <p:nvPr/>
        </p:nvSpPr>
        <p:spPr>
          <a:xfrm>
            <a:off x="8691494" y="4404421"/>
            <a:ext cx="1302698" cy="618631"/>
          </a:xfrm>
          <a:prstGeom prst="rect">
            <a:avLst/>
          </a:prstGeom>
        </p:spPr>
        <p:txBody>
          <a:bodyPr wrap="square">
            <a:spAutoFit/>
          </a:bodyPr>
          <a:lstStyle/>
          <a:p>
            <a:pPr algn="ctr">
              <a:lnSpc>
                <a:spcPct val="95000"/>
              </a:lnSpc>
              <a:buFontTx/>
              <a:buNone/>
            </a:pPr>
            <a:r>
              <a:rPr lang="en-US" sz="1200" dirty="0"/>
              <a:t>Strategic pathways study</a:t>
            </a:r>
            <a:endParaRPr lang="en-GB" sz="1200" dirty="0">
              <a:cs typeface="Arial" pitchFamily="34" charset="0"/>
            </a:endParaRPr>
          </a:p>
        </p:txBody>
      </p:sp>
      <p:sp>
        <p:nvSpPr>
          <p:cNvPr id="51" name="Rectangle 50"/>
          <p:cNvSpPr/>
          <p:nvPr/>
        </p:nvSpPr>
        <p:spPr>
          <a:xfrm>
            <a:off x="10422085" y="4141272"/>
            <a:ext cx="1351722" cy="1144929"/>
          </a:xfrm>
          <a:prstGeom prst="rect">
            <a:avLst/>
          </a:prstGeom>
        </p:spPr>
        <p:txBody>
          <a:bodyPr wrap="square">
            <a:spAutoFit/>
          </a:bodyPr>
          <a:lstStyle/>
          <a:p>
            <a:pPr algn="ctr">
              <a:lnSpc>
                <a:spcPct val="95000"/>
              </a:lnSpc>
              <a:buFontTx/>
              <a:buNone/>
            </a:pPr>
            <a:r>
              <a:rPr lang="en-US" sz="1200" dirty="0"/>
              <a:t>Preparation of financial model for the power generation and coal mining business</a:t>
            </a:r>
          </a:p>
        </p:txBody>
      </p:sp>
    </p:spTree>
    <p:extLst>
      <p:ext uri="{BB962C8B-B14F-4D97-AF65-F5344CB8AC3E}">
        <p14:creationId xmlns:p14="http://schemas.microsoft.com/office/powerpoint/2010/main" val="4151602984"/>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Our selected credentials</a:t>
            </a:r>
          </a:p>
        </p:txBody>
      </p:sp>
      <p:sp>
        <p:nvSpPr>
          <p:cNvPr id="3" name="Text Placeholder 2"/>
          <p:cNvSpPr>
            <a:spLocks noGrp="1"/>
          </p:cNvSpPr>
          <p:nvPr>
            <p:ph type="body" sz="quarter" idx="13"/>
          </p:nvPr>
        </p:nvSpPr>
        <p:spPr/>
        <p:txBody>
          <a:bodyPr/>
          <a:lstStyle/>
          <a:p>
            <a:r>
              <a:rPr lang="en-IN" dirty="0"/>
              <a:t>Related to new and emerging technologies</a:t>
            </a:r>
          </a:p>
        </p:txBody>
      </p:sp>
      <p:sp>
        <p:nvSpPr>
          <p:cNvPr id="5" name="Rectangle 4"/>
          <p:cNvSpPr/>
          <p:nvPr/>
        </p:nvSpPr>
        <p:spPr bwMode="gray">
          <a:xfrm>
            <a:off x="360571"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6" name="Rectangle 5"/>
          <p:cNvSpPr/>
          <p:nvPr/>
        </p:nvSpPr>
        <p:spPr bwMode="gray">
          <a:xfrm>
            <a:off x="2019459"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7" name="TextBox 6"/>
          <p:cNvSpPr txBox="1"/>
          <p:nvPr/>
        </p:nvSpPr>
        <p:spPr>
          <a:xfrm>
            <a:off x="360571" y="1707236"/>
            <a:ext cx="1488108" cy="923330"/>
          </a:xfrm>
          <a:prstGeom prst="rect">
            <a:avLst/>
          </a:prstGeom>
          <a:noFill/>
        </p:spPr>
        <p:txBody>
          <a:bodyPr wrap="square" lIns="0" tIns="0" rIns="0" bIns="0" rtlCol="0">
            <a:spAutoFit/>
          </a:bodyPr>
          <a:lstStyle/>
          <a:p>
            <a:pPr algn="ctr">
              <a:spcBef>
                <a:spcPts val="0"/>
              </a:spcBef>
              <a:spcAft>
                <a:spcPts val="1333"/>
              </a:spcAft>
              <a:buSzPct val="100000"/>
            </a:pPr>
            <a:r>
              <a:rPr lang="en-US" sz="1200" dirty="0"/>
              <a:t>Maharashtra Solar Park and Green Grid Development Investment Program</a:t>
            </a:r>
          </a:p>
        </p:txBody>
      </p:sp>
      <p:sp>
        <p:nvSpPr>
          <p:cNvPr id="8" name="TextBox 7"/>
          <p:cNvSpPr txBox="1"/>
          <p:nvPr/>
        </p:nvSpPr>
        <p:spPr>
          <a:xfrm>
            <a:off x="2178485" y="1761425"/>
            <a:ext cx="1170056" cy="923330"/>
          </a:xfrm>
          <a:prstGeom prst="rect">
            <a:avLst/>
          </a:prstGeom>
          <a:noFill/>
        </p:spPr>
        <p:txBody>
          <a:bodyPr wrap="square" lIns="0" tIns="0" rIns="0" bIns="0" rtlCol="0">
            <a:spAutoFit/>
          </a:bodyPr>
          <a:lstStyle/>
          <a:p>
            <a:pPr algn="ctr">
              <a:spcBef>
                <a:spcPts val="0"/>
              </a:spcBef>
              <a:spcAft>
                <a:spcPts val="1333"/>
              </a:spcAft>
              <a:buSzPct val="100000"/>
            </a:pPr>
            <a:r>
              <a:rPr lang="en-US" sz="1200" dirty="0"/>
              <a:t>Review of National Solar Mission Phase 1 and strategy for Phase 2</a:t>
            </a:r>
          </a:p>
        </p:txBody>
      </p:sp>
      <p:sp>
        <p:nvSpPr>
          <p:cNvPr id="9" name="Rectangle 8"/>
          <p:cNvSpPr/>
          <p:nvPr/>
        </p:nvSpPr>
        <p:spPr bwMode="gray">
          <a:xfrm>
            <a:off x="360571" y="3028525"/>
            <a:ext cx="1488108" cy="675861"/>
          </a:xfrm>
          <a:prstGeom prst="rect">
            <a:avLst/>
          </a:prstGeom>
          <a:solidFill>
            <a:srgbClr val="00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noProof="0" dirty="0">
                <a:solidFill>
                  <a:schemeClr val="bg1"/>
                </a:solidFill>
              </a:rPr>
              <a:t>ADB</a:t>
            </a:r>
            <a:endParaRPr lang="en-IN" sz="1100" noProof="0" dirty="0" err="1">
              <a:solidFill>
                <a:schemeClr val="bg1"/>
              </a:solidFill>
            </a:endParaRPr>
          </a:p>
        </p:txBody>
      </p:sp>
      <p:sp>
        <p:nvSpPr>
          <p:cNvPr id="10" name="Rectangle 9"/>
          <p:cNvSpPr/>
          <p:nvPr/>
        </p:nvSpPr>
        <p:spPr bwMode="gray">
          <a:xfrm>
            <a:off x="2019459" y="3028525"/>
            <a:ext cx="1488108" cy="675861"/>
          </a:xfrm>
          <a:prstGeom prst="rect">
            <a:avLst/>
          </a:prstGeom>
          <a:solidFill>
            <a:srgbClr val="00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dirty="0">
                <a:solidFill>
                  <a:schemeClr val="bg1"/>
                </a:solidFill>
              </a:rPr>
              <a:t>World Bank</a:t>
            </a:r>
            <a:endParaRPr lang="en-IN" sz="1100" noProof="0" dirty="0" err="1">
              <a:solidFill>
                <a:schemeClr val="bg1"/>
              </a:solidFill>
            </a:endParaRPr>
          </a:p>
        </p:txBody>
      </p:sp>
      <p:sp>
        <p:nvSpPr>
          <p:cNvPr id="11" name="Rectangle 10"/>
          <p:cNvSpPr/>
          <p:nvPr/>
        </p:nvSpPr>
        <p:spPr bwMode="gray">
          <a:xfrm>
            <a:off x="3674796"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12" name="Rectangle 11"/>
          <p:cNvSpPr/>
          <p:nvPr/>
        </p:nvSpPr>
        <p:spPr bwMode="gray">
          <a:xfrm>
            <a:off x="5344570"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13" name="Rectangle 12"/>
          <p:cNvSpPr/>
          <p:nvPr/>
        </p:nvSpPr>
        <p:spPr bwMode="gray">
          <a:xfrm>
            <a:off x="7014344"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17" name="Rectangle 16"/>
          <p:cNvSpPr/>
          <p:nvPr/>
        </p:nvSpPr>
        <p:spPr bwMode="gray">
          <a:xfrm>
            <a:off x="3674796" y="3028525"/>
            <a:ext cx="1488108" cy="675861"/>
          </a:xfrm>
          <a:prstGeom prst="rect">
            <a:avLst/>
          </a:prstGeom>
          <a:solidFill>
            <a:srgbClr val="00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noProof="0" dirty="0">
                <a:solidFill>
                  <a:schemeClr val="bg1"/>
                </a:solidFill>
              </a:rPr>
              <a:t>IFC</a:t>
            </a:r>
            <a:endParaRPr lang="en-IN" sz="1100" noProof="0" dirty="0" err="1">
              <a:solidFill>
                <a:schemeClr val="bg1"/>
              </a:solidFill>
            </a:endParaRPr>
          </a:p>
        </p:txBody>
      </p:sp>
      <p:sp>
        <p:nvSpPr>
          <p:cNvPr id="18" name="Rectangle 17"/>
          <p:cNvSpPr/>
          <p:nvPr/>
        </p:nvSpPr>
        <p:spPr bwMode="gray">
          <a:xfrm>
            <a:off x="5344570" y="3028525"/>
            <a:ext cx="1488108" cy="675861"/>
          </a:xfrm>
          <a:prstGeom prst="rect">
            <a:avLst/>
          </a:prstGeom>
          <a:solidFill>
            <a:srgbClr val="00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IN" sz="1100" dirty="0">
                <a:solidFill>
                  <a:schemeClr val="bg1"/>
                </a:solidFill>
              </a:rPr>
              <a:t>IFC</a:t>
            </a:r>
          </a:p>
        </p:txBody>
      </p:sp>
      <p:sp>
        <p:nvSpPr>
          <p:cNvPr id="19" name="Rectangle 18"/>
          <p:cNvSpPr/>
          <p:nvPr/>
        </p:nvSpPr>
        <p:spPr bwMode="gray">
          <a:xfrm>
            <a:off x="7014344" y="3028525"/>
            <a:ext cx="1488108" cy="675861"/>
          </a:xfrm>
          <a:prstGeom prst="rect">
            <a:avLst/>
          </a:prstGeom>
          <a:solidFill>
            <a:srgbClr val="00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IN" sz="1100" dirty="0">
                <a:solidFill>
                  <a:schemeClr val="bg1"/>
                </a:solidFill>
              </a:rPr>
              <a:t>World Bank</a:t>
            </a:r>
            <a:endParaRPr lang="en-IN" sz="1100" noProof="0" dirty="0" err="1">
              <a:solidFill>
                <a:schemeClr val="bg1"/>
              </a:solidFill>
            </a:endParaRPr>
          </a:p>
        </p:txBody>
      </p:sp>
      <p:sp>
        <p:nvSpPr>
          <p:cNvPr id="20" name="Rectangle 19"/>
          <p:cNvSpPr/>
          <p:nvPr/>
        </p:nvSpPr>
        <p:spPr bwMode="gray">
          <a:xfrm>
            <a:off x="8661478"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21" name="Rectangle 20"/>
          <p:cNvSpPr/>
          <p:nvPr/>
        </p:nvSpPr>
        <p:spPr bwMode="gray">
          <a:xfrm>
            <a:off x="10331252"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24" name="Rectangle 23"/>
          <p:cNvSpPr/>
          <p:nvPr/>
        </p:nvSpPr>
        <p:spPr bwMode="gray">
          <a:xfrm>
            <a:off x="8661478" y="3028525"/>
            <a:ext cx="1488108" cy="675861"/>
          </a:xfrm>
          <a:prstGeom prst="rect">
            <a:avLst/>
          </a:prstGeom>
          <a:solidFill>
            <a:srgbClr val="00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IN" sz="1100" dirty="0">
                <a:solidFill>
                  <a:schemeClr val="bg1"/>
                </a:solidFill>
              </a:rPr>
              <a:t>World Bank</a:t>
            </a:r>
          </a:p>
        </p:txBody>
      </p:sp>
      <p:sp>
        <p:nvSpPr>
          <p:cNvPr id="25" name="Rectangle 24"/>
          <p:cNvSpPr/>
          <p:nvPr/>
        </p:nvSpPr>
        <p:spPr bwMode="gray">
          <a:xfrm>
            <a:off x="10331252" y="3028525"/>
            <a:ext cx="1488108" cy="675861"/>
          </a:xfrm>
          <a:prstGeom prst="rect">
            <a:avLst/>
          </a:prstGeom>
          <a:solidFill>
            <a:srgbClr val="00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IN" sz="1100" dirty="0">
                <a:solidFill>
                  <a:schemeClr val="bg1"/>
                </a:solidFill>
              </a:rPr>
              <a:t>EESL</a:t>
            </a:r>
            <a:endParaRPr lang="en-IN" sz="1100" noProof="0" dirty="0" err="1">
              <a:solidFill>
                <a:schemeClr val="bg1"/>
              </a:solidFill>
            </a:endParaRPr>
          </a:p>
        </p:txBody>
      </p:sp>
      <p:sp>
        <p:nvSpPr>
          <p:cNvPr id="26" name="Rectangle 25"/>
          <p:cNvSpPr/>
          <p:nvPr/>
        </p:nvSpPr>
        <p:spPr bwMode="gray">
          <a:xfrm>
            <a:off x="360571" y="3927980"/>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27" name="Rectangle 26"/>
          <p:cNvSpPr/>
          <p:nvPr/>
        </p:nvSpPr>
        <p:spPr bwMode="gray">
          <a:xfrm>
            <a:off x="2019459" y="3927980"/>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30" name="Rectangle 29"/>
          <p:cNvSpPr/>
          <p:nvPr/>
        </p:nvSpPr>
        <p:spPr bwMode="gray">
          <a:xfrm>
            <a:off x="360571" y="5462562"/>
            <a:ext cx="1488108" cy="675861"/>
          </a:xfrm>
          <a:prstGeom prst="rect">
            <a:avLst/>
          </a:prstGeom>
          <a:solidFill>
            <a:srgbClr val="00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dirty="0">
                <a:solidFill>
                  <a:schemeClr val="bg1"/>
                </a:solidFill>
              </a:rPr>
              <a:t>USAID</a:t>
            </a:r>
            <a:endParaRPr lang="en-IN" sz="1100" noProof="0" dirty="0" err="1">
              <a:solidFill>
                <a:schemeClr val="bg1"/>
              </a:solidFill>
            </a:endParaRPr>
          </a:p>
        </p:txBody>
      </p:sp>
      <p:sp>
        <p:nvSpPr>
          <p:cNvPr id="31" name="Rectangle 30"/>
          <p:cNvSpPr/>
          <p:nvPr/>
        </p:nvSpPr>
        <p:spPr bwMode="gray">
          <a:xfrm>
            <a:off x="2019459" y="5462562"/>
            <a:ext cx="1488108" cy="675861"/>
          </a:xfrm>
          <a:prstGeom prst="rect">
            <a:avLst/>
          </a:prstGeom>
          <a:solidFill>
            <a:srgbClr val="00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dirty="0">
                <a:solidFill>
                  <a:schemeClr val="bg1"/>
                </a:solidFill>
              </a:rPr>
              <a:t>ADB</a:t>
            </a:r>
            <a:endParaRPr lang="en-IN" sz="1100" noProof="0" dirty="0" err="1">
              <a:solidFill>
                <a:schemeClr val="bg1"/>
              </a:solidFill>
            </a:endParaRPr>
          </a:p>
        </p:txBody>
      </p:sp>
      <p:sp>
        <p:nvSpPr>
          <p:cNvPr id="32" name="Rectangle 31"/>
          <p:cNvSpPr/>
          <p:nvPr/>
        </p:nvSpPr>
        <p:spPr bwMode="gray">
          <a:xfrm>
            <a:off x="3674796" y="3927980"/>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34" name="Rectangle 33"/>
          <p:cNvSpPr/>
          <p:nvPr/>
        </p:nvSpPr>
        <p:spPr bwMode="gray">
          <a:xfrm>
            <a:off x="7014344" y="3927980"/>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38" name="Rectangle 37"/>
          <p:cNvSpPr/>
          <p:nvPr/>
        </p:nvSpPr>
        <p:spPr bwMode="gray">
          <a:xfrm>
            <a:off x="3674796" y="5462562"/>
            <a:ext cx="1488108" cy="675861"/>
          </a:xfrm>
          <a:prstGeom prst="rect">
            <a:avLst/>
          </a:prstGeom>
          <a:solidFill>
            <a:srgbClr val="00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noProof="0" dirty="0">
                <a:solidFill>
                  <a:schemeClr val="bg1"/>
                </a:solidFill>
              </a:rPr>
              <a:t>Indus Towers</a:t>
            </a:r>
            <a:endParaRPr lang="en-IN" sz="1100" noProof="0" dirty="0" err="1">
              <a:solidFill>
                <a:schemeClr val="bg1"/>
              </a:solidFill>
            </a:endParaRPr>
          </a:p>
        </p:txBody>
      </p:sp>
      <p:sp>
        <p:nvSpPr>
          <p:cNvPr id="39" name="Rectangle 38"/>
          <p:cNvSpPr/>
          <p:nvPr/>
        </p:nvSpPr>
        <p:spPr bwMode="gray">
          <a:xfrm>
            <a:off x="5344570" y="5462562"/>
            <a:ext cx="1488108" cy="675861"/>
          </a:xfrm>
          <a:prstGeom prst="rect">
            <a:avLst/>
          </a:prstGeom>
          <a:solidFill>
            <a:srgbClr val="00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IN" sz="1100" dirty="0">
                <a:solidFill>
                  <a:schemeClr val="bg1"/>
                </a:solidFill>
              </a:rPr>
              <a:t>Confidential</a:t>
            </a:r>
          </a:p>
        </p:txBody>
      </p:sp>
      <p:sp>
        <p:nvSpPr>
          <p:cNvPr id="40" name="Rectangle 39"/>
          <p:cNvSpPr/>
          <p:nvPr/>
        </p:nvSpPr>
        <p:spPr bwMode="gray">
          <a:xfrm>
            <a:off x="7014344" y="5462562"/>
            <a:ext cx="1488108" cy="675861"/>
          </a:xfrm>
          <a:prstGeom prst="rect">
            <a:avLst/>
          </a:prstGeom>
          <a:solidFill>
            <a:srgbClr val="00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IN" sz="1100" dirty="0">
                <a:solidFill>
                  <a:schemeClr val="bg1"/>
                </a:solidFill>
              </a:rPr>
              <a:t>POSOCO</a:t>
            </a:r>
            <a:endParaRPr lang="en-IN" sz="1100" noProof="0" dirty="0" err="1">
              <a:solidFill>
                <a:schemeClr val="bg1"/>
              </a:solidFill>
            </a:endParaRPr>
          </a:p>
        </p:txBody>
      </p:sp>
      <p:sp>
        <p:nvSpPr>
          <p:cNvPr id="41" name="Rectangle 40"/>
          <p:cNvSpPr/>
          <p:nvPr/>
        </p:nvSpPr>
        <p:spPr bwMode="gray">
          <a:xfrm>
            <a:off x="8661478" y="3927980"/>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42" name="Rectangle 41"/>
          <p:cNvSpPr/>
          <p:nvPr/>
        </p:nvSpPr>
        <p:spPr bwMode="gray">
          <a:xfrm>
            <a:off x="10331252" y="3927980"/>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45" name="Rectangle 44"/>
          <p:cNvSpPr/>
          <p:nvPr/>
        </p:nvSpPr>
        <p:spPr bwMode="gray">
          <a:xfrm>
            <a:off x="8661478" y="5462562"/>
            <a:ext cx="1488108" cy="675861"/>
          </a:xfrm>
          <a:prstGeom prst="rect">
            <a:avLst/>
          </a:prstGeom>
          <a:solidFill>
            <a:srgbClr val="00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IN" sz="1100" dirty="0">
                <a:solidFill>
                  <a:schemeClr val="bg1"/>
                </a:solidFill>
              </a:rPr>
              <a:t>IFC</a:t>
            </a:r>
          </a:p>
        </p:txBody>
      </p:sp>
      <p:sp>
        <p:nvSpPr>
          <p:cNvPr id="46" name="Rectangle 45"/>
          <p:cNvSpPr/>
          <p:nvPr/>
        </p:nvSpPr>
        <p:spPr bwMode="gray">
          <a:xfrm>
            <a:off x="10331252" y="5462562"/>
            <a:ext cx="1488108" cy="675861"/>
          </a:xfrm>
          <a:prstGeom prst="rect">
            <a:avLst/>
          </a:prstGeom>
          <a:solidFill>
            <a:srgbClr val="00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IN" sz="1100" dirty="0" err="1">
                <a:solidFill>
                  <a:schemeClr val="bg1"/>
                </a:solidFill>
              </a:rPr>
              <a:t>Niti</a:t>
            </a:r>
            <a:r>
              <a:rPr lang="en-IN" sz="1100" dirty="0">
                <a:solidFill>
                  <a:schemeClr val="bg1"/>
                </a:solidFill>
              </a:rPr>
              <a:t> </a:t>
            </a:r>
            <a:r>
              <a:rPr lang="en-IN" sz="1100" dirty="0" err="1">
                <a:solidFill>
                  <a:schemeClr val="bg1"/>
                </a:solidFill>
              </a:rPr>
              <a:t>Aayog</a:t>
            </a:r>
            <a:endParaRPr lang="en-IN" sz="1100" noProof="0" dirty="0" err="1">
              <a:solidFill>
                <a:schemeClr val="bg1"/>
              </a:solidFill>
            </a:endParaRPr>
          </a:p>
        </p:txBody>
      </p:sp>
      <p:sp>
        <p:nvSpPr>
          <p:cNvPr id="47" name="Rectangle 46"/>
          <p:cNvSpPr/>
          <p:nvPr/>
        </p:nvSpPr>
        <p:spPr bwMode="gray">
          <a:xfrm>
            <a:off x="5359007" y="3927980"/>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4" name="Rectangle 3"/>
          <p:cNvSpPr/>
          <p:nvPr/>
        </p:nvSpPr>
        <p:spPr>
          <a:xfrm>
            <a:off x="3826170" y="1761425"/>
            <a:ext cx="1185360" cy="1015663"/>
          </a:xfrm>
          <a:prstGeom prst="rect">
            <a:avLst/>
          </a:prstGeom>
        </p:spPr>
        <p:txBody>
          <a:bodyPr wrap="square">
            <a:spAutoFit/>
          </a:bodyPr>
          <a:lstStyle/>
          <a:p>
            <a:pPr algn="ctr">
              <a:spcBef>
                <a:spcPts val="0"/>
              </a:spcBef>
              <a:spcAft>
                <a:spcPts val="1333"/>
              </a:spcAft>
              <a:buSzPct val="100000"/>
            </a:pPr>
            <a:r>
              <a:rPr lang="en-US" sz="1200" dirty="0"/>
              <a:t>Scaling up rooftop solar in the SME sector in India</a:t>
            </a:r>
          </a:p>
        </p:txBody>
      </p:sp>
      <p:sp>
        <p:nvSpPr>
          <p:cNvPr id="36" name="Rectangle 35"/>
          <p:cNvSpPr/>
          <p:nvPr/>
        </p:nvSpPr>
        <p:spPr>
          <a:xfrm>
            <a:off x="5341019" y="1716399"/>
            <a:ext cx="1473671" cy="1200329"/>
          </a:xfrm>
          <a:prstGeom prst="rect">
            <a:avLst/>
          </a:prstGeom>
        </p:spPr>
        <p:txBody>
          <a:bodyPr wrap="square">
            <a:spAutoFit/>
          </a:bodyPr>
          <a:lstStyle/>
          <a:p>
            <a:pPr algn="ctr">
              <a:spcBef>
                <a:spcPts val="0"/>
              </a:spcBef>
              <a:spcAft>
                <a:spcPts val="1333"/>
              </a:spcAft>
              <a:buSzPct val="100000"/>
            </a:pPr>
            <a:r>
              <a:rPr lang="en-US" sz="1200" dirty="0"/>
              <a:t>Scoping Study of Commercial and Industrial Distributed Generation in Myanmar</a:t>
            </a:r>
          </a:p>
        </p:txBody>
      </p:sp>
      <p:sp>
        <p:nvSpPr>
          <p:cNvPr id="48" name="Rectangle 47"/>
          <p:cNvSpPr/>
          <p:nvPr/>
        </p:nvSpPr>
        <p:spPr>
          <a:xfrm>
            <a:off x="6923510" y="1532731"/>
            <a:ext cx="1647135" cy="1495794"/>
          </a:xfrm>
          <a:prstGeom prst="rect">
            <a:avLst/>
          </a:prstGeom>
        </p:spPr>
        <p:txBody>
          <a:bodyPr wrap="square">
            <a:spAutoFit/>
          </a:bodyPr>
          <a:lstStyle/>
          <a:p>
            <a:pPr algn="ctr">
              <a:lnSpc>
                <a:spcPct val="95000"/>
              </a:lnSpc>
              <a:buFontTx/>
              <a:buNone/>
            </a:pPr>
            <a:r>
              <a:rPr lang="en-US" sz="1200" dirty="0">
                <a:latin typeface="Verdana" panose="020B0604030504040204" pitchFamily="34" charset="0"/>
                <a:ea typeface="Verdana" panose="020B0604030504040204" pitchFamily="34" charset="0"/>
                <a:cs typeface="Verdana" panose="020B0604030504040204" pitchFamily="34" charset="0"/>
              </a:rPr>
              <a:t>Advanced Metering Infrastructure and Analytics Guidance Study for South Asian Power Distribution Utilities</a:t>
            </a:r>
            <a:endParaRPr lang="en-GB" sz="1200" dirty="0">
              <a:cs typeface="Arial" pitchFamily="34" charset="0"/>
            </a:endParaRPr>
          </a:p>
        </p:txBody>
      </p:sp>
      <p:sp>
        <p:nvSpPr>
          <p:cNvPr id="49" name="Rectangle 48"/>
          <p:cNvSpPr/>
          <p:nvPr/>
        </p:nvSpPr>
        <p:spPr>
          <a:xfrm>
            <a:off x="8694746" y="1696791"/>
            <a:ext cx="1421571" cy="1144929"/>
          </a:xfrm>
          <a:prstGeom prst="rect">
            <a:avLst/>
          </a:prstGeom>
        </p:spPr>
        <p:txBody>
          <a:bodyPr wrap="square">
            <a:spAutoFit/>
          </a:bodyPr>
          <a:lstStyle/>
          <a:p>
            <a:pPr algn="ctr">
              <a:lnSpc>
                <a:spcPct val="95000"/>
              </a:lnSpc>
              <a:buFontTx/>
              <a:buNone/>
            </a:pPr>
            <a:r>
              <a:rPr lang="en-US" sz="1200" dirty="0"/>
              <a:t>Feasibility Study and Bangladesh Pilot for Rural Irrigation with Electric Vehicle</a:t>
            </a:r>
          </a:p>
        </p:txBody>
      </p:sp>
      <p:sp>
        <p:nvSpPr>
          <p:cNvPr id="50" name="Rectangle 49"/>
          <p:cNvSpPr/>
          <p:nvPr/>
        </p:nvSpPr>
        <p:spPr>
          <a:xfrm>
            <a:off x="10331252" y="1707236"/>
            <a:ext cx="1588605" cy="1200329"/>
          </a:xfrm>
          <a:prstGeom prst="rect">
            <a:avLst/>
          </a:prstGeom>
        </p:spPr>
        <p:txBody>
          <a:bodyPr wrap="square">
            <a:spAutoFit/>
          </a:bodyPr>
          <a:lstStyle/>
          <a:p>
            <a:pPr algn="ctr"/>
            <a:r>
              <a:rPr lang="en-GB" sz="1200" dirty="0">
                <a:solidFill>
                  <a:srgbClr val="000000"/>
                </a:solidFill>
                <a:latin typeface="Verdana" panose="020B0604030504040204" pitchFamily="34" charset="0"/>
                <a:ea typeface="Times" panose="02020603050405020304" pitchFamily="18" charset="0"/>
                <a:cs typeface="Times New Roman" panose="02020603050405020304" pitchFamily="18" charset="0"/>
              </a:rPr>
              <a:t>Business Plan for SPV (a proposed JV between EESL, NTPC &amp; PGCIL) to Promote e-Mobility in India</a:t>
            </a:r>
            <a:endParaRPr lang="en-IN" sz="1200" dirty="0"/>
          </a:p>
        </p:txBody>
      </p:sp>
      <p:sp>
        <p:nvSpPr>
          <p:cNvPr id="51" name="Rectangle 50"/>
          <p:cNvSpPr/>
          <p:nvPr/>
        </p:nvSpPr>
        <p:spPr>
          <a:xfrm>
            <a:off x="360571" y="4119765"/>
            <a:ext cx="1499862" cy="830997"/>
          </a:xfrm>
          <a:prstGeom prst="rect">
            <a:avLst/>
          </a:prstGeom>
        </p:spPr>
        <p:txBody>
          <a:bodyPr wrap="square">
            <a:spAutoFit/>
          </a:bodyPr>
          <a:lstStyle/>
          <a:p>
            <a:pPr algn="ctr"/>
            <a:r>
              <a:rPr lang="en-GB" sz="1200" dirty="0">
                <a:solidFill>
                  <a:srgbClr val="000000"/>
                </a:solidFill>
                <a:latin typeface="Verdana" panose="020B0604030504040204" pitchFamily="34" charset="0"/>
                <a:ea typeface="Arial" panose="020B0604020202020204" pitchFamily="34" charset="0"/>
                <a:cs typeface="Arial" panose="020B0604020202020204" pitchFamily="34" charset="0"/>
              </a:rPr>
              <a:t>Renewable Integration and Sustainable Energy (RISE)</a:t>
            </a:r>
            <a:endParaRPr lang="en-IN" sz="1200" dirty="0"/>
          </a:p>
        </p:txBody>
      </p:sp>
      <p:sp>
        <p:nvSpPr>
          <p:cNvPr id="52" name="Rectangle 51"/>
          <p:cNvSpPr/>
          <p:nvPr/>
        </p:nvSpPr>
        <p:spPr>
          <a:xfrm>
            <a:off x="2016932" y="4048156"/>
            <a:ext cx="1511297" cy="1200329"/>
          </a:xfrm>
          <a:prstGeom prst="rect">
            <a:avLst/>
          </a:prstGeom>
        </p:spPr>
        <p:txBody>
          <a:bodyPr wrap="square">
            <a:spAutoFit/>
          </a:bodyPr>
          <a:lstStyle/>
          <a:p>
            <a:pPr algn="ctr"/>
            <a:r>
              <a:rPr lang="en-US" sz="1200" dirty="0">
                <a:solidFill>
                  <a:srgbClr val="000000"/>
                </a:solidFill>
                <a:latin typeface="Verdana" panose="020B0604030504040204" pitchFamily="34" charset="0"/>
              </a:rPr>
              <a:t>Cross Sectoral Synergies and Infrastructure Sharing in Telecom Industry in Myanmar</a:t>
            </a:r>
            <a:endParaRPr lang="en-IN" sz="1200" dirty="0"/>
          </a:p>
        </p:txBody>
      </p:sp>
      <p:sp>
        <p:nvSpPr>
          <p:cNvPr id="53" name="Rectangle 52"/>
          <p:cNvSpPr/>
          <p:nvPr/>
        </p:nvSpPr>
        <p:spPr>
          <a:xfrm>
            <a:off x="3744918" y="4026083"/>
            <a:ext cx="1244840" cy="1200329"/>
          </a:xfrm>
          <a:prstGeom prst="rect">
            <a:avLst/>
          </a:prstGeom>
        </p:spPr>
        <p:txBody>
          <a:bodyPr wrap="square">
            <a:spAutoFit/>
          </a:bodyPr>
          <a:lstStyle/>
          <a:p>
            <a:pPr algn="ctr"/>
            <a:r>
              <a:rPr lang="en-US" sz="1200" dirty="0">
                <a:ea typeface="Times"/>
                <a:cs typeface="Arial"/>
              </a:rPr>
              <a:t>Roadmap to increase RE footprint through group/ virtual net-metering</a:t>
            </a:r>
            <a:endParaRPr lang="en-IN" sz="1200" dirty="0"/>
          </a:p>
        </p:txBody>
      </p:sp>
      <p:sp>
        <p:nvSpPr>
          <p:cNvPr id="54" name="Rectangle 53"/>
          <p:cNvSpPr/>
          <p:nvPr/>
        </p:nvSpPr>
        <p:spPr>
          <a:xfrm>
            <a:off x="5455434" y="4026083"/>
            <a:ext cx="1359256" cy="830997"/>
          </a:xfrm>
          <a:prstGeom prst="rect">
            <a:avLst/>
          </a:prstGeom>
        </p:spPr>
        <p:txBody>
          <a:bodyPr wrap="square">
            <a:spAutoFit/>
          </a:bodyPr>
          <a:lstStyle/>
          <a:p>
            <a:pPr algn="ctr"/>
            <a:r>
              <a:rPr lang="en-US" sz="1200" dirty="0">
                <a:ea typeface="Times"/>
                <a:cs typeface="Arial"/>
              </a:rPr>
              <a:t>Preparation of DPR for li-ion battery manufacturing</a:t>
            </a:r>
            <a:endParaRPr lang="en-IN" sz="1200" dirty="0"/>
          </a:p>
        </p:txBody>
      </p:sp>
      <p:sp>
        <p:nvSpPr>
          <p:cNvPr id="55" name="Rectangle 54"/>
          <p:cNvSpPr/>
          <p:nvPr/>
        </p:nvSpPr>
        <p:spPr>
          <a:xfrm>
            <a:off x="7152784" y="4048156"/>
            <a:ext cx="1349668" cy="1015663"/>
          </a:xfrm>
          <a:prstGeom prst="rect">
            <a:avLst/>
          </a:prstGeom>
        </p:spPr>
        <p:txBody>
          <a:bodyPr wrap="square">
            <a:spAutoFit/>
          </a:bodyPr>
          <a:lstStyle/>
          <a:p>
            <a:pPr algn="ctr"/>
            <a:r>
              <a:rPr lang="en-US" sz="1200" dirty="0">
                <a:solidFill>
                  <a:srgbClr val="000000"/>
                </a:solidFill>
              </a:rPr>
              <a:t>Grid Connected Storage -System Evaluation</a:t>
            </a:r>
            <a:endParaRPr lang="en-IN" sz="1200" dirty="0"/>
          </a:p>
        </p:txBody>
      </p:sp>
      <p:sp>
        <p:nvSpPr>
          <p:cNvPr id="56" name="Rectangle 55"/>
          <p:cNvSpPr/>
          <p:nvPr/>
        </p:nvSpPr>
        <p:spPr>
          <a:xfrm>
            <a:off x="8766648" y="4026083"/>
            <a:ext cx="1382937" cy="1200329"/>
          </a:xfrm>
          <a:prstGeom prst="rect">
            <a:avLst/>
          </a:prstGeom>
        </p:spPr>
        <p:txBody>
          <a:bodyPr wrap="square">
            <a:spAutoFit/>
          </a:bodyPr>
          <a:lstStyle/>
          <a:p>
            <a:r>
              <a:rPr lang="en-US" sz="1200" dirty="0">
                <a:solidFill>
                  <a:srgbClr val="000000"/>
                </a:solidFill>
              </a:rPr>
              <a:t>Future of Urban Mobility: Market Assessment of Electric Vehicles</a:t>
            </a:r>
            <a:endParaRPr lang="en-IN" sz="1200" dirty="0"/>
          </a:p>
        </p:txBody>
      </p:sp>
      <p:sp>
        <p:nvSpPr>
          <p:cNvPr id="57" name="Rectangle 56"/>
          <p:cNvSpPr/>
          <p:nvPr/>
        </p:nvSpPr>
        <p:spPr>
          <a:xfrm>
            <a:off x="10374794" y="4046564"/>
            <a:ext cx="1240263" cy="1015663"/>
          </a:xfrm>
          <a:prstGeom prst="rect">
            <a:avLst/>
          </a:prstGeom>
        </p:spPr>
        <p:txBody>
          <a:bodyPr wrap="square">
            <a:spAutoFit/>
          </a:bodyPr>
          <a:lstStyle/>
          <a:p>
            <a:pPr algn="ctr"/>
            <a:r>
              <a:rPr lang="en-GB" sz="1200" dirty="0">
                <a:solidFill>
                  <a:srgbClr val="000000"/>
                </a:solidFill>
                <a:latin typeface="Verdana" panose="020B0604030504040204" pitchFamily="34" charset="0"/>
                <a:ea typeface="Times" panose="02020603050405020304" pitchFamily="18" charset="0"/>
                <a:cs typeface="Times New Roman" panose="02020603050405020304" pitchFamily="18" charset="0"/>
              </a:rPr>
              <a:t>Develop the State Renewable Energy Plan for five states</a:t>
            </a:r>
            <a:endParaRPr lang="en-IN" sz="1200" dirty="0"/>
          </a:p>
        </p:txBody>
      </p:sp>
    </p:spTree>
    <p:extLst>
      <p:ext uri="{BB962C8B-B14F-4D97-AF65-F5344CB8AC3E}">
        <p14:creationId xmlns:p14="http://schemas.microsoft.com/office/powerpoint/2010/main" val="1218132512"/>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Our selected credentials</a:t>
            </a:r>
          </a:p>
        </p:txBody>
      </p:sp>
      <p:sp>
        <p:nvSpPr>
          <p:cNvPr id="3" name="Text Placeholder 2"/>
          <p:cNvSpPr>
            <a:spLocks noGrp="1"/>
          </p:cNvSpPr>
          <p:nvPr>
            <p:ph type="body" sz="quarter" idx="13"/>
          </p:nvPr>
        </p:nvSpPr>
        <p:spPr/>
        <p:txBody>
          <a:bodyPr/>
          <a:lstStyle/>
          <a:p>
            <a:r>
              <a:rPr lang="en-IN" dirty="0"/>
              <a:t>Related to business plan, capex plan and MYT fillings</a:t>
            </a:r>
          </a:p>
        </p:txBody>
      </p:sp>
      <p:sp>
        <p:nvSpPr>
          <p:cNvPr id="5" name="Rectangle 4"/>
          <p:cNvSpPr/>
          <p:nvPr/>
        </p:nvSpPr>
        <p:spPr bwMode="gray">
          <a:xfrm>
            <a:off x="360571"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6" name="Rectangle 5"/>
          <p:cNvSpPr/>
          <p:nvPr/>
        </p:nvSpPr>
        <p:spPr bwMode="gray">
          <a:xfrm>
            <a:off x="2019459"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7" name="TextBox 6"/>
          <p:cNvSpPr txBox="1"/>
          <p:nvPr/>
        </p:nvSpPr>
        <p:spPr>
          <a:xfrm>
            <a:off x="360571" y="1809859"/>
            <a:ext cx="1488108" cy="923330"/>
          </a:xfrm>
          <a:prstGeom prst="rect">
            <a:avLst/>
          </a:prstGeom>
          <a:noFill/>
        </p:spPr>
        <p:txBody>
          <a:bodyPr wrap="square" lIns="0" tIns="0" rIns="0" bIns="0" rtlCol="0">
            <a:spAutoFit/>
          </a:bodyPr>
          <a:lstStyle/>
          <a:p>
            <a:pPr algn="ctr">
              <a:spcBef>
                <a:spcPts val="0"/>
              </a:spcBef>
              <a:spcAft>
                <a:spcPts val="1333"/>
              </a:spcAft>
              <a:buSzPct val="100000"/>
            </a:pPr>
            <a:r>
              <a:rPr lang="en-US" sz="1200" dirty="0"/>
              <a:t>Regulatory Assistance in filing of ARR and Tariff Petition for FY 13-14</a:t>
            </a:r>
          </a:p>
        </p:txBody>
      </p:sp>
      <p:sp>
        <p:nvSpPr>
          <p:cNvPr id="8" name="TextBox 7"/>
          <p:cNvSpPr txBox="1"/>
          <p:nvPr/>
        </p:nvSpPr>
        <p:spPr>
          <a:xfrm>
            <a:off x="2178485" y="1902192"/>
            <a:ext cx="1170056" cy="738664"/>
          </a:xfrm>
          <a:prstGeom prst="rect">
            <a:avLst/>
          </a:prstGeom>
          <a:noFill/>
        </p:spPr>
        <p:txBody>
          <a:bodyPr wrap="square" lIns="0" tIns="0" rIns="0" bIns="0" rtlCol="0">
            <a:spAutoFit/>
          </a:bodyPr>
          <a:lstStyle/>
          <a:p>
            <a:pPr algn="ctr">
              <a:spcBef>
                <a:spcPts val="0"/>
              </a:spcBef>
              <a:spcAft>
                <a:spcPts val="1333"/>
              </a:spcAft>
              <a:buSzPct val="100000"/>
            </a:pPr>
            <a:r>
              <a:rPr lang="en-US" sz="1200" dirty="0"/>
              <a:t>Preparation of Business Plan and filing of MYT petition</a:t>
            </a:r>
          </a:p>
        </p:txBody>
      </p:sp>
      <p:sp>
        <p:nvSpPr>
          <p:cNvPr id="9" name="Rectangle 8"/>
          <p:cNvSpPr/>
          <p:nvPr/>
        </p:nvSpPr>
        <p:spPr bwMode="gray">
          <a:xfrm>
            <a:off x="360571" y="3028525"/>
            <a:ext cx="1488108" cy="675861"/>
          </a:xfrm>
          <a:prstGeom prst="rect">
            <a:avLst/>
          </a:prstGeom>
          <a:solidFill>
            <a:schemeClr val="accent6">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noProof="0" dirty="0">
                <a:solidFill>
                  <a:schemeClr val="bg1"/>
                </a:solidFill>
              </a:rPr>
              <a:t>TSECL</a:t>
            </a:r>
            <a:endParaRPr lang="en-IN" sz="1100" noProof="0" dirty="0" err="1">
              <a:solidFill>
                <a:schemeClr val="bg1"/>
              </a:solidFill>
            </a:endParaRPr>
          </a:p>
        </p:txBody>
      </p:sp>
      <p:sp>
        <p:nvSpPr>
          <p:cNvPr id="10" name="Rectangle 9"/>
          <p:cNvSpPr/>
          <p:nvPr/>
        </p:nvSpPr>
        <p:spPr bwMode="gray">
          <a:xfrm>
            <a:off x="2019459" y="3028525"/>
            <a:ext cx="1488108" cy="675861"/>
          </a:xfrm>
          <a:prstGeom prst="rect">
            <a:avLst/>
          </a:prstGeom>
          <a:solidFill>
            <a:schemeClr val="accent6">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dirty="0">
                <a:solidFill>
                  <a:schemeClr val="bg1"/>
                </a:solidFill>
              </a:rPr>
              <a:t>Chandigarh Electricity Department</a:t>
            </a:r>
            <a:endParaRPr lang="en-IN" sz="1100" noProof="0" dirty="0" err="1">
              <a:solidFill>
                <a:schemeClr val="bg1"/>
              </a:solidFill>
            </a:endParaRPr>
          </a:p>
        </p:txBody>
      </p:sp>
      <p:sp>
        <p:nvSpPr>
          <p:cNvPr id="11" name="Rectangle 10"/>
          <p:cNvSpPr/>
          <p:nvPr/>
        </p:nvSpPr>
        <p:spPr bwMode="gray">
          <a:xfrm>
            <a:off x="3674796"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12" name="Rectangle 11"/>
          <p:cNvSpPr/>
          <p:nvPr/>
        </p:nvSpPr>
        <p:spPr bwMode="gray">
          <a:xfrm>
            <a:off x="5344570"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13" name="Rectangle 12"/>
          <p:cNvSpPr/>
          <p:nvPr/>
        </p:nvSpPr>
        <p:spPr bwMode="gray">
          <a:xfrm>
            <a:off x="7014344"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14" name="TextBox 13"/>
          <p:cNvSpPr txBox="1"/>
          <p:nvPr/>
        </p:nvSpPr>
        <p:spPr>
          <a:xfrm>
            <a:off x="3833822" y="2086858"/>
            <a:ext cx="1170056" cy="369332"/>
          </a:xfrm>
          <a:prstGeom prst="rect">
            <a:avLst/>
          </a:prstGeom>
          <a:noFill/>
        </p:spPr>
        <p:txBody>
          <a:bodyPr wrap="square" lIns="0" tIns="0" rIns="0" bIns="0" rtlCol="0">
            <a:spAutoFit/>
          </a:bodyPr>
          <a:lstStyle/>
          <a:p>
            <a:pPr algn="ctr">
              <a:spcBef>
                <a:spcPts val="0"/>
              </a:spcBef>
              <a:spcAft>
                <a:spcPts val="1333"/>
              </a:spcAft>
              <a:buSzPct val="100000"/>
            </a:pPr>
            <a:r>
              <a:rPr lang="en-US" sz="1200" dirty="0"/>
              <a:t>Preparation of Business Plan</a:t>
            </a:r>
          </a:p>
        </p:txBody>
      </p:sp>
      <p:sp>
        <p:nvSpPr>
          <p:cNvPr id="15" name="TextBox 14"/>
          <p:cNvSpPr txBox="1"/>
          <p:nvPr/>
        </p:nvSpPr>
        <p:spPr>
          <a:xfrm>
            <a:off x="5503596" y="1717526"/>
            <a:ext cx="1170056" cy="1107996"/>
          </a:xfrm>
          <a:prstGeom prst="rect">
            <a:avLst/>
          </a:prstGeom>
          <a:noFill/>
        </p:spPr>
        <p:txBody>
          <a:bodyPr wrap="square" lIns="0" tIns="0" rIns="0" bIns="0" rtlCol="0">
            <a:spAutoFit/>
          </a:bodyPr>
          <a:lstStyle/>
          <a:p>
            <a:pPr algn="ctr">
              <a:spcBef>
                <a:spcPts val="0"/>
              </a:spcBef>
              <a:spcAft>
                <a:spcPts val="1333"/>
              </a:spcAft>
              <a:buSzPct val="100000"/>
            </a:pPr>
            <a:r>
              <a:rPr lang="en-US" sz="1200" dirty="0"/>
              <a:t>Preparation of its business plan cum financial turnaround plan</a:t>
            </a:r>
          </a:p>
        </p:txBody>
      </p:sp>
      <p:sp>
        <p:nvSpPr>
          <p:cNvPr id="16" name="TextBox 15"/>
          <p:cNvSpPr txBox="1"/>
          <p:nvPr/>
        </p:nvSpPr>
        <p:spPr>
          <a:xfrm>
            <a:off x="7173370" y="1717526"/>
            <a:ext cx="1170056" cy="1107996"/>
          </a:xfrm>
          <a:prstGeom prst="rect">
            <a:avLst/>
          </a:prstGeom>
          <a:noFill/>
        </p:spPr>
        <p:txBody>
          <a:bodyPr wrap="square" lIns="0" tIns="0" rIns="0" bIns="0" rtlCol="0">
            <a:spAutoFit/>
          </a:bodyPr>
          <a:lstStyle/>
          <a:p>
            <a:pPr algn="ctr">
              <a:spcBef>
                <a:spcPts val="0"/>
              </a:spcBef>
              <a:spcAft>
                <a:spcPts val="1333"/>
              </a:spcAft>
              <a:buSzPct val="100000"/>
            </a:pPr>
            <a:r>
              <a:rPr lang="en-US" sz="1200" dirty="0"/>
              <a:t>Filing of ARR for FY 2012-13 and support in other regulatory assistance</a:t>
            </a:r>
          </a:p>
        </p:txBody>
      </p:sp>
      <p:sp>
        <p:nvSpPr>
          <p:cNvPr id="17" name="Rectangle 16"/>
          <p:cNvSpPr/>
          <p:nvPr/>
        </p:nvSpPr>
        <p:spPr bwMode="gray">
          <a:xfrm>
            <a:off x="3674796" y="3028525"/>
            <a:ext cx="1488108" cy="675861"/>
          </a:xfrm>
          <a:prstGeom prst="rect">
            <a:avLst/>
          </a:prstGeom>
          <a:solidFill>
            <a:schemeClr val="accent6">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noProof="0" dirty="0">
                <a:solidFill>
                  <a:schemeClr val="bg1"/>
                </a:solidFill>
              </a:rPr>
              <a:t>JSEB</a:t>
            </a:r>
            <a:endParaRPr lang="en-IN" sz="1100" noProof="0" dirty="0" err="1">
              <a:solidFill>
                <a:schemeClr val="bg1"/>
              </a:solidFill>
            </a:endParaRPr>
          </a:p>
        </p:txBody>
      </p:sp>
      <p:sp>
        <p:nvSpPr>
          <p:cNvPr id="18" name="Rectangle 17"/>
          <p:cNvSpPr/>
          <p:nvPr/>
        </p:nvSpPr>
        <p:spPr bwMode="gray">
          <a:xfrm>
            <a:off x="5344570" y="3028525"/>
            <a:ext cx="1488108" cy="675861"/>
          </a:xfrm>
          <a:prstGeom prst="rect">
            <a:avLst/>
          </a:prstGeom>
          <a:solidFill>
            <a:schemeClr val="accent6">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IN" sz="1100" dirty="0">
                <a:solidFill>
                  <a:schemeClr val="bg1"/>
                </a:solidFill>
              </a:rPr>
              <a:t>UHBVN</a:t>
            </a:r>
          </a:p>
        </p:txBody>
      </p:sp>
      <p:sp>
        <p:nvSpPr>
          <p:cNvPr id="19" name="Rectangle 18"/>
          <p:cNvSpPr/>
          <p:nvPr/>
        </p:nvSpPr>
        <p:spPr bwMode="gray">
          <a:xfrm>
            <a:off x="7014344" y="3028525"/>
            <a:ext cx="1488108" cy="675861"/>
          </a:xfrm>
          <a:prstGeom prst="rect">
            <a:avLst/>
          </a:prstGeom>
          <a:solidFill>
            <a:schemeClr val="accent6">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IN" sz="1100" dirty="0">
                <a:solidFill>
                  <a:schemeClr val="bg1"/>
                </a:solidFill>
              </a:rPr>
              <a:t>PSPCL</a:t>
            </a:r>
            <a:endParaRPr lang="en-IN" sz="1100" noProof="0" dirty="0" err="1">
              <a:solidFill>
                <a:schemeClr val="bg1"/>
              </a:solidFill>
            </a:endParaRPr>
          </a:p>
        </p:txBody>
      </p:sp>
      <p:sp>
        <p:nvSpPr>
          <p:cNvPr id="20" name="Rectangle 19"/>
          <p:cNvSpPr/>
          <p:nvPr/>
        </p:nvSpPr>
        <p:spPr bwMode="gray">
          <a:xfrm>
            <a:off x="8661478"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21" name="Rectangle 20"/>
          <p:cNvSpPr/>
          <p:nvPr/>
        </p:nvSpPr>
        <p:spPr bwMode="gray">
          <a:xfrm>
            <a:off x="10331252"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22" name="TextBox 21"/>
          <p:cNvSpPr txBox="1"/>
          <p:nvPr/>
        </p:nvSpPr>
        <p:spPr>
          <a:xfrm>
            <a:off x="8820504" y="1625193"/>
            <a:ext cx="1170056" cy="1292662"/>
          </a:xfrm>
          <a:prstGeom prst="rect">
            <a:avLst/>
          </a:prstGeom>
          <a:noFill/>
        </p:spPr>
        <p:txBody>
          <a:bodyPr wrap="square" lIns="0" tIns="0" rIns="0" bIns="0" rtlCol="0">
            <a:spAutoFit/>
          </a:bodyPr>
          <a:lstStyle/>
          <a:p>
            <a:pPr algn="ctr">
              <a:spcBef>
                <a:spcPts val="0"/>
              </a:spcBef>
              <a:spcAft>
                <a:spcPts val="1333"/>
              </a:spcAft>
              <a:buSzPct val="100000"/>
            </a:pPr>
            <a:r>
              <a:rPr lang="en-US" sz="1200" dirty="0"/>
              <a:t>Regulatory Support for MYT petition for the Control Period FY 2016-17 to FY 2020-21</a:t>
            </a:r>
          </a:p>
        </p:txBody>
      </p:sp>
      <p:sp>
        <p:nvSpPr>
          <p:cNvPr id="23" name="TextBox 22"/>
          <p:cNvSpPr txBox="1"/>
          <p:nvPr/>
        </p:nvSpPr>
        <p:spPr>
          <a:xfrm>
            <a:off x="10490278" y="1994525"/>
            <a:ext cx="1170056" cy="553998"/>
          </a:xfrm>
          <a:prstGeom prst="rect">
            <a:avLst/>
          </a:prstGeom>
          <a:noFill/>
        </p:spPr>
        <p:txBody>
          <a:bodyPr wrap="square" lIns="0" tIns="0" rIns="0" bIns="0" rtlCol="0">
            <a:spAutoFit/>
          </a:bodyPr>
          <a:lstStyle/>
          <a:p>
            <a:pPr algn="ctr">
              <a:spcBef>
                <a:spcPts val="0"/>
              </a:spcBef>
              <a:spcAft>
                <a:spcPts val="1333"/>
              </a:spcAft>
              <a:buSzPct val="100000"/>
            </a:pPr>
            <a:r>
              <a:rPr lang="en-US" sz="1200" dirty="0"/>
              <a:t>Filing of ARR and Retail Tariff Petition</a:t>
            </a:r>
          </a:p>
        </p:txBody>
      </p:sp>
      <p:sp>
        <p:nvSpPr>
          <p:cNvPr id="24" name="Rectangle 23"/>
          <p:cNvSpPr/>
          <p:nvPr/>
        </p:nvSpPr>
        <p:spPr bwMode="gray">
          <a:xfrm>
            <a:off x="8661478" y="3028525"/>
            <a:ext cx="1488108" cy="675861"/>
          </a:xfrm>
          <a:prstGeom prst="rect">
            <a:avLst/>
          </a:prstGeom>
          <a:solidFill>
            <a:schemeClr val="accent6">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IN" sz="1100" dirty="0">
                <a:solidFill>
                  <a:schemeClr val="bg1"/>
                </a:solidFill>
              </a:rPr>
              <a:t>JBVNL</a:t>
            </a:r>
          </a:p>
        </p:txBody>
      </p:sp>
      <p:sp>
        <p:nvSpPr>
          <p:cNvPr id="25" name="Rectangle 24"/>
          <p:cNvSpPr/>
          <p:nvPr/>
        </p:nvSpPr>
        <p:spPr bwMode="gray">
          <a:xfrm>
            <a:off x="10331252" y="3028525"/>
            <a:ext cx="1488108" cy="675861"/>
          </a:xfrm>
          <a:prstGeom prst="rect">
            <a:avLst/>
          </a:prstGeom>
          <a:solidFill>
            <a:schemeClr val="accent6">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IN" sz="1100" dirty="0">
                <a:solidFill>
                  <a:schemeClr val="bg1"/>
                </a:solidFill>
              </a:rPr>
              <a:t>CSPDCL</a:t>
            </a:r>
            <a:endParaRPr lang="en-IN" sz="1100" noProof="0" dirty="0" err="1">
              <a:solidFill>
                <a:schemeClr val="bg1"/>
              </a:solidFill>
            </a:endParaRPr>
          </a:p>
        </p:txBody>
      </p:sp>
      <p:sp>
        <p:nvSpPr>
          <p:cNvPr id="26" name="Rectangle 25"/>
          <p:cNvSpPr/>
          <p:nvPr/>
        </p:nvSpPr>
        <p:spPr bwMode="gray">
          <a:xfrm>
            <a:off x="360571" y="3927980"/>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27" name="Rectangle 26"/>
          <p:cNvSpPr/>
          <p:nvPr/>
        </p:nvSpPr>
        <p:spPr bwMode="gray">
          <a:xfrm>
            <a:off x="2019459" y="3927980"/>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28" name="TextBox 27"/>
          <p:cNvSpPr txBox="1"/>
          <p:nvPr/>
        </p:nvSpPr>
        <p:spPr>
          <a:xfrm>
            <a:off x="360571" y="4141273"/>
            <a:ext cx="1488108" cy="1107996"/>
          </a:xfrm>
          <a:prstGeom prst="rect">
            <a:avLst/>
          </a:prstGeom>
          <a:noFill/>
        </p:spPr>
        <p:txBody>
          <a:bodyPr wrap="square" lIns="0" tIns="0" rIns="0" bIns="0" rtlCol="0">
            <a:spAutoFit/>
          </a:bodyPr>
          <a:lstStyle/>
          <a:p>
            <a:pPr algn="ctr">
              <a:spcBef>
                <a:spcPts val="0"/>
              </a:spcBef>
              <a:spcAft>
                <a:spcPts val="1333"/>
              </a:spcAft>
              <a:buSzPct val="100000"/>
            </a:pPr>
            <a:r>
              <a:rPr lang="en-US" sz="1200" dirty="0"/>
              <a:t>Business Plan Petition and Multi-Year Tariff Petition for the Control Period FY 2019-20 to FY 2021-22</a:t>
            </a:r>
          </a:p>
        </p:txBody>
      </p:sp>
      <p:sp>
        <p:nvSpPr>
          <p:cNvPr id="29" name="TextBox 28"/>
          <p:cNvSpPr txBox="1"/>
          <p:nvPr/>
        </p:nvSpPr>
        <p:spPr>
          <a:xfrm>
            <a:off x="2178485" y="4325939"/>
            <a:ext cx="1170056" cy="738664"/>
          </a:xfrm>
          <a:prstGeom prst="rect">
            <a:avLst/>
          </a:prstGeom>
          <a:noFill/>
        </p:spPr>
        <p:txBody>
          <a:bodyPr wrap="square" lIns="0" tIns="0" rIns="0" bIns="0" rtlCol="0">
            <a:spAutoFit/>
          </a:bodyPr>
          <a:lstStyle/>
          <a:p>
            <a:pPr algn="ctr">
              <a:spcBef>
                <a:spcPts val="0"/>
              </a:spcBef>
              <a:spcAft>
                <a:spcPts val="1333"/>
              </a:spcAft>
              <a:buSzPct val="100000"/>
            </a:pPr>
            <a:r>
              <a:rPr lang="en-US" sz="1200" dirty="0"/>
              <a:t>Assistance to WBSEDCL in all regulatory areas</a:t>
            </a:r>
          </a:p>
        </p:txBody>
      </p:sp>
      <p:sp>
        <p:nvSpPr>
          <p:cNvPr id="30" name="Rectangle 29"/>
          <p:cNvSpPr/>
          <p:nvPr/>
        </p:nvSpPr>
        <p:spPr bwMode="gray">
          <a:xfrm>
            <a:off x="360571" y="5462562"/>
            <a:ext cx="1488108" cy="675861"/>
          </a:xfrm>
          <a:prstGeom prst="rect">
            <a:avLst/>
          </a:prstGeom>
          <a:solidFill>
            <a:schemeClr val="accent6">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dirty="0">
                <a:solidFill>
                  <a:schemeClr val="bg1"/>
                </a:solidFill>
              </a:rPr>
              <a:t>UPCL</a:t>
            </a:r>
            <a:endParaRPr lang="en-IN" sz="1100" noProof="0" dirty="0" err="1">
              <a:solidFill>
                <a:schemeClr val="bg1"/>
              </a:solidFill>
            </a:endParaRPr>
          </a:p>
        </p:txBody>
      </p:sp>
      <p:sp>
        <p:nvSpPr>
          <p:cNvPr id="31" name="Rectangle 30"/>
          <p:cNvSpPr/>
          <p:nvPr/>
        </p:nvSpPr>
        <p:spPr bwMode="gray">
          <a:xfrm>
            <a:off x="2019459" y="5462562"/>
            <a:ext cx="1488108" cy="675861"/>
          </a:xfrm>
          <a:prstGeom prst="rect">
            <a:avLst/>
          </a:prstGeom>
          <a:solidFill>
            <a:schemeClr val="accent6">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dirty="0">
                <a:solidFill>
                  <a:schemeClr val="bg1"/>
                </a:solidFill>
              </a:rPr>
              <a:t>WBSEDCL</a:t>
            </a:r>
            <a:endParaRPr lang="en-IN" sz="1100" noProof="0" dirty="0" err="1">
              <a:solidFill>
                <a:schemeClr val="bg1"/>
              </a:solidFill>
            </a:endParaRPr>
          </a:p>
        </p:txBody>
      </p:sp>
      <p:sp>
        <p:nvSpPr>
          <p:cNvPr id="32" name="Rectangle 31"/>
          <p:cNvSpPr/>
          <p:nvPr/>
        </p:nvSpPr>
        <p:spPr bwMode="gray">
          <a:xfrm>
            <a:off x="3674796" y="3927980"/>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33" name="Rectangle 32"/>
          <p:cNvSpPr/>
          <p:nvPr/>
        </p:nvSpPr>
        <p:spPr bwMode="gray">
          <a:xfrm>
            <a:off x="5344570" y="3927980"/>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spcAft>
                <a:spcPts val="1333"/>
              </a:spcAft>
              <a:buSzPct val="100000"/>
              <a:buFont typeface="Wingdings 2" pitchFamily="18" charset="2"/>
              <a:buNone/>
            </a:pPr>
            <a:r>
              <a:rPr lang="en-US" sz="1200" dirty="0"/>
              <a:t>Consultancy support to CSEB on Preparation of Business Plan </a:t>
            </a:r>
            <a:endParaRPr lang="en-IN" sz="1200" dirty="0" err="1"/>
          </a:p>
        </p:txBody>
      </p:sp>
      <p:sp>
        <p:nvSpPr>
          <p:cNvPr id="34" name="Rectangle 33"/>
          <p:cNvSpPr/>
          <p:nvPr/>
        </p:nvSpPr>
        <p:spPr bwMode="gray">
          <a:xfrm>
            <a:off x="7014344" y="3927980"/>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35" name="TextBox 34"/>
          <p:cNvSpPr txBox="1"/>
          <p:nvPr/>
        </p:nvSpPr>
        <p:spPr>
          <a:xfrm>
            <a:off x="3833822" y="4325939"/>
            <a:ext cx="1170056" cy="738664"/>
          </a:xfrm>
          <a:prstGeom prst="rect">
            <a:avLst/>
          </a:prstGeom>
          <a:noFill/>
        </p:spPr>
        <p:txBody>
          <a:bodyPr wrap="square" lIns="0" tIns="0" rIns="0" bIns="0" rtlCol="0">
            <a:spAutoFit/>
          </a:bodyPr>
          <a:lstStyle/>
          <a:p>
            <a:pPr algn="ctr">
              <a:spcBef>
                <a:spcPts val="0"/>
              </a:spcBef>
              <a:spcAft>
                <a:spcPts val="1333"/>
              </a:spcAft>
              <a:buSzPct val="100000"/>
            </a:pPr>
            <a:r>
              <a:rPr lang="en-US" sz="1200" dirty="0"/>
              <a:t>Multi-year Tariff petition for FY 2013-14 to FY 2015-16</a:t>
            </a:r>
          </a:p>
        </p:txBody>
      </p:sp>
      <p:sp>
        <p:nvSpPr>
          <p:cNvPr id="37" name="TextBox 36"/>
          <p:cNvSpPr txBox="1"/>
          <p:nvPr/>
        </p:nvSpPr>
        <p:spPr>
          <a:xfrm>
            <a:off x="7014344" y="4141273"/>
            <a:ext cx="1465468" cy="1107996"/>
          </a:xfrm>
          <a:prstGeom prst="rect">
            <a:avLst/>
          </a:prstGeom>
          <a:noFill/>
        </p:spPr>
        <p:txBody>
          <a:bodyPr wrap="square" lIns="0" tIns="0" rIns="0" bIns="0" rtlCol="0">
            <a:spAutoFit/>
          </a:bodyPr>
          <a:lstStyle/>
          <a:p>
            <a:pPr algn="ctr">
              <a:spcBef>
                <a:spcPts val="0"/>
              </a:spcBef>
              <a:spcAft>
                <a:spcPts val="1333"/>
              </a:spcAft>
              <a:buSzPct val="100000"/>
            </a:pPr>
            <a:r>
              <a:rPr lang="en-US" sz="1200" dirty="0"/>
              <a:t>Diagnostic Review &amp; Reform Roadmap Support to Rajasthan Distribution Utilities</a:t>
            </a:r>
          </a:p>
        </p:txBody>
      </p:sp>
      <p:sp>
        <p:nvSpPr>
          <p:cNvPr id="38" name="Rectangle 37"/>
          <p:cNvSpPr/>
          <p:nvPr/>
        </p:nvSpPr>
        <p:spPr bwMode="gray">
          <a:xfrm>
            <a:off x="3674796" y="5462562"/>
            <a:ext cx="1488108" cy="675861"/>
          </a:xfrm>
          <a:prstGeom prst="rect">
            <a:avLst/>
          </a:prstGeom>
          <a:solidFill>
            <a:schemeClr val="accent6">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noProof="0" dirty="0">
                <a:solidFill>
                  <a:schemeClr val="bg1"/>
                </a:solidFill>
              </a:rPr>
              <a:t>PTCUL</a:t>
            </a:r>
            <a:endParaRPr lang="en-IN" sz="1100" noProof="0" dirty="0" err="1">
              <a:solidFill>
                <a:schemeClr val="bg1"/>
              </a:solidFill>
            </a:endParaRPr>
          </a:p>
        </p:txBody>
      </p:sp>
      <p:sp>
        <p:nvSpPr>
          <p:cNvPr id="39" name="Rectangle 38"/>
          <p:cNvSpPr/>
          <p:nvPr/>
        </p:nvSpPr>
        <p:spPr bwMode="gray">
          <a:xfrm>
            <a:off x="5344570" y="5462562"/>
            <a:ext cx="1488108" cy="675861"/>
          </a:xfrm>
          <a:prstGeom prst="rect">
            <a:avLst/>
          </a:prstGeom>
          <a:solidFill>
            <a:schemeClr val="accent6">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IN" sz="1100" dirty="0">
                <a:solidFill>
                  <a:schemeClr val="bg1"/>
                </a:solidFill>
              </a:rPr>
              <a:t>CSEB</a:t>
            </a:r>
          </a:p>
        </p:txBody>
      </p:sp>
      <p:sp>
        <p:nvSpPr>
          <p:cNvPr id="40" name="Rectangle 39"/>
          <p:cNvSpPr/>
          <p:nvPr/>
        </p:nvSpPr>
        <p:spPr bwMode="gray">
          <a:xfrm>
            <a:off x="7014344" y="5462562"/>
            <a:ext cx="1488108" cy="675861"/>
          </a:xfrm>
          <a:prstGeom prst="rect">
            <a:avLst/>
          </a:prstGeom>
          <a:solidFill>
            <a:schemeClr val="accent6">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IN" sz="1100" dirty="0">
                <a:solidFill>
                  <a:schemeClr val="bg1"/>
                </a:solidFill>
              </a:rPr>
              <a:t>Rajasthan </a:t>
            </a:r>
            <a:r>
              <a:rPr lang="en-IN" sz="1100" dirty="0" err="1">
                <a:solidFill>
                  <a:schemeClr val="bg1"/>
                </a:solidFill>
              </a:rPr>
              <a:t>Discoms</a:t>
            </a:r>
            <a:endParaRPr lang="en-IN" sz="1100" noProof="0" dirty="0" err="1">
              <a:solidFill>
                <a:schemeClr val="bg1"/>
              </a:solidFill>
            </a:endParaRPr>
          </a:p>
        </p:txBody>
      </p:sp>
      <p:sp>
        <p:nvSpPr>
          <p:cNvPr id="41" name="Rectangle 40"/>
          <p:cNvSpPr/>
          <p:nvPr/>
        </p:nvSpPr>
        <p:spPr bwMode="gray">
          <a:xfrm>
            <a:off x="8661478" y="3927980"/>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42" name="Rectangle 41"/>
          <p:cNvSpPr/>
          <p:nvPr/>
        </p:nvSpPr>
        <p:spPr bwMode="gray">
          <a:xfrm>
            <a:off x="10331252" y="3927980"/>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noProof="0" dirty="0" err="1">
              <a:solidFill>
                <a:schemeClr val="bg1"/>
              </a:solidFill>
            </a:endParaRPr>
          </a:p>
        </p:txBody>
      </p:sp>
      <p:sp>
        <p:nvSpPr>
          <p:cNvPr id="43" name="TextBox 42"/>
          <p:cNvSpPr txBox="1"/>
          <p:nvPr/>
        </p:nvSpPr>
        <p:spPr>
          <a:xfrm>
            <a:off x="8820504" y="4325939"/>
            <a:ext cx="1170056" cy="738664"/>
          </a:xfrm>
          <a:prstGeom prst="rect">
            <a:avLst/>
          </a:prstGeom>
          <a:noFill/>
        </p:spPr>
        <p:txBody>
          <a:bodyPr wrap="square" lIns="0" tIns="0" rIns="0" bIns="0" rtlCol="0">
            <a:spAutoFit/>
          </a:bodyPr>
          <a:lstStyle/>
          <a:p>
            <a:pPr algn="ctr">
              <a:spcBef>
                <a:spcPts val="0"/>
              </a:spcBef>
              <a:spcAft>
                <a:spcPts val="1333"/>
              </a:spcAft>
              <a:buSzPct val="100000"/>
            </a:pPr>
            <a:r>
              <a:rPr lang="en-US" sz="1200" dirty="0"/>
              <a:t>Preparation of business plan and MYT fillings</a:t>
            </a:r>
          </a:p>
        </p:txBody>
      </p:sp>
      <p:sp>
        <p:nvSpPr>
          <p:cNvPr id="44" name="TextBox 43"/>
          <p:cNvSpPr txBox="1"/>
          <p:nvPr/>
        </p:nvSpPr>
        <p:spPr>
          <a:xfrm>
            <a:off x="10490278" y="4418272"/>
            <a:ext cx="1170056" cy="553998"/>
          </a:xfrm>
          <a:prstGeom prst="rect">
            <a:avLst/>
          </a:prstGeom>
          <a:noFill/>
        </p:spPr>
        <p:txBody>
          <a:bodyPr wrap="square" lIns="0" tIns="0" rIns="0" bIns="0" rtlCol="0">
            <a:spAutoFit/>
          </a:bodyPr>
          <a:lstStyle/>
          <a:p>
            <a:pPr algn="ctr">
              <a:spcBef>
                <a:spcPts val="0"/>
              </a:spcBef>
              <a:spcAft>
                <a:spcPts val="1333"/>
              </a:spcAft>
              <a:buSzPct val="100000"/>
            </a:pPr>
            <a:r>
              <a:rPr lang="en-US" sz="1200" dirty="0"/>
              <a:t>Regulatory Assistance in MYT Filing</a:t>
            </a:r>
          </a:p>
        </p:txBody>
      </p:sp>
      <p:sp>
        <p:nvSpPr>
          <p:cNvPr id="45" name="Rectangle 44"/>
          <p:cNvSpPr/>
          <p:nvPr/>
        </p:nvSpPr>
        <p:spPr bwMode="gray">
          <a:xfrm>
            <a:off x="8661478" y="5462562"/>
            <a:ext cx="1488108" cy="675861"/>
          </a:xfrm>
          <a:prstGeom prst="rect">
            <a:avLst/>
          </a:prstGeom>
          <a:solidFill>
            <a:schemeClr val="accent6">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IN" sz="1100" dirty="0">
                <a:solidFill>
                  <a:schemeClr val="bg1"/>
                </a:solidFill>
              </a:rPr>
              <a:t>BSPHCL / erstwhile BSEB</a:t>
            </a:r>
          </a:p>
        </p:txBody>
      </p:sp>
      <p:sp>
        <p:nvSpPr>
          <p:cNvPr id="46" name="Rectangle 45"/>
          <p:cNvSpPr/>
          <p:nvPr/>
        </p:nvSpPr>
        <p:spPr bwMode="gray">
          <a:xfrm>
            <a:off x="10331252" y="5462562"/>
            <a:ext cx="1488108" cy="675861"/>
          </a:xfrm>
          <a:prstGeom prst="rect">
            <a:avLst/>
          </a:prstGeom>
          <a:solidFill>
            <a:schemeClr val="accent6">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IN" sz="1100" dirty="0" err="1">
                <a:solidFill>
                  <a:schemeClr val="bg1"/>
                </a:solidFill>
              </a:rPr>
              <a:t>Rinfra</a:t>
            </a:r>
            <a:r>
              <a:rPr lang="en-IN" sz="1100" dirty="0">
                <a:solidFill>
                  <a:schemeClr val="bg1"/>
                </a:solidFill>
              </a:rPr>
              <a:t>-D</a:t>
            </a:r>
            <a:endParaRPr lang="en-IN" sz="1100" noProof="0" dirty="0" err="1">
              <a:solidFill>
                <a:schemeClr val="bg1"/>
              </a:solidFill>
            </a:endParaRPr>
          </a:p>
        </p:txBody>
      </p:sp>
    </p:spTree>
    <p:extLst>
      <p:ext uri="{BB962C8B-B14F-4D97-AF65-F5344CB8AC3E}">
        <p14:creationId xmlns:p14="http://schemas.microsoft.com/office/powerpoint/2010/main" val="2379413390"/>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General Terms and Conditions</a:t>
            </a:r>
          </a:p>
        </p:txBody>
      </p:sp>
      <p:sp>
        <p:nvSpPr>
          <p:cNvPr id="3" name="Text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663975644"/>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US" dirty="0"/>
              <a:t>Definitions</a:t>
            </a:r>
            <a:endParaRPr lang="en-IN" dirty="0"/>
          </a:p>
        </p:txBody>
      </p:sp>
      <p:sp>
        <p:nvSpPr>
          <p:cNvPr id="3" name="Title 2"/>
          <p:cNvSpPr>
            <a:spLocks noGrp="1"/>
          </p:cNvSpPr>
          <p:nvPr>
            <p:ph type="title"/>
          </p:nvPr>
        </p:nvSpPr>
        <p:spPr/>
        <p:txBody>
          <a:bodyPr/>
          <a:lstStyle/>
          <a:p>
            <a:r>
              <a:rPr lang="en-IN" dirty="0"/>
              <a:t>General Business Terms</a:t>
            </a:r>
          </a:p>
        </p:txBody>
      </p:sp>
      <p:sp>
        <p:nvSpPr>
          <p:cNvPr id="4" name="Content Placeholder 3"/>
          <p:cNvSpPr>
            <a:spLocks noGrp="1"/>
          </p:cNvSpPr>
          <p:nvPr>
            <p:ph idx="1"/>
          </p:nvPr>
        </p:nvSpPr>
        <p:spPr/>
        <p:txBody>
          <a:bodyPr>
            <a:normAutofit lnSpcReduction="10000"/>
          </a:bodyPr>
          <a:lstStyle/>
          <a:p>
            <a:pPr>
              <a:spcAft>
                <a:spcPts val="831"/>
              </a:spcAft>
            </a:pPr>
            <a:r>
              <a:rPr lang="en-US" b="1" dirty="0"/>
              <a:t>1. Definitions:</a:t>
            </a:r>
          </a:p>
          <a:p>
            <a:pPr>
              <a:spcAft>
                <a:spcPts val="600"/>
              </a:spcAft>
            </a:pPr>
            <a:r>
              <a:rPr lang="en-GB" dirty="0"/>
              <a:t>“</a:t>
            </a:r>
            <a:r>
              <a:rPr lang="en-GB" b="1" dirty="0"/>
              <a:t>Affiliate</a:t>
            </a:r>
            <a:r>
              <a:rPr lang="en-GB" dirty="0"/>
              <a:t>” means any entity which is controlling, controlled by, or under common control with the Client; </a:t>
            </a:r>
          </a:p>
          <a:p>
            <a:pPr>
              <a:spcAft>
                <a:spcPts val="600"/>
              </a:spcAft>
            </a:pPr>
            <a:r>
              <a:rPr lang="en-GB" dirty="0"/>
              <a:t>“</a:t>
            </a:r>
            <a:r>
              <a:rPr lang="en-GB" b="1" dirty="0"/>
              <a:t>Claim</a:t>
            </a:r>
            <a:r>
              <a:rPr lang="en-GB" dirty="0"/>
              <a:t>" means any claim or proceeding of any nature (whether in contract, tort, breach of statutory duty or otherwise and including, but not limited to, a claim for negligence); </a:t>
            </a:r>
          </a:p>
          <a:p>
            <a:pPr>
              <a:spcAft>
                <a:spcPts val="600"/>
              </a:spcAft>
            </a:pPr>
            <a:r>
              <a:rPr lang="en-GB" dirty="0"/>
              <a:t>“</a:t>
            </a:r>
            <a:r>
              <a:rPr lang="en-GB" b="1" dirty="0"/>
              <a:t>Client(s)</a:t>
            </a:r>
            <a:r>
              <a:rPr lang="en-GB" dirty="0"/>
              <a:t>” means the entity (</a:t>
            </a:r>
            <a:r>
              <a:rPr lang="en-GB" dirty="0" err="1"/>
              <a:t>ies</a:t>
            </a:r>
            <a:r>
              <a:rPr lang="en-GB" dirty="0"/>
              <a:t>) to which the Engagement Letter is addressed and whose name is reproduced above; </a:t>
            </a:r>
          </a:p>
          <a:p>
            <a:pPr>
              <a:spcAft>
                <a:spcPts val="600"/>
              </a:spcAft>
            </a:pPr>
            <a:r>
              <a:rPr lang="en-GB" dirty="0"/>
              <a:t>"</a:t>
            </a:r>
            <a:r>
              <a:rPr lang="en-GB" b="1" dirty="0"/>
              <a:t>Contract</a:t>
            </a:r>
            <a:r>
              <a:rPr lang="en-GB" dirty="0"/>
              <a:t>" means the EL and the GBT; </a:t>
            </a:r>
          </a:p>
          <a:p>
            <a:pPr>
              <a:spcAft>
                <a:spcPts val="600"/>
              </a:spcAft>
            </a:pPr>
            <a:r>
              <a:rPr lang="en-GB" dirty="0"/>
              <a:t>"</a:t>
            </a:r>
            <a:r>
              <a:rPr lang="en-GB" b="1" dirty="0"/>
              <a:t>Deliverable(s)</a:t>
            </a:r>
            <a:r>
              <a:rPr lang="en-GB" dirty="0"/>
              <a:t>" means any advice, reports, work product or other deliverables identified or described in the EL as agreed to be provided to the Client as a part of the Services; </a:t>
            </a:r>
          </a:p>
          <a:p>
            <a:pPr>
              <a:spcAft>
                <a:spcPts val="600"/>
              </a:spcAft>
            </a:pPr>
            <a:r>
              <a:rPr lang="en-GB" dirty="0"/>
              <a:t>"</a:t>
            </a:r>
            <a:r>
              <a:rPr lang="en-GB" b="1" dirty="0"/>
              <a:t>DTTL</a:t>
            </a:r>
            <a:r>
              <a:rPr lang="en-GB" dirty="0"/>
              <a:t>" means Deloitte </a:t>
            </a:r>
            <a:r>
              <a:rPr lang="en-GB" dirty="0" err="1"/>
              <a:t>Touche</a:t>
            </a:r>
            <a:r>
              <a:rPr lang="en-GB" dirty="0"/>
              <a:t> Tohmatsu Limited, a UK private company limited by guarantee; </a:t>
            </a:r>
          </a:p>
          <a:p>
            <a:pPr>
              <a:spcAft>
                <a:spcPts val="600"/>
              </a:spcAft>
            </a:pPr>
            <a:r>
              <a:rPr lang="en-GB" dirty="0"/>
              <a:t>"</a:t>
            </a:r>
            <a:r>
              <a:rPr lang="en-GB" b="1" dirty="0"/>
              <a:t>Deloitte Entity</a:t>
            </a:r>
            <a:r>
              <a:rPr lang="en-GB" dirty="0"/>
              <a:t>" means a member firm of DTTL (including us), but not DTTL itself, and their respective subsidiaries and affiliates, their predecessors, successors and assignees, all partners, associate partners, principals, members, owners, directors, employees, and agents of all such entities. Each Deloitte Entity is a separate and independent legal entity. DTTL does not provide any services to clients and has no responsibility for any Deloitte Entity; </a:t>
            </a:r>
          </a:p>
          <a:p>
            <a:pPr>
              <a:spcAft>
                <a:spcPts val="600"/>
              </a:spcAft>
            </a:pPr>
            <a:r>
              <a:rPr lang="en-GB" dirty="0"/>
              <a:t>"</a:t>
            </a:r>
            <a:r>
              <a:rPr lang="en-GB" b="1" dirty="0"/>
              <a:t>EL</a:t>
            </a:r>
            <a:r>
              <a:rPr lang="en-GB" dirty="0"/>
              <a:t>" means the engagement letter entered into between you and we, and any schedules or annexures forming part of it (other than these GBT); </a:t>
            </a:r>
          </a:p>
          <a:p>
            <a:pPr>
              <a:spcAft>
                <a:spcPts val="600"/>
              </a:spcAft>
            </a:pPr>
            <a:r>
              <a:rPr lang="en-GB" dirty="0"/>
              <a:t>"</a:t>
            </a:r>
            <a:r>
              <a:rPr lang="en-GB" b="1" dirty="0"/>
              <a:t>GBT</a:t>
            </a:r>
            <a:r>
              <a:rPr lang="en-GB" dirty="0"/>
              <a:t>" means this document titled ‘General Business Terms’; </a:t>
            </a:r>
          </a:p>
          <a:p>
            <a:pPr>
              <a:spcAft>
                <a:spcPts val="600"/>
              </a:spcAft>
            </a:pPr>
            <a:r>
              <a:rPr lang="en-GB" dirty="0"/>
              <a:t>"</a:t>
            </a:r>
            <a:r>
              <a:rPr lang="en-GB" b="1" dirty="0"/>
              <a:t>Losses</a:t>
            </a:r>
            <a:r>
              <a:rPr lang="en-GB" dirty="0"/>
              <a:t>" means any losses, Claims, liabilities, damages, costs or expenses in any way relating to or arising out of the Contract or the Services; </a:t>
            </a:r>
          </a:p>
          <a:p>
            <a:pPr>
              <a:spcAft>
                <a:spcPts val="600"/>
              </a:spcAft>
            </a:pPr>
            <a:r>
              <a:rPr lang="en-GB" dirty="0"/>
              <a:t>"</a:t>
            </a:r>
            <a:r>
              <a:rPr lang="en-GB" b="1" dirty="0"/>
              <a:t>Services</a:t>
            </a:r>
            <a:r>
              <a:rPr lang="en-GB" dirty="0"/>
              <a:t>" means the services and Deliverables described in the EL; </a:t>
            </a:r>
          </a:p>
          <a:p>
            <a:pPr>
              <a:spcAft>
                <a:spcPts val="600"/>
              </a:spcAft>
            </a:pPr>
            <a:r>
              <a:rPr lang="en-GB" dirty="0"/>
              <a:t>“</a:t>
            </a:r>
            <a:r>
              <a:rPr lang="en-GB" b="1" dirty="0"/>
              <a:t>Subcontractor</a:t>
            </a:r>
            <a:r>
              <a:rPr lang="en-GB" dirty="0"/>
              <a:t>” means a third party (other than a Deloitte Entity) to whom we subcontract any of the Services; </a:t>
            </a:r>
          </a:p>
          <a:p>
            <a:pPr>
              <a:spcAft>
                <a:spcPts val="600"/>
              </a:spcAft>
            </a:pPr>
            <a:r>
              <a:rPr lang="en-GB" dirty="0"/>
              <a:t>“</a:t>
            </a:r>
            <a:r>
              <a:rPr lang="en-GB" b="1" dirty="0"/>
              <a:t>you</a:t>
            </a:r>
            <a:r>
              <a:rPr lang="en-GB" dirty="0"/>
              <a:t>”, “</a:t>
            </a:r>
            <a:r>
              <a:rPr lang="en-GB" b="1" dirty="0"/>
              <a:t>your</a:t>
            </a:r>
            <a:r>
              <a:rPr lang="en-GB" dirty="0"/>
              <a:t>” refer to the Client(s); </a:t>
            </a:r>
          </a:p>
          <a:p>
            <a:pPr>
              <a:spcAft>
                <a:spcPts val="600"/>
              </a:spcAft>
            </a:pPr>
            <a:r>
              <a:rPr lang="en-GB" dirty="0"/>
              <a:t>“</a:t>
            </a:r>
            <a:r>
              <a:rPr lang="en-GB" b="1" dirty="0"/>
              <a:t>we</a:t>
            </a:r>
            <a:r>
              <a:rPr lang="en-GB" dirty="0"/>
              <a:t>”, “</a:t>
            </a:r>
            <a:r>
              <a:rPr lang="en-GB" b="1" dirty="0"/>
              <a:t>us</a:t>
            </a:r>
            <a:r>
              <a:rPr lang="en-GB" dirty="0"/>
              <a:t>”, “</a:t>
            </a:r>
            <a:r>
              <a:rPr lang="en-GB" b="1" dirty="0"/>
              <a:t>our</a:t>
            </a:r>
            <a:r>
              <a:rPr lang="en-GB" dirty="0"/>
              <a:t>”, “</a:t>
            </a:r>
            <a:r>
              <a:rPr lang="en-GB" b="1" dirty="0"/>
              <a:t>DTTILLP”</a:t>
            </a:r>
            <a:r>
              <a:rPr lang="en-GB" dirty="0"/>
              <a:t> refer to Deloitte </a:t>
            </a:r>
            <a:r>
              <a:rPr lang="en-GB" dirty="0" err="1"/>
              <a:t>Touche</a:t>
            </a:r>
            <a:r>
              <a:rPr lang="en-GB" dirty="0"/>
              <a:t> Tohmatsu India LLP. </a:t>
            </a:r>
            <a:endParaRPr lang="en-IN" dirty="0"/>
          </a:p>
        </p:txBody>
      </p:sp>
    </p:spTree>
    <p:extLst>
      <p:ext uri="{BB962C8B-B14F-4D97-AF65-F5344CB8AC3E}">
        <p14:creationId xmlns:p14="http://schemas.microsoft.com/office/powerpoint/2010/main" val="121730019"/>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US" dirty="0"/>
              <a:t>Contract &amp; Parties</a:t>
            </a:r>
            <a:endParaRPr lang="en-IN" dirty="0"/>
          </a:p>
        </p:txBody>
      </p:sp>
      <p:sp>
        <p:nvSpPr>
          <p:cNvPr id="3" name="Title 2"/>
          <p:cNvSpPr>
            <a:spLocks noGrp="1"/>
          </p:cNvSpPr>
          <p:nvPr>
            <p:ph type="title"/>
          </p:nvPr>
        </p:nvSpPr>
        <p:spPr/>
        <p:txBody>
          <a:bodyPr/>
          <a:lstStyle/>
          <a:p>
            <a:r>
              <a:rPr lang="en-IN" dirty="0"/>
              <a:t>General Business Terms</a:t>
            </a:r>
          </a:p>
        </p:txBody>
      </p:sp>
      <p:sp>
        <p:nvSpPr>
          <p:cNvPr id="4" name="Content Placeholder 3"/>
          <p:cNvSpPr>
            <a:spLocks noGrp="1"/>
          </p:cNvSpPr>
          <p:nvPr>
            <p:ph idx="1"/>
          </p:nvPr>
        </p:nvSpPr>
        <p:spPr/>
        <p:txBody>
          <a:bodyPr/>
          <a:lstStyle/>
          <a:p>
            <a:pPr lvl="0" fontAlgn="base"/>
            <a:r>
              <a:rPr lang="en-US" b="1" dirty="0"/>
              <a:t>2. About this Contract </a:t>
            </a:r>
            <a:endParaRPr lang="en-IN" b="1" dirty="0"/>
          </a:p>
          <a:p>
            <a:r>
              <a:rPr lang="en-US" dirty="0"/>
              <a:t>This Contract sets out the terms on which we agree to provide Services to you. You and we are acting as principals and neither party may bind the other party to legal obligations unless the other party has agreed to, through a validly executed document, in specific instance(s).</a:t>
            </a:r>
          </a:p>
          <a:p>
            <a:pPr lvl="0" fontAlgn="base"/>
            <a:r>
              <a:rPr lang="en-US" b="1" dirty="0"/>
              <a:t>3. Services </a:t>
            </a:r>
            <a:endParaRPr lang="en-IN" b="1" dirty="0"/>
          </a:p>
          <a:p>
            <a:pPr lvl="1">
              <a:buNone/>
            </a:pPr>
            <a:r>
              <a:rPr lang="en-US" b="0" dirty="0"/>
              <a:t>3.1 We agree to provide Services in accordance with the Contract. You acknowledge that the scope of the Services is sufficient for your purpose. </a:t>
            </a:r>
            <a:endParaRPr lang="en-IN" b="0" dirty="0"/>
          </a:p>
          <a:p>
            <a:pPr lvl="1">
              <a:buNone/>
            </a:pPr>
            <a:r>
              <a:rPr lang="en-US" b="0" dirty="0"/>
              <a:t>3.2 We may subcontract any Services to any other Deloitte Entity or any Subcontractor. Regardless, your contractual relationship is only with us and not with any other Deloitte Entity, Subcontractor or DTTL and we alone (and not any other Deloitte Entity, Subcontractor or DTTL) continue to be responsible and liable to you under the Contract and for the Services. Accordingly, you will not bring any Claim in any way in respect of or in connection with this Contract or the Services against any Deloitte Entity (except us), any Subcontractor or DTTL. </a:t>
            </a:r>
            <a:endParaRPr lang="en-IN" b="0" dirty="0"/>
          </a:p>
          <a:p>
            <a:pPr lvl="1">
              <a:buNone/>
            </a:pPr>
            <a:r>
              <a:rPr lang="en-US" b="0" dirty="0"/>
              <a:t>3.3 You may rely only on our final Deliverable. If you wish to rely on drafts or our oral advice, please let us know so we may provide a suitable written final Deliverable on which you may rely. We shall not be responsible if you or others choose to rely on, act or refrain from acting on the basis of any drafts or oral advice. </a:t>
            </a:r>
            <a:endParaRPr lang="en-IN" b="0" dirty="0"/>
          </a:p>
        </p:txBody>
      </p:sp>
    </p:spTree>
    <p:extLst>
      <p:ext uri="{BB962C8B-B14F-4D97-AF65-F5344CB8AC3E}">
        <p14:creationId xmlns:p14="http://schemas.microsoft.com/office/powerpoint/2010/main" val="4281341292"/>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US" dirty="0"/>
              <a:t>Contract &amp; Parties</a:t>
            </a:r>
            <a:endParaRPr lang="en-IN" dirty="0"/>
          </a:p>
        </p:txBody>
      </p:sp>
      <p:sp>
        <p:nvSpPr>
          <p:cNvPr id="3" name="Title 2"/>
          <p:cNvSpPr>
            <a:spLocks noGrp="1"/>
          </p:cNvSpPr>
          <p:nvPr>
            <p:ph type="title"/>
          </p:nvPr>
        </p:nvSpPr>
        <p:spPr/>
        <p:txBody>
          <a:bodyPr/>
          <a:lstStyle/>
          <a:p>
            <a:r>
              <a:rPr lang="en-IN" dirty="0"/>
              <a:t>General Business Terms</a:t>
            </a:r>
          </a:p>
        </p:txBody>
      </p:sp>
      <p:sp>
        <p:nvSpPr>
          <p:cNvPr id="4" name="Content Placeholder 3"/>
          <p:cNvSpPr>
            <a:spLocks noGrp="1"/>
          </p:cNvSpPr>
          <p:nvPr>
            <p:ph idx="1"/>
          </p:nvPr>
        </p:nvSpPr>
        <p:spPr/>
        <p:txBody>
          <a:bodyPr/>
          <a:lstStyle/>
          <a:p>
            <a:pPr lvl="1">
              <a:buNone/>
            </a:pPr>
            <a:r>
              <a:rPr lang="en-US" b="0" dirty="0"/>
              <a:t>3.4 Use and Disclosure of Deliverable(s): Notwithstanding anything contained herein, you shall not disclose to any other person the Deliverable(s), or any part of them without our express written consent, except to the extent applicable laws, regulations, rules and professional obligations prohibit limitations on disclosure. You shall use the Deliverable(s) solely for the purposes specified in the EL and, in particular, shall not, without our prior written consent, use the Deliverable(s), or any part of them in connection with business decisions of any other person or for advertisement purposes. You shall not refer to the Services (including Deliverable(s)) or us as provider of the Services in any communication or material provided to any other person. All Services (including Deliverable(s)) are only intended for your benefit. The mere receipt of the Deliverable(s), or any part of them by any other persons is not intended to create any duty of care, professional relationship or any liability between those persons and us. As a consequence, if copies of the Deliverable(s) (or any information derived therefrom) are provided to others under the above exclusion, it is on the basis that we owe no duty of care or liability to them, or any other persons who subsequently receive the same. We accept no liability to any person other than you in connection with the Contract or Services. You agree to pay us for Losses in relation to any claim by any person other than you in relation to the Services.</a:t>
            </a:r>
            <a:endParaRPr lang="en-IN" b="0" dirty="0"/>
          </a:p>
          <a:p>
            <a:pPr lvl="1">
              <a:buNone/>
            </a:pPr>
            <a:r>
              <a:rPr lang="en-US" b="0" dirty="0"/>
              <a:t>3.5 Services do not constitute the following: (a) audit, assurance / attest or any review in accordance with the generally accepted auditing or accounting standards or (b) legal advice or services. </a:t>
            </a:r>
            <a:endParaRPr lang="en-IN" b="0" dirty="0"/>
          </a:p>
          <a:p>
            <a:pPr lvl="1">
              <a:buNone/>
            </a:pPr>
            <a:r>
              <a:rPr lang="en-US" b="0" dirty="0"/>
              <a:t>3.6 Unless we have specifically agreed to in the EL, we shall not provide advice regarding the financial accounting treatment of any transaction arising from the Services or take responsibility for any financial reporting with respect to the Services.</a:t>
            </a:r>
            <a:endParaRPr lang="en-IN" b="0" dirty="0"/>
          </a:p>
          <a:p>
            <a:pPr lvl="1">
              <a:buNone/>
            </a:pPr>
            <a:r>
              <a:rPr lang="en-GB" b="0" dirty="0"/>
              <a:t>3.7 In performing the Services, unless otherwise expressly stated in the EL, we will not be deemed to know or required to use information from any other services performed by us whether for you or any other third party, whether such information might be considered material to you or not.</a:t>
            </a:r>
            <a:endParaRPr lang="en-IN" b="0" dirty="0"/>
          </a:p>
        </p:txBody>
      </p:sp>
    </p:spTree>
    <p:extLst>
      <p:ext uri="{BB962C8B-B14F-4D97-AF65-F5344CB8AC3E}">
        <p14:creationId xmlns:p14="http://schemas.microsoft.com/office/powerpoint/2010/main" val="365916885"/>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US" dirty="0"/>
              <a:t>Your responsibilities</a:t>
            </a:r>
            <a:endParaRPr lang="en-IN" dirty="0"/>
          </a:p>
        </p:txBody>
      </p:sp>
      <p:sp>
        <p:nvSpPr>
          <p:cNvPr id="3" name="Title 2"/>
          <p:cNvSpPr>
            <a:spLocks noGrp="1"/>
          </p:cNvSpPr>
          <p:nvPr>
            <p:ph type="title"/>
          </p:nvPr>
        </p:nvSpPr>
        <p:spPr/>
        <p:txBody>
          <a:bodyPr/>
          <a:lstStyle/>
          <a:p>
            <a:r>
              <a:rPr lang="en-IN" dirty="0"/>
              <a:t>General Business Terms</a:t>
            </a:r>
          </a:p>
        </p:txBody>
      </p:sp>
      <p:sp>
        <p:nvSpPr>
          <p:cNvPr id="4" name="Content Placeholder 3"/>
          <p:cNvSpPr>
            <a:spLocks noGrp="1"/>
          </p:cNvSpPr>
          <p:nvPr>
            <p:ph idx="1"/>
          </p:nvPr>
        </p:nvSpPr>
        <p:spPr/>
        <p:txBody>
          <a:bodyPr/>
          <a:lstStyle/>
          <a:p>
            <a:pPr lvl="1">
              <a:buNone/>
            </a:pPr>
            <a:r>
              <a:rPr lang="en-US" dirty="0"/>
              <a:t>4. Your responsibilities</a:t>
            </a:r>
          </a:p>
          <a:p>
            <a:pPr lvl="1">
              <a:buNone/>
            </a:pPr>
            <a:r>
              <a:rPr lang="en-US" b="0" dirty="0"/>
              <a:t>4.1 To enable us to provide the Services, you agree to cooperate with us and, among other things: (i) provide us with reasonable facilities and timely access to data, information and your personnel; (ii) be responsible for the actions and decisions made by your personnel, representatives and agents, for the accuracy and completeness of all data and information provided by you or on your behalf, and for the implementation of, as you consider appropriate, any advice provided as part of the Services (iii) obtain any applicable consents in respect of our using/processing any confidential/personal information for performing the Services. We may provide our Services relying on the information you make available to us and your decisions and approvals. You acknowledge that our performance shall be dependent upon the timely performance of your responsibilities under the Contract. </a:t>
            </a:r>
            <a:endParaRPr lang="en-IN" b="0" dirty="0"/>
          </a:p>
          <a:p>
            <a:pPr lvl="1">
              <a:buNone/>
            </a:pPr>
            <a:r>
              <a:rPr lang="en-US" b="0" dirty="0"/>
              <a:t>4.2 You shall be solely responsible for, among other things: (i) making all management decisions and performing all management functions; (ii) designating one or more individuals who possess suitable skill, knowledge, and/or experience, preferably within senior management to oversee the Services</a:t>
            </a:r>
            <a:r>
              <a:rPr lang="en-US" b="0" i="1" dirty="0"/>
              <a:t>;</a:t>
            </a:r>
            <a:r>
              <a:rPr lang="en-US" b="0" dirty="0"/>
              <a:t> (iii) evaluating the adequacy and results of the Services; (iv) accepting responsibility for the results of the Services; and (v) establishing and maintaining internal controls, including, without limitation, monitoring ongoing activities. </a:t>
            </a:r>
            <a:endParaRPr lang="en-IN" b="0" dirty="0"/>
          </a:p>
          <a:p>
            <a:pPr lvl="1">
              <a:buNone/>
            </a:pPr>
            <a:r>
              <a:rPr lang="en-GB" b="0" dirty="0"/>
              <a:t>4.3 Unless the EL specifies other arrangements, you agree that any Deliverables will be deemed accepted by you (and the Services, or the relevant part of them complete) within 10 days of their delivery, upon their delivery in their final form or when you first make use of them in its business, whichever comes first. </a:t>
            </a:r>
            <a:endParaRPr lang="en-IN" b="0" dirty="0"/>
          </a:p>
        </p:txBody>
      </p:sp>
    </p:spTree>
    <p:extLst>
      <p:ext uri="{BB962C8B-B14F-4D97-AF65-F5344CB8AC3E}">
        <p14:creationId xmlns:p14="http://schemas.microsoft.com/office/powerpoint/2010/main" val="522890612"/>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US" dirty="0"/>
              <a:t>Our responsibilities</a:t>
            </a:r>
            <a:endParaRPr lang="en-IN" dirty="0"/>
          </a:p>
        </p:txBody>
      </p:sp>
      <p:sp>
        <p:nvSpPr>
          <p:cNvPr id="3" name="Title 2"/>
          <p:cNvSpPr>
            <a:spLocks noGrp="1"/>
          </p:cNvSpPr>
          <p:nvPr>
            <p:ph type="title"/>
          </p:nvPr>
        </p:nvSpPr>
        <p:spPr/>
        <p:txBody>
          <a:bodyPr/>
          <a:lstStyle/>
          <a:p>
            <a:r>
              <a:rPr lang="en-IN" dirty="0"/>
              <a:t>General Business Terms</a:t>
            </a:r>
          </a:p>
        </p:txBody>
      </p:sp>
      <p:sp>
        <p:nvSpPr>
          <p:cNvPr id="4" name="Content Placeholder 3"/>
          <p:cNvSpPr>
            <a:spLocks noGrp="1"/>
          </p:cNvSpPr>
          <p:nvPr>
            <p:ph idx="1"/>
          </p:nvPr>
        </p:nvSpPr>
        <p:spPr/>
        <p:txBody>
          <a:bodyPr/>
          <a:lstStyle/>
          <a:p>
            <a:pPr lvl="1">
              <a:buNone/>
            </a:pPr>
            <a:r>
              <a:rPr lang="en-US" dirty="0"/>
              <a:t>5. Our Responsibilities</a:t>
            </a:r>
          </a:p>
          <a:p>
            <a:pPr lvl="1">
              <a:buNone/>
            </a:pPr>
            <a:r>
              <a:rPr lang="en-US" b="0" dirty="0"/>
              <a:t>5.1 This is a services contract. We warrant that we shall perform the Services in good faith and in a professional manner. </a:t>
            </a:r>
          </a:p>
          <a:p>
            <a:pPr lvl="1">
              <a:buNone/>
            </a:pPr>
            <a:r>
              <a:rPr lang="en-US" b="0" dirty="0"/>
              <a:t>5.2 We will </a:t>
            </a:r>
            <a:r>
              <a:rPr lang="en-US" b="0" dirty="0" err="1"/>
              <a:t>endeavour</a:t>
            </a:r>
            <a:r>
              <a:rPr lang="en-US" b="0" dirty="0"/>
              <a:t> to supply the Services in accordance with any timeline referred to in the EL or otherwise agreed by the parties in writing. However, unless the parties specifically agree otherwise in writing, all dates given by us or specified by you for the Services are intended for planning and estimating purposes only. </a:t>
            </a:r>
          </a:p>
        </p:txBody>
      </p:sp>
    </p:spTree>
    <p:extLst>
      <p:ext uri="{BB962C8B-B14F-4D97-AF65-F5344CB8AC3E}">
        <p14:creationId xmlns:p14="http://schemas.microsoft.com/office/powerpoint/2010/main" val="2468782440"/>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US" dirty="0"/>
              <a:t>Fees</a:t>
            </a:r>
            <a:endParaRPr lang="en-IN" dirty="0"/>
          </a:p>
        </p:txBody>
      </p:sp>
      <p:sp>
        <p:nvSpPr>
          <p:cNvPr id="3" name="Title 2"/>
          <p:cNvSpPr>
            <a:spLocks noGrp="1"/>
          </p:cNvSpPr>
          <p:nvPr>
            <p:ph type="title"/>
          </p:nvPr>
        </p:nvSpPr>
        <p:spPr/>
        <p:txBody>
          <a:bodyPr/>
          <a:lstStyle/>
          <a:p>
            <a:r>
              <a:rPr lang="en-IN" dirty="0"/>
              <a:t>General Business Terms</a:t>
            </a:r>
          </a:p>
        </p:txBody>
      </p:sp>
      <p:sp>
        <p:nvSpPr>
          <p:cNvPr id="4" name="Content Placeholder 3"/>
          <p:cNvSpPr>
            <a:spLocks noGrp="1"/>
          </p:cNvSpPr>
          <p:nvPr>
            <p:ph idx="1"/>
          </p:nvPr>
        </p:nvSpPr>
        <p:spPr/>
        <p:txBody>
          <a:bodyPr/>
          <a:lstStyle/>
          <a:p>
            <a:pPr lvl="0" fontAlgn="base"/>
            <a:r>
              <a:rPr lang="en-US" b="1" dirty="0"/>
              <a:t>6. Fees</a:t>
            </a:r>
            <a:endParaRPr lang="en-IN" b="1" dirty="0"/>
          </a:p>
          <a:p>
            <a:pPr lvl="1"/>
            <a:r>
              <a:rPr lang="en-US" b="0" dirty="0"/>
              <a:t>6.1 You agree to pay us fees for our Services and: (a) all applicable taxes and statutory levies (including Goods and Services Tax); and (b) unless stated otherwise in the EL, our out-of-pocket expenses at actuals (collectively “Charges”). Our invoices are payable upon your receipt. We may apply an interest calculated at the rate of 1% per month for each day our invoice(s) remain(s) unpaid for 1 (one) month or more from your receipt. In addition to any other right, we are not obliged to continue providing the Services where our invoices are overdue. </a:t>
            </a:r>
            <a:endParaRPr lang="en-IN" b="0" dirty="0"/>
          </a:p>
          <a:p>
            <a:pPr lvl="1"/>
            <a:r>
              <a:rPr lang="en-US" b="0" dirty="0"/>
              <a:t>6.2 At the time of payment of invoices, you may deduct income tax at source at the applicable rates (“TDS”) as necessary to comply with law in India, provided that, you give us documentation and confirmations required under law for those deductions, in a timely manner using our correct details. You and we shall each comply with our respective responsibilities under the applicable tax regime (currently Goods and Services Tax regime) as service provider and service recipient. </a:t>
            </a:r>
            <a:endParaRPr lang="en-IN" b="0" dirty="0"/>
          </a:p>
          <a:p>
            <a:pPr lvl="1"/>
            <a:r>
              <a:rPr lang="en-US" b="0" dirty="0"/>
              <a:t>6.3 Any estimate of the fees involved in the Services will be based upon our assessment of the work involved, taking account of any assumptions set out in the EL. Unless we have agreed otherwise in the EL, our fees may be adjusted, for example, if the Services prove more complex or time consuming than expected.</a:t>
            </a:r>
            <a:endParaRPr lang="en-IN" b="0" dirty="0"/>
          </a:p>
          <a:p>
            <a:pPr lvl="1"/>
            <a:r>
              <a:rPr lang="en-US" b="0" dirty="0"/>
              <a:t>6.4 You agree to pay us for any costs that any Deloitte Entity or Subcontractor may incur or bear in complying with any legal, professional, regulatory or other equivalent disclosure requirement relating to any of the Services imposed in any proceedings or regulatory process not involving any substantive claim or proceeding against any such Deloitte Entity or Subcontractor. Where legally and reasonably practicable we will notify you of the disclosure. </a:t>
            </a:r>
            <a:endParaRPr lang="en-IN" b="0" dirty="0"/>
          </a:p>
        </p:txBody>
      </p:sp>
    </p:spTree>
    <p:extLst>
      <p:ext uri="{BB962C8B-B14F-4D97-AF65-F5344CB8AC3E}">
        <p14:creationId xmlns:p14="http://schemas.microsoft.com/office/powerpoint/2010/main" val="1207331249"/>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US" dirty="0"/>
              <a:t>Term and Termination</a:t>
            </a:r>
            <a:endParaRPr lang="en-IN" dirty="0"/>
          </a:p>
        </p:txBody>
      </p:sp>
      <p:sp>
        <p:nvSpPr>
          <p:cNvPr id="3" name="Title 2"/>
          <p:cNvSpPr>
            <a:spLocks noGrp="1"/>
          </p:cNvSpPr>
          <p:nvPr>
            <p:ph type="title"/>
          </p:nvPr>
        </p:nvSpPr>
        <p:spPr/>
        <p:txBody>
          <a:bodyPr/>
          <a:lstStyle/>
          <a:p>
            <a:r>
              <a:rPr lang="en-IN" dirty="0"/>
              <a:t>General Business Terms</a:t>
            </a:r>
          </a:p>
        </p:txBody>
      </p:sp>
      <p:sp>
        <p:nvSpPr>
          <p:cNvPr id="4" name="Content Placeholder 3"/>
          <p:cNvSpPr>
            <a:spLocks noGrp="1"/>
          </p:cNvSpPr>
          <p:nvPr>
            <p:ph idx="1"/>
          </p:nvPr>
        </p:nvSpPr>
        <p:spPr/>
        <p:txBody>
          <a:bodyPr/>
          <a:lstStyle/>
          <a:p>
            <a:pPr lvl="0" fontAlgn="base"/>
            <a:r>
              <a:rPr lang="en-US" b="1" dirty="0"/>
              <a:t>7. Term and Termination</a:t>
            </a:r>
            <a:endParaRPr lang="en-IN" b="1" dirty="0"/>
          </a:p>
          <a:p>
            <a:pPr lvl="1"/>
            <a:r>
              <a:rPr lang="en-US" b="0" dirty="0"/>
              <a:t>The Contract comes into effect upon the earlier of commencement of Services or the EL being signed by both parties. Unless terminated sooner in accordance with its terms, the Contract will continue to be in force: (i) if the EL mentions a validity period, during such validity period; or (ii) if the EL does not mention a validity period, until the Services have been performed. Either you or we may terminate this Contract without cause by giving the other party a prior written notice of at least 1 (one) month. If either you or we are in breach of this Contract and do not remedy the breach within 1 (one) month of receiving the other party’s written notice specifying the breach, then the other party may terminate this Contract by giving the party in breach a written notice of 7 days. In addition, we may terminate this Contract by a written notice to you if we determine that a law, regulation or anything having a similar import, or a circumstance (including cases where your ownership or constitution has changed), makes our performance of the Contract impermissible or in conflict with independence or professional rules applicable to us. Upon termination, you agree to pay us for all Services performed up to the effective date of termination.</a:t>
            </a:r>
          </a:p>
          <a:p>
            <a:pPr lvl="1"/>
            <a:r>
              <a:rPr lang="en-US" dirty="0"/>
              <a:t>8. Ownership</a:t>
            </a:r>
          </a:p>
          <a:p>
            <a:pPr lvl="1"/>
            <a:r>
              <a:rPr lang="en-US" b="0" dirty="0"/>
              <a:t>On payment of all of our Charges in connection with this Contract, you shall obtain a non-exclusive license to use within your internal business, subject to the other provisions of this Contract, any Deliverable(s) for the purpose for which the Deliverable(s) were supplied. We retain all rights in the Deliverable(s) and work product, and in any software, materials, know-how and/or methodologies that we may use or develop in connection with this Contract.</a:t>
            </a:r>
            <a:endParaRPr lang="en-IN" b="0" dirty="0"/>
          </a:p>
        </p:txBody>
      </p:sp>
    </p:spTree>
    <p:extLst>
      <p:ext uri="{BB962C8B-B14F-4D97-AF65-F5344CB8AC3E}">
        <p14:creationId xmlns:p14="http://schemas.microsoft.com/office/powerpoint/2010/main" val="3604681940"/>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US" dirty="0"/>
              <a:t>Limitation of Liability</a:t>
            </a:r>
            <a:endParaRPr lang="en-IN" dirty="0"/>
          </a:p>
        </p:txBody>
      </p:sp>
      <p:sp>
        <p:nvSpPr>
          <p:cNvPr id="3" name="Title 2"/>
          <p:cNvSpPr>
            <a:spLocks noGrp="1"/>
          </p:cNvSpPr>
          <p:nvPr>
            <p:ph type="title"/>
          </p:nvPr>
        </p:nvSpPr>
        <p:spPr/>
        <p:txBody>
          <a:bodyPr/>
          <a:lstStyle/>
          <a:p>
            <a:r>
              <a:rPr lang="en-IN" dirty="0"/>
              <a:t>General Business Terms</a:t>
            </a:r>
          </a:p>
        </p:txBody>
      </p:sp>
      <p:sp>
        <p:nvSpPr>
          <p:cNvPr id="9" name="Rectangle 8"/>
          <p:cNvSpPr/>
          <p:nvPr/>
        </p:nvSpPr>
        <p:spPr>
          <a:xfrm>
            <a:off x="469900" y="1820813"/>
            <a:ext cx="11330214" cy="3416320"/>
          </a:xfrm>
          <a:prstGeom prst="rect">
            <a:avLst/>
          </a:prstGeom>
        </p:spPr>
        <p:txBody>
          <a:bodyPr wrap="square">
            <a:spAutoFit/>
          </a:bodyPr>
          <a:lstStyle/>
          <a:p>
            <a:r>
              <a:rPr lang="en-US" sz="1200" b="1" dirty="0"/>
              <a:t>9. Limitation of Liability </a:t>
            </a:r>
          </a:p>
          <a:p>
            <a:endParaRPr lang="en-US" sz="1200" dirty="0"/>
          </a:p>
          <a:p>
            <a:r>
              <a:rPr lang="en-US" sz="1200" dirty="0"/>
              <a:t>9.1 Under no circumstance will our aggregate liability for all Losses ever exceed the fees received by us for the Service(s) to which the Losses relate. In circumstances where the Service(s) are for a period exceeding 12 months, the aforementioned limit shall be an amount not exceeding the fees received by us for such Service(s) in the 12-month period preceding to which such Losses relate. For the avoidance of doubt, the foregoing does not seek to limit our liability for fraud or other liability to the extent the law does not permit limitation.</a:t>
            </a:r>
          </a:p>
          <a:p>
            <a:endParaRPr lang="en-US" sz="1200" dirty="0"/>
          </a:p>
          <a:p>
            <a:r>
              <a:rPr lang="en-US" sz="1200" dirty="0"/>
              <a:t>9.2 Where we are liable to you under this Contract and: (a) any other person with whom you have an agreement or with respect to whom you are a beneficiary is also liable to you for the same Losses; or (b) you have contributed to such Losses; then compensation payable by us to you in respect of such Losses will be reduced taking into account the extent of responsibility of each relevant party without taking into account any limit or exclusion placed on the amount payable by such other person or your ability to recover from such other person. </a:t>
            </a:r>
          </a:p>
          <a:p>
            <a:endParaRPr lang="en-US" sz="1200" dirty="0"/>
          </a:p>
          <a:p>
            <a:r>
              <a:rPr lang="en-US" sz="1200" dirty="0"/>
              <a:t>9.3 We will not be liable for Losses arising due to any incorrect, incomplete or misleading information or documentation provided by any person other than a Deloitte Entity or a Subcontractor.</a:t>
            </a:r>
          </a:p>
          <a:p>
            <a:endParaRPr lang="en-US" sz="1200" dirty="0"/>
          </a:p>
          <a:p>
            <a:r>
              <a:rPr lang="en-US" sz="1200" dirty="0"/>
              <a:t>9.4 We will not be liable for any indirect Losses, special, consequential or punitive damages or Losses, including but not limited to, loss of business or data or profits or goodwill.</a:t>
            </a:r>
          </a:p>
          <a:p>
            <a:endParaRPr lang="en-US" sz="1200" dirty="0"/>
          </a:p>
        </p:txBody>
      </p:sp>
    </p:spTree>
    <p:extLst>
      <p:ext uri="{BB962C8B-B14F-4D97-AF65-F5344CB8AC3E}">
        <p14:creationId xmlns:p14="http://schemas.microsoft.com/office/powerpoint/2010/main" val="2620439216"/>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US" dirty="0"/>
              <a:t>Limitation of Liability</a:t>
            </a:r>
            <a:endParaRPr lang="en-IN" dirty="0"/>
          </a:p>
        </p:txBody>
      </p:sp>
      <p:sp>
        <p:nvSpPr>
          <p:cNvPr id="3" name="Title 2"/>
          <p:cNvSpPr>
            <a:spLocks noGrp="1"/>
          </p:cNvSpPr>
          <p:nvPr>
            <p:ph type="title"/>
          </p:nvPr>
        </p:nvSpPr>
        <p:spPr/>
        <p:txBody>
          <a:bodyPr/>
          <a:lstStyle/>
          <a:p>
            <a:r>
              <a:rPr lang="en-IN" dirty="0"/>
              <a:t>General Business Terms</a:t>
            </a:r>
          </a:p>
        </p:txBody>
      </p:sp>
      <p:sp>
        <p:nvSpPr>
          <p:cNvPr id="9" name="Rectangle 8"/>
          <p:cNvSpPr/>
          <p:nvPr/>
        </p:nvSpPr>
        <p:spPr>
          <a:xfrm>
            <a:off x="430893" y="1828045"/>
            <a:ext cx="11330214" cy="2123658"/>
          </a:xfrm>
          <a:prstGeom prst="rect">
            <a:avLst/>
          </a:prstGeom>
        </p:spPr>
        <p:txBody>
          <a:bodyPr wrap="square">
            <a:spAutoFit/>
          </a:bodyPr>
          <a:lstStyle/>
          <a:p>
            <a:r>
              <a:rPr lang="en-US" sz="1200" dirty="0"/>
              <a:t>9.5 Where the EL is addressed to multiple parties and/or the EL is executed by you expressly for and on behalf of yourself and any other person(s), then (</a:t>
            </a:r>
            <a:r>
              <a:rPr lang="en-US" sz="1200" dirty="0" err="1"/>
              <a:t>i</a:t>
            </a:r>
            <a:r>
              <a:rPr lang="en-US" sz="1200" dirty="0"/>
              <a:t>) the limits on our liability in this clause 9 will apply collectively to and be shared amongst you and all such persons/parties, and it is up to you and those persons/parties how to share it; and (ii) the terms and conditions of this Contract shall be binding on each such person/parties except that none of the other persons/parties will have the right to bring any Claim arising in any way in connection with or relating to the Services or this Contract against us and you alone shall have the right to bring any Claim against us in respect of the Services or this Contract. You represent and warrant that you have the power and authority to (A) execute this Contract and (B) bind yourself and all such parties/person (to the extent that they are not a signatory to the Contract), to the terms and conditions of this Contract.</a:t>
            </a:r>
          </a:p>
          <a:p>
            <a:endParaRPr lang="en-US" sz="1200" dirty="0"/>
          </a:p>
          <a:p>
            <a:r>
              <a:rPr lang="en-US" sz="1200" dirty="0"/>
              <a:t>9.6 Without any other Deloitte Entity or DTTL or Subcontractors being considered a party to this Contract, the liability cap and exclusions operate to their benefit to the extent it is judicially determined that any of them have any liability under or in connection with the Contract or the Services.</a:t>
            </a:r>
          </a:p>
        </p:txBody>
      </p:sp>
    </p:spTree>
    <p:extLst>
      <p:ext uri="{BB962C8B-B14F-4D97-AF65-F5344CB8AC3E}">
        <p14:creationId xmlns:p14="http://schemas.microsoft.com/office/powerpoint/2010/main" val="2471603842"/>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US" dirty="0"/>
              <a:t>Confidentiality</a:t>
            </a:r>
            <a:endParaRPr lang="en-IN" dirty="0"/>
          </a:p>
        </p:txBody>
      </p:sp>
      <p:sp>
        <p:nvSpPr>
          <p:cNvPr id="3" name="Title 2"/>
          <p:cNvSpPr>
            <a:spLocks noGrp="1"/>
          </p:cNvSpPr>
          <p:nvPr>
            <p:ph type="title"/>
          </p:nvPr>
        </p:nvSpPr>
        <p:spPr/>
        <p:txBody>
          <a:bodyPr/>
          <a:lstStyle/>
          <a:p>
            <a:r>
              <a:rPr lang="en-IN" dirty="0"/>
              <a:t>General Business Terms</a:t>
            </a:r>
          </a:p>
        </p:txBody>
      </p:sp>
      <p:sp>
        <p:nvSpPr>
          <p:cNvPr id="5" name="Rectangle 4"/>
          <p:cNvSpPr/>
          <p:nvPr/>
        </p:nvSpPr>
        <p:spPr>
          <a:xfrm>
            <a:off x="381000" y="1435189"/>
            <a:ext cx="11341100" cy="3600986"/>
          </a:xfrm>
          <a:prstGeom prst="rect">
            <a:avLst/>
          </a:prstGeom>
        </p:spPr>
        <p:txBody>
          <a:bodyPr wrap="square">
            <a:spAutoFit/>
          </a:bodyPr>
          <a:lstStyle/>
          <a:p>
            <a:r>
              <a:rPr lang="en-US" sz="1200" b="1" dirty="0"/>
              <a:t>10. Confidentiality</a:t>
            </a:r>
          </a:p>
          <a:p>
            <a:endParaRPr lang="en-US" sz="1200" dirty="0"/>
          </a:p>
          <a:p>
            <a:r>
              <a:rPr lang="en-US" sz="1200" dirty="0"/>
              <a:t>10.1 We and you each agree to keep confidential the other’s information which is either designated in writing as “confidential” or is by its nature manifestly confidential (“confidential information”) and not use it for any purpose other than as necessary for availing or provision of the Services. We may disclose your confidential information: (a) to any Deloitte Entity or Subcontractors and to contractors providing administrative and infrastructure/support services, that have agreed to be bound by confidentiality obligations similar to those in this clause 10; (b) to our auditors, insurers or in accordance with applicable professional standards, or in connection with potential litigation. </a:t>
            </a:r>
          </a:p>
          <a:p>
            <a:endParaRPr lang="en-US" sz="1200" dirty="0"/>
          </a:p>
          <a:p>
            <a:r>
              <a:rPr lang="en-US" sz="1200" dirty="0"/>
              <a:t>10.2 In the performance of the Services, any Deloitte Entity or any Subcontractor may communicate or discuss the matters relevant to the Services with your other advisors and may do so free from any obligation of confidentiality. </a:t>
            </a:r>
          </a:p>
          <a:p>
            <a:endParaRPr lang="en-US" sz="1200" dirty="0"/>
          </a:p>
          <a:p>
            <a:r>
              <a:rPr lang="en-US" sz="1200" dirty="0"/>
              <a:t>10.3 Confidentiality obligations of this clause 10 do not apply to information which: (a) shall have otherwise become publicly available through no breach of the receiving party of this clause 10, (b) becomes available to the receiving party on a non-confidential basis from a source other than the disclosing party, (c) is known by the receiving party prior to (or independent of) its receipt from the disclosing party without any obligation of confidentiality with respect thereto; (d) is developed by the receiving party independently without reference to the confidential information received. Confidentiality obligation will not apply to the extent any information is required to be disclosed to comply with any order, request or requirement to provide information of a regulatory, judicial, government or other authority or a professional body or legal advisors solely for the purpose of obtaining legal advice. The obligations imposed by this clause 10 shall survive the termination of this Contract for a period of one year.</a:t>
            </a:r>
          </a:p>
        </p:txBody>
      </p:sp>
    </p:spTree>
    <p:extLst>
      <p:ext uri="{BB962C8B-B14F-4D97-AF65-F5344CB8AC3E}">
        <p14:creationId xmlns:p14="http://schemas.microsoft.com/office/powerpoint/2010/main" val="1995864205"/>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US" dirty="0"/>
              <a:t>Force majeure and third party claims</a:t>
            </a:r>
            <a:endParaRPr lang="en-IN" dirty="0"/>
          </a:p>
        </p:txBody>
      </p:sp>
      <p:sp>
        <p:nvSpPr>
          <p:cNvPr id="3" name="Title 2"/>
          <p:cNvSpPr>
            <a:spLocks noGrp="1"/>
          </p:cNvSpPr>
          <p:nvPr>
            <p:ph type="title"/>
          </p:nvPr>
        </p:nvSpPr>
        <p:spPr/>
        <p:txBody>
          <a:bodyPr/>
          <a:lstStyle/>
          <a:p>
            <a:r>
              <a:rPr lang="en-IN" dirty="0"/>
              <a:t>General Business Terms</a:t>
            </a:r>
          </a:p>
        </p:txBody>
      </p:sp>
      <p:sp>
        <p:nvSpPr>
          <p:cNvPr id="5" name="Rectangle 4"/>
          <p:cNvSpPr/>
          <p:nvPr/>
        </p:nvSpPr>
        <p:spPr>
          <a:xfrm>
            <a:off x="381000" y="1435189"/>
            <a:ext cx="11341100" cy="2123658"/>
          </a:xfrm>
          <a:prstGeom prst="rect">
            <a:avLst/>
          </a:prstGeom>
        </p:spPr>
        <p:txBody>
          <a:bodyPr wrap="square">
            <a:spAutoFit/>
          </a:bodyPr>
          <a:lstStyle/>
          <a:p>
            <a:r>
              <a:rPr lang="en-US" sz="1200" b="1" dirty="0"/>
              <a:t>11. Force Majeure </a:t>
            </a:r>
          </a:p>
          <a:p>
            <a:endParaRPr lang="en-US" sz="1200" b="1" dirty="0"/>
          </a:p>
          <a:p>
            <a:r>
              <a:rPr lang="en-US" sz="1200" dirty="0"/>
              <a:t>Neither you nor we shall be liable for any delays or non-performance directly or indirectly resulting from circumstances or causes beyond, your or our reasonable control including without limitation acts of God; any law, order or requirement of any government agency or authority. This does not excuse your obligation to pay us Charges for Services rendered.</a:t>
            </a:r>
          </a:p>
          <a:p>
            <a:endParaRPr lang="en-US" sz="1200" b="1" dirty="0"/>
          </a:p>
          <a:p>
            <a:r>
              <a:rPr lang="en-US" sz="1200" b="1" dirty="0"/>
              <a:t>12. Third Party Claims </a:t>
            </a:r>
          </a:p>
          <a:p>
            <a:endParaRPr lang="en-US" sz="1200" b="1" dirty="0"/>
          </a:p>
          <a:p>
            <a:r>
              <a:rPr lang="en-US" sz="1200" dirty="0"/>
              <a:t>You shall indemnify and hold harmless the Deloitte Entities, Subcontractors and DTTL for all Losses arising in connection with any third party Claim in relation to or pursuant to the Contract or the Services, except to the extent finally judicially determined to have resulted primarily from the fraud of such Deloitte Entities, Subcontractors and DTTL.</a:t>
            </a:r>
          </a:p>
        </p:txBody>
      </p:sp>
    </p:spTree>
    <p:extLst>
      <p:ext uri="{BB962C8B-B14F-4D97-AF65-F5344CB8AC3E}">
        <p14:creationId xmlns:p14="http://schemas.microsoft.com/office/powerpoint/2010/main" val="2306958379"/>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US" dirty="0"/>
              <a:t>Miscellaneous</a:t>
            </a:r>
            <a:endParaRPr lang="en-IN" dirty="0"/>
          </a:p>
        </p:txBody>
      </p:sp>
      <p:sp>
        <p:nvSpPr>
          <p:cNvPr id="3" name="Title 2"/>
          <p:cNvSpPr>
            <a:spLocks noGrp="1"/>
          </p:cNvSpPr>
          <p:nvPr>
            <p:ph type="title"/>
          </p:nvPr>
        </p:nvSpPr>
        <p:spPr/>
        <p:txBody>
          <a:bodyPr/>
          <a:lstStyle/>
          <a:p>
            <a:r>
              <a:rPr lang="en-IN" dirty="0"/>
              <a:t>General Business Terms</a:t>
            </a:r>
          </a:p>
        </p:txBody>
      </p:sp>
      <p:sp>
        <p:nvSpPr>
          <p:cNvPr id="5" name="Rectangle 4"/>
          <p:cNvSpPr/>
          <p:nvPr/>
        </p:nvSpPr>
        <p:spPr>
          <a:xfrm>
            <a:off x="381000" y="1435189"/>
            <a:ext cx="11341100" cy="4893647"/>
          </a:xfrm>
          <a:prstGeom prst="rect">
            <a:avLst/>
          </a:prstGeom>
        </p:spPr>
        <p:txBody>
          <a:bodyPr wrap="square">
            <a:spAutoFit/>
          </a:bodyPr>
          <a:lstStyle/>
          <a:p>
            <a:r>
              <a:rPr lang="en-US" sz="1200" b="1" dirty="0"/>
              <a:t>13. Miscellaneous</a:t>
            </a:r>
          </a:p>
          <a:p>
            <a:endParaRPr lang="en-US" sz="1200" b="1" dirty="0"/>
          </a:p>
          <a:p>
            <a:r>
              <a:rPr lang="en-US" sz="1200" dirty="0"/>
              <a:t>13.1 This Contract is the entire agreement between the parties with respect to the Services and supersedes all prior agreements, proposals, understandings, representations or discussions. The terms of this GBT shall prevail to the extent of a conflict between the GBT and the EL. If we have signed or sign any vendor onboarding documents or data room access terms or purchase order, you acknowledge that those are only to meet your procedural or administrative requirements and they do not increase our scope of work or liability or grant you any more rights than are stated in this Contract. This Contract may only be modified in writing expressly stating the intent of the parties to modify this Contract. If we or you, as the case may be, have not sought to strictly enforce any term of this Contract, it does not operate as a waiver in that or any other instance. </a:t>
            </a:r>
          </a:p>
          <a:p>
            <a:endParaRPr lang="en-US" sz="1200" dirty="0"/>
          </a:p>
          <a:p>
            <a:r>
              <a:rPr lang="en-US" sz="1200" dirty="0"/>
              <a:t>13.2 We are not liable for any representation or warranty that is not expressly set out in this GBT. We will not be liable for any Losses arising out of your use of the Services for any purpose other than as set out in the EL. </a:t>
            </a:r>
          </a:p>
          <a:p>
            <a:endParaRPr lang="en-US" sz="1200" dirty="0"/>
          </a:p>
          <a:p>
            <a:r>
              <a:rPr lang="en-US" sz="1200" dirty="0"/>
              <a:t>13.3 You and we may both be subject to laws prohibiting bribery and corruption as well as internal organizational policies and codes on anti-bribery and corruption. In the performance of this Contract, each party will comply with such applicable laws and their respective codes. In connection with the Services, each of us agree not to offer, promise or give financial or other advantage to another person with the intention of inducing such a person to perform improperly or to reward improper behavior for your benefit, in each case, in violation of the Prevention of Corruption Act, 1988 and any other similar laws to which each of us is subject.</a:t>
            </a:r>
          </a:p>
          <a:p>
            <a:endParaRPr lang="en-US" sz="1200" dirty="0"/>
          </a:p>
          <a:p>
            <a:r>
              <a:rPr lang="en-US" sz="1200" dirty="0"/>
              <a:t>13.4 We and you will each comply with our respective obligations under the applicable data protection laws to the extent in connection with the Contract and the Services either we or you store, process or transfer any personal data to which data protection laws apply (“Personal Data”). We will use any Personal Data provided by you or on your behalf, in relation to the Services in compliance with legally required obligations applicable to us and, where relevant, only in accordance with lawful and reasonable instructions from you. Where Personal Data is not required for performance of the Services, you are encouraged to redact the documents such that Personal Data is not made available to us. You represent that you have the required consents from the data subject for use of the Personal Data in relation to this Contract. Any unwarranted disclosure of Personal data by you shall be your sole responsibility.</a:t>
            </a:r>
          </a:p>
        </p:txBody>
      </p:sp>
    </p:spTree>
    <p:extLst>
      <p:ext uri="{BB962C8B-B14F-4D97-AF65-F5344CB8AC3E}">
        <p14:creationId xmlns:p14="http://schemas.microsoft.com/office/powerpoint/2010/main" val="2510255605"/>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US" dirty="0"/>
              <a:t>Miscellaneous</a:t>
            </a:r>
            <a:endParaRPr lang="en-IN" dirty="0"/>
          </a:p>
        </p:txBody>
      </p:sp>
      <p:sp>
        <p:nvSpPr>
          <p:cNvPr id="3" name="Title 2"/>
          <p:cNvSpPr>
            <a:spLocks noGrp="1"/>
          </p:cNvSpPr>
          <p:nvPr>
            <p:ph type="title"/>
          </p:nvPr>
        </p:nvSpPr>
        <p:spPr/>
        <p:txBody>
          <a:bodyPr/>
          <a:lstStyle/>
          <a:p>
            <a:r>
              <a:rPr lang="en-IN" dirty="0"/>
              <a:t>General Business Terms</a:t>
            </a:r>
          </a:p>
        </p:txBody>
      </p:sp>
      <p:sp>
        <p:nvSpPr>
          <p:cNvPr id="5" name="Rectangle 4"/>
          <p:cNvSpPr/>
          <p:nvPr/>
        </p:nvSpPr>
        <p:spPr>
          <a:xfrm>
            <a:off x="381000" y="1435189"/>
            <a:ext cx="11341100" cy="3600986"/>
          </a:xfrm>
          <a:prstGeom prst="rect">
            <a:avLst/>
          </a:prstGeom>
        </p:spPr>
        <p:txBody>
          <a:bodyPr wrap="square">
            <a:spAutoFit/>
          </a:bodyPr>
          <a:lstStyle/>
          <a:p>
            <a:r>
              <a:rPr lang="en-US" sz="1200" dirty="0"/>
              <a:t>13.5 Any clause that by its reasonable implication is intended to survive or be performed post the expiry or termination of this Contract (such as those in relation to the Fees (to the extent unpaid), Limitation of Liability, Indemnity, Use and Disclosure of Deliverables, Governing Law and Jurisdiction), will survive the expiry or termination of this Contract. </a:t>
            </a:r>
          </a:p>
          <a:p>
            <a:endParaRPr lang="en-US" sz="1200" dirty="0"/>
          </a:p>
          <a:p>
            <a:r>
              <a:rPr lang="en-US" sz="1200" dirty="0"/>
              <a:t>13.6 No person who is not a party to this Contract other than a Deloitte Entity and DTTL shall be entitled to enforce any of its terms. This Contract can be varied by the parties without any third party's consent.</a:t>
            </a:r>
          </a:p>
          <a:p>
            <a:endParaRPr lang="en-US" sz="1200" dirty="0"/>
          </a:p>
          <a:p>
            <a:r>
              <a:rPr lang="en-US" sz="1200" dirty="0"/>
              <a:t>13.7 We have no responsibility to monitor events occurring after the date of the Services nor to update any Deliverable.</a:t>
            </a:r>
          </a:p>
          <a:p>
            <a:endParaRPr lang="en-US" sz="1200" dirty="0"/>
          </a:p>
          <a:p>
            <a:r>
              <a:rPr lang="en-US" sz="1200" dirty="0"/>
              <a:t>13.8 Nothing contained herein will prevent or restrict us from providing services to other clients (including services which are the same or similar to the Services). </a:t>
            </a:r>
          </a:p>
          <a:p>
            <a:endParaRPr lang="en-US" sz="1200" dirty="0"/>
          </a:p>
          <a:p>
            <a:r>
              <a:rPr lang="en-US" sz="1200" dirty="0"/>
              <a:t>13.9 No party may assign or otherwise transfer this Contract without the prior express written consent of the other, except that we may assign any of our rights or obligations hereunder to any Deloitte Entity and to any successor of our business.</a:t>
            </a:r>
          </a:p>
          <a:p>
            <a:endParaRPr lang="en-US" sz="1200" dirty="0"/>
          </a:p>
          <a:p>
            <a:r>
              <a:rPr lang="en-US" sz="1200" dirty="0"/>
              <a:t>13.10 If any provision or part of this Contract is found by a court of competent jurisdiction or other competent authority to be unenforceable, illegal or void, it shall not affect the remainder of the Contract, but such unenforceable, illegal or void provision or part shall be deemed modified to the extent necessary to render it enforceable, preserving to the fullest extent permissible the intent of the parties under this Contract. </a:t>
            </a:r>
          </a:p>
          <a:p>
            <a:endParaRPr lang="en-US" sz="1200" dirty="0"/>
          </a:p>
        </p:txBody>
      </p:sp>
    </p:spTree>
    <p:extLst>
      <p:ext uri="{BB962C8B-B14F-4D97-AF65-F5344CB8AC3E}">
        <p14:creationId xmlns:p14="http://schemas.microsoft.com/office/powerpoint/2010/main" val="1825226574"/>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US" dirty="0"/>
              <a:t>Miscellaneous</a:t>
            </a:r>
            <a:endParaRPr lang="en-IN" dirty="0"/>
          </a:p>
        </p:txBody>
      </p:sp>
      <p:sp>
        <p:nvSpPr>
          <p:cNvPr id="3" name="Title 2"/>
          <p:cNvSpPr>
            <a:spLocks noGrp="1"/>
          </p:cNvSpPr>
          <p:nvPr>
            <p:ph type="title"/>
          </p:nvPr>
        </p:nvSpPr>
        <p:spPr/>
        <p:txBody>
          <a:bodyPr/>
          <a:lstStyle/>
          <a:p>
            <a:r>
              <a:rPr lang="en-IN" dirty="0"/>
              <a:t>General Business Terms</a:t>
            </a:r>
          </a:p>
        </p:txBody>
      </p:sp>
      <p:sp>
        <p:nvSpPr>
          <p:cNvPr id="5" name="Rectangle 4"/>
          <p:cNvSpPr/>
          <p:nvPr/>
        </p:nvSpPr>
        <p:spPr>
          <a:xfrm>
            <a:off x="381000" y="1435189"/>
            <a:ext cx="11341100" cy="3046988"/>
          </a:xfrm>
          <a:prstGeom prst="rect">
            <a:avLst/>
          </a:prstGeom>
        </p:spPr>
        <p:txBody>
          <a:bodyPr wrap="square">
            <a:spAutoFit/>
          </a:bodyPr>
          <a:lstStyle/>
          <a:p>
            <a:r>
              <a:rPr lang="en-US" sz="1200" dirty="0"/>
              <a:t>13.11 The headings in this Contract are for convenience only and shall not affect the interpretation of this Contract. </a:t>
            </a:r>
          </a:p>
          <a:p>
            <a:endParaRPr lang="en-US" sz="1200" dirty="0"/>
          </a:p>
          <a:p>
            <a:r>
              <a:rPr lang="en-US" sz="1200" dirty="0"/>
              <a:t>13.12 Except as instructed otherwise in writing, each of us may assume that the other approves of properly addressed fax, email (including email exchanged via Internet media) and voicemail communication of both sensitive and non-sensitive documents and other communications concerning this Contract, as well as other means of communication used or accepted by the other. It is recognized that the Internet is inherently insecure and that data can become corrupted, communications are not always delivered promptly (or at all) and that other methods of communication may be appropriate. Electronic communications are also prone to contamination by viruses. Each of us will be responsible for protecting our own respective systems and interests and, to the fullest extent permitted by law, will not be responsible to the other on any basis (whether in contract, statute, tort or otherwise) for any loss, damage or omission in any way arising from the use of the Internet or from access by any Deloitte Entity to your networks, applications, electronic data or other systems.</a:t>
            </a:r>
          </a:p>
          <a:p>
            <a:endParaRPr lang="en-US" sz="1200" dirty="0"/>
          </a:p>
          <a:p>
            <a:r>
              <a:rPr lang="en-US" sz="1200" dirty="0"/>
              <a:t>13.13 We may refer to the Services we have performed, to present our experience and credentials along with your name and/or logo for the limited purpose of internal use and/or in the proposals to our existing/prospective clients.</a:t>
            </a:r>
          </a:p>
          <a:p>
            <a:endParaRPr lang="en-US" sz="1200" dirty="0"/>
          </a:p>
          <a:p>
            <a:r>
              <a:rPr lang="en-US" sz="1200" dirty="0"/>
              <a:t>13.14 This Contract, including all matters relating to it, shall be governed by the laws of India without giving effect to the choice of law principles thereof and the parties submit to the exclusive jurisdiction of the courts of law in Mumbai and their appeal courts</a:t>
            </a:r>
          </a:p>
        </p:txBody>
      </p:sp>
    </p:spTree>
    <p:extLst>
      <p:ext uri="{BB962C8B-B14F-4D97-AF65-F5344CB8AC3E}">
        <p14:creationId xmlns:p14="http://schemas.microsoft.com/office/powerpoint/2010/main" val="1655287408"/>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Placeholder 2"/>
          <p:cNvPicPr>
            <a:picLocks noGrp="1" noChangeAspect="1"/>
          </p:cNvPicPr>
          <p:nvPr>
            <p:ph type="pic" sz="quarter" idx="14"/>
          </p:nvPr>
        </p:nvPicPr>
        <p:blipFill>
          <a:blip r:embed="rId4">
            <a:extLst>
              <a:ext uri="{28A0092B-C50C-407E-A947-70E740481C1C}">
                <a14:useLocalDpi xmlns:a14="http://schemas.microsoft.com/office/drawing/2010/main" val="0"/>
              </a:ext>
            </a:extLst>
          </a:blip>
          <a:srcRect t="12799" b="12799"/>
          <a:stretch>
            <a:fillRect/>
          </a:stretch>
        </p:blipFill>
        <p:spPr>
          <a:xfrm>
            <a:off x="5506721" y="1214962"/>
            <a:ext cx="6370320" cy="4738797"/>
          </a:xfrm>
        </p:spPr>
      </p:pic>
      <p:sp>
        <p:nvSpPr>
          <p:cNvPr id="4" name="Rectangle 3"/>
          <p:cNvSpPr/>
          <p:nvPr/>
        </p:nvSpPr>
        <p:spPr>
          <a:xfrm>
            <a:off x="386743" y="1132452"/>
            <a:ext cx="5353657" cy="5139869"/>
          </a:xfrm>
          <a:prstGeom prst="rect">
            <a:avLst/>
          </a:prstGeom>
        </p:spPr>
        <p:txBody>
          <a:bodyPr wrap="square">
            <a:spAutoFit/>
          </a:bodyPr>
          <a:lstStyle/>
          <a:p>
            <a:pPr defTabSz="1019175">
              <a:spcAft>
                <a:spcPts val="600"/>
              </a:spcAft>
              <a:buClr>
                <a:schemeClr val="tx1"/>
              </a:buClr>
              <a:buSzPct val="80000"/>
              <a:buFont typeface="Wingdings" pitchFamily="2" charset="2"/>
              <a:buNone/>
            </a:pPr>
            <a:r>
              <a:rPr lang="en-US" sz="1100" noProof="1"/>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defTabSz="1019175">
              <a:spcAft>
                <a:spcPts val="600"/>
              </a:spcAft>
              <a:buClr>
                <a:schemeClr val="tx1"/>
              </a:buClr>
              <a:buSzPct val="80000"/>
              <a:buFont typeface="Wingdings" pitchFamily="2" charset="2"/>
              <a:buNone/>
            </a:pPr>
            <a:r>
              <a:rPr lang="en-US" sz="1100" noProof="1"/>
              <a:t>This material has been prepared by Deloitte Touche Tohmatsu India LLP (“DTTILLP”), a member of Deloitte Touche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defTabSz="1019175">
              <a:spcAft>
                <a:spcPts val="600"/>
              </a:spcAft>
              <a:buClr>
                <a:schemeClr val="tx1"/>
              </a:buClr>
              <a:buSzPct val="80000"/>
              <a:buFont typeface="Wingdings" pitchFamily="2" charset="2"/>
              <a:buNone/>
            </a:pPr>
            <a:r>
              <a:rPr lang="en-US" sz="1100" noProof="1"/>
              <a:t>Nothing in this material creates any contractual relationship between DTTILLP and you. Any mutually binding legal obligationsorrights may only be created between you and DTTILLP upon execution of a legally binding contract. By using this material and any information contained in it, the user accepts this entire notice and terms of use.</a:t>
            </a:r>
          </a:p>
          <a:p>
            <a:pPr defTabSz="1019175">
              <a:spcAft>
                <a:spcPts val="600"/>
              </a:spcAft>
              <a:buClr>
                <a:schemeClr val="tx1"/>
              </a:buClr>
              <a:buSzPct val="80000"/>
              <a:buFont typeface="Wingdings" pitchFamily="2" charset="2"/>
              <a:buNone/>
            </a:pPr>
            <a:r>
              <a:rPr lang="en-US" sz="1100" noProof="1"/>
              <a:t>©2019 Deloitte Touche Tohmatsu India LLP. Member of Deloitte Touche Tohmatsu Limited</a:t>
            </a:r>
          </a:p>
          <a:p>
            <a:pPr defTabSz="1019175">
              <a:spcAft>
                <a:spcPts val="600"/>
              </a:spcAft>
              <a:buClr>
                <a:schemeClr val="tx1"/>
              </a:buClr>
              <a:buSzPct val="80000"/>
              <a:buFont typeface="Wingdings" pitchFamily="2" charset="2"/>
              <a:buNone/>
            </a:pPr>
            <a:r>
              <a:rPr lang="en-US" sz="1100" noProof="1"/>
              <a:t>Deloitte Touche Tohmatsu India Private Limited (U74140MH199 5PTC093339), a private company limited by shares, was converted into Deloitte Touche Tohmatsu India LLP, a limited liability partnership (LLP Identification No. AAE-8458),with effect from October 1, 2015.</a:t>
            </a:r>
          </a:p>
        </p:txBody>
      </p:sp>
    </p:spTree>
    <p:custDataLst>
      <p:tags r:id="rId1"/>
    </p:custDataLst>
    <p:extLst>
      <p:ext uri="{BB962C8B-B14F-4D97-AF65-F5344CB8AC3E}">
        <p14:creationId xmlns:p14="http://schemas.microsoft.com/office/powerpoint/2010/main" val="3109989499"/>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EMPLAFYSLIDEID" val="636090605918013724"/>
</p:tagLst>
</file>

<file path=ppt/theme/theme1.xml><?xml version="1.0" encoding="utf-8"?>
<a:theme xmlns:a="http://schemas.openxmlformats.org/drawingml/2006/main" name="Deloitte_UK_Onscreen">
  <a:themeElements>
    <a:clrScheme name="Deloitte colors">
      <a:dk1>
        <a:srgbClr val="000000"/>
      </a:dk1>
      <a:lt1>
        <a:srgbClr val="FFFFFF"/>
      </a:lt1>
      <a:dk2>
        <a:srgbClr val="44546A"/>
      </a:dk2>
      <a:lt2>
        <a:srgbClr val="E7E6E6"/>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954F72"/>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solidFill>
            <a:schemeClr val="accent3"/>
          </a:solidFill>
          <a:miter lim="800000"/>
          <a:headEnd/>
          <a:tailEnd/>
        </a:ln>
      </a:spPr>
      <a:bodyPr wrap="square" lIns="88900" tIns="88900" rIns="88900" bIns="88900" rtlCol="0" anchor="ctr"/>
      <a:lstStyle>
        <a:defPPr algn="ctr">
          <a:lnSpc>
            <a:spcPct val="106000"/>
          </a:lnSpc>
          <a:buFont typeface="Wingdings 2" pitchFamily="18" charset="2"/>
          <a:buNone/>
          <a:defRPr sz="1600" b="1" noProof="0" dirty="0" err="1">
            <a:solidFill>
              <a:schemeClr val="bg1"/>
            </a:solidFill>
          </a:defRPr>
        </a:defPPr>
      </a:lstStyle>
    </a:spDef>
    <a:lnDef>
      <a:spPr>
        <a:ln>
          <a:solidFill>
            <a:srgbClr val="44546A"/>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34000" indent="-234000">
          <a:spcBef>
            <a:spcPts val="0"/>
          </a:spcBef>
          <a:spcAft>
            <a:spcPts val="1333"/>
          </a:spcAft>
          <a:buSzPct val="100000"/>
          <a:buFont typeface="Arial"/>
          <a:buChar char="•"/>
          <a:defRPr sz="1200" noProof="0" dirty="0" err="1">
            <a:solidFill>
              <a:schemeClr val="tx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 widescreen (16-9).potx" id="{D15CC715-B911-44C1-9E94-DDBA3AD356C4}" vid="{6A3836AB-5DCF-4D2F-8285-FE1EF7A83340}"/>
    </a:ext>
  </a:extLst>
</a:theme>
</file>

<file path=ppt/theme/theme2.xml><?xml version="1.0" encoding="utf-8"?>
<a:theme xmlns:a="http://schemas.openxmlformats.org/drawingml/2006/main" name="1_Deloitte_UK_Onscreen">
  <a:themeElements>
    <a:clrScheme name="Deloitte colors">
      <a:dk1>
        <a:srgbClr val="000000"/>
      </a:dk1>
      <a:lt1>
        <a:srgbClr val="FFFFFF"/>
      </a:lt1>
      <a:dk2>
        <a:srgbClr val="44546A"/>
      </a:dk2>
      <a:lt2>
        <a:srgbClr val="E7E6E6"/>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954F72"/>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solidFill>
            <a:schemeClr val="accent3"/>
          </a:solidFill>
          <a:miter lim="800000"/>
          <a:headEnd/>
          <a:tailEnd/>
        </a:ln>
      </a:spPr>
      <a:bodyPr wrap="square" lIns="88900" tIns="88900" rIns="88900" bIns="88900" rtlCol="0" anchor="ctr"/>
      <a:lstStyle>
        <a:defPPr algn="ctr">
          <a:lnSpc>
            <a:spcPct val="106000"/>
          </a:lnSpc>
          <a:buFont typeface="Wingdings 2" pitchFamily="18" charset="2"/>
          <a:buNone/>
          <a:defRPr sz="1600" b="1" noProof="0" dirty="0" err="1">
            <a:solidFill>
              <a:schemeClr val="bg1"/>
            </a:solidFill>
          </a:defRPr>
        </a:defPPr>
      </a:lstStyle>
    </a:spDef>
    <a:lnDef>
      <a:spPr>
        <a:ln>
          <a:solidFill>
            <a:srgbClr val="44546A"/>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34000" indent="-234000">
          <a:spcBef>
            <a:spcPts val="0"/>
          </a:spcBef>
          <a:spcAft>
            <a:spcPts val="1333"/>
          </a:spcAft>
          <a:buSzPct val="100000"/>
          <a:buFont typeface="Arial"/>
          <a:buChar char="•"/>
          <a:defRPr sz="1200" noProof="0" dirty="0" err="1">
            <a:solidFill>
              <a:schemeClr val="tx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 widescreen (16-9).potx" id="{D15CC715-B911-44C1-9E94-DDBA3AD356C4}" vid="{6A3836AB-5DCF-4D2F-8285-FE1EF7A83340}"/>
    </a:ext>
  </a:extLst>
</a:theme>
</file>

<file path=ppt/theme/theme3.xml><?xml version="1.0" encoding="utf-8"?>
<a:theme xmlns:a="http://schemas.openxmlformats.org/drawingml/2006/main" name="3_Deloitte 16_9 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3" id="{14194A6E-2579-BB43-B066-8829D035741C}" vid="{B1F5A58B-F479-A748-9BDB-E6B28E73C28C}"/>
    </a:ext>
  </a:ext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Props1.xml><?xml version="1.0" encoding="utf-8"?>
<ds:datastoreItem xmlns:ds="http://schemas.openxmlformats.org/officeDocument/2006/customXml" ds:itemID="{BE8CB6C4-C628-4E26-9A24-9D2BB05481EC}"/>
</file>

<file path=customXml/itemProps2.xml><?xml version="1.0" encoding="utf-8"?>
<ds:datastoreItem xmlns:ds="http://schemas.openxmlformats.org/officeDocument/2006/customXml" ds:itemID="{A875A38A-6EB8-40B6-B16A-00639DE3DCC2}"/>
</file>

<file path=customXml/itemProps3.xml><?xml version="1.0" encoding="utf-8"?>
<ds:datastoreItem xmlns:ds="http://schemas.openxmlformats.org/officeDocument/2006/customXml" ds:itemID="{72D2AAE8-F1DC-4F10-A821-94F157C5B3F8}"/>
</file>

<file path=docProps/app.xml><?xml version="1.0" encoding="utf-8"?>
<Properties xmlns="http://schemas.openxmlformats.org/officeDocument/2006/extended-properties" xmlns:vt="http://schemas.openxmlformats.org/officeDocument/2006/docPropsVTypes">
  <TotalTime>10412</TotalTime>
  <Words>11956</Words>
  <Application>Microsoft Office PowerPoint</Application>
  <PresentationFormat>Widescreen</PresentationFormat>
  <Paragraphs>954</Paragraphs>
  <Slides>52</Slides>
  <Notes>13</Notes>
  <HiddenSlides>0</HiddenSlides>
  <MMClips>0</MMClips>
  <ScaleCrop>false</ScaleCrop>
  <HeadingPairs>
    <vt:vector size="8" baseType="variant">
      <vt:variant>
        <vt:lpstr>Fonts Used</vt:lpstr>
      </vt:variant>
      <vt:variant>
        <vt:i4>7</vt:i4>
      </vt:variant>
      <vt:variant>
        <vt:lpstr>Theme</vt:lpstr>
      </vt:variant>
      <vt:variant>
        <vt:i4>3</vt:i4>
      </vt:variant>
      <vt:variant>
        <vt:lpstr>Embedded OLE Servers</vt:lpstr>
      </vt:variant>
      <vt:variant>
        <vt:i4>1</vt:i4>
      </vt:variant>
      <vt:variant>
        <vt:lpstr>Slide Titles</vt:lpstr>
      </vt:variant>
      <vt:variant>
        <vt:i4>52</vt:i4>
      </vt:variant>
    </vt:vector>
  </HeadingPairs>
  <TitlesOfParts>
    <vt:vector size="63" baseType="lpstr">
      <vt:lpstr>Arial</vt:lpstr>
      <vt:lpstr>Calibri</vt:lpstr>
      <vt:lpstr>Marlett</vt:lpstr>
      <vt:lpstr>Symbol</vt:lpstr>
      <vt:lpstr>Verdana</vt:lpstr>
      <vt:lpstr>Wingdings</vt:lpstr>
      <vt:lpstr>Wingdings 2</vt:lpstr>
      <vt:lpstr>Deloitte_UK_Onscreen</vt:lpstr>
      <vt:lpstr>1_Deloitte_UK_Onscreen</vt:lpstr>
      <vt:lpstr>3_Deloitte 16_9 onscreen</vt:lpstr>
      <vt:lpstr>think-cell Slide</vt:lpstr>
      <vt:lpstr>Proposal for Program Management Consultancy for Business Transformation</vt:lpstr>
      <vt:lpstr>PowerPoint Presentation</vt:lpstr>
      <vt:lpstr>About Deloitte</vt:lpstr>
      <vt:lpstr>PowerPoint Presentation</vt:lpstr>
      <vt:lpstr>PowerPoint Presentation</vt:lpstr>
      <vt:lpstr>PowerPoint Presentation</vt:lpstr>
      <vt:lpstr>Scope of Work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Meet the Team</vt:lpstr>
      <vt:lpstr>PowerPoint Presentation</vt:lpstr>
      <vt:lpstr>Team Profiles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Budgetary Fees</vt:lpstr>
      <vt:lpstr>Commercials</vt:lpstr>
      <vt:lpstr>Relevant Credentials</vt:lpstr>
      <vt:lpstr>Our selected credentials</vt:lpstr>
      <vt:lpstr>Our selected credentials</vt:lpstr>
      <vt:lpstr>Our selected credentials</vt:lpstr>
      <vt:lpstr>Our selected credentials</vt:lpstr>
      <vt:lpstr>General Terms and Conditions</vt:lpstr>
      <vt:lpstr>General Business Terms</vt:lpstr>
      <vt:lpstr>General Business Terms</vt:lpstr>
      <vt:lpstr>General Business Terms</vt:lpstr>
      <vt:lpstr>General Business Terms</vt:lpstr>
      <vt:lpstr>General Business Terms</vt:lpstr>
      <vt:lpstr>General Business Terms</vt:lpstr>
      <vt:lpstr>General Business Terms</vt:lpstr>
      <vt:lpstr>General Business Terms</vt:lpstr>
      <vt:lpstr>General Business Terms</vt:lpstr>
      <vt:lpstr>General Business Terms</vt:lpstr>
      <vt:lpstr>General Business Terms</vt:lpstr>
      <vt:lpstr>General Business Terms</vt:lpstr>
      <vt:lpstr>General Business Terms</vt:lpstr>
      <vt:lpstr>General Business Terms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Pawar, Rajas</dc:creator>
  <cp:lastModifiedBy>Mukherjee, Shouvik</cp:lastModifiedBy>
  <cp:revision>1480</cp:revision>
  <dcterms:modified xsi:type="dcterms:W3CDTF">2023-03-20T11:25:31Z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fyTimeStamp">
    <vt:lpwstr>2016-05-12T18:47:00.1929907</vt:lpwstr>
  </property>
  <property fmtid="{D5CDD505-2E9C-101B-9397-08002B2CF9AE}" pid="3" name="CustomerId">
    <vt:lpwstr>deloitteindia</vt:lpwstr>
  </property>
  <property fmtid="{D5CDD505-2E9C-101B-9397-08002B2CF9AE}" pid="4" name="TemplateId">
    <vt:lpwstr>635986756201929906</vt:lpwstr>
  </property>
  <property fmtid="{D5CDD505-2E9C-101B-9397-08002B2CF9AE}" pid="5" name="UserProfileId">
    <vt:lpwstr>636681349781846700</vt:lpwstr>
  </property>
  <property fmtid="{D5CDD505-2E9C-101B-9397-08002B2CF9AE}" pid="6" name="MSIP_Label_ea60d57e-af5b-4752-ac57-3e4f28ca11dc_Enabled">
    <vt:lpwstr>true</vt:lpwstr>
  </property>
  <property fmtid="{D5CDD505-2E9C-101B-9397-08002B2CF9AE}" pid="7" name="MSIP_Label_ea60d57e-af5b-4752-ac57-3e4f28ca11dc_SetDate">
    <vt:lpwstr>2023-03-20T11:25:21Z</vt:lpwstr>
  </property>
  <property fmtid="{D5CDD505-2E9C-101B-9397-08002B2CF9AE}" pid="8" name="MSIP_Label_ea60d57e-af5b-4752-ac57-3e4f28ca11dc_Method">
    <vt:lpwstr>Standard</vt:lpwstr>
  </property>
  <property fmtid="{D5CDD505-2E9C-101B-9397-08002B2CF9AE}" pid="9" name="MSIP_Label_ea60d57e-af5b-4752-ac57-3e4f28ca11dc_Name">
    <vt:lpwstr>ea60d57e-af5b-4752-ac57-3e4f28ca11dc</vt:lpwstr>
  </property>
  <property fmtid="{D5CDD505-2E9C-101B-9397-08002B2CF9AE}" pid="10" name="MSIP_Label_ea60d57e-af5b-4752-ac57-3e4f28ca11dc_SiteId">
    <vt:lpwstr>36da45f1-dd2c-4d1f-af13-5abe46b99921</vt:lpwstr>
  </property>
  <property fmtid="{D5CDD505-2E9C-101B-9397-08002B2CF9AE}" pid="11" name="MSIP_Label_ea60d57e-af5b-4752-ac57-3e4f28ca11dc_ActionId">
    <vt:lpwstr>c98c133e-87bb-48e4-8cf8-17f3241312fb</vt:lpwstr>
  </property>
  <property fmtid="{D5CDD505-2E9C-101B-9397-08002B2CF9AE}" pid="12" name="MSIP_Label_ea60d57e-af5b-4752-ac57-3e4f28ca11dc_ContentBits">
    <vt:lpwstr>0</vt:lpwstr>
  </property>
  <property fmtid="{D5CDD505-2E9C-101B-9397-08002B2CF9AE}" pid="13" name="ContentTypeId">
    <vt:lpwstr>0x01010046EABACCD3B39C49923CC76F9A3899B0</vt:lpwstr>
  </property>
</Properties>
</file>